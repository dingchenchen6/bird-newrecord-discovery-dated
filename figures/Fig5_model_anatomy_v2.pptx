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8229600" cy="6035040"/>
            <a:chOff x="182880" y="182880"/>
            <a:chExt cx="8229600" cy="603504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8229600" cy="60350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8229599" cy="60350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3225744" cy="292813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478213" y="252469"/>
              <a:ext cx="4864677" cy="292813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701215" y="806953"/>
              <a:ext cx="2675778" cy="203688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01215" y="2459931"/>
              <a:ext cx="2675778" cy="0"/>
            </a:xfrm>
            <a:custGeom>
              <a:avLst/>
              <a:pathLst>
                <a:path w="2675778" h="0">
                  <a:moveTo>
                    <a:pt x="0" y="0"/>
                  </a:moveTo>
                  <a:lnTo>
                    <a:pt x="2675778" y="0"/>
                  </a:lnTo>
                  <a:lnTo>
                    <a:pt x="26757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01215" y="1867048"/>
              <a:ext cx="2675778" cy="0"/>
            </a:xfrm>
            <a:custGeom>
              <a:avLst/>
              <a:pathLst>
                <a:path w="2675778" h="0">
                  <a:moveTo>
                    <a:pt x="0" y="0"/>
                  </a:moveTo>
                  <a:lnTo>
                    <a:pt x="2675778" y="0"/>
                  </a:lnTo>
                  <a:lnTo>
                    <a:pt x="26757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1215" y="1274166"/>
              <a:ext cx="2675778" cy="0"/>
            </a:xfrm>
            <a:custGeom>
              <a:avLst/>
              <a:pathLst>
                <a:path w="2675778" h="0">
                  <a:moveTo>
                    <a:pt x="0" y="0"/>
                  </a:moveTo>
                  <a:lnTo>
                    <a:pt x="2675778" y="0"/>
                  </a:lnTo>
                  <a:lnTo>
                    <a:pt x="26757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1215" y="2459931"/>
              <a:ext cx="2675778" cy="0"/>
            </a:xfrm>
            <a:custGeom>
              <a:avLst/>
              <a:pathLst>
                <a:path w="2675778" h="0">
                  <a:moveTo>
                    <a:pt x="0" y="0"/>
                  </a:moveTo>
                  <a:lnTo>
                    <a:pt x="2675778" y="0"/>
                  </a:lnTo>
                  <a:lnTo>
                    <a:pt x="267577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841" y="1360313"/>
              <a:ext cx="2211386" cy="1241572"/>
            </a:xfrm>
            <a:custGeom>
              <a:avLst/>
              <a:pathLst>
                <a:path w="2211386" h="1241572">
                  <a:moveTo>
                    <a:pt x="0" y="1241572"/>
                  </a:moveTo>
                  <a:lnTo>
                    <a:pt x="73712" y="1232979"/>
                  </a:lnTo>
                  <a:lnTo>
                    <a:pt x="147425" y="1234865"/>
                  </a:lnTo>
                  <a:lnTo>
                    <a:pt x="221138" y="1215948"/>
                  </a:lnTo>
                  <a:lnTo>
                    <a:pt x="294851" y="1098960"/>
                  </a:lnTo>
                  <a:lnTo>
                    <a:pt x="368564" y="1028034"/>
                  </a:lnTo>
                  <a:lnTo>
                    <a:pt x="442277" y="983675"/>
                  </a:lnTo>
                  <a:lnTo>
                    <a:pt x="515990" y="910640"/>
                  </a:lnTo>
                  <a:lnTo>
                    <a:pt x="589703" y="886103"/>
                  </a:lnTo>
                  <a:lnTo>
                    <a:pt x="663416" y="845693"/>
                  </a:lnTo>
                  <a:lnTo>
                    <a:pt x="737128" y="814251"/>
                  </a:lnTo>
                  <a:lnTo>
                    <a:pt x="810841" y="724511"/>
                  </a:lnTo>
                  <a:lnTo>
                    <a:pt x="884554" y="649734"/>
                  </a:lnTo>
                  <a:lnTo>
                    <a:pt x="958267" y="564834"/>
                  </a:lnTo>
                  <a:lnTo>
                    <a:pt x="1031980" y="537458"/>
                  </a:lnTo>
                  <a:lnTo>
                    <a:pt x="1105693" y="479848"/>
                  </a:lnTo>
                  <a:lnTo>
                    <a:pt x="1179406" y="396129"/>
                  </a:lnTo>
                  <a:lnTo>
                    <a:pt x="1253119" y="377885"/>
                  </a:lnTo>
                  <a:lnTo>
                    <a:pt x="1326832" y="293524"/>
                  </a:lnTo>
                  <a:lnTo>
                    <a:pt x="1400545" y="316741"/>
                  </a:lnTo>
                  <a:lnTo>
                    <a:pt x="1474257" y="299787"/>
                  </a:lnTo>
                  <a:lnTo>
                    <a:pt x="1547970" y="230265"/>
                  </a:lnTo>
                  <a:lnTo>
                    <a:pt x="1621683" y="217969"/>
                  </a:lnTo>
                  <a:lnTo>
                    <a:pt x="1695396" y="226179"/>
                  </a:lnTo>
                  <a:lnTo>
                    <a:pt x="1769109" y="258364"/>
                  </a:lnTo>
                  <a:lnTo>
                    <a:pt x="1842822" y="167524"/>
                  </a:lnTo>
                  <a:lnTo>
                    <a:pt x="1916535" y="173102"/>
                  </a:lnTo>
                  <a:lnTo>
                    <a:pt x="1990248" y="157713"/>
                  </a:lnTo>
                  <a:lnTo>
                    <a:pt x="2063961" y="143457"/>
                  </a:lnTo>
                  <a:lnTo>
                    <a:pt x="2137673" y="23932"/>
                  </a:lnTo>
                  <a:lnTo>
                    <a:pt x="2211386" y="0"/>
                  </a:lnTo>
                </a:path>
              </a:pathLst>
            </a:custGeom>
            <a:ln w="2032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2841" y="1729291"/>
              <a:ext cx="2211386" cy="860126"/>
            </a:xfrm>
            <a:custGeom>
              <a:avLst/>
              <a:pathLst>
                <a:path w="2211386" h="860126">
                  <a:moveTo>
                    <a:pt x="0" y="787940"/>
                  </a:moveTo>
                  <a:lnTo>
                    <a:pt x="73712" y="828947"/>
                  </a:lnTo>
                  <a:lnTo>
                    <a:pt x="147425" y="860126"/>
                  </a:lnTo>
                  <a:lnTo>
                    <a:pt x="221138" y="848595"/>
                  </a:lnTo>
                  <a:lnTo>
                    <a:pt x="294851" y="747496"/>
                  </a:lnTo>
                  <a:lnTo>
                    <a:pt x="368564" y="637673"/>
                  </a:lnTo>
                  <a:lnTo>
                    <a:pt x="442277" y="579978"/>
                  </a:lnTo>
                  <a:lnTo>
                    <a:pt x="515990" y="544322"/>
                  </a:lnTo>
                  <a:lnTo>
                    <a:pt x="589703" y="550199"/>
                  </a:lnTo>
                  <a:lnTo>
                    <a:pt x="663416" y="459857"/>
                  </a:lnTo>
                  <a:lnTo>
                    <a:pt x="737128" y="430617"/>
                  </a:lnTo>
                  <a:lnTo>
                    <a:pt x="810841" y="440486"/>
                  </a:lnTo>
                  <a:lnTo>
                    <a:pt x="884554" y="418624"/>
                  </a:lnTo>
                  <a:lnTo>
                    <a:pt x="958267" y="358348"/>
                  </a:lnTo>
                  <a:lnTo>
                    <a:pt x="1031980" y="384245"/>
                  </a:lnTo>
                  <a:lnTo>
                    <a:pt x="1105693" y="386351"/>
                  </a:lnTo>
                  <a:lnTo>
                    <a:pt x="1179406" y="347066"/>
                  </a:lnTo>
                  <a:lnTo>
                    <a:pt x="1253119" y="381308"/>
                  </a:lnTo>
                  <a:lnTo>
                    <a:pt x="1326832" y="389867"/>
                  </a:lnTo>
                  <a:lnTo>
                    <a:pt x="1400545" y="470395"/>
                  </a:lnTo>
                  <a:lnTo>
                    <a:pt x="1474257" y="470056"/>
                  </a:lnTo>
                  <a:lnTo>
                    <a:pt x="1547970" y="396237"/>
                  </a:lnTo>
                  <a:lnTo>
                    <a:pt x="1621683" y="380582"/>
                  </a:lnTo>
                  <a:lnTo>
                    <a:pt x="1695396" y="389899"/>
                  </a:lnTo>
                  <a:lnTo>
                    <a:pt x="1769109" y="421852"/>
                  </a:lnTo>
                  <a:lnTo>
                    <a:pt x="1842822" y="336247"/>
                  </a:lnTo>
                  <a:lnTo>
                    <a:pt x="1916535" y="261659"/>
                  </a:lnTo>
                  <a:lnTo>
                    <a:pt x="1990248" y="228418"/>
                  </a:lnTo>
                  <a:lnTo>
                    <a:pt x="2063961" y="225084"/>
                  </a:lnTo>
                  <a:lnTo>
                    <a:pt x="2137673" y="83874"/>
                  </a:lnTo>
                  <a:lnTo>
                    <a:pt x="2211386" y="0"/>
                  </a:lnTo>
                </a:path>
              </a:pathLst>
            </a:custGeom>
            <a:ln w="2032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2841" y="899539"/>
              <a:ext cx="2211386" cy="1851717"/>
            </a:xfrm>
            <a:custGeom>
              <a:avLst/>
              <a:pathLst>
                <a:path w="2211386" h="1851717">
                  <a:moveTo>
                    <a:pt x="0" y="1803496"/>
                  </a:moveTo>
                  <a:lnTo>
                    <a:pt x="73712" y="1788753"/>
                  </a:lnTo>
                  <a:lnTo>
                    <a:pt x="147425" y="1851717"/>
                  </a:lnTo>
                  <a:lnTo>
                    <a:pt x="221138" y="1747742"/>
                  </a:lnTo>
                  <a:lnTo>
                    <a:pt x="294851" y="1810521"/>
                  </a:lnTo>
                  <a:lnTo>
                    <a:pt x="368564" y="1547917"/>
                  </a:lnTo>
                  <a:lnTo>
                    <a:pt x="442277" y="1429067"/>
                  </a:lnTo>
                  <a:lnTo>
                    <a:pt x="515990" y="1330922"/>
                  </a:lnTo>
                  <a:lnTo>
                    <a:pt x="589703" y="1204482"/>
                  </a:lnTo>
                  <a:lnTo>
                    <a:pt x="663416" y="1191923"/>
                  </a:lnTo>
                  <a:lnTo>
                    <a:pt x="737128" y="1069456"/>
                  </a:lnTo>
                  <a:lnTo>
                    <a:pt x="810841" y="1054460"/>
                  </a:lnTo>
                  <a:lnTo>
                    <a:pt x="884554" y="965886"/>
                  </a:lnTo>
                  <a:lnTo>
                    <a:pt x="958267" y="835445"/>
                  </a:lnTo>
                  <a:lnTo>
                    <a:pt x="1031980" y="623522"/>
                  </a:lnTo>
                  <a:lnTo>
                    <a:pt x="1105693" y="538042"/>
                  </a:lnTo>
                  <a:lnTo>
                    <a:pt x="1179406" y="524030"/>
                  </a:lnTo>
                  <a:lnTo>
                    <a:pt x="1253119" y="438427"/>
                  </a:lnTo>
                  <a:lnTo>
                    <a:pt x="1326832" y="563208"/>
                  </a:lnTo>
                  <a:lnTo>
                    <a:pt x="1400545" y="448082"/>
                  </a:lnTo>
                  <a:lnTo>
                    <a:pt x="1474257" y="539095"/>
                  </a:lnTo>
                  <a:lnTo>
                    <a:pt x="1547970" y="410907"/>
                  </a:lnTo>
                  <a:lnTo>
                    <a:pt x="1621683" y="332128"/>
                  </a:lnTo>
                  <a:lnTo>
                    <a:pt x="1695396" y="342073"/>
                  </a:lnTo>
                  <a:lnTo>
                    <a:pt x="1769109" y="289532"/>
                  </a:lnTo>
                  <a:lnTo>
                    <a:pt x="1842822" y="264094"/>
                  </a:lnTo>
                  <a:lnTo>
                    <a:pt x="1916535" y="218284"/>
                  </a:lnTo>
                  <a:lnTo>
                    <a:pt x="1990248" y="200095"/>
                  </a:lnTo>
                  <a:lnTo>
                    <a:pt x="2063961" y="136459"/>
                  </a:lnTo>
                  <a:lnTo>
                    <a:pt x="2137673" y="62451"/>
                  </a:lnTo>
                  <a:lnTo>
                    <a:pt x="2211386" y="0"/>
                  </a:lnTo>
                </a:path>
              </a:pathLst>
            </a:custGeom>
            <a:ln w="2032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739376" y="1533416"/>
              <a:ext cx="0" cy="457534"/>
            </a:xfrm>
            <a:custGeom>
              <a:avLst/>
              <a:pathLst>
                <a:path w="0" h="457534">
                  <a:moveTo>
                    <a:pt x="0" y="457534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7234" y="1952600"/>
              <a:ext cx="44283" cy="38351"/>
            </a:xfrm>
            <a:custGeom>
              <a:avLst/>
              <a:pathLst>
                <a:path w="44283" h="38351">
                  <a:moveTo>
                    <a:pt x="0" y="0"/>
                  </a:moveTo>
                  <a:lnTo>
                    <a:pt x="22141" y="38351"/>
                  </a:ln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717234" y="1533416"/>
              <a:ext cx="44283" cy="38351"/>
            </a:xfrm>
            <a:custGeom>
              <a:avLst/>
              <a:pathLst>
                <a:path w="44283" h="38351">
                  <a:moveTo>
                    <a:pt x="44283" y="38351"/>
                  </a:moveTo>
                  <a:lnTo>
                    <a:pt x="22141" y="0"/>
                  </a:lnTo>
                  <a:lnTo>
                    <a:pt x="0" y="38351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16287" y="1117824"/>
              <a:ext cx="0" cy="415592"/>
            </a:xfrm>
            <a:custGeom>
              <a:avLst/>
              <a:pathLst>
                <a:path w="0" h="415592">
                  <a:moveTo>
                    <a:pt x="0" y="0"/>
                  </a:moveTo>
                  <a:lnTo>
                    <a:pt x="0" y="415592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94145" y="1117824"/>
              <a:ext cx="44283" cy="38351"/>
            </a:xfrm>
            <a:custGeom>
              <a:avLst/>
              <a:pathLst>
                <a:path w="44283" h="38351">
                  <a:moveTo>
                    <a:pt x="44283" y="38351"/>
                  </a:moveTo>
                  <a:lnTo>
                    <a:pt x="22141" y="0"/>
                  </a:lnTo>
                  <a:lnTo>
                    <a:pt x="0" y="38351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894145" y="1495065"/>
              <a:ext cx="44283" cy="38351"/>
            </a:xfrm>
            <a:custGeom>
              <a:avLst/>
              <a:pathLst>
                <a:path w="44283" h="38351">
                  <a:moveTo>
                    <a:pt x="0" y="0"/>
                  </a:moveTo>
                  <a:lnTo>
                    <a:pt x="22141" y="38351"/>
                  </a:ln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22917" y="1437724"/>
              <a:ext cx="572231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x = +0.31 °C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975258" y="1288815"/>
              <a:ext cx="546445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0072B2">
                      <a:alpha val="100000"/>
                    </a:srgbClr>
                  </a:solidFill>
                  <a:latin typeface="Arial"/>
                  <a:cs typeface="Arial"/>
                </a:rPr>
                <a:t>x = -0.28 °C</a:t>
              </a:r>
            </a:p>
          </p:txBody>
        </p:sp>
        <p:sp>
          <p:nvSpPr>
            <p:cNvPr id="23" name="pl23"/>
            <p:cNvSpPr/>
            <p:nvPr/>
          </p:nvSpPr>
          <p:spPr>
            <a:xfrm>
              <a:off x="701215" y="806953"/>
              <a:ext cx="0" cy="2036889"/>
            </a:xfrm>
            <a:custGeom>
              <a:avLst/>
              <a:pathLst>
                <a:path w="0" h="2036889">
                  <a:moveTo>
                    <a:pt x="0" y="203688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503004" y="242353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3004" y="1830655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503004" y="123777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669584" y="24599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69584" y="18670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69584" y="12741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1215" y="2843843"/>
              <a:ext cx="2675778" cy="0"/>
            </a:xfrm>
            <a:custGeom>
              <a:avLst/>
              <a:pathLst>
                <a:path w="2675778" h="0">
                  <a:moveTo>
                    <a:pt x="0" y="0"/>
                  </a:moveTo>
                  <a:lnTo>
                    <a:pt x="267577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96554" y="284384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33683" y="284384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370812" y="284384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107941" y="284384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783534" y="2900780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1995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520663" y="2900780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57792" y="2900780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994921" y="2900780"/>
              <a:ext cx="22603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2025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713963" y="1779907"/>
              <a:ext cx="222628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15-yr mean anomaly vs 1980-2000 (°C)</a:t>
              </a:r>
            </a:p>
          </p:txBody>
        </p:sp>
        <p:sp>
          <p:nvSpPr>
            <p:cNvPr id="40" name="rc40"/>
            <p:cNvSpPr/>
            <p:nvPr/>
          </p:nvSpPr>
          <p:spPr>
            <a:xfrm>
              <a:off x="806679" y="765367"/>
              <a:ext cx="1608601" cy="4090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869941" y="828630"/>
              <a:ext cx="113872" cy="941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1329" y="875721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2032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69941" y="922813"/>
              <a:ext cx="113872" cy="941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81329" y="969905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2032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869941" y="1016996"/>
              <a:ext cx="113872" cy="941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1329" y="1064088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2032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1047077" y="839328"/>
              <a:ext cx="82478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Yunnan (province)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47077" y="933511"/>
              <a:ext cx="130494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Aethopyga christinae (range)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47077" y="1027695"/>
              <a:ext cx="115214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Coracias garrulus (range)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01215" y="509330"/>
              <a:ext cx="1414302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Same province, same year,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01215" y="635517"/>
              <a:ext cx="1531162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opposite sign for two species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01215" y="328384"/>
              <a:ext cx="267827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Climate is referenced to each species' range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322903" y="310913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4045557" y="806953"/>
              <a:ext cx="2675778" cy="203688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68773" y="846892"/>
              <a:ext cx="501708" cy="91194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968773" y="1758839"/>
              <a:ext cx="501708" cy="1085004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296412" y="846892"/>
              <a:ext cx="501708" cy="120823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96412" y="2055126"/>
              <a:ext cx="501708" cy="788717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132592" y="846892"/>
              <a:ext cx="501708" cy="844827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132592" y="1691720"/>
              <a:ext cx="501708" cy="1152123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116803" y="1266061"/>
              <a:ext cx="205648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46%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116803" y="2264536"/>
              <a:ext cx="205648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444442" y="1414205"/>
              <a:ext cx="205648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61%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444442" y="2412680"/>
              <a:ext cx="205648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39%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5280622" y="1232501"/>
              <a:ext cx="205648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42%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280622" y="2230977"/>
              <a:ext cx="205648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67" name="pl67"/>
            <p:cNvSpPr/>
            <p:nvPr/>
          </p:nvSpPr>
          <p:spPr>
            <a:xfrm>
              <a:off x="4045557" y="806953"/>
              <a:ext cx="0" cy="2036889"/>
            </a:xfrm>
            <a:custGeom>
              <a:avLst/>
              <a:pathLst>
                <a:path w="0" h="2036889">
                  <a:moveTo>
                    <a:pt x="0" y="203688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tx68"/>
            <p:cNvSpPr/>
            <p:nvPr/>
          </p:nvSpPr>
          <p:spPr>
            <a:xfrm>
              <a:off x="3841768" y="2807450"/>
              <a:ext cx="14685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785258" y="2308212"/>
              <a:ext cx="20336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3785258" y="1808975"/>
              <a:ext cx="20336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3785258" y="1309737"/>
              <a:ext cx="20336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3728749" y="810499"/>
              <a:ext cx="25987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73" name="pl73"/>
            <p:cNvSpPr/>
            <p:nvPr/>
          </p:nvSpPr>
          <p:spPr>
            <a:xfrm>
              <a:off x="4013926" y="28438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4013926" y="234460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013926" y="184536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013926" y="134613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4013926" y="84689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4045557" y="2843843"/>
              <a:ext cx="2675778" cy="0"/>
            </a:xfrm>
            <a:custGeom>
              <a:avLst/>
              <a:pathLst>
                <a:path w="2675778" h="0">
                  <a:moveTo>
                    <a:pt x="0" y="0"/>
                  </a:moveTo>
                  <a:lnTo>
                    <a:pt x="267577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4547266" y="284384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5383447" y="284384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6219627" y="284384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tx82"/>
            <p:cNvSpPr/>
            <p:nvPr/>
          </p:nvSpPr>
          <p:spPr>
            <a:xfrm>
              <a:off x="4253561" y="2900780"/>
              <a:ext cx="58741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Accumulated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4355333" y="3010508"/>
              <a:ext cx="38386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warming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5225255" y="2900780"/>
              <a:ext cx="31638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5171626" y="3010508"/>
              <a:ext cx="42364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variability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6118037" y="2900780"/>
              <a:ext cx="20317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Raw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5996468" y="3010508"/>
              <a:ext cx="4463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gradient x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3126897" y="1779907"/>
              <a:ext cx="99605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Share of variance</a:t>
              </a:r>
            </a:p>
          </p:txBody>
        </p:sp>
        <p:sp>
          <p:nvSpPr>
            <p:cNvPr id="89" name="rc89"/>
            <p:cNvSpPr/>
            <p:nvPr/>
          </p:nvSpPr>
          <p:spPr>
            <a:xfrm>
              <a:off x="6847861" y="1558224"/>
              <a:ext cx="1393808" cy="5343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911124" y="1621487"/>
              <a:ext cx="113872" cy="2039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919306" y="1629669"/>
              <a:ext cx="97509" cy="187547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911124" y="1825398"/>
              <a:ext cx="113872" cy="2039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919306" y="1833580"/>
              <a:ext cx="97509" cy="187547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tx94"/>
            <p:cNvSpPr/>
            <p:nvPr/>
          </p:nvSpPr>
          <p:spPr>
            <a:xfrm>
              <a:off x="7088260" y="1632186"/>
              <a:ext cx="109014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Between province-years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7088260" y="1741914"/>
              <a:ext cx="77934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(regional climate)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088260" y="1836097"/>
              <a:ext cx="92628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Within province-year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88260" y="1945825"/>
              <a:ext cx="105622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(purely among species)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4045557" y="509330"/>
              <a:ext cx="1310518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A purely regional variable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4045557" y="635517"/>
              <a:ext cx="1408358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would have no green band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4045557" y="328384"/>
              <a:ext cx="206160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Species identity carries much of it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552316" y="310913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02" name="rc102"/>
            <p:cNvSpPr/>
            <p:nvPr/>
          </p:nvSpPr>
          <p:spPr>
            <a:xfrm>
              <a:off x="252469" y="3180606"/>
              <a:ext cx="2775262" cy="29677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3027731" y="3180606"/>
              <a:ext cx="5315159" cy="29677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01215" y="3735091"/>
              <a:ext cx="2225295" cy="203688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01215" y="5761946"/>
              <a:ext cx="2225295" cy="0"/>
            </a:xfrm>
            <a:custGeom>
              <a:avLst/>
              <a:pathLst>
                <a:path w="2225295" h="0">
                  <a:moveTo>
                    <a:pt x="0" y="0"/>
                  </a:moveTo>
                  <a:lnTo>
                    <a:pt x="2225295" y="0"/>
                  </a:lnTo>
                  <a:lnTo>
                    <a:pt x="222529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701215" y="5193618"/>
              <a:ext cx="2225295" cy="0"/>
            </a:xfrm>
            <a:custGeom>
              <a:avLst/>
              <a:pathLst>
                <a:path w="2225295" h="0">
                  <a:moveTo>
                    <a:pt x="0" y="0"/>
                  </a:moveTo>
                  <a:lnTo>
                    <a:pt x="2225295" y="0"/>
                  </a:lnTo>
                  <a:lnTo>
                    <a:pt x="222529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701215" y="4625290"/>
              <a:ext cx="2225295" cy="0"/>
            </a:xfrm>
            <a:custGeom>
              <a:avLst/>
              <a:pathLst>
                <a:path w="2225295" h="0">
                  <a:moveTo>
                    <a:pt x="0" y="0"/>
                  </a:moveTo>
                  <a:lnTo>
                    <a:pt x="2225295" y="0"/>
                  </a:lnTo>
                  <a:lnTo>
                    <a:pt x="222529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701215" y="4056962"/>
              <a:ext cx="2225295" cy="0"/>
            </a:xfrm>
            <a:custGeom>
              <a:avLst/>
              <a:pathLst>
                <a:path w="2225295" h="0">
                  <a:moveTo>
                    <a:pt x="0" y="0"/>
                  </a:moveTo>
                  <a:lnTo>
                    <a:pt x="2225295" y="0"/>
                  </a:lnTo>
                  <a:lnTo>
                    <a:pt x="222529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1818692" y="3735091"/>
              <a:ext cx="0" cy="2036889"/>
            </a:xfrm>
            <a:custGeom>
              <a:avLst/>
              <a:pathLst>
                <a:path w="0" h="2036889">
                  <a:moveTo>
                    <a:pt x="0" y="203688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802365" y="3849017"/>
              <a:ext cx="2022995" cy="1830377"/>
            </a:xfrm>
            <a:custGeom>
              <a:avLst/>
              <a:pathLst>
                <a:path w="2022995" h="1830377">
                  <a:moveTo>
                    <a:pt x="0" y="1675068"/>
                  </a:moveTo>
                  <a:lnTo>
                    <a:pt x="34288" y="1669002"/>
                  </a:lnTo>
                  <a:lnTo>
                    <a:pt x="68576" y="1662761"/>
                  </a:lnTo>
                  <a:lnTo>
                    <a:pt x="102864" y="1656336"/>
                  </a:lnTo>
                  <a:lnTo>
                    <a:pt x="137152" y="1649722"/>
                  </a:lnTo>
                  <a:lnTo>
                    <a:pt x="171440" y="1642909"/>
                  </a:lnTo>
                  <a:lnTo>
                    <a:pt x="205728" y="1635888"/>
                  </a:lnTo>
                  <a:lnTo>
                    <a:pt x="240016" y="1628651"/>
                  </a:lnTo>
                  <a:lnTo>
                    <a:pt x="274304" y="1621187"/>
                  </a:lnTo>
                  <a:lnTo>
                    <a:pt x="308592" y="1613485"/>
                  </a:lnTo>
                  <a:lnTo>
                    <a:pt x="342880" y="1605533"/>
                  </a:lnTo>
                  <a:lnTo>
                    <a:pt x="377168" y="1597318"/>
                  </a:lnTo>
                  <a:lnTo>
                    <a:pt x="411456" y="1588826"/>
                  </a:lnTo>
                  <a:lnTo>
                    <a:pt x="445744" y="1580041"/>
                  </a:lnTo>
                  <a:lnTo>
                    <a:pt x="480032" y="1570947"/>
                  </a:lnTo>
                  <a:lnTo>
                    <a:pt x="514320" y="1561526"/>
                  </a:lnTo>
                  <a:lnTo>
                    <a:pt x="548609" y="1551756"/>
                  </a:lnTo>
                  <a:lnTo>
                    <a:pt x="582897" y="1541615"/>
                  </a:lnTo>
                  <a:lnTo>
                    <a:pt x="617185" y="1531079"/>
                  </a:lnTo>
                  <a:lnTo>
                    <a:pt x="651473" y="1520121"/>
                  </a:lnTo>
                  <a:lnTo>
                    <a:pt x="685761" y="1508710"/>
                  </a:lnTo>
                  <a:lnTo>
                    <a:pt x="720049" y="1496815"/>
                  </a:lnTo>
                  <a:lnTo>
                    <a:pt x="754337" y="1484398"/>
                  </a:lnTo>
                  <a:lnTo>
                    <a:pt x="788625" y="1471421"/>
                  </a:lnTo>
                  <a:lnTo>
                    <a:pt x="822913" y="1457839"/>
                  </a:lnTo>
                  <a:lnTo>
                    <a:pt x="857201" y="1443605"/>
                  </a:lnTo>
                  <a:lnTo>
                    <a:pt x="891489" y="1428667"/>
                  </a:lnTo>
                  <a:lnTo>
                    <a:pt x="925777" y="1412969"/>
                  </a:lnTo>
                  <a:lnTo>
                    <a:pt x="960065" y="1396451"/>
                  </a:lnTo>
                  <a:lnTo>
                    <a:pt x="994353" y="1379047"/>
                  </a:lnTo>
                  <a:lnTo>
                    <a:pt x="1028641" y="1360690"/>
                  </a:lnTo>
                  <a:lnTo>
                    <a:pt x="1062930" y="1341306"/>
                  </a:lnTo>
                  <a:lnTo>
                    <a:pt x="1097218" y="1320818"/>
                  </a:lnTo>
                  <a:lnTo>
                    <a:pt x="1131506" y="1299147"/>
                  </a:lnTo>
                  <a:lnTo>
                    <a:pt x="1165794" y="1276211"/>
                  </a:lnTo>
                  <a:lnTo>
                    <a:pt x="1200082" y="1251924"/>
                  </a:lnTo>
                  <a:lnTo>
                    <a:pt x="1234370" y="1226201"/>
                  </a:lnTo>
                  <a:lnTo>
                    <a:pt x="1268658" y="1198953"/>
                  </a:lnTo>
                  <a:lnTo>
                    <a:pt x="1302946" y="1170089"/>
                  </a:lnTo>
                  <a:lnTo>
                    <a:pt x="1337234" y="1139519"/>
                  </a:lnTo>
                  <a:lnTo>
                    <a:pt x="1371522" y="1107149"/>
                  </a:lnTo>
                  <a:lnTo>
                    <a:pt x="1405810" y="1072884"/>
                  </a:lnTo>
                  <a:lnTo>
                    <a:pt x="1440098" y="1036626"/>
                  </a:lnTo>
                  <a:lnTo>
                    <a:pt x="1474386" y="998277"/>
                  </a:lnTo>
                  <a:lnTo>
                    <a:pt x="1508674" y="957732"/>
                  </a:lnTo>
                  <a:lnTo>
                    <a:pt x="1542962" y="914884"/>
                  </a:lnTo>
                  <a:lnTo>
                    <a:pt x="1577251" y="869623"/>
                  </a:lnTo>
                  <a:lnTo>
                    <a:pt x="1611539" y="821832"/>
                  </a:lnTo>
                  <a:lnTo>
                    <a:pt x="1645827" y="771389"/>
                  </a:lnTo>
                  <a:lnTo>
                    <a:pt x="1680115" y="718169"/>
                  </a:lnTo>
                  <a:lnTo>
                    <a:pt x="1714403" y="662036"/>
                  </a:lnTo>
                  <a:lnTo>
                    <a:pt x="1748691" y="602851"/>
                  </a:lnTo>
                  <a:lnTo>
                    <a:pt x="1782979" y="540466"/>
                  </a:lnTo>
                  <a:lnTo>
                    <a:pt x="1817267" y="474725"/>
                  </a:lnTo>
                  <a:lnTo>
                    <a:pt x="1851555" y="405465"/>
                  </a:lnTo>
                  <a:lnTo>
                    <a:pt x="1885843" y="332512"/>
                  </a:lnTo>
                  <a:lnTo>
                    <a:pt x="1920131" y="255686"/>
                  </a:lnTo>
                  <a:lnTo>
                    <a:pt x="1954419" y="174794"/>
                  </a:lnTo>
                  <a:lnTo>
                    <a:pt x="1988707" y="89636"/>
                  </a:lnTo>
                  <a:lnTo>
                    <a:pt x="2022995" y="0"/>
                  </a:lnTo>
                  <a:lnTo>
                    <a:pt x="2022995" y="1088073"/>
                  </a:lnTo>
                  <a:lnTo>
                    <a:pt x="1988707" y="1109430"/>
                  </a:lnTo>
                  <a:lnTo>
                    <a:pt x="1954419" y="1130365"/>
                  </a:lnTo>
                  <a:lnTo>
                    <a:pt x="1920131" y="1150894"/>
                  </a:lnTo>
                  <a:lnTo>
                    <a:pt x="1885843" y="1171032"/>
                  </a:lnTo>
                  <a:lnTo>
                    <a:pt x="1851555" y="1190792"/>
                  </a:lnTo>
                  <a:lnTo>
                    <a:pt x="1817267" y="1210190"/>
                  </a:lnTo>
                  <a:lnTo>
                    <a:pt x="1782979" y="1229239"/>
                  </a:lnTo>
                  <a:lnTo>
                    <a:pt x="1748691" y="1247955"/>
                  </a:lnTo>
                  <a:lnTo>
                    <a:pt x="1714403" y="1266351"/>
                  </a:lnTo>
                  <a:lnTo>
                    <a:pt x="1680115" y="1284441"/>
                  </a:lnTo>
                  <a:lnTo>
                    <a:pt x="1645827" y="1302238"/>
                  </a:lnTo>
                  <a:lnTo>
                    <a:pt x="1611539" y="1319757"/>
                  </a:lnTo>
                  <a:lnTo>
                    <a:pt x="1577251" y="1337009"/>
                  </a:lnTo>
                  <a:lnTo>
                    <a:pt x="1542962" y="1354007"/>
                  </a:lnTo>
                  <a:lnTo>
                    <a:pt x="1508674" y="1370761"/>
                  </a:lnTo>
                  <a:lnTo>
                    <a:pt x="1474386" y="1387281"/>
                  </a:lnTo>
                  <a:lnTo>
                    <a:pt x="1440098" y="1403576"/>
                  </a:lnTo>
                  <a:lnTo>
                    <a:pt x="1405810" y="1419653"/>
                  </a:lnTo>
                  <a:lnTo>
                    <a:pt x="1371522" y="1435516"/>
                  </a:lnTo>
                  <a:lnTo>
                    <a:pt x="1337234" y="1451167"/>
                  </a:lnTo>
                  <a:lnTo>
                    <a:pt x="1302946" y="1466607"/>
                  </a:lnTo>
                  <a:lnTo>
                    <a:pt x="1268658" y="1481834"/>
                  </a:lnTo>
                  <a:lnTo>
                    <a:pt x="1234370" y="1496842"/>
                  </a:lnTo>
                  <a:lnTo>
                    <a:pt x="1200082" y="1511623"/>
                  </a:lnTo>
                  <a:lnTo>
                    <a:pt x="1165794" y="1526168"/>
                  </a:lnTo>
                  <a:lnTo>
                    <a:pt x="1131506" y="1540465"/>
                  </a:lnTo>
                  <a:lnTo>
                    <a:pt x="1097218" y="1554501"/>
                  </a:lnTo>
                  <a:lnTo>
                    <a:pt x="1062930" y="1568260"/>
                  </a:lnTo>
                  <a:lnTo>
                    <a:pt x="1028641" y="1581730"/>
                  </a:lnTo>
                  <a:lnTo>
                    <a:pt x="994353" y="1594893"/>
                  </a:lnTo>
                  <a:lnTo>
                    <a:pt x="960065" y="1607738"/>
                  </a:lnTo>
                  <a:lnTo>
                    <a:pt x="925777" y="1620251"/>
                  </a:lnTo>
                  <a:lnTo>
                    <a:pt x="891489" y="1632420"/>
                  </a:lnTo>
                  <a:lnTo>
                    <a:pt x="857201" y="1644237"/>
                  </a:lnTo>
                  <a:lnTo>
                    <a:pt x="822913" y="1655694"/>
                  </a:lnTo>
                  <a:lnTo>
                    <a:pt x="788625" y="1666786"/>
                  </a:lnTo>
                  <a:lnTo>
                    <a:pt x="754337" y="1677509"/>
                  </a:lnTo>
                  <a:lnTo>
                    <a:pt x="720049" y="1687863"/>
                  </a:lnTo>
                  <a:lnTo>
                    <a:pt x="685761" y="1697848"/>
                  </a:lnTo>
                  <a:lnTo>
                    <a:pt x="651473" y="1707466"/>
                  </a:lnTo>
                  <a:lnTo>
                    <a:pt x="617185" y="1716721"/>
                  </a:lnTo>
                  <a:lnTo>
                    <a:pt x="582897" y="1725618"/>
                  </a:lnTo>
                  <a:lnTo>
                    <a:pt x="548609" y="1734164"/>
                  </a:lnTo>
                  <a:lnTo>
                    <a:pt x="514320" y="1742365"/>
                  </a:lnTo>
                  <a:lnTo>
                    <a:pt x="480032" y="1750230"/>
                  </a:lnTo>
                  <a:lnTo>
                    <a:pt x="445744" y="1757768"/>
                  </a:lnTo>
                  <a:lnTo>
                    <a:pt x="411456" y="1764988"/>
                  </a:lnTo>
                  <a:lnTo>
                    <a:pt x="377168" y="1771899"/>
                  </a:lnTo>
                  <a:lnTo>
                    <a:pt x="342880" y="1778512"/>
                  </a:lnTo>
                  <a:lnTo>
                    <a:pt x="308592" y="1784835"/>
                  </a:lnTo>
                  <a:lnTo>
                    <a:pt x="274304" y="1790879"/>
                  </a:lnTo>
                  <a:lnTo>
                    <a:pt x="240016" y="1796655"/>
                  </a:lnTo>
                  <a:lnTo>
                    <a:pt x="205728" y="1802172"/>
                  </a:lnTo>
                  <a:lnTo>
                    <a:pt x="171440" y="1807440"/>
                  </a:lnTo>
                  <a:lnTo>
                    <a:pt x="137152" y="1812468"/>
                  </a:lnTo>
                  <a:lnTo>
                    <a:pt x="102864" y="1817267"/>
                  </a:lnTo>
                  <a:lnTo>
                    <a:pt x="68576" y="1821846"/>
                  </a:lnTo>
                  <a:lnTo>
                    <a:pt x="34288" y="1826213"/>
                  </a:lnTo>
                  <a:lnTo>
                    <a:pt x="0" y="1830377"/>
                  </a:lnTo>
                  <a:close/>
                </a:path>
              </a:pathLst>
            </a:custGeom>
            <a:solidFill>
              <a:srgbClr val="56B4E9">
                <a:alpha val="14117"/>
              </a:srgbClr>
            </a:solidFill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02365" y="3849017"/>
              <a:ext cx="2022995" cy="1675068"/>
            </a:xfrm>
            <a:custGeom>
              <a:avLst/>
              <a:pathLst>
                <a:path w="2022995" h="1675068">
                  <a:moveTo>
                    <a:pt x="0" y="1675068"/>
                  </a:moveTo>
                  <a:lnTo>
                    <a:pt x="34288" y="1669002"/>
                  </a:lnTo>
                  <a:lnTo>
                    <a:pt x="68576" y="1662761"/>
                  </a:lnTo>
                  <a:lnTo>
                    <a:pt x="102864" y="1656336"/>
                  </a:lnTo>
                  <a:lnTo>
                    <a:pt x="137152" y="1649722"/>
                  </a:lnTo>
                  <a:lnTo>
                    <a:pt x="171440" y="1642909"/>
                  </a:lnTo>
                  <a:lnTo>
                    <a:pt x="205728" y="1635888"/>
                  </a:lnTo>
                  <a:lnTo>
                    <a:pt x="240016" y="1628651"/>
                  </a:lnTo>
                  <a:lnTo>
                    <a:pt x="274304" y="1621187"/>
                  </a:lnTo>
                  <a:lnTo>
                    <a:pt x="308592" y="1613485"/>
                  </a:lnTo>
                  <a:lnTo>
                    <a:pt x="342880" y="1605533"/>
                  </a:lnTo>
                  <a:lnTo>
                    <a:pt x="377168" y="1597318"/>
                  </a:lnTo>
                  <a:lnTo>
                    <a:pt x="411456" y="1588826"/>
                  </a:lnTo>
                  <a:lnTo>
                    <a:pt x="445744" y="1580041"/>
                  </a:lnTo>
                  <a:lnTo>
                    <a:pt x="480032" y="1570947"/>
                  </a:lnTo>
                  <a:lnTo>
                    <a:pt x="514320" y="1561526"/>
                  </a:lnTo>
                  <a:lnTo>
                    <a:pt x="548609" y="1551756"/>
                  </a:lnTo>
                  <a:lnTo>
                    <a:pt x="582897" y="1541615"/>
                  </a:lnTo>
                  <a:lnTo>
                    <a:pt x="617185" y="1531079"/>
                  </a:lnTo>
                  <a:lnTo>
                    <a:pt x="651473" y="1520121"/>
                  </a:lnTo>
                  <a:lnTo>
                    <a:pt x="685761" y="1508710"/>
                  </a:lnTo>
                  <a:lnTo>
                    <a:pt x="720049" y="1496815"/>
                  </a:lnTo>
                  <a:lnTo>
                    <a:pt x="754337" y="1484398"/>
                  </a:lnTo>
                  <a:lnTo>
                    <a:pt x="788625" y="1471421"/>
                  </a:lnTo>
                  <a:lnTo>
                    <a:pt x="822913" y="1457839"/>
                  </a:lnTo>
                  <a:lnTo>
                    <a:pt x="857201" y="1443605"/>
                  </a:lnTo>
                  <a:lnTo>
                    <a:pt x="891489" y="1428667"/>
                  </a:lnTo>
                  <a:lnTo>
                    <a:pt x="925777" y="1412969"/>
                  </a:lnTo>
                  <a:lnTo>
                    <a:pt x="960065" y="1396451"/>
                  </a:lnTo>
                  <a:lnTo>
                    <a:pt x="994353" y="1379047"/>
                  </a:lnTo>
                  <a:lnTo>
                    <a:pt x="1028641" y="1360690"/>
                  </a:lnTo>
                  <a:lnTo>
                    <a:pt x="1062930" y="1341306"/>
                  </a:lnTo>
                  <a:lnTo>
                    <a:pt x="1097218" y="1320818"/>
                  </a:lnTo>
                  <a:lnTo>
                    <a:pt x="1131506" y="1299147"/>
                  </a:lnTo>
                  <a:lnTo>
                    <a:pt x="1165794" y="1276211"/>
                  </a:lnTo>
                  <a:lnTo>
                    <a:pt x="1200082" y="1251924"/>
                  </a:lnTo>
                  <a:lnTo>
                    <a:pt x="1234370" y="1226201"/>
                  </a:lnTo>
                  <a:lnTo>
                    <a:pt x="1268658" y="1198953"/>
                  </a:lnTo>
                  <a:lnTo>
                    <a:pt x="1302946" y="1170089"/>
                  </a:lnTo>
                  <a:lnTo>
                    <a:pt x="1337234" y="1139519"/>
                  </a:lnTo>
                  <a:lnTo>
                    <a:pt x="1371522" y="1107149"/>
                  </a:lnTo>
                  <a:lnTo>
                    <a:pt x="1405810" y="1072884"/>
                  </a:lnTo>
                  <a:lnTo>
                    <a:pt x="1440098" y="1036626"/>
                  </a:lnTo>
                  <a:lnTo>
                    <a:pt x="1474386" y="998277"/>
                  </a:lnTo>
                  <a:lnTo>
                    <a:pt x="1508674" y="957732"/>
                  </a:lnTo>
                  <a:lnTo>
                    <a:pt x="1542962" y="914884"/>
                  </a:lnTo>
                  <a:lnTo>
                    <a:pt x="1577251" y="869623"/>
                  </a:lnTo>
                  <a:lnTo>
                    <a:pt x="1611539" y="821832"/>
                  </a:lnTo>
                  <a:lnTo>
                    <a:pt x="1645827" y="771389"/>
                  </a:lnTo>
                  <a:lnTo>
                    <a:pt x="1680115" y="718169"/>
                  </a:lnTo>
                  <a:lnTo>
                    <a:pt x="1714403" y="662036"/>
                  </a:lnTo>
                  <a:lnTo>
                    <a:pt x="1748691" y="602851"/>
                  </a:lnTo>
                  <a:lnTo>
                    <a:pt x="1782979" y="540466"/>
                  </a:lnTo>
                  <a:lnTo>
                    <a:pt x="1817267" y="474725"/>
                  </a:lnTo>
                  <a:lnTo>
                    <a:pt x="1851555" y="405465"/>
                  </a:lnTo>
                  <a:lnTo>
                    <a:pt x="1885843" y="332512"/>
                  </a:lnTo>
                  <a:lnTo>
                    <a:pt x="1920131" y="255686"/>
                  </a:lnTo>
                  <a:lnTo>
                    <a:pt x="1954419" y="174794"/>
                  </a:lnTo>
                  <a:lnTo>
                    <a:pt x="1988707" y="89636"/>
                  </a:lnTo>
                  <a:lnTo>
                    <a:pt x="20229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02365" y="4937091"/>
              <a:ext cx="2022995" cy="742304"/>
            </a:xfrm>
            <a:custGeom>
              <a:avLst/>
              <a:pathLst>
                <a:path w="2022995" h="742304">
                  <a:moveTo>
                    <a:pt x="2022995" y="0"/>
                  </a:moveTo>
                  <a:lnTo>
                    <a:pt x="1988707" y="21356"/>
                  </a:lnTo>
                  <a:lnTo>
                    <a:pt x="1954419" y="42291"/>
                  </a:lnTo>
                  <a:lnTo>
                    <a:pt x="1920131" y="62820"/>
                  </a:lnTo>
                  <a:lnTo>
                    <a:pt x="1885843" y="82958"/>
                  </a:lnTo>
                  <a:lnTo>
                    <a:pt x="1851555" y="102718"/>
                  </a:lnTo>
                  <a:lnTo>
                    <a:pt x="1817267" y="122116"/>
                  </a:lnTo>
                  <a:lnTo>
                    <a:pt x="1782979" y="141166"/>
                  </a:lnTo>
                  <a:lnTo>
                    <a:pt x="1748691" y="159881"/>
                  </a:lnTo>
                  <a:lnTo>
                    <a:pt x="1714403" y="178277"/>
                  </a:lnTo>
                  <a:lnTo>
                    <a:pt x="1680115" y="196367"/>
                  </a:lnTo>
                  <a:lnTo>
                    <a:pt x="1645827" y="214164"/>
                  </a:lnTo>
                  <a:lnTo>
                    <a:pt x="1611539" y="231683"/>
                  </a:lnTo>
                  <a:lnTo>
                    <a:pt x="1577251" y="248935"/>
                  </a:lnTo>
                  <a:lnTo>
                    <a:pt x="1542962" y="265933"/>
                  </a:lnTo>
                  <a:lnTo>
                    <a:pt x="1508674" y="282687"/>
                  </a:lnTo>
                  <a:lnTo>
                    <a:pt x="1474386" y="299207"/>
                  </a:lnTo>
                  <a:lnTo>
                    <a:pt x="1440098" y="315502"/>
                  </a:lnTo>
                  <a:lnTo>
                    <a:pt x="1405810" y="331579"/>
                  </a:lnTo>
                  <a:lnTo>
                    <a:pt x="1371522" y="347442"/>
                  </a:lnTo>
                  <a:lnTo>
                    <a:pt x="1337234" y="363093"/>
                  </a:lnTo>
                  <a:lnTo>
                    <a:pt x="1302946" y="378533"/>
                  </a:lnTo>
                  <a:lnTo>
                    <a:pt x="1268658" y="393760"/>
                  </a:lnTo>
                  <a:lnTo>
                    <a:pt x="1234370" y="408768"/>
                  </a:lnTo>
                  <a:lnTo>
                    <a:pt x="1200082" y="423549"/>
                  </a:lnTo>
                  <a:lnTo>
                    <a:pt x="1165794" y="438094"/>
                  </a:lnTo>
                  <a:lnTo>
                    <a:pt x="1131506" y="452391"/>
                  </a:lnTo>
                  <a:lnTo>
                    <a:pt x="1097218" y="466427"/>
                  </a:lnTo>
                  <a:lnTo>
                    <a:pt x="1062930" y="480187"/>
                  </a:lnTo>
                  <a:lnTo>
                    <a:pt x="1028641" y="493656"/>
                  </a:lnTo>
                  <a:lnTo>
                    <a:pt x="994353" y="506819"/>
                  </a:lnTo>
                  <a:lnTo>
                    <a:pt x="960065" y="519664"/>
                  </a:lnTo>
                  <a:lnTo>
                    <a:pt x="925777" y="532177"/>
                  </a:lnTo>
                  <a:lnTo>
                    <a:pt x="891489" y="544346"/>
                  </a:lnTo>
                  <a:lnTo>
                    <a:pt x="857201" y="556163"/>
                  </a:lnTo>
                  <a:lnTo>
                    <a:pt x="822913" y="567620"/>
                  </a:lnTo>
                  <a:lnTo>
                    <a:pt x="788625" y="578712"/>
                  </a:lnTo>
                  <a:lnTo>
                    <a:pt x="754337" y="589435"/>
                  </a:lnTo>
                  <a:lnTo>
                    <a:pt x="720049" y="599789"/>
                  </a:lnTo>
                  <a:lnTo>
                    <a:pt x="685761" y="609774"/>
                  </a:lnTo>
                  <a:lnTo>
                    <a:pt x="651473" y="619392"/>
                  </a:lnTo>
                  <a:lnTo>
                    <a:pt x="617185" y="628647"/>
                  </a:lnTo>
                  <a:lnTo>
                    <a:pt x="582897" y="637544"/>
                  </a:lnTo>
                  <a:lnTo>
                    <a:pt x="548609" y="646090"/>
                  </a:lnTo>
                  <a:lnTo>
                    <a:pt x="514320" y="654291"/>
                  </a:lnTo>
                  <a:lnTo>
                    <a:pt x="480032" y="662157"/>
                  </a:lnTo>
                  <a:lnTo>
                    <a:pt x="445744" y="669695"/>
                  </a:lnTo>
                  <a:lnTo>
                    <a:pt x="411456" y="676914"/>
                  </a:lnTo>
                  <a:lnTo>
                    <a:pt x="377168" y="683825"/>
                  </a:lnTo>
                  <a:lnTo>
                    <a:pt x="342880" y="690438"/>
                  </a:lnTo>
                  <a:lnTo>
                    <a:pt x="308592" y="696761"/>
                  </a:lnTo>
                  <a:lnTo>
                    <a:pt x="274304" y="702805"/>
                  </a:lnTo>
                  <a:lnTo>
                    <a:pt x="240016" y="708581"/>
                  </a:lnTo>
                  <a:lnTo>
                    <a:pt x="205728" y="714098"/>
                  </a:lnTo>
                  <a:lnTo>
                    <a:pt x="171440" y="719366"/>
                  </a:lnTo>
                  <a:lnTo>
                    <a:pt x="137152" y="724394"/>
                  </a:lnTo>
                  <a:lnTo>
                    <a:pt x="102864" y="729193"/>
                  </a:lnTo>
                  <a:lnTo>
                    <a:pt x="68576" y="733772"/>
                  </a:lnTo>
                  <a:lnTo>
                    <a:pt x="34288" y="738139"/>
                  </a:lnTo>
                  <a:lnTo>
                    <a:pt x="0" y="7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802365" y="4076699"/>
              <a:ext cx="2022995" cy="1430784"/>
            </a:xfrm>
            <a:custGeom>
              <a:avLst/>
              <a:pathLst>
                <a:path w="2022995" h="1430784">
                  <a:moveTo>
                    <a:pt x="0" y="1201674"/>
                  </a:moveTo>
                  <a:lnTo>
                    <a:pt x="34288" y="1194090"/>
                  </a:lnTo>
                  <a:lnTo>
                    <a:pt x="68576" y="1186351"/>
                  </a:lnTo>
                  <a:lnTo>
                    <a:pt x="102864" y="1178453"/>
                  </a:lnTo>
                  <a:lnTo>
                    <a:pt x="137152" y="1170388"/>
                  </a:lnTo>
                  <a:lnTo>
                    <a:pt x="171440" y="1162151"/>
                  </a:lnTo>
                  <a:lnTo>
                    <a:pt x="205728" y="1153735"/>
                  </a:lnTo>
                  <a:lnTo>
                    <a:pt x="240016" y="1145131"/>
                  </a:lnTo>
                  <a:lnTo>
                    <a:pt x="274304" y="1136333"/>
                  </a:lnTo>
                  <a:lnTo>
                    <a:pt x="308592" y="1127330"/>
                  </a:lnTo>
                  <a:lnTo>
                    <a:pt x="342880" y="1118115"/>
                  </a:lnTo>
                  <a:lnTo>
                    <a:pt x="377168" y="1108676"/>
                  </a:lnTo>
                  <a:lnTo>
                    <a:pt x="411456" y="1099004"/>
                  </a:lnTo>
                  <a:lnTo>
                    <a:pt x="445744" y="1089087"/>
                  </a:lnTo>
                  <a:lnTo>
                    <a:pt x="480032" y="1078912"/>
                  </a:lnTo>
                  <a:lnTo>
                    <a:pt x="514320" y="1068466"/>
                  </a:lnTo>
                  <a:lnTo>
                    <a:pt x="548609" y="1057735"/>
                  </a:lnTo>
                  <a:lnTo>
                    <a:pt x="582897" y="1046704"/>
                  </a:lnTo>
                  <a:lnTo>
                    <a:pt x="617185" y="1035356"/>
                  </a:lnTo>
                  <a:lnTo>
                    <a:pt x="651473" y="1023675"/>
                  </a:lnTo>
                  <a:lnTo>
                    <a:pt x="685761" y="1011642"/>
                  </a:lnTo>
                  <a:lnTo>
                    <a:pt x="720049" y="999238"/>
                  </a:lnTo>
                  <a:lnTo>
                    <a:pt x="754337" y="986441"/>
                  </a:lnTo>
                  <a:lnTo>
                    <a:pt x="788625" y="973230"/>
                  </a:lnTo>
                  <a:lnTo>
                    <a:pt x="822913" y="959582"/>
                  </a:lnTo>
                  <a:lnTo>
                    <a:pt x="857201" y="945474"/>
                  </a:lnTo>
                  <a:lnTo>
                    <a:pt x="891489" y="930880"/>
                  </a:lnTo>
                  <a:lnTo>
                    <a:pt x="925777" y="915775"/>
                  </a:lnTo>
                  <a:lnTo>
                    <a:pt x="960065" y="900132"/>
                  </a:lnTo>
                  <a:lnTo>
                    <a:pt x="994353" y="883925"/>
                  </a:lnTo>
                  <a:lnTo>
                    <a:pt x="1028641" y="867125"/>
                  </a:lnTo>
                  <a:lnTo>
                    <a:pt x="1062930" y="849705"/>
                  </a:lnTo>
                  <a:lnTo>
                    <a:pt x="1097218" y="831637"/>
                  </a:lnTo>
                  <a:lnTo>
                    <a:pt x="1131506" y="812893"/>
                  </a:lnTo>
                  <a:lnTo>
                    <a:pt x="1165794" y="793444"/>
                  </a:lnTo>
                  <a:lnTo>
                    <a:pt x="1200082" y="773264"/>
                  </a:lnTo>
                  <a:lnTo>
                    <a:pt x="1234370" y="752323"/>
                  </a:lnTo>
                  <a:lnTo>
                    <a:pt x="1268658" y="730596"/>
                  </a:lnTo>
                  <a:lnTo>
                    <a:pt x="1302946" y="708055"/>
                  </a:lnTo>
                  <a:lnTo>
                    <a:pt x="1337234" y="684673"/>
                  </a:lnTo>
                  <a:lnTo>
                    <a:pt x="1371522" y="660426"/>
                  </a:lnTo>
                  <a:lnTo>
                    <a:pt x="1405810" y="635287"/>
                  </a:lnTo>
                  <a:lnTo>
                    <a:pt x="1440098" y="609230"/>
                  </a:lnTo>
                  <a:lnTo>
                    <a:pt x="1474386" y="582230"/>
                  </a:lnTo>
                  <a:lnTo>
                    <a:pt x="1508674" y="554261"/>
                  </a:lnTo>
                  <a:lnTo>
                    <a:pt x="1542962" y="525299"/>
                  </a:lnTo>
                  <a:lnTo>
                    <a:pt x="1577251" y="495316"/>
                  </a:lnTo>
                  <a:lnTo>
                    <a:pt x="1611539" y="464288"/>
                  </a:lnTo>
                  <a:lnTo>
                    <a:pt x="1645827" y="432187"/>
                  </a:lnTo>
                  <a:lnTo>
                    <a:pt x="1680115" y="398987"/>
                  </a:lnTo>
                  <a:lnTo>
                    <a:pt x="1714403" y="364660"/>
                  </a:lnTo>
                  <a:lnTo>
                    <a:pt x="1748691" y="329177"/>
                  </a:lnTo>
                  <a:lnTo>
                    <a:pt x="1782979" y="292509"/>
                  </a:lnTo>
                  <a:lnTo>
                    <a:pt x="1817267" y="254626"/>
                  </a:lnTo>
                  <a:lnTo>
                    <a:pt x="1851555" y="215498"/>
                  </a:lnTo>
                  <a:lnTo>
                    <a:pt x="1885843" y="175091"/>
                  </a:lnTo>
                  <a:lnTo>
                    <a:pt x="1920131" y="133372"/>
                  </a:lnTo>
                  <a:lnTo>
                    <a:pt x="1954419" y="90308"/>
                  </a:lnTo>
                  <a:lnTo>
                    <a:pt x="1988707" y="45863"/>
                  </a:lnTo>
                  <a:lnTo>
                    <a:pt x="2022995" y="0"/>
                  </a:lnTo>
                  <a:lnTo>
                    <a:pt x="2022995" y="717904"/>
                  </a:lnTo>
                  <a:lnTo>
                    <a:pt x="1988707" y="733403"/>
                  </a:lnTo>
                  <a:lnTo>
                    <a:pt x="1954419" y="748755"/>
                  </a:lnTo>
                  <a:lnTo>
                    <a:pt x="1920131" y="763967"/>
                  </a:lnTo>
                  <a:lnTo>
                    <a:pt x="1885843" y="779044"/>
                  </a:lnTo>
                  <a:lnTo>
                    <a:pt x="1851555" y="793992"/>
                  </a:lnTo>
                  <a:lnTo>
                    <a:pt x="1817267" y="808816"/>
                  </a:lnTo>
                  <a:lnTo>
                    <a:pt x="1782979" y="823522"/>
                  </a:lnTo>
                  <a:lnTo>
                    <a:pt x="1748691" y="838116"/>
                  </a:lnTo>
                  <a:lnTo>
                    <a:pt x="1714403" y="852603"/>
                  </a:lnTo>
                  <a:lnTo>
                    <a:pt x="1680115" y="866988"/>
                  </a:lnTo>
                  <a:lnTo>
                    <a:pt x="1645827" y="881277"/>
                  </a:lnTo>
                  <a:lnTo>
                    <a:pt x="1611539" y="895476"/>
                  </a:lnTo>
                  <a:lnTo>
                    <a:pt x="1577251" y="909588"/>
                  </a:lnTo>
                  <a:lnTo>
                    <a:pt x="1542962" y="923619"/>
                  </a:lnTo>
                  <a:lnTo>
                    <a:pt x="1508674" y="937572"/>
                  </a:lnTo>
                  <a:lnTo>
                    <a:pt x="1474386" y="951451"/>
                  </a:lnTo>
                  <a:lnTo>
                    <a:pt x="1440098" y="965259"/>
                  </a:lnTo>
                  <a:lnTo>
                    <a:pt x="1405810" y="978998"/>
                  </a:lnTo>
                  <a:lnTo>
                    <a:pt x="1371522" y="992670"/>
                  </a:lnTo>
                  <a:lnTo>
                    <a:pt x="1337234" y="1006276"/>
                  </a:lnTo>
                  <a:lnTo>
                    <a:pt x="1302946" y="1019815"/>
                  </a:lnTo>
                  <a:lnTo>
                    <a:pt x="1268658" y="1033285"/>
                  </a:lnTo>
                  <a:lnTo>
                    <a:pt x="1234370" y="1046685"/>
                  </a:lnTo>
                  <a:lnTo>
                    <a:pt x="1200082" y="1060010"/>
                  </a:lnTo>
                  <a:lnTo>
                    <a:pt x="1165794" y="1073258"/>
                  </a:lnTo>
                  <a:lnTo>
                    <a:pt x="1131506" y="1086422"/>
                  </a:lnTo>
                  <a:lnTo>
                    <a:pt x="1097218" y="1099495"/>
                  </a:lnTo>
                  <a:lnTo>
                    <a:pt x="1062930" y="1112472"/>
                  </a:lnTo>
                  <a:lnTo>
                    <a:pt x="1028641" y="1125344"/>
                  </a:lnTo>
                  <a:lnTo>
                    <a:pt x="994353" y="1138103"/>
                  </a:lnTo>
                  <a:lnTo>
                    <a:pt x="960065" y="1150740"/>
                  </a:lnTo>
                  <a:lnTo>
                    <a:pt x="925777" y="1163247"/>
                  </a:lnTo>
                  <a:lnTo>
                    <a:pt x="891489" y="1175614"/>
                  </a:lnTo>
                  <a:lnTo>
                    <a:pt x="857201" y="1187834"/>
                  </a:lnTo>
                  <a:lnTo>
                    <a:pt x="822913" y="1199896"/>
                  </a:lnTo>
                  <a:lnTo>
                    <a:pt x="788625" y="1211795"/>
                  </a:lnTo>
                  <a:lnTo>
                    <a:pt x="754337" y="1223521"/>
                  </a:lnTo>
                  <a:lnTo>
                    <a:pt x="720049" y="1235068"/>
                  </a:lnTo>
                  <a:lnTo>
                    <a:pt x="685761" y="1246429"/>
                  </a:lnTo>
                  <a:lnTo>
                    <a:pt x="651473" y="1257600"/>
                  </a:lnTo>
                  <a:lnTo>
                    <a:pt x="617185" y="1268574"/>
                  </a:lnTo>
                  <a:lnTo>
                    <a:pt x="582897" y="1279348"/>
                  </a:lnTo>
                  <a:lnTo>
                    <a:pt x="548609" y="1289919"/>
                  </a:lnTo>
                  <a:lnTo>
                    <a:pt x="514320" y="1300283"/>
                  </a:lnTo>
                  <a:lnTo>
                    <a:pt x="480032" y="1310438"/>
                  </a:lnTo>
                  <a:lnTo>
                    <a:pt x="445744" y="1320383"/>
                  </a:lnTo>
                  <a:lnTo>
                    <a:pt x="411456" y="1330118"/>
                  </a:lnTo>
                  <a:lnTo>
                    <a:pt x="377168" y="1339641"/>
                  </a:lnTo>
                  <a:lnTo>
                    <a:pt x="342880" y="1348952"/>
                  </a:lnTo>
                  <a:lnTo>
                    <a:pt x="308592" y="1358054"/>
                  </a:lnTo>
                  <a:lnTo>
                    <a:pt x="274304" y="1366946"/>
                  </a:lnTo>
                  <a:lnTo>
                    <a:pt x="240016" y="1375630"/>
                  </a:lnTo>
                  <a:lnTo>
                    <a:pt x="205728" y="1384108"/>
                  </a:lnTo>
                  <a:lnTo>
                    <a:pt x="171440" y="1392382"/>
                  </a:lnTo>
                  <a:lnTo>
                    <a:pt x="137152" y="1400454"/>
                  </a:lnTo>
                  <a:lnTo>
                    <a:pt x="102864" y="1408328"/>
                  </a:lnTo>
                  <a:lnTo>
                    <a:pt x="68576" y="1416006"/>
                  </a:lnTo>
                  <a:lnTo>
                    <a:pt x="34288" y="1423490"/>
                  </a:lnTo>
                  <a:lnTo>
                    <a:pt x="0" y="1430784"/>
                  </a:lnTo>
                  <a:close/>
                </a:path>
              </a:pathLst>
            </a:custGeom>
            <a:solidFill>
              <a:srgbClr val="0072B2">
                <a:alpha val="14117"/>
              </a:srgbClr>
            </a:solidFill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02365" y="4076699"/>
              <a:ext cx="2022995" cy="1201674"/>
            </a:xfrm>
            <a:custGeom>
              <a:avLst/>
              <a:pathLst>
                <a:path w="2022995" h="1201674">
                  <a:moveTo>
                    <a:pt x="0" y="1201674"/>
                  </a:moveTo>
                  <a:lnTo>
                    <a:pt x="34288" y="1194090"/>
                  </a:lnTo>
                  <a:lnTo>
                    <a:pt x="68576" y="1186351"/>
                  </a:lnTo>
                  <a:lnTo>
                    <a:pt x="102864" y="1178453"/>
                  </a:lnTo>
                  <a:lnTo>
                    <a:pt x="137152" y="1170388"/>
                  </a:lnTo>
                  <a:lnTo>
                    <a:pt x="171440" y="1162151"/>
                  </a:lnTo>
                  <a:lnTo>
                    <a:pt x="205728" y="1153735"/>
                  </a:lnTo>
                  <a:lnTo>
                    <a:pt x="240016" y="1145131"/>
                  </a:lnTo>
                  <a:lnTo>
                    <a:pt x="274304" y="1136333"/>
                  </a:lnTo>
                  <a:lnTo>
                    <a:pt x="308592" y="1127330"/>
                  </a:lnTo>
                  <a:lnTo>
                    <a:pt x="342880" y="1118115"/>
                  </a:lnTo>
                  <a:lnTo>
                    <a:pt x="377168" y="1108676"/>
                  </a:lnTo>
                  <a:lnTo>
                    <a:pt x="411456" y="1099004"/>
                  </a:lnTo>
                  <a:lnTo>
                    <a:pt x="445744" y="1089087"/>
                  </a:lnTo>
                  <a:lnTo>
                    <a:pt x="480032" y="1078912"/>
                  </a:lnTo>
                  <a:lnTo>
                    <a:pt x="514320" y="1068466"/>
                  </a:lnTo>
                  <a:lnTo>
                    <a:pt x="548609" y="1057735"/>
                  </a:lnTo>
                  <a:lnTo>
                    <a:pt x="582897" y="1046704"/>
                  </a:lnTo>
                  <a:lnTo>
                    <a:pt x="617185" y="1035356"/>
                  </a:lnTo>
                  <a:lnTo>
                    <a:pt x="651473" y="1023675"/>
                  </a:lnTo>
                  <a:lnTo>
                    <a:pt x="685761" y="1011642"/>
                  </a:lnTo>
                  <a:lnTo>
                    <a:pt x="720049" y="999238"/>
                  </a:lnTo>
                  <a:lnTo>
                    <a:pt x="754337" y="986441"/>
                  </a:lnTo>
                  <a:lnTo>
                    <a:pt x="788625" y="973230"/>
                  </a:lnTo>
                  <a:lnTo>
                    <a:pt x="822913" y="959582"/>
                  </a:lnTo>
                  <a:lnTo>
                    <a:pt x="857201" y="945474"/>
                  </a:lnTo>
                  <a:lnTo>
                    <a:pt x="891489" y="930880"/>
                  </a:lnTo>
                  <a:lnTo>
                    <a:pt x="925777" y="915775"/>
                  </a:lnTo>
                  <a:lnTo>
                    <a:pt x="960065" y="900132"/>
                  </a:lnTo>
                  <a:lnTo>
                    <a:pt x="994353" y="883925"/>
                  </a:lnTo>
                  <a:lnTo>
                    <a:pt x="1028641" y="867125"/>
                  </a:lnTo>
                  <a:lnTo>
                    <a:pt x="1062930" y="849705"/>
                  </a:lnTo>
                  <a:lnTo>
                    <a:pt x="1097218" y="831637"/>
                  </a:lnTo>
                  <a:lnTo>
                    <a:pt x="1131506" y="812893"/>
                  </a:lnTo>
                  <a:lnTo>
                    <a:pt x="1165794" y="793444"/>
                  </a:lnTo>
                  <a:lnTo>
                    <a:pt x="1200082" y="773264"/>
                  </a:lnTo>
                  <a:lnTo>
                    <a:pt x="1234370" y="752323"/>
                  </a:lnTo>
                  <a:lnTo>
                    <a:pt x="1268658" y="730596"/>
                  </a:lnTo>
                  <a:lnTo>
                    <a:pt x="1302946" y="708055"/>
                  </a:lnTo>
                  <a:lnTo>
                    <a:pt x="1337234" y="684673"/>
                  </a:lnTo>
                  <a:lnTo>
                    <a:pt x="1371522" y="660426"/>
                  </a:lnTo>
                  <a:lnTo>
                    <a:pt x="1405810" y="635287"/>
                  </a:lnTo>
                  <a:lnTo>
                    <a:pt x="1440098" y="609230"/>
                  </a:lnTo>
                  <a:lnTo>
                    <a:pt x="1474386" y="582230"/>
                  </a:lnTo>
                  <a:lnTo>
                    <a:pt x="1508674" y="554261"/>
                  </a:lnTo>
                  <a:lnTo>
                    <a:pt x="1542962" y="525299"/>
                  </a:lnTo>
                  <a:lnTo>
                    <a:pt x="1577251" y="495316"/>
                  </a:lnTo>
                  <a:lnTo>
                    <a:pt x="1611539" y="464288"/>
                  </a:lnTo>
                  <a:lnTo>
                    <a:pt x="1645827" y="432187"/>
                  </a:lnTo>
                  <a:lnTo>
                    <a:pt x="1680115" y="398987"/>
                  </a:lnTo>
                  <a:lnTo>
                    <a:pt x="1714403" y="364660"/>
                  </a:lnTo>
                  <a:lnTo>
                    <a:pt x="1748691" y="329177"/>
                  </a:lnTo>
                  <a:lnTo>
                    <a:pt x="1782979" y="292509"/>
                  </a:lnTo>
                  <a:lnTo>
                    <a:pt x="1817267" y="254626"/>
                  </a:lnTo>
                  <a:lnTo>
                    <a:pt x="1851555" y="215498"/>
                  </a:lnTo>
                  <a:lnTo>
                    <a:pt x="1885843" y="175091"/>
                  </a:lnTo>
                  <a:lnTo>
                    <a:pt x="1920131" y="133372"/>
                  </a:lnTo>
                  <a:lnTo>
                    <a:pt x="1954419" y="90308"/>
                  </a:lnTo>
                  <a:lnTo>
                    <a:pt x="1988707" y="45863"/>
                  </a:lnTo>
                  <a:lnTo>
                    <a:pt x="20229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02365" y="4794604"/>
              <a:ext cx="2022995" cy="712879"/>
            </a:xfrm>
            <a:custGeom>
              <a:avLst/>
              <a:pathLst>
                <a:path w="2022995" h="712879">
                  <a:moveTo>
                    <a:pt x="2022995" y="0"/>
                  </a:moveTo>
                  <a:lnTo>
                    <a:pt x="1988707" y="15498"/>
                  </a:lnTo>
                  <a:lnTo>
                    <a:pt x="1954419" y="30850"/>
                  </a:lnTo>
                  <a:lnTo>
                    <a:pt x="1920131" y="46062"/>
                  </a:lnTo>
                  <a:lnTo>
                    <a:pt x="1885843" y="61139"/>
                  </a:lnTo>
                  <a:lnTo>
                    <a:pt x="1851555" y="76087"/>
                  </a:lnTo>
                  <a:lnTo>
                    <a:pt x="1817267" y="90911"/>
                  </a:lnTo>
                  <a:lnTo>
                    <a:pt x="1782979" y="105617"/>
                  </a:lnTo>
                  <a:lnTo>
                    <a:pt x="1748691" y="120211"/>
                  </a:lnTo>
                  <a:lnTo>
                    <a:pt x="1714403" y="134698"/>
                  </a:lnTo>
                  <a:lnTo>
                    <a:pt x="1680115" y="149083"/>
                  </a:lnTo>
                  <a:lnTo>
                    <a:pt x="1645827" y="163373"/>
                  </a:lnTo>
                  <a:lnTo>
                    <a:pt x="1611539" y="177571"/>
                  </a:lnTo>
                  <a:lnTo>
                    <a:pt x="1577251" y="191683"/>
                  </a:lnTo>
                  <a:lnTo>
                    <a:pt x="1542962" y="205714"/>
                  </a:lnTo>
                  <a:lnTo>
                    <a:pt x="1508674" y="219667"/>
                  </a:lnTo>
                  <a:lnTo>
                    <a:pt x="1474386" y="233546"/>
                  </a:lnTo>
                  <a:lnTo>
                    <a:pt x="1440098" y="247354"/>
                  </a:lnTo>
                  <a:lnTo>
                    <a:pt x="1405810" y="261094"/>
                  </a:lnTo>
                  <a:lnTo>
                    <a:pt x="1371522" y="274766"/>
                  </a:lnTo>
                  <a:lnTo>
                    <a:pt x="1337234" y="288371"/>
                  </a:lnTo>
                  <a:lnTo>
                    <a:pt x="1302946" y="301910"/>
                  </a:lnTo>
                  <a:lnTo>
                    <a:pt x="1268658" y="315380"/>
                  </a:lnTo>
                  <a:lnTo>
                    <a:pt x="1234370" y="328780"/>
                  </a:lnTo>
                  <a:lnTo>
                    <a:pt x="1200082" y="342106"/>
                  </a:lnTo>
                  <a:lnTo>
                    <a:pt x="1165794" y="355353"/>
                  </a:lnTo>
                  <a:lnTo>
                    <a:pt x="1131506" y="368517"/>
                  </a:lnTo>
                  <a:lnTo>
                    <a:pt x="1097218" y="381591"/>
                  </a:lnTo>
                  <a:lnTo>
                    <a:pt x="1062930" y="394567"/>
                  </a:lnTo>
                  <a:lnTo>
                    <a:pt x="1028641" y="407439"/>
                  </a:lnTo>
                  <a:lnTo>
                    <a:pt x="994353" y="420198"/>
                  </a:lnTo>
                  <a:lnTo>
                    <a:pt x="960065" y="432835"/>
                  </a:lnTo>
                  <a:lnTo>
                    <a:pt x="925777" y="445342"/>
                  </a:lnTo>
                  <a:lnTo>
                    <a:pt x="891489" y="457709"/>
                  </a:lnTo>
                  <a:lnTo>
                    <a:pt x="857201" y="469929"/>
                  </a:lnTo>
                  <a:lnTo>
                    <a:pt x="822913" y="481992"/>
                  </a:lnTo>
                  <a:lnTo>
                    <a:pt x="788625" y="493890"/>
                  </a:lnTo>
                  <a:lnTo>
                    <a:pt x="754337" y="505616"/>
                  </a:lnTo>
                  <a:lnTo>
                    <a:pt x="720049" y="517163"/>
                  </a:lnTo>
                  <a:lnTo>
                    <a:pt x="685761" y="528525"/>
                  </a:lnTo>
                  <a:lnTo>
                    <a:pt x="651473" y="539695"/>
                  </a:lnTo>
                  <a:lnTo>
                    <a:pt x="617185" y="550669"/>
                  </a:lnTo>
                  <a:lnTo>
                    <a:pt x="582897" y="561444"/>
                  </a:lnTo>
                  <a:lnTo>
                    <a:pt x="548609" y="572014"/>
                  </a:lnTo>
                  <a:lnTo>
                    <a:pt x="514320" y="582378"/>
                  </a:lnTo>
                  <a:lnTo>
                    <a:pt x="480032" y="592533"/>
                  </a:lnTo>
                  <a:lnTo>
                    <a:pt x="445744" y="602479"/>
                  </a:lnTo>
                  <a:lnTo>
                    <a:pt x="411456" y="612213"/>
                  </a:lnTo>
                  <a:lnTo>
                    <a:pt x="377168" y="621736"/>
                  </a:lnTo>
                  <a:lnTo>
                    <a:pt x="342880" y="631047"/>
                  </a:lnTo>
                  <a:lnTo>
                    <a:pt x="308592" y="640149"/>
                  </a:lnTo>
                  <a:lnTo>
                    <a:pt x="274304" y="649041"/>
                  </a:lnTo>
                  <a:lnTo>
                    <a:pt x="240016" y="657725"/>
                  </a:lnTo>
                  <a:lnTo>
                    <a:pt x="205728" y="666203"/>
                  </a:lnTo>
                  <a:lnTo>
                    <a:pt x="171440" y="674477"/>
                  </a:lnTo>
                  <a:lnTo>
                    <a:pt x="137152" y="682550"/>
                  </a:lnTo>
                  <a:lnTo>
                    <a:pt x="102864" y="690423"/>
                  </a:lnTo>
                  <a:lnTo>
                    <a:pt x="68576" y="698101"/>
                  </a:lnTo>
                  <a:lnTo>
                    <a:pt x="34288" y="705585"/>
                  </a:lnTo>
                  <a:lnTo>
                    <a:pt x="0" y="712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802365" y="3827677"/>
              <a:ext cx="2022995" cy="1303410"/>
            </a:xfrm>
            <a:custGeom>
              <a:avLst/>
              <a:pathLst>
                <a:path w="2022995" h="1303410">
                  <a:moveTo>
                    <a:pt x="0" y="368785"/>
                  </a:moveTo>
                  <a:lnTo>
                    <a:pt x="34288" y="377377"/>
                  </a:lnTo>
                  <a:lnTo>
                    <a:pt x="68576" y="385778"/>
                  </a:lnTo>
                  <a:lnTo>
                    <a:pt x="102864" y="393981"/>
                  </a:lnTo>
                  <a:lnTo>
                    <a:pt x="137152" y="401977"/>
                  </a:lnTo>
                  <a:lnTo>
                    <a:pt x="171440" y="409757"/>
                  </a:lnTo>
                  <a:lnTo>
                    <a:pt x="205728" y="417311"/>
                  </a:lnTo>
                  <a:lnTo>
                    <a:pt x="240016" y="424629"/>
                  </a:lnTo>
                  <a:lnTo>
                    <a:pt x="274304" y="431699"/>
                  </a:lnTo>
                  <a:lnTo>
                    <a:pt x="308592" y="438508"/>
                  </a:lnTo>
                  <a:lnTo>
                    <a:pt x="342880" y="445042"/>
                  </a:lnTo>
                  <a:lnTo>
                    <a:pt x="377168" y="451286"/>
                  </a:lnTo>
                  <a:lnTo>
                    <a:pt x="411456" y="457222"/>
                  </a:lnTo>
                  <a:lnTo>
                    <a:pt x="445744" y="462833"/>
                  </a:lnTo>
                  <a:lnTo>
                    <a:pt x="480032" y="468100"/>
                  </a:lnTo>
                  <a:lnTo>
                    <a:pt x="514320" y="473000"/>
                  </a:lnTo>
                  <a:lnTo>
                    <a:pt x="548609" y="477512"/>
                  </a:lnTo>
                  <a:lnTo>
                    <a:pt x="582897" y="481609"/>
                  </a:lnTo>
                  <a:lnTo>
                    <a:pt x="617185" y="485266"/>
                  </a:lnTo>
                  <a:lnTo>
                    <a:pt x="651473" y="488454"/>
                  </a:lnTo>
                  <a:lnTo>
                    <a:pt x="685761" y="491143"/>
                  </a:lnTo>
                  <a:lnTo>
                    <a:pt x="720049" y="493302"/>
                  </a:lnTo>
                  <a:lnTo>
                    <a:pt x="754337" y="494898"/>
                  </a:lnTo>
                  <a:lnTo>
                    <a:pt x="788625" y="495897"/>
                  </a:lnTo>
                  <a:lnTo>
                    <a:pt x="822913" y="496263"/>
                  </a:lnTo>
                  <a:lnTo>
                    <a:pt x="857201" y="495963"/>
                  </a:lnTo>
                  <a:lnTo>
                    <a:pt x="891489" y="494959"/>
                  </a:lnTo>
                  <a:lnTo>
                    <a:pt x="925777" y="493219"/>
                  </a:lnTo>
                  <a:lnTo>
                    <a:pt x="960065" y="490710"/>
                  </a:lnTo>
                  <a:lnTo>
                    <a:pt x="994353" y="487401"/>
                  </a:lnTo>
                  <a:lnTo>
                    <a:pt x="1028641" y="483263"/>
                  </a:lnTo>
                  <a:lnTo>
                    <a:pt x="1062930" y="478273"/>
                  </a:lnTo>
                  <a:lnTo>
                    <a:pt x="1097218" y="472410"/>
                  </a:lnTo>
                  <a:lnTo>
                    <a:pt x="1131506" y="465657"/>
                  </a:lnTo>
                  <a:lnTo>
                    <a:pt x="1165794" y="458004"/>
                  </a:lnTo>
                  <a:lnTo>
                    <a:pt x="1200082" y="449443"/>
                  </a:lnTo>
                  <a:lnTo>
                    <a:pt x="1234370" y="439973"/>
                  </a:lnTo>
                  <a:lnTo>
                    <a:pt x="1268658" y="429595"/>
                  </a:lnTo>
                  <a:lnTo>
                    <a:pt x="1302946" y="418317"/>
                  </a:lnTo>
                  <a:lnTo>
                    <a:pt x="1337234" y="406147"/>
                  </a:lnTo>
                  <a:lnTo>
                    <a:pt x="1371522" y="393100"/>
                  </a:lnTo>
                  <a:lnTo>
                    <a:pt x="1405810" y="379190"/>
                  </a:lnTo>
                  <a:lnTo>
                    <a:pt x="1440098" y="364433"/>
                  </a:lnTo>
                  <a:lnTo>
                    <a:pt x="1474386" y="348848"/>
                  </a:lnTo>
                  <a:lnTo>
                    <a:pt x="1508674" y="332452"/>
                  </a:lnTo>
                  <a:lnTo>
                    <a:pt x="1542962" y="315266"/>
                  </a:lnTo>
                  <a:lnTo>
                    <a:pt x="1577251" y="297306"/>
                  </a:lnTo>
                  <a:lnTo>
                    <a:pt x="1611539" y="278590"/>
                  </a:lnTo>
                  <a:lnTo>
                    <a:pt x="1645827" y="259136"/>
                  </a:lnTo>
                  <a:lnTo>
                    <a:pt x="1680115" y="238959"/>
                  </a:lnTo>
                  <a:lnTo>
                    <a:pt x="1714403" y="218073"/>
                  </a:lnTo>
                  <a:lnTo>
                    <a:pt x="1748691" y="196492"/>
                  </a:lnTo>
                  <a:lnTo>
                    <a:pt x="1782979" y="174228"/>
                  </a:lnTo>
                  <a:lnTo>
                    <a:pt x="1817267" y="151292"/>
                  </a:lnTo>
                  <a:lnTo>
                    <a:pt x="1851555" y="127692"/>
                  </a:lnTo>
                  <a:lnTo>
                    <a:pt x="1885843" y="103439"/>
                  </a:lnTo>
                  <a:lnTo>
                    <a:pt x="1920131" y="78537"/>
                  </a:lnTo>
                  <a:lnTo>
                    <a:pt x="1954419" y="52994"/>
                  </a:lnTo>
                  <a:lnTo>
                    <a:pt x="1988707" y="26813"/>
                  </a:lnTo>
                  <a:lnTo>
                    <a:pt x="2022995" y="0"/>
                  </a:lnTo>
                  <a:lnTo>
                    <a:pt x="2022995" y="1060044"/>
                  </a:lnTo>
                  <a:lnTo>
                    <a:pt x="1988707" y="1055780"/>
                  </a:lnTo>
                  <a:lnTo>
                    <a:pt x="1954419" y="1051618"/>
                  </a:lnTo>
                  <a:lnTo>
                    <a:pt x="1920131" y="1047571"/>
                  </a:lnTo>
                  <a:lnTo>
                    <a:pt x="1885843" y="1043649"/>
                  </a:lnTo>
                  <a:lnTo>
                    <a:pt x="1851555" y="1039866"/>
                  </a:lnTo>
                  <a:lnTo>
                    <a:pt x="1817267" y="1036235"/>
                  </a:lnTo>
                  <a:lnTo>
                    <a:pt x="1782979" y="1032772"/>
                  </a:lnTo>
                  <a:lnTo>
                    <a:pt x="1748691" y="1029493"/>
                  </a:lnTo>
                  <a:lnTo>
                    <a:pt x="1714403" y="1026416"/>
                  </a:lnTo>
                  <a:lnTo>
                    <a:pt x="1680115" y="1023558"/>
                  </a:lnTo>
                  <a:lnTo>
                    <a:pt x="1645827" y="1020940"/>
                  </a:lnTo>
                  <a:lnTo>
                    <a:pt x="1611539" y="1018582"/>
                  </a:lnTo>
                  <a:lnTo>
                    <a:pt x="1577251" y="1016506"/>
                  </a:lnTo>
                  <a:lnTo>
                    <a:pt x="1542962" y="1014735"/>
                  </a:lnTo>
                  <a:lnTo>
                    <a:pt x="1508674" y="1013294"/>
                  </a:lnTo>
                  <a:lnTo>
                    <a:pt x="1474386" y="1012205"/>
                  </a:lnTo>
                  <a:lnTo>
                    <a:pt x="1440098" y="1011493"/>
                  </a:lnTo>
                  <a:lnTo>
                    <a:pt x="1405810" y="1011182"/>
                  </a:lnTo>
                  <a:lnTo>
                    <a:pt x="1371522" y="1011295"/>
                  </a:lnTo>
                  <a:lnTo>
                    <a:pt x="1337234" y="1011856"/>
                  </a:lnTo>
                  <a:lnTo>
                    <a:pt x="1302946" y="1012884"/>
                  </a:lnTo>
                  <a:lnTo>
                    <a:pt x="1268658" y="1014396"/>
                  </a:lnTo>
                  <a:lnTo>
                    <a:pt x="1234370" y="1016409"/>
                  </a:lnTo>
                  <a:lnTo>
                    <a:pt x="1200082" y="1018934"/>
                  </a:lnTo>
                  <a:lnTo>
                    <a:pt x="1165794" y="1021978"/>
                  </a:lnTo>
                  <a:lnTo>
                    <a:pt x="1131506" y="1025543"/>
                  </a:lnTo>
                  <a:lnTo>
                    <a:pt x="1097218" y="1029628"/>
                  </a:lnTo>
                  <a:lnTo>
                    <a:pt x="1062930" y="1034227"/>
                  </a:lnTo>
                  <a:lnTo>
                    <a:pt x="1028641" y="1039327"/>
                  </a:lnTo>
                  <a:lnTo>
                    <a:pt x="994353" y="1044912"/>
                  </a:lnTo>
                  <a:lnTo>
                    <a:pt x="960065" y="1050963"/>
                  </a:lnTo>
                  <a:lnTo>
                    <a:pt x="925777" y="1057456"/>
                  </a:lnTo>
                  <a:lnTo>
                    <a:pt x="891489" y="1064364"/>
                  </a:lnTo>
                  <a:lnTo>
                    <a:pt x="857201" y="1071659"/>
                  </a:lnTo>
                  <a:lnTo>
                    <a:pt x="822913" y="1079311"/>
                  </a:lnTo>
                  <a:lnTo>
                    <a:pt x="788625" y="1087289"/>
                  </a:lnTo>
                  <a:lnTo>
                    <a:pt x="754337" y="1095561"/>
                  </a:lnTo>
                  <a:lnTo>
                    <a:pt x="720049" y="1104097"/>
                  </a:lnTo>
                  <a:lnTo>
                    <a:pt x="685761" y="1112866"/>
                  </a:lnTo>
                  <a:lnTo>
                    <a:pt x="651473" y="1121839"/>
                  </a:lnTo>
                  <a:lnTo>
                    <a:pt x="617185" y="1130988"/>
                  </a:lnTo>
                  <a:lnTo>
                    <a:pt x="582897" y="1140287"/>
                  </a:lnTo>
                  <a:lnTo>
                    <a:pt x="548609" y="1149711"/>
                  </a:lnTo>
                  <a:lnTo>
                    <a:pt x="514320" y="1159238"/>
                  </a:lnTo>
                  <a:lnTo>
                    <a:pt x="480032" y="1168845"/>
                  </a:lnTo>
                  <a:lnTo>
                    <a:pt x="445744" y="1178513"/>
                  </a:lnTo>
                  <a:lnTo>
                    <a:pt x="411456" y="1188223"/>
                  </a:lnTo>
                  <a:lnTo>
                    <a:pt x="377168" y="1197961"/>
                  </a:lnTo>
                  <a:lnTo>
                    <a:pt x="342880" y="1207710"/>
                  </a:lnTo>
                  <a:lnTo>
                    <a:pt x="308592" y="1217456"/>
                  </a:lnTo>
                  <a:lnTo>
                    <a:pt x="274304" y="1227188"/>
                  </a:lnTo>
                  <a:lnTo>
                    <a:pt x="240016" y="1236895"/>
                  </a:lnTo>
                  <a:lnTo>
                    <a:pt x="205728" y="1246566"/>
                  </a:lnTo>
                  <a:lnTo>
                    <a:pt x="171440" y="1256193"/>
                  </a:lnTo>
                  <a:lnTo>
                    <a:pt x="137152" y="1265768"/>
                  </a:lnTo>
                  <a:lnTo>
                    <a:pt x="102864" y="1275283"/>
                  </a:lnTo>
                  <a:lnTo>
                    <a:pt x="68576" y="1284732"/>
                  </a:lnTo>
                  <a:lnTo>
                    <a:pt x="34288" y="1294109"/>
                  </a:lnTo>
                  <a:lnTo>
                    <a:pt x="0" y="1303410"/>
                  </a:lnTo>
                  <a:close/>
                </a:path>
              </a:pathLst>
            </a:custGeom>
            <a:solidFill>
              <a:srgbClr val="D55E00">
                <a:alpha val="14117"/>
              </a:srgbClr>
            </a:solidFill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02365" y="3827677"/>
              <a:ext cx="2022995" cy="496263"/>
            </a:xfrm>
            <a:custGeom>
              <a:avLst/>
              <a:pathLst>
                <a:path w="2022995" h="496263">
                  <a:moveTo>
                    <a:pt x="0" y="368785"/>
                  </a:moveTo>
                  <a:lnTo>
                    <a:pt x="34288" y="377377"/>
                  </a:lnTo>
                  <a:lnTo>
                    <a:pt x="68576" y="385778"/>
                  </a:lnTo>
                  <a:lnTo>
                    <a:pt x="102864" y="393981"/>
                  </a:lnTo>
                  <a:lnTo>
                    <a:pt x="137152" y="401977"/>
                  </a:lnTo>
                  <a:lnTo>
                    <a:pt x="171440" y="409757"/>
                  </a:lnTo>
                  <a:lnTo>
                    <a:pt x="205728" y="417311"/>
                  </a:lnTo>
                  <a:lnTo>
                    <a:pt x="240016" y="424629"/>
                  </a:lnTo>
                  <a:lnTo>
                    <a:pt x="274304" y="431699"/>
                  </a:lnTo>
                  <a:lnTo>
                    <a:pt x="308592" y="438508"/>
                  </a:lnTo>
                  <a:lnTo>
                    <a:pt x="342880" y="445042"/>
                  </a:lnTo>
                  <a:lnTo>
                    <a:pt x="377168" y="451286"/>
                  </a:lnTo>
                  <a:lnTo>
                    <a:pt x="411456" y="457222"/>
                  </a:lnTo>
                  <a:lnTo>
                    <a:pt x="445744" y="462833"/>
                  </a:lnTo>
                  <a:lnTo>
                    <a:pt x="480032" y="468100"/>
                  </a:lnTo>
                  <a:lnTo>
                    <a:pt x="514320" y="473000"/>
                  </a:lnTo>
                  <a:lnTo>
                    <a:pt x="548609" y="477512"/>
                  </a:lnTo>
                  <a:lnTo>
                    <a:pt x="582897" y="481609"/>
                  </a:lnTo>
                  <a:lnTo>
                    <a:pt x="617185" y="485266"/>
                  </a:lnTo>
                  <a:lnTo>
                    <a:pt x="651473" y="488454"/>
                  </a:lnTo>
                  <a:lnTo>
                    <a:pt x="685761" y="491143"/>
                  </a:lnTo>
                  <a:lnTo>
                    <a:pt x="720049" y="493302"/>
                  </a:lnTo>
                  <a:lnTo>
                    <a:pt x="754337" y="494898"/>
                  </a:lnTo>
                  <a:lnTo>
                    <a:pt x="788625" y="495897"/>
                  </a:lnTo>
                  <a:lnTo>
                    <a:pt x="822913" y="496263"/>
                  </a:lnTo>
                  <a:lnTo>
                    <a:pt x="857201" y="495963"/>
                  </a:lnTo>
                  <a:lnTo>
                    <a:pt x="891489" y="494959"/>
                  </a:lnTo>
                  <a:lnTo>
                    <a:pt x="925777" y="493219"/>
                  </a:lnTo>
                  <a:lnTo>
                    <a:pt x="960065" y="490710"/>
                  </a:lnTo>
                  <a:lnTo>
                    <a:pt x="994353" y="487401"/>
                  </a:lnTo>
                  <a:lnTo>
                    <a:pt x="1028641" y="483263"/>
                  </a:lnTo>
                  <a:lnTo>
                    <a:pt x="1062930" y="478273"/>
                  </a:lnTo>
                  <a:lnTo>
                    <a:pt x="1097218" y="472410"/>
                  </a:lnTo>
                  <a:lnTo>
                    <a:pt x="1131506" y="465657"/>
                  </a:lnTo>
                  <a:lnTo>
                    <a:pt x="1165794" y="458004"/>
                  </a:lnTo>
                  <a:lnTo>
                    <a:pt x="1200082" y="449443"/>
                  </a:lnTo>
                  <a:lnTo>
                    <a:pt x="1234370" y="439973"/>
                  </a:lnTo>
                  <a:lnTo>
                    <a:pt x="1268658" y="429595"/>
                  </a:lnTo>
                  <a:lnTo>
                    <a:pt x="1302946" y="418317"/>
                  </a:lnTo>
                  <a:lnTo>
                    <a:pt x="1337234" y="406147"/>
                  </a:lnTo>
                  <a:lnTo>
                    <a:pt x="1371522" y="393100"/>
                  </a:lnTo>
                  <a:lnTo>
                    <a:pt x="1405810" y="379190"/>
                  </a:lnTo>
                  <a:lnTo>
                    <a:pt x="1440098" y="364433"/>
                  </a:lnTo>
                  <a:lnTo>
                    <a:pt x="1474386" y="348848"/>
                  </a:lnTo>
                  <a:lnTo>
                    <a:pt x="1508674" y="332452"/>
                  </a:lnTo>
                  <a:lnTo>
                    <a:pt x="1542962" y="315266"/>
                  </a:lnTo>
                  <a:lnTo>
                    <a:pt x="1577251" y="297306"/>
                  </a:lnTo>
                  <a:lnTo>
                    <a:pt x="1611539" y="278590"/>
                  </a:lnTo>
                  <a:lnTo>
                    <a:pt x="1645827" y="259136"/>
                  </a:lnTo>
                  <a:lnTo>
                    <a:pt x="1680115" y="238959"/>
                  </a:lnTo>
                  <a:lnTo>
                    <a:pt x="1714403" y="218073"/>
                  </a:lnTo>
                  <a:lnTo>
                    <a:pt x="1748691" y="196492"/>
                  </a:lnTo>
                  <a:lnTo>
                    <a:pt x="1782979" y="174228"/>
                  </a:lnTo>
                  <a:lnTo>
                    <a:pt x="1817267" y="151292"/>
                  </a:lnTo>
                  <a:lnTo>
                    <a:pt x="1851555" y="127692"/>
                  </a:lnTo>
                  <a:lnTo>
                    <a:pt x="1885843" y="103439"/>
                  </a:lnTo>
                  <a:lnTo>
                    <a:pt x="1920131" y="78537"/>
                  </a:lnTo>
                  <a:lnTo>
                    <a:pt x="1954419" y="52994"/>
                  </a:lnTo>
                  <a:lnTo>
                    <a:pt x="1988707" y="26813"/>
                  </a:lnTo>
                  <a:lnTo>
                    <a:pt x="20229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02365" y="4838859"/>
              <a:ext cx="2022995" cy="292228"/>
            </a:xfrm>
            <a:custGeom>
              <a:avLst/>
              <a:pathLst>
                <a:path w="2022995" h="292228">
                  <a:moveTo>
                    <a:pt x="2022995" y="48862"/>
                  </a:moveTo>
                  <a:lnTo>
                    <a:pt x="1988707" y="44597"/>
                  </a:lnTo>
                  <a:lnTo>
                    <a:pt x="1954419" y="40436"/>
                  </a:lnTo>
                  <a:lnTo>
                    <a:pt x="1920131" y="36388"/>
                  </a:lnTo>
                  <a:lnTo>
                    <a:pt x="1885843" y="32466"/>
                  </a:lnTo>
                  <a:lnTo>
                    <a:pt x="1851555" y="28683"/>
                  </a:lnTo>
                  <a:lnTo>
                    <a:pt x="1817267" y="25053"/>
                  </a:lnTo>
                  <a:lnTo>
                    <a:pt x="1782979" y="21590"/>
                  </a:lnTo>
                  <a:lnTo>
                    <a:pt x="1748691" y="18311"/>
                  </a:lnTo>
                  <a:lnTo>
                    <a:pt x="1714403" y="15233"/>
                  </a:lnTo>
                  <a:lnTo>
                    <a:pt x="1680115" y="12376"/>
                  </a:lnTo>
                  <a:lnTo>
                    <a:pt x="1645827" y="9757"/>
                  </a:lnTo>
                  <a:lnTo>
                    <a:pt x="1611539" y="7399"/>
                  </a:lnTo>
                  <a:lnTo>
                    <a:pt x="1577251" y="5324"/>
                  </a:lnTo>
                  <a:lnTo>
                    <a:pt x="1542962" y="3553"/>
                  </a:lnTo>
                  <a:lnTo>
                    <a:pt x="1508674" y="2111"/>
                  </a:lnTo>
                  <a:lnTo>
                    <a:pt x="1474386" y="1022"/>
                  </a:lnTo>
                  <a:lnTo>
                    <a:pt x="1440098" y="310"/>
                  </a:lnTo>
                  <a:lnTo>
                    <a:pt x="1405810" y="0"/>
                  </a:lnTo>
                  <a:lnTo>
                    <a:pt x="1371522" y="113"/>
                  </a:lnTo>
                  <a:lnTo>
                    <a:pt x="1337234" y="674"/>
                  </a:lnTo>
                  <a:lnTo>
                    <a:pt x="1302946" y="1701"/>
                  </a:lnTo>
                  <a:lnTo>
                    <a:pt x="1268658" y="3214"/>
                  </a:lnTo>
                  <a:lnTo>
                    <a:pt x="1234370" y="5227"/>
                  </a:lnTo>
                  <a:lnTo>
                    <a:pt x="1200082" y="7752"/>
                  </a:lnTo>
                  <a:lnTo>
                    <a:pt x="1165794" y="10795"/>
                  </a:lnTo>
                  <a:lnTo>
                    <a:pt x="1131506" y="14361"/>
                  </a:lnTo>
                  <a:lnTo>
                    <a:pt x="1097218" y="18446"/>
                  </a:lnTo>
                  <a:lnTo>
                    <a:pt x="1062930" y="23044"/>
                  </a:lnTo>
                  <a:lnTo>
                    <a:pt x="1028641" y="28144"/>
                  </a:lnTo>
                  <a:lnTo>
                    <a:pt x="994353" y="33730"/>
                  </a:lnTo>
                  <a:lnTo>
                    <a:pt x="960065" y="39781"/>
                  </a:lnTo>
                  <a:lnTo>
                    <a:pt x="925777" y="46273"/>
                  </a:lnTo>
                  <a:lnTo>
                    <a:pt x="891489" y="53182"/>
                  </a:lnTo>
                  <a:lnTo>
                    <a:pt x="857201" y="60477"/>
                  </a:lnTo>
                  <a:lnTo>
                    <a:pt x="822913" y="68129"/>
                  </a:lnTo>
                  <a:lnTo>
                    <a:pt x="788625" y="76106"/>
                  </a:lnTo>
                  <a:lnTo>
                    <a:pt x="754337" y="84379"/>
                  </a:lnTo>
                  <a:lnTo>
                    <a:pt x="720049" y="92914"/>
                  </a:lnTo>
                  <a:lnTo>
                    <a:pt x="685761" y="101683"/>
                  </a:lnTo>
                  <a:lnTo>
                    <a:pt x="651473" y="110656"/>
                  </a:lnTo>
                  <a:lnTo>
                    <a:pt x="617185" y="119806"/>
                  </a:lnTo>
                  <a:lnTo>
                    <a:pt x="582897" y="129105"/>
                  </a:lnTo>
                  <a:lnTo>
                    <a:pt x="548609" y="138529"/>
                  </a:lnTo>
                  <a:lnTo>
                    <a:pt x="514320" y="148055"/>
                  </a:lnTo>
                  <a:lnTo>
                    <a:pt x="480032" y="157662"/>
                  </a:lnTo>
                  <a:lnTo>
                    <a:pt x="445744" y="167330"/>
                  </a:lnTo>
                  <a:lnTo>
                    <a:pt x="411456" y="177041"/>
                  </a:lnTo>
                  <a:lnTo>
                    <a:pt x="377168" y="186778"/>
                  </a:lnTo>
                  <a:lnTo>
                    <a:pt x="342880" y="196527"/>
                  </a:lnTo>
                  <a:lnTo>
                    <a:pt x="308592" y="206274"/>
                  </a:lnTo>
                  <a:lnTo>
                    <a:pt x="274304" y="216006"/>
                  </a:lnTo>
                  <a:lnTo>
                    <a:pt x="240016" y="225713"/>
                  </a:lnTo>
                  <a:lnTo>
                    <a:pt x="205728" y="235384"/>
                  </a:lnTo>
                  <a:lnTo>
                    <a:pt x="171440" y="245011"/>
                  </a:lnTo>
                  <a:lnTo>
                    <a:pt x="137152" y="254585"/>
                  </a:lnTo>
                  <a:lnTo>
                    <a:pt x="102864" y="264100"/>
                  </a:lnTo>
                  <a:lnTo>
                    <a:pt x="68576" y="273549"/>
                  </a:lnTo>
                  <a:lnTo>
                    <a:pt x="34288" y="282927"/>
                  </a:lnTo>
                  <a:lnTo>
                    <a:pt x="0" y="29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02365" y="4505555"/>
              <a:ext cx="2022995" cy="1116259"/>
            </a:xfrm>
            <a:custGeom>
              <a:avLst/>
              <a:pathLst>
                <a:path w="2022995" h="1116259">
                  <a:moveTo>
                    <a:pt x="0" y="1116259"/>
                  </a:moveTo>
                  <a:lnTo>
                    <a:pt x="34288" y="1110947"/>
                  </a:lnTo>
                  <a:lnTo>
                    <a:pt x="68576" y="1105435"/>
                  </a:lnTo>
                  <a:lnTo>
                    <a:pt x="102864" y="1099714"/>
                  </a:lnTo>
                  <a:lnTo>
                    <a:pt x="137152" y="1093776"/>
                  </a:lnTo>
                  <a:lnTo>
                    <a:pt x="171440" y="1087613"/>
                  </a:lnTo>
                  <a:lnTo>
                    <a:pt x="205728" y="1081216"/>
                  </a:lnTo>
                  <a:lnTo>
                    <a:pt x="240016" y="1074577"/>
                  </a:lnTo>
                  <a:lnTo>
                    <a:pt x="274304" y="1067687"/>
                  </a:lnTo>
                  <a:lnTo>
                    <a:pt x="308592" y="1060535"/>
                  </a:lnTo>
                  <a:lnTo>
                    <a:pt x="342880" y="1053113"/>
                  </a:lnTo>
                  <a:lnTo>
                    <a:pt x="377168" y="1045410"/>
                  </a:lnTo>
                  <a:lnTo>
                    <a:pt x="411456" y="1037414"/>
                  </a:lnTo>
                  <a:lnTo>
                    <a:pt x="445744" y="1029116"/>
                  </a:lnTo>
                  <a:lnTo>
                    <a:pt x="480032" y="1020503"/>
                  </a:lnTo>
                  <a:lnTo>
                    <a:pt x="514320" y="1011564"/>
                  </a:lnTo>
                  <a:lnTo>
                    <a:pt x="548609" y="1002287"/>
                  </a:lnTo>
                  <a:lnTo>
                    <a:pt x="582897" y="992658"/>
                  </a:lnTo>
                  <a:lnTo>
                    <a:pt x="617185" y="982665"/>
                  </a:lnTo>
                  <a:lnTo>
                    <a:pt x="651473" y="972293"/>
                  </a:lnTo>
                  <a:lnTo>
                    <a:pt x="685761" y="961528"/>
                  </a:lnTo>
                  <a:lnTo>
                    <a:pt x="720049" y="950356"/>
                  </a:lnTo>
                  <a:lnTo>
                    <a:pt x="754337" y="938760"/>
                  </a:lnTo>
                  <a:lnTo>
                    <a:pt x="788625" y="926725"/>
                  </a:lnTo>
                  <a:lnTo>
                    <a:pt x="822913" y="914235"/>
                  </a:lnTo>
                  <a:lnTo>
                    <a:pt x="857201" y="901272"/>
                  </a:lnTo>
                  <a:lnTo>
                    <a:pt x="891489" y="887818"/>
                  </a:lnTo>
                  <a:lnTo>
                    <a:pt x="925777" y="873854"/>
                  </a:lnTo>
                  <a:lnTo>
                    <a:pt x="960065" y="859362"/>
                  </a:lnTo>
                  <a:lnTo>
                    <a:pt x="994353" y="844321"/>
                  </a:lnTo>
                  <a:lnTo>
                    <a:pt x="1028641" y="828711"/>
                  </a:lnTo>
                  <a:lnTo>
                    <a:pt x="1062930" y="812510"/>
                  </a:lnTo>
                  <a:lnTo>
                    <a:pt x="1097218" y="795696"/>
                  </a:lnTo>
                  <a:lnTo>
                    <a:pt x="1131506" y="778245"/>
                  </a:lnTo>
                  <a:lnTo>
                    <a:pt x="1165794" y="760134"/>
                  </a:lnTo>
                  <a:lnTo>
                    <a:pt x="1200082" y="741338"/>
                  </a:lnTo>
                  <a:lnTo>
                    <a:pt x="1234370" y="721830"/>
                  </a:lnTo>
                  <a:lnTo>
                    <a:pt x="1268658" y="701584"/>
                  </a:lnTo>
                  <a:lnTo>
                    <a:pt x="1302946" y="680572"/>
                  </a:lnTo>
                  <a:lnTo>
                    <a:pt x="1337234" y="658766"/>
                  </a:lnTo>
                  <a:lnTo>
                    <a:pt x="1371522" y="636134"/>
                  </a:lnTo>
                  <a:lnTo>
                    <a:pt x="1405810" y="612646"/>
                  </a:lnTo>
                  <a:lnTo>
                    <a:pt x="1440098" y="588270"/>
                  </a:lnTo>
                  <a:lnTo>
                    <a:pt x="1474386" y="562972"/>
                  </a:lnTo>
                  <a:lnTo>
                    <a:pt x="1508674" y="536717"/>
                  </a:lnTo>
                  <a:lnTo>
                    <a:pt x="1542962" y="509469"/>
                  </a:lnTo>
                  <a:lnTo>
                    <a:pt x="1577251" y="481192"/>
                  </a:lnTo>
                  <a:lnTo>
                    <a:pt x="1611539" y="451845"/>
                  </a:lnTo>
                  <a:lnTo>
                    <a:pt x="1645827" y="421389"/>
                  </a:lnTo>
                  <a:lnTo>
                    <a:pt x="1680115" y="389782"/>
                  </a:lnTo>
                  <a:lnTo>
                    <a:pt x="1714403" y="356980"/>
                  </a:lnTo>
                  <a:lnTo>
                    <a:pt x="1748691" y="322938"/>
                  </a:lnTo>
                  <a:lnTo>
                    <a:pt x="1782979" y="287611"/>
                  </a:lnTo>
                  <a:lnTo>
                    <a:pt x="1817267" y="250949"/>
                  </a:lnTo>
                  <a:lnTo>
                    <a:pt x="1851555" y="212902"/>
                  </a:lnTo>
                  <a:lnTo>
                    <a:pt x="1885843" y="173418"/>
                  </a:lnTo>
                  <a:lnTo>
                    <a:pt x="1920131" y="132442"/>
                  </a:lnTo>
                  <a:lnTo>
                    <a:pt x="1954419" y="89920"/>
                  </a:lnTo>
                  <a:lnTo>
                    <a:pt x="1988707" y="45793"/>
                  </a:lnTo>
                  <a:lnTo>
                    <a:pt x="2022995" y="0"/>
                  </a:lnTo>
                </a:path>
              </a:pathLst>
            </a:custGeom>
            <a:ln w="18970" cap="flat">
              <a:solidFill>
                <a:srgbClr val="56B4E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02365" y="4485037"/>
              <a:ext cx="2022995" cy="926111"/>
            </a:xfrm>
            <a:custGeom>
              <a:avLst/>
              <a:pathLst>
                <a:path w="2022995" h="926111">
                  <a:moveTo>
                    <a:pt x="0" y="926111"/>
                  </a:moveTo>
                  <a:lnTo>
                    <a:pt x="34288" y="918339"/>
                  </a:lnTo>
                  <a:lnTo>
                    <a:pt x="68576" y="910396"/>
                  </a:lnTo>
                  <a:lnTo>
                    <a:pt x="102864" y="902276"/>
                  </a:lnTo>
                  <a:lnTo>
                    <a:pt x="137152" y="893977"/>
                  </a:lnTo>
                  <a:lnTo>
                    <a:pt x="171440" y="885494"/>
                  </a:lnTo>
                  <a:lnTo>
                    <a:pt x="205728" y="876823"/>
                  </a:lnTo>
                  <a:lnTo>
                    <a:pt x="240016" y="867961"/>
                  </a:lnTo>
                  <a:lnTo>
                    <a:pt x="274304" y="858902"/>
                  </a:lnTo>
                  <a:lnTo>
                    <a:pt x="308592" y="849643"/>
                  </a:lnTo>
                  <a:lnTo>
                    <a:pt x="342880" y="840178"/>
                  </a:lnTo>
                  <a:lnTo>
                    <a:pt x="377168" y="830504"/>
                  </a:lnTo>
                  <a:lnTo>
                    <a:pt x="411456" y="820616"/>
                  </a:lnTo>
                  <a:lnTo>
                    <a:pt x="445744" y="810510"/>
                  </a:lnTo>
                  <a:lnTo>
                    <a:pt x="480032" y="800179"/>
                  </a:lnTo>
                  <a:lnTo>
                    <a:pt x="514320" y="789620"/>
                  </a:lnTo>
                  <a:lnTo>
                    <a:pt x="548609" y="778828"/>
                  </a:lnTo>
                  <a:lnTo>
                    <a:pt x="582897" y="767796"/>
                  </a:lnTo>
                  <a:lnTo>
                    <a:pt x="617185" y="756520"/>
                  </a:lnTo>
                  <a:lnTo>
                    <a:pt x="651473" y="744995"/>
                  </a:lnTo>
                  <a:lnTo>
                    <a:pt x="685761" y="733215"/>
                  </a:lnTo>
                  <a:lnTo>
                    <a:pt x="720049" y="721174"/>
                  </a:lnTo>
                  <a:lnTo>
                    <a:pt x="754337" y="708867"/>
                  </a:lnTo>
                  <a:lnTo>
                    <a:pt x="788625" y="696288"/>
                  </a:lnTo>
                  <a:lnTo>
                    <a:pt x="822913" y="683430"/>
                  </a:lnTo>
                  <a:lnTo>
                    <a:pt x="857201" y="670288"/>
                  </a:lnTo>
                  <a:lnTo>
                    <a:pt x="891489" y="656855"/>
                  </a:lnTo>
                  <a:lnTo>
                    <a:pt x="925777" y="643125"/>
                  </a:lnTo>
                  <a:lnTo>
                    <a:pt x="960065" y="629092"/>
                  </a:lnTo>
                  <a:lnTo>
                    <a:pt x="994353" y="614748"/>
                  </a:lnTo>
                  <a:lnTo>
                    <a:pt x="1028641" y="600086"/>
                  </a:lnTo>
                  <a:lnTo>
                    <a:pt x="1062930" y="585101"/>
                  </a:lnTo>
                  <a:lnTo>
                    <a:pt x="1097218" y="569784"/>
                  </a:lnTo>
                  <a:lnTo>
                    <a:pt x="1131506" y="554129"/>
                  </a:lnTo>
                  <a:lnTo>
                    <a:pt x="1165794" y="538127"/>
                  </a:lnTo>
                  <a:lnTo>
                    <a:pt x="1200082" y="521771"/>
                  </a:lnTo>
                  <a:lnTo>
                    <a:pt x="1234370" y="505054"/>
                  </a:lnTo>
                  <a:lnTo>
                    <a:pt x="1268658" y="487968"/>
                  </a:lnTo>
                  <a:lnTo>
                    <a:pt x="1302946" y="470503"/>
                  </a:lnTo>
                  <a:lnTo>
                    <a:pt x="1337234" y="452653"/>
                  </a:lnTo>
                  <a:lnTo>
                    <a:pt x="1371522" y="434408"/>
                  </a:lnTo>
                  <a:lnTo>
                    <a:pt x="1405810" y="415760"/>
                  </a:lnTo>
                  <a:lnTo>
                    <a:pt x="1440098" y="396700"/>
                  </a:lnTo>
                  <a:lnTo>
                    <a:pt x="1474386" y="377218"/>
                  </a:lnTo>
                  <a:lnTo>
                    <a:pt x="1508674" y="357306"/>
                  </a:lnTo>
                  <a:lnTo>
                    <a:pt x="1542962" y="336954"/>
                  </a:lnTo>
                  <a:lnTo>
                    <a:pt x="1577251" y="316153"/>
                  </a:lnTo>
                  <a:lnTo>
                    <a:pt x="1611539" y="294891"/>
                  </a:lnTo>
                  <a:lnTo>
                    <a:pt x="1645827" y="273161"/>
                  </a:lnTo>
                  <a:lnTo>
                    <a:pt x="1680115" y="250950"/>
                  </a:lnTo>
                  <a:lnTo>
                    <a:pt x="1714403" y="228249"/>
                  </a:lnTo>
                  <a:lnTo>
                    <a:pt x="1748691" y="205046"/>
                  </a:lnTo>
                  <a:lnTo>
                    <a:pt x="1782979" y="181331"/>
                  </a:lnTo>
                  <a:lnTo>
                    <a:pt x="1817267" y="157092"/>
                  </a:lnTo>
                  <a:lnTo>
                    <a:pt x="1851555" y="132318"/>
                  </a:lnTo>
                  <a:lnTo>
                    <a:pt x="1885843" y="106997"/>
                  </a:lnTo>
                  <a:lnTo>
                    <a:pt x="1920131" y="81117"/>
                  </a:lnTo>
                  <a:lnTo>
                    <a:pt x="1954419" y="54666"/>
                  </a:lnTo>
                  <a:lnTo>
                    <a:pt x="1988707" y="27631"/>
                  </a:lnTo>
                  <a:lnTo>
                    <a:pt x="2022995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02365" y="4461328"/>
              <a:ext cx="2022995" cy="306654"/>
            </a:xfrm>
            <a:custGeom>
              <a:avLst/>
              <a:pathLst>
                <a:path w="2022995" h="306654">
                  <a:moveTo>
                    <a:pt x="0" y="306654"/>
                  </a:moveTo>
                  <a:lnTo>
                    <a:pt x="34288" y="302113"/>
                  </a:lnTo>
                  <a:lnTo>
                    <a:pt x="68576" y="297550"/>
                  </a:lnTo>
                  <a:lnTo>
                    <a:pt x="102864" y="292967"/>
                  </a:lnTo>
                  <a:lnTo>
                    <a:pt x="137152" y="288363"/>
                  </a:lnTo>
                  <a:lnTo>
                    <a:pt x="171440" y="283738"/>
                  </a:lnTo>
                  <a:lnTo>
                    <a:pt x="205728" y="279092"/>
                  </a:lnTo>
                  <a:lnTo>
                    <a:pt x="240016" y="274425"/>
                  </a:lnTo>
                  <a:lnTo>
                    <a:pt x="274304" y="269737"/>
                  </a:lnTo>
                  <a:lnTo>
                    <a:pt x="308592" y="265027"/>
                  </a:lnTo>
                  <a:lnTo>
                    <a:pt x="342880" y="260295"/>
                  </a:lnTo>
                  <a:lnTo>
                    <a:pt x="377168" y="255542"/>
                  </a:lnTo>
                  <a:lnTo>
                    <a:pt x="411456" y="250768"/>
                  </a:lnTo>
                  <a:lnTo>
                    <a:pt x="445744" y="245971"/>
                  </a:lnTo>
                  <a:lnTo>
                    <a:pt x="480032" y="241153"/>
                  </a:lnTo>
                  <a:lnTo>
                    <a:pt x="514320" y="236313"/>
                  </a:lnTo>
                  <a:lnTo>
                    <a:pt x="548609" y="231451"/>
                  </a:lnTo>
                  <a:lnTo>
                    <a:pt x="582897" y="226566"/>
                  </a:lnTo>
                  <a:lnTo>
                    <a:pt x="617185" y="221659"/>
                  </a:lnTo>
                  <a:lnTo>
                    <a:pt x="651473" y="216730"/>
                  </a:lnTo>
                  <a:lnTo>
                    <a:pt x="685761" y="211779"/>
                  </a:lnTo>
                  <a:lnTo>
                    <a:pt x="720049" y="206805"/>
                  </a:lnTo>
                  <a:lnTo>
                    <a:pt x="754337" y="201808"/>
                  </a:lnTo>
                  <a:lnTo>
                    <a:pt x="788625" y="196788"/>
                  </a:lnTo>
                  <a:lnTo>
                    <a:pt x="822913" y="191745"/>
                  </a:lnTo>
                  <a:lnTo>
                    <a:pt x="857201" y="186680"/>
                  </a:lnTo>
                  <a:lnTo>
                    <a:pt x="891489" y="181591"/>
                  </a:lnTo>
                  <a:lnTo>
                    <a:pt x="925777" y="176480"/>
                  </a:lnTo>
                  <a:lnTo>
                    <a:pt x="960065" y="171344"/>
                  </a:lnTo>
                  <a:lnTo>
                    <a:pt x="994353" y="166186"/>
                  </a:lnTo>
                  <a:lnTo>
                    <a:pt x="1028641" y="161004"/>
                  </a:lnTo>
                  <a:lnTo>
                    <a:pt x="1062930" y="155798"/>
                  </a:lnTo>
                  <a:lnTo>
                    <a:pt x="1097218" y="150569"/>
                  </a:lnTo>
                  <a:lnTo>
                    <a:pt x="1131506" y="145316"/>
                  </a:lnTo>
                  <a:lnTo>
                    <a:pt x="1165794" y="140038"/>
                  </a:lnTo>
                  <a:lnTo>
                    <a:pt x="1200082" y="134737"/>
                  </a:lnTo>
                  <a:lnTo>
                    <a:pt x="1234370" y="129412"/>
                  </a:lnTo>
                  <a:lnTo>
                    <a:pt x="1268658" y="124062"/>
                  </a:lnTo>
                  <a:lnTo>
                    <a:pt x="1302946" y="118688"/>
                  </a:lnTo>
                  <a:lnTo>
                    <a:pt x="1337234" y="113289"/>
                  </a:lnTo>
                  <a:lnTo>
                    <a:pt x="1371522" y="107866"/>
                  </a:lnTo>
                  <a:lnTo>
                    <a:pt x="1405810" y="102418"/>
                  </a:lnTo>
                  <a:lnTo>
                    <a:pt x="1440098" y="96946"/>
                  </a:lnTo>
                  <a:lnTo>
                    <a:pt x="1474386" y="91448"/>
                  </a:lnTo>
                  <a:lnTo>
                    <a:pt x="1508674" y="85925"/>
                  </a:lnTo>
                  <a:lnTo>
                    <a:pt x="1542962" y="80378"/>
                  </a:lnTo>
                  <a:lnTo>
                    <a:pt x="1577251" y="74804"/>
                  </a:lnTo>
                  <a:lnTo>
                    <a:pt x="1611539" y="69206"/>
                  </a:lnTo>
                  <a:lnTo>
                    <a:pt x="1645827" y="63582"/>
                  </a:lnTo>
                  <a:lnTo>
                    <a:pt x="1680115" y="57932"/>
                  </a:lnTo>
                  <a:lnTo>
                    <a:pt x="1714403" y="52257"/>
                  </a:lnTo>
                  <a:lnTo>
                    <a:pt x="1748691" y="46555"/>
                  </a:lnTo>
                  <a:lnTo>
                    <a:pt x="1782979" y="40828"/>
                  </a:lnTo>
                  <a:lnTo>
                    <a:pt x="1817267" y="35075"/>
                  </a:lnTo>
                  <a:lnTo>
                    <a:pt x="1851555" y="29295"/>
                  </a:lnTo>
                  <a:lnTo>
                    <a:pt x="1885843" y="23489"/>
                  </a:lnTo>
                  <a:lnTo>
                    <a:pt x="1920131" y="17657"/>
                  </a:lnTo>
                  <a:lnTo>
                    <a:pt x="1954419" y="11798"/>
                  </a:lnTo>
                  <a:lnTo>
                    <a:pt x="1988707" y="5912"/>
                  </a:lnTo>
                  <a:lnTo>
                    <a:pt x="2022995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01215" y="3735091"/>
              <a:ext cx="0" cy="2036889"/>
            </a:xfrm>
            <a:custGeom>
              <a:avLst/>
              <a:pathLst>
                <a:path w="0" h="2036889">
                  <a:moveTo>
                    <a:pt x="0" y="203688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tx123"/>
            <p:cNvSpPr/>
            <p:nvPr/>
          </p:nvSpPr>
          <p:spPr>
            <a:xfrm>
              <a:off x="503004" y="5725553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503004" y="5157225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503004" y="458889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503004" y="402056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127" name="pl127"/>
            <p:cNvSpPr/>
            <p:nvPr/>
          </p:nvSpPr>
          <p:spPr>
            <a:xfrm>
              <a:off x="669584" y="57619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669584" y="519361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669584" y="462529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69584" y="40569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01215" y="5771981"/>
              <a:ext cx="2225295" cy="0"/>
            </a:xfrm>
            <a:custGeom>
              <a:avLst/>
              <a:pathLst>
                <a:path w="2225295" h="0">
                  <a:moveTo>
                    <a:pt x="0" y="0"/>
                  </a:moveTo>
                  <a:lnTo>
                    <a:pt x="222529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13616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1266154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1818692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2371231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923769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626062" y="5828917"/>
              <a:ext cx="1751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-0.4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1178600" y="5828917"/>
              <a:ext cx="1751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-0.2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1748055" y="58289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300593" y="58289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2853131" y="58289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56721" y="5954732"/>
              <a:ext cx="291428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Province warmed more than the species' range (°C)</a:t>
              </a:r>
            </a:p>
          </p:txBody>
        </p:sp>
        <p:sp>
          <p:nvSpPr>
            <p:cNvPr id="143" name="tx143"/>
            <p:cNvSpPr/>
            <p:nvPr/>
          </p:nvSpPr>
          <p:spPr>
            <a:xfrm rot="-5400000">
              <a:off x="-582656" y="4708045"/>
              <a:ext cx="196367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Annual hazard of a new record (%)</a:t>
              </a:r>
            </a:p>
          </p:txBody>
        </p:sp>
        <p:sp>
          <p:nvSpPr>
            <p:cNvPr id="144" name="rc144"/>
            <p:cNvSpPr/>
            <p:nvPr/>
          </p:nvSpPr>
          <p:spPr>
            <a:xfrm>
              <a:off x="823166" y="3742392"/>
              <a:ext cx="1002262" cy="63720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886429" y="3817633"/>
              <a:ext cx="70491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146" name="rc146"/>
            <p:cNvSpPr/>
            <p:nvPr/>
          </p:nvSpPr>
          <p:spPr>
            <a:xfrm>
              <a:off x="886429" y="3974713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97816" y="4031650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56B4E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86429" y="408858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97816" y="4145523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886429" y="4202459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97816" y="4259396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tx152"/>
            <p:cNvSpPr/>
            <p:nvPr/>
          </p:nvSpPr>
          <p:spPr>
            <a:xfrm>
              <a:off x="1063565" y="3990730"/>
              <a:ext cx="603138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3 visits/yr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063565" y="4104603"/>
              <a:ext cx="63495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60 visits/yr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063565" y="4218476"/>
              <a:ext cx="6986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1,163 visits/yr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01215" y="3437468"/>
              <a:ext cx="2284719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One SD of accumulated warming is 0.18 °C;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01215" y="3563655"/>
              <a:ext cx="2359426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one SD of effort multiplies annual visits by 7.9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701215" y="3256521"/>
              <a:ext cx="167335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Effect sizes you can picture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320650" y="3239644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59" name="rc159"/>
            <p:cNvSpPr/>
            <p:nvPr/>
          </p:nvSpPr>
          <p:spPr>
            <a:xfrm>
              <a:off x="4496040" y="3735091"/>
              <a:ext cx="2225295" cy="203688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346448" y="3735091"/>
              <a:ext cx="0" cy="2036889"/>
            </a:xfrm>
            <a:custGeom>
              <a:avLst/>
              <a:pathLst>
                <a:path w="0" h="2036889">
                  <a:moveTo>
                    <a:pt x="0" y="203688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4597190" y="3862397"/>
              <a:ext cx="1122386" cy="215440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4597190" y="4254106"/>
              <a:ext cx="1044216" cy="215440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4597190" y="4645816"/>
              <a:ext cx="1664023" cy="215440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4597190" y="5037525"/>
              <a:ext cx="1022564" cy="215440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4597190" y="5429235"/>
              <a:ext cx="1070944" cy="215440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tx166"/>
            <p:cNvSpPr/>
            <p:nvPr/>
          </p:nvSpPr>
          <p:spPr>
            <a:xfrm>
              <a:off x="5764822" y="3933312"/>
              <a:ext cx="251368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x1.50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5686653" y="4325022"/>
              <a:ext cx="251368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x1.39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6306460" y="4716731"/>
              <a:ext cx="251368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x2.22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5665001" y="5108441"/>
              <a:ext cx="251368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x1.36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5713381" y="5500150"/>
              <a:ext cx="251368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x1.43</a:t>
              </a:r>
            </a:p>
          </p:txBody>
        </p:sp>
        <p:sp>
          <p:nvSpPr>
            <p:cNvPr id="171" name="pl171"/>
            <p:cNvSpPr/>
            <p:nvPr/>
          </p:nvSpPr>
          <p:spPr>
            <a:xfrm>
              <a:off x="4496040" y="3735091"/>
              <a:ext cx="0" cy="2036889"/>
            </a:xfrm>
            <a:custGeom>
              <a:avLst/>
              <a:pathLst>
                <a:path w="0" h="2036889">
                  <a:moveTo>
                    <a:pt x="0" y="203688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tx172"/>
            <p:cNvSpPr/>
            <p:nvPr/>
          </p:nvSpPr>
          <p:spPr>
            <a:xfrm>
              <a:off x="3554147" y="5500562"/>
              <a:ext cx="88495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Survey effort (fixed)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3128951" y="5108852"/>
              <a:ext cx="131015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Accumulated warming (fixed)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3738673" y="4717143"/>
              <a:ext cx="70043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Province x year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4043717" y="4325433"/>
              <a:ext cx="39538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Province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4077550" y="3933724"/>
              <a:ext cx="36155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</a:t>
              </a:r>
            </a:p>
          </p:txBody>
        </p:sp>
        <p:sp>
          <p:nvSpPr>
            <p:cNvPr id="177" name="pl177"/>
            <p:cNvSpPr/>
            <p:nvPr/>
          </p:nvSpPr>
          <p:spPr>
            <a:xfrm>
              <a:off x="4464409" y="553695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464409" y="514524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4464409" y="475353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4464409" y="436182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4464409" y="397011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4496040" y="5771981"/>
              <a:ext cx="2225295" cy="0"/>
            </a:xfrm>
            <a:custGeom>
              <a:avLst/>
              <a:pathLst>
                <a:path w="2225295" h="0">
                  <a:moveTo>
                    <a:pt x="0" y="0"/>
                  </a:moveTo>
                  <a:lnTo>
                    <a:pt x="222529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4597190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5346448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6095705" y="57719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tx186"/>
            <p:cNvSpPr/>
            <p:nvPr/>
          </p:nvSpPr>
          <p:spPr>
            <a:xfrm>
              <a:off x="4568935" y="582891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5318193" y="582891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6067450" y="582891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4863635" y="5954732"/>
              <a:ext cx="149010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multiplier per 1 SD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4496040" y="3437468"/>
              <a:ext cx="2302642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One SD of province-by-year shock multiplies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496040" y="3563655"/>
              <a:ext cx="2245126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the hazard by 2.22 - more than either driver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496040" y="3256521"/>
              <a:ext cx="247710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observation process outweighs both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3104086" y="3239644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2026-10-13T21:31:26Z</dcterms:modified>
  <cp:category/>
</cp:coreProperties>
</file>