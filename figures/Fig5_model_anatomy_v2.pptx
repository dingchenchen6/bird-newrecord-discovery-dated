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229600" cy="6035040"/>
            <a:chOff x="182880" y="182880"/>
            <a:chExt cx="8229600" cy="603504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2296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229599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3225744" cy="29281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478213" y="252469"/>
              <a:ext cx="4864677" cy="29281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701215" y="806953"/>
              <a:ext cx="2675778" cy="20368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1215" y="2459931"/>
              <a:ext cx="2675778" cy="0"/>
            </a:xfrm>
            <a:custGeom>
              <a:avLst/>
              <a:pathLst>
                <a:path w="2675778" h="0">
                  <a:moveTo>
                    <a:pt x="0" y="0"/>
                  </a:moveTo>
                  <a:lnTo>
                    <a:pt x="2675778" y="0"/>
                  </a:lnTo>
                  <a:lnTo>
                    <a:pt x="26757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1215" y="1867048"/>
              <a:ext cx="2675778" cy="0"/>
            </a:xfrm>
            <a:custGeom>
              <a:avLst/>
              <a:pathLst>
                <a:path w="2675778" h="0">
                  <a:moveTo>
                    <a:pt x="0" y="0"/>
                  </a:moveTo>
                  <a:lnTo>
                    <a:pt x="2675778" y="0"/>
                  </a:lnTo>
                  <a:lnTo>
                    <a:pt x="26757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01215" y="1274166"/>
              <a:ext cx="2675778" cy="0"/>
            </a:xfrm>
            <a:custGeom>
              <a:avLst/>
              <a:pathLst>
                <a:path w="2675778" h="0">
                  <a:moveTo>
                    <a:pt x="0" y="0"/>
                  </a:moveTo>
                  <a:lnTo>
                    <a:pt x="2675778" y="0"/>
                  </a:lnTo>
                  <a:lnTo>
                    <a:pt x="26757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1215" y="2459931"/>
              <a:ext cx="2675778" cy="0"/>
            </a:xfrm>
            <a:custGeom>
              <a:avLst/>
              <a:pathLst>
                <a:path w="2675778" h="0">
                  <a:moveTo>
                    <a:pt x="0" y="0"/>
                  </a:moveTo>
                  <a:lnTo>
                    <a:pt x="2675778" y="0"/>
                  </a:lnTo>
                  <a:lnTo>
                    <a:pt x="2675778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2841" y="1360313"/>
              <a:ext cx="2211386" cy="1241572"/>
            </a:xfrm>
            <a:custGeom>
              <a:avLst/>
              <a:pathLst>
                <a:path w="2211386" h="1241572">
                  <a:moveTo>
                    <a:pt x="0" y="1241572"/>
                  </a:moveTo>
                  <a:lnTo>
                    <a:pt x="73712" y="1232979"/>
                  </a:lnTo>
                  <a:lnTo>
                    <a:pt x="147425" y="1234865"/>
                  </a:lnTo>
                  <a:lnTo>
                    <a:pt x="221138" y="1215948"/>
                  </a:lnTo>
                  <a:lnTo>
                    <a:pt x="294851" y="1098960"/>
                  </a:lnTo>
                  <a:lnTo>
                    <a:pt x="368564" y="1028034"/>
                  </a:lnTo>
                  <a:lnTo>
                    <a:pt x="442277" y="983675"/>
                  </a:lnTo>
                  <a:lnTo>
                    <a:pt x="515990" y="910640"/>
                  </a:lnTo>
                  <a:lnTo>
                    <a:pt x="589703" y="886103"/>
                  </a:lnTo>
                  <a:lnTo>
                    <a:pt x="663416" y="845693"/>
                  </a:lnTo>
                  <a:lnTo>
                    <a:pt x="737128" y="814251"/>
                  </a:lnTo>
                  <a:lnTo>
                    <a:pt x="810841" y="724511"/>
                  </a:lnTo>
                  <a:lnTo>
                    <a:pt x="884554" y="649734"/>
                  </a:lnTo>
                  <a:lnTo>
                    <a:pt x="958267" y="564834"/>
                  </a:lnTo>
                  <a:lnTo>
                    <a:pt x="1031980" y="537458"/>
                  </a:lnTo>
                  <a:lnTo>
                    <a:pt x="1105693" y="479848"/>
                  </a:lnTo>
                  <a:lnTo>
                    <a:pt x="1179406" y="396129"/>
                  </a:lnTo>
                  <a:lnTo>
                    <a:pt x="1253119" y="377885"/>
                  </a:lnTo>
                  <a:lnTo>
                    <a:pt x="1326832" y="293524"/>
                  </a:lnTo>
                  <a:lnTo>
                    <a:pt x="1400545" y="316741"/>
                  </a:lnTo>
                  <a:lnTo>
                    <a:pt x="1474257" y="299787"/>
                  </a:lnTo>
                  <a:lnTo>
                    <a:pt x="1547970" y="230265"/>
                  </a:lnTo>
                  <a:lnTo>
                    <a:pt x="1621683" y="217969"/>
                  </a:lnTo>
                  <a:lnTo>
                    <a:pt x="1695396" y="226179"/>
                  </a:lnTo>
                  <a:lnTo>
                    <a:pt x="1769109" y="258364"/>
                  </a:lnTo>
                  <a:lnTo>
                    <a:pt x="1842822" y="167524"/>
                  </a:lnTo>
                  <a:lnTo>
                    <a:pt x="1916535" y="173102"/>
                  </a:lnTo>
                  <a:lnTo>
                    <a:pt x="1990248" y="157713"/>
                  </a:lnTo>
                  <a:lnTo>
                    <a:pt x="2063961" y="143457"/>
                  </a:lnTo>
                  <a:lnTo>
                    <a:pt x="2137673" y="23932"/>
                  </a:lnTo>
                  <a:lnTo>
                    <a:pt x="2211386" y="0"/>
                  </a:lnTo>
                </a:path>
              </a:pathLst>
            </a:custGeom>
            <a:ln w="2032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2841" y="1729291"/>
              <a:ext cx="2211386" cy="860126"/>
            </a:xfrm>
            <a:custGeom>
              <a:avLst/>
              <a:pathLst>
                <a:path w="2211386" h="860126">
                  <a:moveTo>
                    <a:pt x="0" y="787940"/>
                  </a:moveTo>
                  <a:lnTo>
                    <a:pt x="73712" y="828947"/>
                  </a:lnTo>
                  <a:lnTo>
                    <a:pt x="147425" y="860126"/>
                  </a:lnTo>
                  <a:lnTo>
                    <a:pt x="221138" y="848595"/>
                  </a:lnTo>
                  <a:lnTo>
                    <a:pt x="294851" y="747496"/>
                  </a:lnTo>
                  <a:lnTo>
                    <a:pt x="368564" y="637673"/>
                  </a:lnTo>
                  <a:lnTo>
                    <a:pt x="442277" y="579978"/>
                  </a:lnTo>
                  <a:lnTo>
                    <a:pt x="515990" y="544322"/>
                  </a:lnTo>
                  <a:lnTo>
                    <a:pt x="589703" y="550199"/>
                  </a:lnTo>
                  <a:lnTo>
                    <a:pt x="663416" y="459857"/>
                  </a:lnTo>
                  <a:lnTo>
                    <a:pt x="737128" y="430617"/>
                  </a:lnTo>
                  <a:lnTo>
                    <a:pt x="810841" y="440486"/>
                  </a:lnTo>
                  <a:lnTo>
                    <a:pt x="884554" y="418624"/>
                  </a:lnTo>
                  <a:lnTo>
                    <a:pt x="958267" y="358348"/>
                  </a:lnTo>
                  <a:lnTo>
                    <a:pt x="1031980" y="384245"/>
                  </a:lnTo>
                  <a:lnTo>
                    <a:pt x="1105693" y="386351"/>
                  </a:lnTo>
                  <a:lnTo>
                    <a:pt x="1179406" y="347066"/>
                  </a:lnTo>
                  <a:lnTo>
                    <a:pt x="1253119" y="381308"/>
                  </a:lnTo>
                  <a:lnTo>
                    <a:pt x="1326832" y="389867"/>
                  </a:lnTo>
                  <a:lnTo>
                    <a:pt x="1400545" y="470395"/>
                  </a:lnTo>
                  <a:lnTo>
                    <a:pt x="1474257" y="470056"/>
                  </a:lnTo>
                  <a:lnTo>
                    <a:pt x="1547970" y="396237"/>
                  </a:lnTo>
                  <a:lnTo>
                    <a:pt x="1621683" y="380582"/>
                  </a:lnTo>
                  <a:lnTo>
                    <a:pt x="1695396" y="389899"/>
                  </a:lnTo>
                  <a:lnTo>
                    <a:pt x="1769109" y="421852"/>
                  </a:lnTo>
                  <a:lnTo>
                    <a:pt x="1842822" y="336247"/>
                  </a:lnTo>
                  <a:lnTo>
                    <a:pt x="1916535" y="261659"/>
                  </a:lnTo>
                  <a:lnTo>
                    <a:pt x="1990248" y="228418"/>
                  </a:lnTo>
                  <a:lnTo>
                    <a:pt x="2063961" y="225084"/>
                  </a:lnTo>
                  <a:lnTo>
                    <a:pt x="2137673" y="83874"/>
                  </a:lnTo>
                  <a:lnTo>
                    <a:pt x="2211386" y="0"/>
                  </a:lnTo>
                </a:path>
              </a:pathLst>
            </a:custGeom>
            <a:ln w="2032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2841" y="899539"/>
              <a:ext cx="2211386" cy="1851717"/>
            </a:xfrm>
            <a:custGeom>
              <a:avLst/>
              <a:pathLst>
                <a:path w="2211386" h="1851717">
                  <a:moveTo>
                    <a:pt x="0" y="1803496"/>
                  </a:moveTo>
                  <a:lnTo>
                    <a:pt x="73712" y="1788753"/>
                  </a:lnTo>
                  <a:lnTo>
                    <a:pt x="147425" y="1851717"/>
                  </a:lnTo>
                  <a:lnTo>
                    <a:pt x="221138" y="1747742"/>
                  </a:lnTo>
                  <a:lnTo>
                    <a:pt x="294851" y="1810521"/>
                  </a:lnTo>
                  <a:lnTo>
                    <a:pt x="368564" y="1547917"/>
                  </a:lnTo>
                  <a:lnTo>
                    <a:pt x="442277" y="1429067"/>
                  </a:lnTo>
                  <a:lnTo>
                    <a:pt x="515990" y="1330922"/>
                  </a:lnTo>
                  <a:lnTo>
                    <a:pt x="589703" y="1204482"/>
                  </a:lnTo>
                  <a:lnTo>
                    <a:pt x="663416" y="1191923"/>
                  </a:lnTo>
                  <a:lnTo>
                    <a:pt x="737128" y="1069456"/>
                  </a:lnTo>
                  <a:lnTo>
                    <a:pt x="810841" y="1054460"/>
                  </a:lnTo>
                  <a:lnTo>
                    <a:pt x="884554" y="965886"/>
                  </a:lnTo>
                  <a:lnTo>
                    <a:pt x="958267" y="835445"/>
                  </a:lnTo>
                  <a:lnTo>
                    <a:pt x="1031980" y="623522"/>
                  </a:lnTo>
                  <a:lnTo>
                    <a:pt x="1105693" y="538042"/>
                  </a:lnTo>
                  <a:lnTo>
                    <a:pt x="1179406" y="524030"/>
                  </a:lnTo>
                  <a:lnTo>
                    <a:pt x="1253119" y="438427"/>
                  </a:lnTo>
                  <a:lnTo>
                    <a:pt x="1326832" y="563208"/>
                  </a:lnTo>
                  <a:lnTo>
                    <a:pt x="1400545" y="448082"/>
                  </a:lnTo>
                  <a:lnTo>
                    <a:pt x="1474257" y="539095"/>
                  </a:lnTo>
                  <a:lnTo>
                    <a:pt x="1547970" y="410907"/>
                  </a:lnTo>
                  <a:lnTo>
                    <a:pt x="1621683" y="332128"/>
                  </a:lnTo>
                  <a:lnTo>
                    <a:pt x="1695396" y="342073"/>
                  </a:lnTo>
                  <a:lnTo>
                    <a:pt x="1769109" y="289532"/>
                  </a:lnTo>
                  <a:lnTo>
                    <a:pt x="1842822" y="264094"/>
                  </a:lnTo>
                  <a:lnTo>
                    <a:pt x="1916535" y="218284"/>
                  </a:lnTo>
                  <a:lnTo>
                    <a:pt x="1990248" y="200095"/>
                  </a:lnTo>
                  <a:lnTo>
                    <a:pt x="2063961" y="136459"/>
                  </a:lnTo>
                  <a:lnTo>
                    <a:pt x="2137673" y="62451"/>
                  </a:lnTo>
                  <a:lnTo>
                    <a:pt x="2211386" y="0"/>
                  </a:lnTo>
                </a:path>
              </a:pathLst>
            </a:custGeom>
            <a:ln w="2032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39376" y="1533416"/>
              <a:ext cx="0" cy="457534"/>
            </a:xfrm>
            <a:custGeom>
              <a:avLst/>
              <a:pathLst>
                <a:path w="0" h="457534">
                  <a:moveTo>
                    <a:pt x="0" y="457534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17234" y="1952600"/>
              <a:ext cx="44283" cy="38351"/>
            </a:xfrm>
            <a:custGeom>
              <a:avLst/>
              <a:pathLst>
                <a:path w="44283" h="38351">
                  <a:moveTo>
                    <a:pt x="0" y="0"/>
                  </a:moveTo>
                  <a:lnTo>
                    <a:pt x="22141" y="38351"/>
                  </a:ln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17234" y="1533416"/>
              <a:ext cx="44283" cy="38351"/>
            </a:xfrm>
            <a:custGeom>
              <a:avLst/>
              <a:pathLst>
                <a:path w="44283" h="38351">
                  <a:moveTo>
                    <a:pt x="44283" y="38351"/>
                  </a:moveTo>
                  <a:lnTo>
                    <a:pt x="22141" y="0"/>
                  </a:lnTo>
                  <a:lnTo>
                    <a:pt x="0" y="38351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16287" y="1117824"/>
              <a:ext cx="0" cy="415592"/>
            </a:xfrm>
            <a:custGeom>
              <a:avLst/>
              <a:pathLst>
                <a:path w="0" h="415592">
                  <a:moveTo>
                    <a:pt x="0" y="0"/>
                  </a:moveTo>
                  <a:lnTo>
                    <a:pt x="0" y="415592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894145" y="1117824"/>
              <a:ext cx="44283" cy="38351"/>
            </a:xfrm>
            <a:custGeom>
              <a:avLst/>
              <a:pathLst>
                <a:path w="44283" h="38351">
                  <a:moveTo>
                    <a:pt x="44283" y="38351"/>
                  </a:moveTo>
                  <a:lnTo>
                    <a:pt x="22141" y="0"/>
                  </a:lnTo>
                  <a:lnTo>
                    <a:pt x="0" y="38351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94145" y="1495065"/>
              <a:ext cx="44283" cy="38351"/>
            </a:xfrm>
            <a:custGeom>
              <a:avLst/>
              <a:pathLst>
                <a:path w="44283" h="38351">
                  <a:moveTo>
                    <a:pt x="0" y="0"/>
                  </a:moveTo>
                  <a:lnTo>
                    <a:pt x="22141" y="38351"/>
                  </a:ln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122917" y="1437724"/>
              <a:ext cx="57223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x = +0.31 °C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975258" y="1288815"/>
              <a:ext cx="546445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0072B2">
                      <a:alpha val="100000"/>
                    </a:srgbClr>
                  </a:solidFill>
                  <a:latin typeface="Arial"/>
                  <a:cs typeface="Arial"/>
                </a:rPr>
                <a:t>x = -0.28 °C</a:t>
              </a:r>
            </a:p>
          </p:txBody>
        </p:sp>
        <p:sp>
          <p:nvSpPr>
            <p:cNvPr id="23" name="pl23"/>
            <p:cNvSpPr/>
            <p:nvPr/>
          </p:nvSpPr>
          <p:spPr>
            <a:xfrm>
              <a:off x="701215" y="806953"/>
              <a:ext cx="0" cy="2036889"/>
            </a:xfrm>
            <a:custGeom>
              <a:avLst/>
              <a:pathLst>
                <a:path w="0" h="2036889">
                  <a:moveTo>
                    <a:pt x="0" y="203688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503004" y="242353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03004" y="183065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03004" y="123777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669584" y="245993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69584" y="18670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69584" y="127416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1215" y="2843843"/>
              <a:ext cx="2675778" cy="0"/>
            </a:xfrm>
            <a:custGeom>
              <a:avLst/>
              <a:pathLst>
                <a:path w="2675778" h="0">
                  <a:moveTo>
                    <a:pt x="0" y="0"/>
                  </a:moveTo>
                  <a:lnTo>
                    <a:pt x="2675778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96554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33683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70812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107941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783534" y="2900780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1995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520663" y="2900780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2005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257792" y="2900780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2015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94921" y="2900780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-713963" y="1779907"/>
              <a:ext cx="222628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15-yr mean anomaly vs 1980-2000 (°C)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806679" y="765367"/>
              <a:ext cx="1608601" cy="4090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69941" y="828630"/>
              <a:ext cx="113872" cy="941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81329" y="875721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2032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69941" y="922813"/>
              <a:ext cx="113872" cy="941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81329" y="969905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2032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869941" y="1016996"/>
              <a:ext cx="113872" cy="941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81329" y="1064088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2032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1047077" y="839328"/>
              <a:ext cx="82478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Yunnan (province)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047077" y="933511"/>
              <a:ext cx="130494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Aethopyga christinae (range)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047077" y="1027695"/>
              <a:ext cx="11521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Coracias garrulus (range)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215" y="509330"/>
              <a:ext cx="141430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Same province, same year,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01215" y="635517"/>
              <a:ext cx="153116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opposite sign for two species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01215" y="328384"/>
              <a:ext cx="267827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is referenced to each species' range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2903" y="310913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4045557" y="806953"/>
              <a:ext cx="2675778" cy="20368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968773" y="846892"/>
              <a:ext cx="501708" cy="911689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968773" y="1758582"/>
              <a:ext cx="501708" cy="1085260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296412" y="846892"/>
              <a:ext cx="501708" cy="1208107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296412" y="2055000"/>
              <a:ext cx="501708" cy="788843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132592" y="846892"/>
              <a:ext cx="501708" cy="844630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5132592" y="1691523"/>
              <a:ext cx="501708" cy="1152319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116803" y="1265933"/>
              <a:ext cx="20564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46%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116803" y="2264408"/>
              <a:ext cx="20564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444442" y="1414141"/>
              <a:ext cx="20564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444442" y="2412617"/>
              <a:ext cx="20564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280622" y="1232403"/>
              <a:ext cx="20564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280622" y="2230879"/>
              <a:ext cx="20564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4045557" y="806953"/>
              <a:ext cx="0" cy="2036889"/>
            </a:xfrm>
            <a:custGeom>
              <a:avLst/>
              <a:pathLst>
                <a:path w="0" h="2036889">
                  <a:moveTo>
                    <a:pt x="0" y="203688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841768" y="2807450"/>
              <a:ext cx="1468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785258" y="2308212"/>
              <a:ext cx="20336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785258" y="1808975"/>
              <a:ext cx="20336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785258" y="1309737"/>
              <a:ext cx="20336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728749" y="810499"/>
              <a:ext cx="25987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4013926" y="28438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013926" y="234460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013926" y="184536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013926" y="134613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013926" y="84689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045557" y="2843843"/>
              <a:ext cx="2675778" cy="0"/>
            </a:xfrm>
            <a:custGeom>
              <a:avLst/>
              <a:pathLst>
                <a:path w="2675778" h="0">
                  <a:moveTo>
                    <a:pt x="0" y="0"/>
                  </a:moveTo>
                  <a:lnTo>
                    <a:pt x="2675778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547266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383447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219627" y="284384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4253561" y="2900780"/>
              <a:ext cx="58741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Accumulated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355333" y="3010508"/>
              <a:ext cx="38386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warming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225255" y="2900780"/>
              <a:ext cx="31638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171626" y="3010508"/>
              <a:ext cx="42364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variability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118037" y="2900780"/>
              <a:ext cx="20317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Raw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996468" y="3010508"/>
              <a:ext cx="44631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gradient x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126897" y="1779907"/>
              <a:ext cx="99605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Share of variance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6847861" y="1558224"/>
              <a:ext cx="1393808" cy="5343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911124" y="1621487"/>
              <a:ext cx="113872" cy="2039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919306" y="1629669"/>
              <a:ext cx="97509" cy="187547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911124" y="1825398"/>
              <a:ext cx="113872" cy="2039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919306" y="1833580"/>
              <a:ext cx="97509" cy="187547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7088260" y="1632186"/>
              <a:ext cx="10901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Between province-years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088260" y="1741914"/>
              <a:ext cx="77934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(regional climate)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088260" y="1836097"/>
              <a:ext cx="92628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Within province-year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088260" y="1945825"/>
              <a:ext cx="105622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(purely among species)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045557" y="509330"/>
              <a:ext cx="1310518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 purely regional variable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45557" y="635517"/>
              <a:ext cx="1408358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would have no green band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045557" y="328384"/>
              <a:ext cx="206160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Species identity carries much of it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552316" y="310913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02" name="rc102"/>
            <p:cNvSpPr/>
            <p:nvPr/>
          </p:nvSpPr>
          <p:spPr>
            <a:xfrm>
              <a:off x="252469" y="3180606"/>
              <a:ext cx="2775262" cy="29677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3027731" y="3180606"/>
              <a:ext cx="5315159" cy="29677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01215" y="3735091"/>
              <a:ext cx="2225295" cy="20368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01215" y="5767333"/>
              <a:ext cx="2225295" cy="0"/>
            </a:xfrm>
            <a:custGeom>
              <a:avLst/>
              <a:pathLst>
                <a:path w="2225295" h="0">
                  <a:moveTo>
                    <a:pt x="0" y="0"/>
                  </a:moveTo>
                  <a:lnTo>
                    <a:pt x="2225295" y="0"/>
                  </a:lnTo>
                  <a:lnTo>
                    <a:pt x="222529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01215" y="5195760"/>
              <a:ext cx="2225295" cy="0"/>
            </a:xfrm>
            <a:custGeom>
              <a:avLst/>
              <a:pathLst>
                <a:path w="2225295" h="0">
                  <a:moveTo>
                    <a:pt x="0" y="0"/>
                  </a:moveTo>
                  <a:lnTo>
                    <a:pt x="2225295" y="0"/>
                  </a:lnTo>
                  <a:lnTo>
                    <a:pt x="222529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01215" y="4624187"/>
              <a:ext cx="2225295" cy="0"/>
            </a:xfrm>
            <a:custGeom>
              <a:avLst/>
              <a:pathLst>
                <a:path w="2225295" h="0">
                  <a:moveTo>
                    <a:pt x="0" y="0"/>
                  </a:moveTo>
                  <a:lnTo>
                    <a:pt x="2225295" y="0"/>
                  </a:lnTo>
                  <a:lnTo>
                    <a:pt x="222529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01215" y="4052614"/>
              <a:ext cx="2225295" cy="0"/>
            </a:xfrm>
            <a:custGeom>
              <a:avLst/>
              <a:pathLst>
                <a:path w="2225295" h="0">
                  <a:moveTo>
                    <a:pt x="0" y="0"/>
                  </a:moveTo>
                  <a:lnTo>
                    <a:pt x="2225295" y="0"/>
                  </a:lnTo>
                  <a:lnTo>
                    <a:pt x="222529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818775" y="3735091"/>
              <a:ext cx="0" cy="2036889"/>
            </a:xfrm>
            <a:custGeom>
              <a:avLst/>
              <a:pathLst>
                <a:path w="0" h="2036889">
                  <a:moveTo>
                    <a:pt x="0" y="203688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802365" y="3868093"/>
              <a:ext cx="2022995" cy="1811302"/>
            </a:xfrm>
            <a:custGeom>
              <a:avLst/>
              <a:pathLst>
                <a:path w="2022995" h="1811302">
                  <a:moveTo>
                    <a:pt x="0" y="1646196"/>
                  </a:moveTo>
                  <a:lnTo>
                    <a:pt x="34288" y="1640058"/>
                  </a:lnTo>
                  <a:lnTo>
                    <a:pt x="68576" y="1633748"/>
                  </a:lnTo>
                  <a:lnTo>
                    <a:pt x="102864" y="1627261"/>
                  </a:lnTo>
                  <a:lnTo>
                    <a:pt x="137152" y="1620589"/>
                  </a:lnTo>
                  <a:lnTo>
                    <a:pt x="171440" y="1613723"/>
                  </a:lnTo>
                  <a:lnTo>
                    <a:pt x="205728" y="1606655"/>
                  </a:lnTo>
                  <a:lnTo>
                    <a:pt x="240016" y="1599376"/>
                  </a:lnTo>
                  <a:lnTo>
                    <a:pt x="274304" y="1591876"/>
                  </a:lnTo>
                  <a:lnTo>
                    <a:pt x="308592" y="1584145"/>
                  </a:lnTo>
                  <a:lnTo>
                    <a:pt x="342880" y="1576170"/>
                  </a:lnTo>
                  <a:lnTo>
                    <a:pt x="377168" y="1567938"/>
                  </a:lnTo>
                  <a:lnTo>
                    <a:pt x="411456" y="1559437"/>
                  </a:lnTo>
                  <a:lnTo>
                    <a:pt x="445744" y="1550650"/>
                  </a:lnTo>
                  <a:lnTo>
                    <a:pt x="480032" y="1541561"/>
                  </a:lnTo>
                  <a:lnTo>
                    <a:pt x="514320" y="1532152"/>
                  </a:lnTo>
                  <a:lnTo>
                    <a:pt x="548609" y="1522403"/>
                  </a:lnTo>
                  <a:lnTo>
                    <a:pt x="582897" y="1512291"/>
                  </a:lnTo>
                  <a:lnTo>
                    <a:pt x="617185" y="1501792"/>
                  </a:lnTo>
                  <a:lnTo>
                    <a:pt x="651473" y="1490880"/>
                  </a:lnTo>
                  <a:lnTo>
                    <a:pt x="685761" y="1479524"/>
                  </a:lnTo>
                  <a:lnTo>
                    <a:pt x="720049" y="1467692"/>
                  </a:lnTo>
                  <a:lnTo>
                    <a:pt x="754337" y="1455348"/>
                  </a:lnTo>
                  <a:lnTo>
                    <a:pt x="788625" y="1442453"/>
                  </a:lnTo>
                  <a:lnTo>
                    <a:pt x="822913" y="1428964"/>
                  </a:lnTo>
                  <a:lnTo>
                    <a:pt x="857201" y="1414832"/>
                  </a:lnTo>
                  <a:lnTo>
                    <a:pt x="891489" y="1400007"/>
                  </a:lnTo>
                  <a:lnTo>
                    <a:pt x="925777" y="1384434"/>
                  </a:lnTo>
                  <a:lnTo>
                    <a:pt x="960065" y="1368052"/>
                  </a:lnTo>
                  <a:lnTo>
                    <a:pt x="994353" y="1350797"/>
                  </a:lnTo>
                  <a:lnTo>
                    <a:pt x="1028641" y="1332601"/>
                  </a:lnTo>
                  <a:lnTo>
                    <a:pt x="1062930" y="1313393"/>
                  </a:lnTo>
                  <a:lnTo>
                    <a:pt x="1097218" y="1293098"/>
                  </a:lnTo>
                  <a:lnTo>
                    <a:pt x="1131506" y="1271637"/>
                  </a:lnTo>
                  <a:lnTo>
                    <a:pt x="1165794" y="1248931"/>
                  </a:lnTo>
                  <a:lnTo>
                    <a:pt x="1200082" y="1224897"/>
                  </a:lnTo>
                  <a:lnTo>
                    <a:pt x="1234370" y="1199451"/>
                  </a:lnTo>
                  <a:lnTo>
                    <a:pt x="1268658" y="1172510"/>
                  </a:lnTo>
                  <a:lnTo>
                    <a:pt x="1302946" y="1143985"/>
                  </a:lnTo>
                  <a:lnTo>
                    <a:pt x="1337234" y="1113791"/>
                  </a:lnTo>
                  <a:lnTo>
                    <a:pt x="1371522" y="1081838"/>
                  </a:lnTo>
                  <a:lnTo>
                    <a:pt x="1405810" y="1048037"/>
                  </a:lnTo>
                  <a:lnTo>
                    <a:pt x="1440098" y="1012296"/>
                  </a:lnTo>
                  <a:lnTo>
                    <a:pt x="1474386" y="974521"/>
                  </a:lnTo>
                  <a:lnTo>
                    <a:pt x="1508674" y="934614"/>
                  </a:lnTo>
                  <a:lnTo>
                    <a:pt x="1542962" y="892477"/>
                  </a:lnTo>
                  <a:lnTo>
                    <a:pt x="1577251" y="848005"/>
                  </a:lnTo>
                  <a:lnTo>
                    <a:pt x="1611539" y="801089"/>
                  </a:lnTo>
                  <a:lnTo>
                    <a:pt x="1645827" y="751616"/>
                  </a:lnTo>
                  <a:lnTo>
                    <a:pt x="1680115" y="699467"/>
                  </a:lnTo>
                  <a:lnTo>
                    <a:pt x="1714403" y="644519"/>
                  </a:lnTo>
                  <a:lnTo>
                    <a:pt x="1748691" y="586640"/>
                  </a:lnTo>
                  <a:lnTo>
                    <a:pt x="1782979" y="525693"/>
                  </a:lnTo>
                  <a:lnTo>
                    <a:pt x="1817267" y="461533"/>
                  </a:lnTo>
                  <a:lnTo>
                    <a:pt x="1851555" y="394008"/>
                  </a:lnTo>
                  <a:lnTo>
                    <a:pt x="1885843" y="322958"/>
                  </a:lnTo>
                  <a:lnTo>
                    <a:pt x="1920131" y="248214"/>
                  </a:lnTo>
                  <a:lnTo>
                    <a:pt x="1954419" y="169599"/>
                  </a:lnTo>
                  <a:lnTo>
                    <a:pt x="1988707" y="86926"/>
                  </a:lnTo>
                  <a:lnTo>
                    <a:pt x="2022995" y="0"/>
                  </a:lnTo>
                  <a:lnTo>
                    <a:pt x="2022995" y="1081078"/>
                  </a:lnTo>
                  <a:lnTo>
                    <a:pt x="1988707" y="1101279"/>
                  </a:lnTo>
                  <a:lnTo>
                    <a:pt x="1954419" y="1121111"/>
                  </a:lnTo>
                  <a:lnTo>
                    <a:pt x="1920131" y="1140587"/>
                  </a:lnTo>
                  <a:lnTo>
                    <a:pt x="1885843" y="1159722"/>
                  </a:lnTo>
                  <a:lnTo>
                    <a:pt x="1851555" y="1178527"/>
                  </a:lnTo>
                  <a:lnTo>
                    <a:pt x="1817267" y="1197017"/>
                  </a:lnTo>
                  <a:lnTo>
                    <a:pt x="1782979" y="1215204"/>
                  </a:lnTo>
                  <a:lnTo>
                    <a:pt x="1748691" y="1233101"/>
                  </a:lnTo>
                  <a:lnTo>
                    <a:pt x="1714403" y="1250722"/>
                  </a:lnTo>
                  <a:lnTo>
                    <a:pt x="1680115" y="1268080"/>
                  </a:lnTo>
                  <a:lnTo>
                    <a:pt x="1645827" y="1285187"/>
                  </a:lnTo>
                  <a:lnTo>
                    <a:pt x="1611539" y="1302056"/>
                  </a:lnTo>
                  <a:lnTo>
                    <a:pt x="1577251" y="1318699"/>
                  </a:lnTo>
                  <a:lnTo>
                    <a:pt x="1542962" y="1335126"/>
                  </a:lnTo>
                  <a:lnTo>
                    <a:pt x="1508674" y="1351349"/>
                  </a:lnTo>
                  <a:lnTo>
                    <a:pt x="1474386" y="1367377"/>
                  </a:lnTo>
                  <a:lnTo>
                    <a:pt x="1440098" y="1383218"/>
                  </a:lnTo>
                  <a:lnTo>
                    <a:pt x="1405810" y="1398877"/>
                  </a:lnTo>
                  <a:lnTo>
                    <a:pt x="1371522" y="1414360"/>
                  </a:lnTo>
                  <a:lnTo>
                    <a:pt x="1337234" y="1429668"/>
                  </a:lnTo>
                  <a:lnTo>
                    <a:pt x="1302946" y="1444801"/>
                  </a:lnTo>
                  <a:lnTo>
                    <a:pt x="1268658" y="1459756"/>
                  </a:lnTo>
                  <a:lnTo>
                    <a:pt x="1234370" y="1474527"/>
                  </a:lnTo>
                  <a:lnTo>
                    <a:pt x="1200082" y="1489105"/>
                  </a:lnTo>
                  <a:lnTo>
                    <a:pt x="1165794" y="1503481"/>
                  </a:lnTo>
                  <a:lnTo>
                    <a:pt x="1131506" y="1517640"/>
                  </a:lnTo>
                  <a:lnTo>
                    <a:pt x="1097218" y="1531568"/>
                  </a:lnTo>
                  <a:lnTo>
                    <a:pt x="1062930" y="1545250"/>
                  </a:lnTo>
                  <a:lnTo>
                    <a:pt x="1028641" y="1558669"/>
                  </a:lnTo>
                  <a:lnTo>
                    <a:pt x="994353" y="1571808"/>
                  </a:lnTo>
                  <a:lnTo>
                    <a:pt x="960065" y="1584653"/>
                  </a:lnTo>
                  <a:lnTo>
                    <a:pt x="925777" y="1597188"/>
                  </a:lnTo>
                  <a:lnTo>
                    <a:pt x="891489" y="1609400"/>
                  </a:lnTo>
                  <a:lnTo>
                    <a:pt x="857201" y="1621278"/>
                  </a:lnTo>
                  <a:lnTo>
                    <a:pt x="822913" y="1632814"/>
                  </a:lnTo>
                  <a:lnTo>
                    <a:pt x="788625" y="1644000"/>
                  </a:lnTo>
                  <a:lnTo>
                    <a:pt x="754337" y="1654830"/>
                  </a:lnTo>
                  <a:lnTo>
                    <a:pt x="720049" y="1665304"/>
                  </a:lnTo>
                  <a:lnTo>
                    <a:pt x="685761" y="1675418"/>
                  </a:lnTo>
                  <a:lnTo>
                    <a:pt x="651473" y="1685175"/>
                  </a:lnTo>
                  <a:lnTo>
                    <a:pt x="617185" y="1694578"/>
                  </a:lnTo>
                  <a:lnTo>
                    <a:pt x="582897" y="1703629"/>
                  </a:lnTo>
                  <a:lnTo>
                    <a:pt x="548609" y="1712334"/>
                  </a:lnTo>
                  <a:lnTo>
                    <a:pt x="514320" y="1720700"/>
                  </a:lnTo>
                  <a:lnTo>
                    <a:pt x="480032" y="1728734"/>
                  </a:lnTo>
                  <a:lnTo>
                    <a:pt x="445744" y="1736444"/>
                  </a:lnTo>
                  <a:lnTo>
                    <a:pt x="411456" y="1743837"/>
                  </a:lnTo>
                  <a:lnTo>
                    <a:pt x="377168" y="1750924"/>
                  </a:lnTo>
                  <a:lnTo>
                    <a:pt x="342880" y="1757713"/>
                  </a:lnTo>
                  <a:lnTo>
                    <a:pt x="308592" y="1764213"/>
                  </a:lnTo>
                  <a:lnTo>
                    <a:pt x="274304" y="1770434"/>
                  </a:lnTo>
                  <a:lnTo>
                    <a:pt x="240016" y="1776386"/>
                  </a:lnTo>
                  <a:lnTo>
                    <a:pt x="205728" y="1782079"/>
                  </a:lnTo>
                  <a:lnTo>
                    <a:pt x="171440" y="1787521"/>
                  </a:lnTo>
                  <a:lnTo>
                    <a:pt x="137152" y="1792722"/>
                  </a:lnTo>
                  <a:lnTo>
                    <a:pt x="102864" y="1797692"/>
                  </a:lnTo>
                  <a:lnTo>
                    <a:pt x="68576" y="1802439"/>
                  </a:lnTo>
                  <a:lnTo>
                    <a:pt x="34288" y="1806973"/>
                  </a:lnTo>
                  <a:lnTo>
                    <a:pt x="0" y="1811302"/>
                  </a:lnTo>
                  <a:close/>
                </a:path>
              </a:pathLst>
            </a:custGeom>
            <a:solidFill>
              <a:srgbClr val="56B4E9">
                <a:alpha val="14117"/>
              </a:srgbClr>
            </a:solidFill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02365" y="3868093"/>
              <a:ext cx="2022995" cy="1646196"/>
            </a:xfrm>
            <a:custGeom>
              <a:avLst/>
              <a:pathLst>
                <a:path w="2022995" h="1646196">
                  <a:moveTo>
                    <a:pt x="0" y="1646196"/>
                  </a:moveTo>
                  <a:lnTo>
                    <a:pt x="34288" y="1640058"/>
                  </a:lnTo>
                  <a:lnTo>
                    <a:pt x="68576" y="1633748"/>
                  </a:lnTo>
                  <a:lnTo>
                    <a:pt x="102864" y="1627261"/>
                  </a:lnTo>
                  <a:lnTo>
                    <a:pt x="137152" y="1620589"/>
                  </a:lnTo>
                  <a:lnTo>
                    <a:pt x="171440" y="1613723"/>
                  </a:lnTo>
                  <a:lnTo>
                    <a:pt x="205728" y="1606655"/>
                  </a:lnTo>
                  <a:lnTo>
                    <a:pt x="240016" y="1599376"/>
                  </a:lnTo>
                  <a:lnTo>
                    <a:pt x="274304" y="1591876"/>
                  </a:lnTo>
                  <a:lnTo>
                    <a:pt x="308592" y="1584145"/>
                  </a:lnTo>
                  <a:lnTo>
                    <a:pt x="342880" y="1576170"/>
                  </a:lnTo>
                  <a:lnTo>
                    <a:pt x="377168" y="1567938"/>
                  </a:lnTo>
                  <a:lnTo>
                    <a:pt x="411456" y="1559437"/>
                  </a:lnTo>
                  <a:lnTo>
                    <a:pt x="445744" y="1550650"/>
                  </a:lnTo>
                  <a:lnTo>
                    <a:pt x="480032" y="1541561"/>
                  </a:lnTo>
                  <a:lnTo>
                    <a:pt x="514320" y="1532152"/>
                  </a:lnTo>
                  <a:lnTo>
                    <a:pt x="548609" y="1522403"/>
                  </a:lnTo>
                  <a:lnTo>
                    <a:pt x="582897" y="1512291"/>
                  </a:lnTo>
                  <a:lnTo>
                    <a:pt x="617185" y="1501792"/>
                  </a:lnTo>
                  <a:lnTo>
                    <a:pt x="651473" y="1490880"/>
                  </a:lnTo>
                  <a:lnTo>
                    <a:pt x="685761" y="1479524"/>
                  </a:lnTo>
                  <a:lnTo>
                    <a:pt x="720049" y="1467692"/>
                  </a:lnTo>
                  <a:lnTo>
                    <a:pt x="754337" y="1455348"/>
                  </a:lnTo>
                  <a:lnTo>
                    <a:pt x="788625" y="1442453"/>
                  </a:lnTo>
                  <a:lnTo>
                    <a:pt x="822913" y="1428964"/>
                  </a:lnTo>
                  <a:lnTo>
                    <a:pt x="857201" y="1414832"/>
                  </a:lnTo>
                  <a:lnTo>
                    <a:pt x="891489" y="1400007"/>
                  </a:lnTo>
                  <a:lnTo>
                    <a:pt x="925777" y="1384434"/>
                  </a:lnTo>
                  <a:lnTo>
                    <a:pt x="960065" y="1368052"/>
                  </a:lnTo>
                  <a:lnTo>
                    <a:pt x="994353" y="1350797"/>
                  </a:lnTo>
                  <a:lnTo>
                    <a:pt x="1028641" y="1332601"/>
                  </a:lnTo>
                  <a:lnTo>
                    <a:pt x="1062930" y="1313393"/>
                  </a:lnTo>
                  <a:lnTo>
                    <a:pt x="1097218" y="1293098"/>
                  </a:lnTo>
                  <a:lnTo>
                    <a:pt x="1131506" y="1271637"/>
                  </a:lnTo>
                  <a:lnTo>
                    <a:pt x="1165794" y="1248931"/>
                  </a:lnTo>
                  <a:lnTo>
                    <a:pt x="1200082" y="1224897"/>
                  </a:lnTo>
                  <a:lnTo>
                    <a:pt x="1234370" y="1199451"/>
                  </a:lnTo>
                  <a:lnTo>
                    <a:pt x="1268658" y="1172510"/>
                  </a:lnTo>
                  <a:lnTo>
                    <a:pt x="1302946" y="1143985"/>
                  </a:lnTo>
                  <a:lnTo>
                    <a:pt x="1337234" y="1113791"/>
                  </a:lnTo>
                  <a:lnTo>
                    <a:pt x="1371522" y="1081838"/>
                  </a:lnTo>
                  <a:lnTo>
                    <a:pt x="1405810" y="1048037"/>
                  </a:lnTo>
                  <a:lnTo>
                    <a:pt x="1440098" y="1012296"/>
                  </a:lnTo>
                  <a:lnTo>
                    <a:pt x="1474386" y="974521"/>
                  </a:lnTo>
                  <a:lnTo>
                    <a:pt x="1508674" y="934614"/>
                  </a:lnTo>
                  <a:lnTo>
                    <a:pt x="1542962" y="892477"/>
                  </a:lnTo>
                  <a:lnTo>
                    <a:pt x="1577251" y="848005"/>
                  </a:lnTo>
                  <a:lnTo>
                    <a:pt x="1611539" y="801089"/>
                  </a:lnTo>
                  <a:lnTo>
                    <a:pt x="1645827" y="751616"/>
                  </a:lnTo>
                  <a:lnTo>
                    <a:pt x="1680115" y="699467"/>
                  </a:lnTo>
                  <a:lnTo>
                    <a:pt x="1714403" y="644519"/>
                  </a:lnTo>
                  <a:lnTo>
                    <a:pt x="1748691" y="586640"/>
                  </a:lnTo>
                  <a:lnTo>
                    <a:pt x="1782979" y="525693"/>
                  </a:lnTo>
                  <a:lnTo>
                    <a:pt x="1817267" y="461533"/>
                  </a:lnTo>
                  <a:lnTo>
                    <a:pt x="1851555" y="394008"/>
                  </a:lnTo>
                  <a:lnTo>
                    <a:pt x="1885843" y="322958"/>
                  </a:lnTo>
                  <a:lnTo>
                    <a:pt x="1920131" y="248214"/>
                  </a:lnTo>
                  <a:lnTo>
                    <a:pt x="1954419" y="169599"/>
                  </a:lnTo>
                  <a:lnTo>
                    <a:pt x="1988707" y="86926"/>
                  </a:lnTo>
                  <a:lnTo>
                    <a:pt x="202299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02365" y="4949172"/>
              <a:ext cx="2022995" cy="730223"/>
            </a:xfrm>
            <a:custGeom>
              <a:avLst/>
              <a:pathLst>
                <a:path w="2022995" h="730223">
                  <a:moveTo>
                    <a:pt x="2022995" y="0"/>
                  </a:moveTo>
                  <a:lnTo>
                    <a:pt x="1988707" y="20200"/>
                  </a:lnTo>
                  <a:lnTo>
                    <a:pt x="1954419" y="40032"/>
                  </a:lnTo>
                  <a:lnTo>
                    <a:pt x="1920131" y="59508"/>
                  </a:lnTo>
                  <a:lnTo>
                    <a:pt x="1885843" y="78643"/>
                  </a:lnTo>
                  <a:lnTo>
                    <a:pt x="1851555" y="97448"/>
                  </a:lnTo>
                  <a:lnTo>
                    <a:pt x="1817267" y="115938"/>
                  </a:lnTo>
                  <a:lnTo>
                    <a:pt x="1782979" y="134125"/>
                  </a:lnTo>
                  <a:lnTo>
                    <a:pt x="1748691" y="152022"/>
                  </a:lnTo>
                  <a:lnTo>
                    <a:pt x="1714403" y="169643"/>
                  </a:lnTo>
                  <a:lnTo>
                    <a:pt x="1680115" y="187001"/>
                  </a:lnTo>
                  <a:lnTo>
                    <a:pt x="1645827" y="204108"/>
                  </a:lnTo>
                  <a:lnTo>
                    <a:pt x="1611539" y="220977"/>
                  </a:lnTo>
                  <a:lnTo>
                    <a:pt x="1577251" y="237620"/>
                  </a:lnTo>
                  <a:lnTo>
                    <a:pt x="1542962" y="254047"/>
                  </a:lnTo>
                  <a:lnTo>
                    <a:pt x="1508674" y="270270"/>
                  </a:lnTo>
                  <a:lnTo>
                    <a:pt x="1474386" y="286298"/>
                  </a:lnTo>
                  <a:lnTo>
                    <a:pt x="1440098" y="302139"/>
                  </a:lnTo>
                  <a:lnTo>
                    <a:pt x="1405810" y="317798"/>
                  </a:lnTo>
                  <a:lnTo>
                    <a:pt x="1371522" y="333281"/>
                  </a:lnTo>
                  <a:lnTo>
                    <a:pt x="1337234" y="348589"/>
                  </a:lnTo>
                  <a:lnTo>
                    <a:pt x="1302946" y="363722"/>
                  </a:lnTo>
                  <a:lnTo>
                    <a:pt x="1268658" y="378677"/>
                  </a:lnTo>
                  <a:lnTo>
                    <a:pt x="1234370" y="393448"/>
                  </a:lnTo>
                  <a:lnTo>
                    <a:pt x="1200082" y="408026"/>
                  </a:lnTo>
                  <a:lnTo>
                    <a:pt x="1165794" y="422402"/>
                  </a:lnTo>
                  <a:lnTo>
                    <a:pt x="1131506" y="436561"/>
                  </a:lnTo>
                  <a:lnTo>
                    <a:pt x="1097218" y="450490"/>
                  </a:lnTo>
                  <a:lnTo>
                    <a:pt x="1062930" y="464171"/>
                  </a:lnTo>
                  <a:lnTo>
                    <a:pt x="1028641" y="477590"/>
                  </a:lnTo>
                  <a:lnTo>
                    <a:pt x="994353" y="490730"/>
                  </a:lnTo>
                  <a:lnTo>
                    <a:pt x="960065" y="503574"/>
                  </a:lnTo>
                  <a:lnTo>
                    <a:pt x="925777" y="516109"/>
                  </a:lnTo>
                  <a:lnTo>
                    <a:pt x="891489" y="528321"/>
                  </a:lnTo>
                  <a:lnTo>
                    <a:pt x="857201" y="540200"/>
                  </a:lnTo>
                  <a:lnTo>
                    <a:pt x="822913" y="551735"/>
                  </a:lnTo>
                  <a:lnTo>
                    <a:pt x="788625" y="562921"/>
                  </a:lnTo>
                  <a:lnTo>
                    <a:pt x="754337" y="573752"/>
                  </a:lnTo>
                  <a:lnTo>
                    <a:pt x="720049" y="584225"/>
                  </a:lnTo>
                  <a:lnTo>
                    <a:pt x="685761" y="594339"/>
                  </a:lnTo>
                  <a:lnTo>
                    <a:pt x="651473" y="604097"/>
                  </a:lnTo>
                  <a:lnTo>
                    <a:pt x="617185" y="613499"/>
                  </a:lnTo>
                  <a:lnTo>
                    <a:pt x="582897" y="622550"/>
                  </a:lnTo>
                  <a:lnTo>
                    <a:pt x="548609" y="631256"/>
                  </a:lnTo>
                  <a:lnTo>
                    <a:pt x="514320" y="639622"/>
                  </a:lnTo>
                  <a:lnTo>
                    <a:pt x="480032" y="647656"/>
                  </a:lnTo>
                  <a:lnTo>
                    <a:pt x="445744" y="655365"/>
                  </a:lnTo>
                  <a:lnTo>
                    <a:pt x="411456" y="662759"/>
                  </a:lnTo>
                  <a:lnTo>
                    <a:pt x="377168" y="669845"/>
                  </a:lnTo>
                  <a:lnTo>
                    <a:pt x="342880" y="676634"/>
                  </a:lnTo>
                  <a:lnTo>
                    <a:pt x="308592" y="683134"/>
                  </a:lnTo>
                  <a:lnTo>
                    <a:pt x="274304" y="689355"/>
                  </a:lnTo>
                  <a:lnTo>
                    <a:pt x="240016" y="695307"/>
                  </a:lnTo>
                  <a:lnTo>
                    <a:pt x="205728" y="701000"/>
                  </a:lnTo>
                  <a:lnTo>
                    <a:pt x="171440" y="706442"/>
                  </a:lnTo>
                  <a:lnTo>
                    <a:pt x="137152" y="711643"/>
                  </a:lnTo>
                  <a:lnTo>
                    <a:pt x="102864" y="716613"/>
                  </a:lnTo>
                  <a:lnTo>
                    <a:pt x="68576" y="721360"/>
                  </a:lnTo>
                  <a:lnTo>
                    <a:pt x="34288" y="725894"/>
                  </a:lnTo>
                  <a:lnTo>
                    <a:pt x="0" y="7302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802365" y="4083969"/>
              <a:ext cx="2022995" cy="1424576"/>
            </a:xfrm>
            <a:custGeom>
              <a:avLst/>
              <a:pathLst>
                <a:path w="2022995" h="1424576">
                  <a:moveTo>
                    <a:pt x="0" y="1193261"/>
                  </a:moveTo>
                  <a:lnTo>
                    <a:pt x="34288" y="1185693"/>
                  </a:lnTo>
                  <a:lnTo>
                    <a:pt x="68576" y="1177972"/>
                  </a:lnTo>
                  <a:lnTo>
                    <a:pt x="102864" y="1170093"/>
                  </a:lnTo>
                  <a:lnTo>
                    <a:pt x="137152" y="1162050"/>
                  </a:lnTo>
                  <a:lnTo>
                    <a:pt x="171440" y="1153836"/>
                  </a:lnTo>
                  <a:lnTo>
                    <a:pt x="205728" y="1145445"/>
                  </a:lnTo>
                  <a:lnTo>
                    <a:pt x="240016" y="1136869"/>
                  </a:lnTo>
                  <a:lnTo>
                    <a:pt x="274304" y="1128099"/>
                  </a:lnTo>
                  <a:lnTo>
                    <a:pt x="308592" y="1119128"/>
                  </a:lnTo>
                  <a:lnTo>
                    <a:pt x="342880" y="1109945"/>
                  </a:lnTo>
                  <a:lnTo>
                    <a:pt x="377168" y="1100542"/>
                  </a:lnTo>
                  <a:lnTo>
                    <a:pt x="411456" y="1090907"/>
                  </a:lnTo>
                  <a:lnTo>
                    <a:pt x="445744" y="1081029"/>
                  </a:lnTo>
                  <a:lnTo>
                    <a:pt x="480032" y="1070896"/>
                  </a:lnTo>
                  <a:lnTo>
                    <a:pt x="514320" y="1060494"/>
                  </a:lnTo>
                  <a:lnTo>
                    <a:pt x="548609" y="1049809"/>
                  </a:lnTo>
                  <a:lnTo>
                    <a:pt x="582897" y="1038827"/>
                  </a:lnTo>
                  <a:lnTo>
                    <a:pt x="617185" y="1027531"/>
                  </a:lnTo>
                  <a:lnTo>
                    <a:pt x="651473" y="1015903"/>
                  </a:lnTo>
                  <a:lnTo>
                    <a:pt x="685761" y="1003926"/>
                  </a:lnTo>
                  <a:lnTo>
                    <a:pt x="720049" y="991581"/>
                  </a:lnTo>
                  <a:lnTo>
                    <a:pt x="754337" y="978845"/>
                  </a:lnTo>
                  <a:lnTo>
                    <a:pt x="788625" y="965699"/>
                  </a:lnTo>
                  <a:lnTo>
                    <a:pt x="822913" y="952119"/>
                  </a:lnTo>
                  <a:lnTo>
                    <a:pt x="857201" y="938081"/>
                  </a:lnTo>
                  <a:lnTo>
                    <a:pt x="891489" y="923561"/>
                  </a:lnTo>
                  <a:lnTo>
                    <a:pt x="925777" y="908534"/>
                  </a:lnTo>
                  <a:lnTo>
                    <a:pt x="960065" y="892972"/>
                  </a:lnTo>
                  <a:lnTo>
                    <a:pt x="994353" y="876850"/>
                  </a:lnTo>
                  <a:lnTo>
                    <a:pt x="1028641" y="860139"/>
                  </a:lnTo>
                  <a:lnTo>
                    <a:pt x="1062930" y="842813"/>
                  </a:lnTo>
                  <a:lnTo>
                    <a:pt x="1097218" y="824844"/>
                  </a:lnTo>
                  <a:lnTo>
                    <a:pt x="1131506" y="806204"/>
                  </a:lnTo>
                  <a:lnTo>
                    <a:pt x="1165794" y="786865"/>
                  </a:lnTo>
                  <a:lnTo>
                    <a:pt x="1200082" y="766800"/>
                  </a:lnTo>
                  <a:lnTo>
                    <a:pt x="1234370" y="745982"/>
                  </a:lnTo>
                  <a:lnTo>
                    <a:pt x="1268658" y="724385"/>
                  </a:lnTo>
                  <a:lnTo>
                    <a:pt x="1302946" y="701982"/>
                  </a:lnTo>
                  <a:lnTo>
                    <a:pt x="1337234" y="678747"/>
                  </a:lnTo>
                  <a:lnTo>
                    <a:pt x="1371522" y="654655"/>
                  </a:lnTo>
                  <a:lnTo>
                    <a:pt x="1405810" y="629681"/>
                  </a:lnTo>
                  <a:lnTo>
                    <a:pt x="1440098" y="603801"/>
                  </a:lnTo>
                  <a:lnTo>
                    <a:pt x="1474386" y="576988"/>
                  </a:lnTo>
                  <a:lnTo>
                    <a:pt x="1508674" y="549219"/>
                  </a:lnTo>
                  <a:lnTo>
                    <a:pt x="1542962" y="520469"/>
                  </a:lnTo>
                  <a:lnTo>
                    <a:pt x="1577251" y="490713"/>
                  </a:lnTo>
                  <a:lnTo>
                    <a:pt x="1611539" y="459926"/>
                  </a:lnTo>
                  <a:lnTo>
                    <a:pt x="1645827" y="428082"/>
                  </a:lnTo>
                  <a:lnTo>
                    <a:pt x="1680115" y="395154"/>
                  </a:lnTo>
                  <a:lnTo>
                    <a:pt x="1714403" y="361117"/>
                  </a:lnTo>
                  <a:lnTo>
                    <a:pt x="1748691" y="325942"/>
                  </a:lnTo>
                  <a:lnTo>
                    <a:pt x="1782979" y="289601"/>
                  </a:lnTo>
                  <a:lnTo>
                    <a:pt x="1817267" y="252065"/>
                  </a:lnTo>
                  <a:lnTo>
                    <a:pt x="1851555" y="213305"/>
                  </a:lnTo>
                  <a:lnTo>
                    <a:pt x="1885843" y="173288"/>
                  </a:lnTo>
                  <a:lnTo>
                    <a:pt x="1920131" y="131982"/>
                  </a:lnTo>
                  <a:lnTo>
                    <a:pt x="1954419" y="89356"/>
                  </a:lnTo>
                  <a:lnTo>
                    <a:pt x="1988707" y="45373"/>
                  </a:lnTo>
                  <a:lnTo>
                    <a:pt x="2022995" y="0"/>
                  </a:lnTo>
                  <a:lnTo>
                    <a:pt x="2022995" y="715286"/>
                  </a:lnTo>
                  <a:lnTo>
                    <a:pt x="1988707" y="730558"/>
                  </a:lnTo>
                  <a:lnTo>
                    <a:pt x="1954419" y="745690"/>
                  </a:lnTo>
                  <a:lnTo>
                    <a:pt x="1920131" y="760689"/>
                  </a:lnTo>
                  <a:lnTo>
                    <a:pt x="1885843" y="775559"/>
                  </a:lnTo>
                  <a:lnTo>
                    <a:pt x="1851555" y="790306"/>
                  </a:lnTo>
                  <a:lnTo>
                    <a:pt x="1817267" y="804936"/>
                  </a:lnTo>
                  <a:lnTo>
                    <a:pt x="1782979" y="819454"/>
                  </a:lnTo>
                  <a:lnTo>
                    <a:pt x="1748691" y="833866"/>
                  </a:lnTo>
                  <a:lnTo>
                    <a:pt x="1714403" y="848177"/>
                  </a:lnTo>
                  <a:lnTo>
                    <a:pt x="1680115" y="862393"/>
                  </a:lnTo>
                  <a:lnTo>
                    <a:pt x="1645827" y="876519"/>
                  </a:lnTo>
                  <a:lnTo>
                    <a:pt x="1611539" y="890560"/>
                  </a:lnTo>
                  <a:lnTo>
                    <a:pt x="1577251" y="904521"/>
                  </a:lnTo>
                  <a:lnTo>
                    <a:pt x="1542962" y="918407"/>
                  </a:lnTo>
                  <a:lnTo>
                    <a:pt x="1508674" y="932221"/>
                  </a:lnTo>
                  <a:lnTo>
                    <a:pt x="1474386" y="945967"/>
                  </a:lnTo>
                  <a:lnTo>
                    <a:pt x="1440098" y="959648"/>
                  </a:lnTo>
                  <a:lnTo>
                    <a:pt x="1405810" y="973267"/>
                  </a:lnTo>
                  <a:lnTo>
                    <a:pt x="1371522" y="986825"/>
                  </a:lnTo>
                  <a:lnTo>
                    <a:pt x="1337234" y="1000322"/>
                  </a:lnTo>
                  <a:lnTo>
                    <a:pt x="1302946" y="1013759"/>
                  </a:lnTo>
                  <a:lnTo>
                    <a:pt x="1268658" y="1027134"/>
                  </a:lnTo>
                  <a:lnTo>
                    <a:pt x="1234370" y="1040444"/>
                  </a:lnTo>
                  <a:lnTo>
                    <a:pt x="1200082" y="1053687"/>
                  </a:lnTo>
                  <a:lnTo>
                    <a:pt x="1165794" y="1066858"/>
                  </a:lnTo>
                  <a:lnTo>
                    <a:pt x="1131506" y="1079952"/>
                  </a:lnTo>
                  <a:lnTo>
                    <a:pt x="1097218" y="1092962"/>
                  </a:lnTo>
                  <a:lnTo>
                    <a:pt x="1062930" y="1105881"/>
                  </a:lnTo>
                  <a:lnTo>
                    <a:pt x="1028641" y="1118702"/>
                  </a:lnTo>
                  <a:lnTo>
                    <a:pt x="994353" y="1131415"/>
                  </a:lnTo>
                  <a:lnTo>
                    <a:pt x="960065" y="1144013"/>
                  </a:lnTo>
                  <a:lnTo>
                    <a:pt x="925777" y="1156486"/>
                  </a:lnTo>
                  <a:lnTo>
                    <a:pt x="891489" y="1168826"/>
                  </a:lnTo>
                  <a:lnTo>
                    <a:pt x="857201" y="1181023"/>
                  </a:lnTo>
                  <a:lnTo>
                    <a:pt x="822913" y="1193068"/>
                  </a:lnTo>
                  <a:lnTo>
                    <a:pt x="788625" y="1204954"/>
                  </a:lnTo>
                  <a:lnTo>
                    <a:pt x="754337" y="1216673"/>
                  </a:lnTo>
                  <a:lnTo>
                    <a:pt x="720049" y="1228217"/>
                  </a:lnTo>
                  <a:lnTo>
                    <a:pt x="685761" y="1239580"/>
                  </a:lnTo>
                  <a:lnTo>
                    <a:pt x="651473" y="1250757"/>
                  </a:lnTo>
                  <a:lnTo>
                    <a:pt x="617185" y="1261741"/>
                  </a:lnTo>
                  <a:lnTo>
                    <a:pt x="582897" y="1272528"/>
                  </a:lnTo>
                  <a:lnTo>
                    <a:pt x="548609" y="1283115"/>
                  </a:lnTo>
                  <a:lnTo>
                    <a:pt x="514320" y="1293500"/>
                  </a:lnTo>
                  <a:lnTo>
                    <a:pt x="480032" y="1303678"/>
                  </a:lnTo>
                  <a:lnTo>
                    <a:pt x="445744" y="1313649"/>
                  </a:lnTo>
                  <a:lnTo>
                    <a:pt x="411456" y="1323413"/>
                  </a:lnTo>
                  <a:lnTo>
                    <a:pt x="377168" y="1332967"/>
                  </a:lnTo>
                  <a:lnTo>
                    <a:pt x="342880" y="1342312"/>
                  </a:lnTo>
                  <a:lnTo>
                    <a:pt x="308592" y="1351449"/>
                  </a:lnTo>
                  <a:lnTo>
                    <a:pt x="274304" y="1360379"/>
                  </a:lnTo>
                  <a:lnTo>
                    <a:pt x="240016" y="1369103"/>
                  </a:lnTo>
                  <a:lnTo>
                    <a:pt x="205728" y="1377623"/>
                  </a:lnTo>
                  <a:lnTo>
                    <a:pt x="171440" y="1385940"/>
                  </a:lnTo>
                  <a:lnTo>
                    <a:pt x="137152" y="1394057"/>
                  </a:lnTo>
                  <a:lnTo>
                    <a:pt x="102864" y="1401976"/>
                  </a:lnTo>
                  <a:lnTo>
                    <a:pt x="68576" y="1409701"/>
                  </a:lnTo>
                  <a:lnTo>
                    <a:pt x="34288" y="1417233"/>
                  </a:lnTo>
                  <a:lnTo>
                    <a:pt x="0" y="1424576"/>
                  </a:lnTo>
                  <a:close/>
                </a:path>
              </a:pathLst>
            </a:custGeom>
            <a:solidFill>
              <a:srgbClr val="0072B2">
                <a:alpha val="14117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02365" y="4083969"/>
              <a:ext cx="2022995" cy="1193261"/>
            </a:xfrm>
            <a:custGeom>
              <a:avLst/>
              <a:pathLst>
                <a:path w="2022995" h="1193261">
                  <a:moveTo>
                    <a:pt x="0" y="1193261"/>
                  </a:moveTo>
                  <a:lnTo>
                    <a:pt x="34288" y="1185693"/>
                  </a:lnTo>
                  <a:lnTo>
                    <a:pt x="68576" y="1177972"/>
                  </a:lnTo>
                  <a:lnTo>
                    <a:pt x="102864" y="1170093"/>
                  </a:lnTo>
                  <a:lnTo>
                    <a:pt x="137152" y="1162050"/>
                  </a:lnTo>
                  <a:lnTo>
                    <a:pt x="171440" y="1153836"/>
                  </a:lnTo>
                  <a:lnTo>
                    <a:pt x="205728" y="1145445"/>
                  </a:lnTo>
                  <a:lnTo>
                    <a:pt x="240016" y="1136869"/>
                  </a:lnTo>
                  <a:lnTo>
                    <a:pt x="274304" y="1128099"/>
                  </a:lnTo>
                  <a:lnTo>
                    <a:pt x="308592" y="1119128"/>
                  </a:lnTo>
                  <a:lnTo>
                    <a:pt x="342880" y="1109945"/>
                  </a:lnTo>
                  <a:lnTo>
                    <a:pt x="377168" y="1100542"/>
                  </a:lnTo>
                  <a:lnTo>
                    <a:pt x="411456" y="1090907"/>
                  </a:lnTo>
                  <a:lnTo>
                    <a:pt x="445744" y="1081029"/>
                  </a:lnTo>
                  <a:lnTo>
                    <a:pt x="480032" y="1070896"/>
                  </a:lnTo>
                  <a:lnTo>
                    <a:pt x="514320" y="1060494"/>
                  </a:lnTo>
                  <a:lnTo>
                    <a:pt x="548609" y="1049809"/>
                  </a:lnTo>
                  <a:lnTo>
                    <a:pt x="582897" y="1038827"/>
                  </a:lnTo>
                  <a:lnTo>
                    <a:pt x="617185" y="1027531"/>
                  </a:lnTo>
                  <a:lnTo>
                    <a:pt x="651473" y="1015903"/>
                  </a:lnTo>
                  <a:lnTo>
                    <a:pt x="685761" y="1003926"/>
                  </a:lnTo>
                  <a:lnTo>
                    <a:pt x="720049" y="991581"/>
                  </a:lnTo>
                  <a:lnTo>
                    <a:pt x="754337" y="978845"/>
                  </a:lnTo>
                  <a:lnTo>
                    <a:pt x="788625" y="965699"/>
                  </a:lnTo>
                  <a:lnTo>
                    <a:pt x="822913" y="952119"/>
                  </a:lnTo>
                  <a:lnTo>
                    <a:pt x="857201" y="938081"/>
                  </a:lnTo>
                  <a:lnTo>
                    <a:pt x="891489" y="923561"/>
                  </a:lnTo>
                  <a:lnTo>
                    <a:pt x="925777" y="908534"/>
                  </a:lnTo>
                  <a:lnTo>
                    <a:pt x="960065" y="892972"/>
                  </a:lnTo>
                  <a:lnTo>
                    <a:pt x="994353" y="876850"/>
                  </a:lnTo>
                  <a:lnTo>
                    <a:pt x="1028641" y="860139"/>
                  </a:lnTo>
                  <a:lnTo>
                    <a:pt x="1062930" y="842813"/>
                  </a:lnTo>
                  <a:lnTo>
                    <a:pt x="1097218" y="824844"/>
                  </a:lnTo>
                  <a:lnTo>
                    <a:pt x="1131506" y="806204"/>
                  </a:lnTo>
                  <a:lnTo>
                    <a:pt x="1165794" y="786865"/>
                  </a:lnTo>
                  <a:lnTo>
                    <a:pt x="1200082" y="766800"/>
                  </a:lnTo>
                  <a:lnTo>
                    <a:pt x="1234370" y="745982"/>
                  </a:lnTo>
                  <a:lnTo>
                    <a:pt x="1268658" y="724385"/>
                  </a:lnTo>
                  <a:lnTo>
                    <a:pt x="1302946" y="701982"/>
                  </a:lnTo>
                  <a:lnTo>
                    <a:pt x="1337234" y="678747"/>
                  </a:lnTo>
                  <a:lnTo>
                    <a:pt x="1371522" y="654655"/>
                  </a:lnTo>
                  <a:lnTo>
                    <a:pt x="1405810" y="629681"/>
                  </a:lnTo>
                  <a:lnTo>
                    <a:pt x="1440098" y="603801"/>
                  </a:lnTo>
                  <a:lnTo>
                    <a:pt x="1474386" y="576988"/>
                  </a:lnTo>
                  <a:lnTo>
                    <a:pt x="1508674" y="549219"/>
                  </a:lnTo>
                  <a:lnTo>
                    <a:pt x="1542962" y="520469"/>
                  </a:lnTo>
                  <a:lnTo>
                    <a:pt x="1577251" y="490713"/>
                  </a:lnTo>
                  <a:lnTo>
                    <a:pt x="1611539" y="459926"/>
                  </a:lnTo>
                  <a:lnTo>
                    <a:pt x="1645827" y="428082"/>
                  </a:lnTo>
                  <a:lnTo>
                    <a:pt x="1680115" y="395154"/>
                  </a:lnTo>
                  <a:lnTo>
                    <a:pt x="1714403" y="361117"/>
                  </a:lnTo>
                  <a:lnTo>
                    <a:pt x="1748691" y="325942"/>
                  </a:lnTo>
                  <a:lnTo>
                    <a:pt x="1782979" y="289601"/>
                  </a:lnTo>
                  <a:lnTo>
                    <a:pt x="1817267" y="252065"/>
                  </a:lnTo>
                  <a:lnTo>
                    <a:pt x="1851555" y="213305"/>
                  </a:lnTo>
                  <a:lnTo>
                    <a:pt x="1885843" y="173288"/>
                  </a:lnTo>
                  <a:lnTo>
                    <a:pt x="1920131" y="131982"/>
                  </a:lnTo>
                  <a:lnTo>
                    <a:pt x="1954419" y="89356"/>
                  </a:lnTo>
                  <a:lnTo>
                    <a:pt x="1988707" y="45373"/>
                  </a:lnTo>
                  <a:lnTo>
                    <a:pt x="202299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2365" y="4799256"/>
              <a:ext cx="2022995" cy="709290"/>
            </a:xfrm>
            <a:custGeom>
              <a:avLst/>
              <a:pathLst>
                <a:path w="2022995" h="709290">
                  <a:moveTo>
                    <a:pt x="2022995" y="0"/>
                  </a:moveTo>
                  <a:lnTo>
                    <a:pt x="1988707" y="15271"/>
                  </a:lnTo>
                  <a:lnTo>
                    <a:pt x="1954419" y="30404"/>
                  </a:lnTo>
                  <a:lnTo>
                    <a:pt x="1920131" y="45402"/>
                  </a:lnTo>
                  <a:lnTo>
                    <a:pt x="1885843" y="60272"/>
                  </a:lnTo>
                  <a:lnTo>
                    <a:pt x="1851555" y="75019"/>
                  </a:lnTo>
                  <a:lnTo>
                    <a:pt x="1817267" y="89649"/>
                  </a:lnTo>
                  <a:lnTo>
                    <a:pt x="1782979" y="104167"/>
                  </a:lnTo>
                  <a:lnTo>
                    <a:pt x="1748691" y="118579"/>
                  </a:lnTo>
                  <a:lnTo>
                    <a:pt x="1714403" y="132891"/>
                  </a:lnTo>
                  <a:lnTo>
                    <a:pt x="1680115" y="147106"/>
                  </a:lnTo>
                  <a:lnTo>
                    <a:pt x="1645827" y="161232"/>
                  </a:lnTo>
                  <a:lnTo>
                    <a:pt x="1611539" y="175274"/>
                  </a:lnTo>
                  <a:lnTo>
                    <a:pt x="1577251" y="189235"/>
                  </a:lnTo>
                  <a:lnTo>
                    <a:pt x="1542962" y="203120"/>
                  </a:lnTo>
                  <a:lnTo>
                    <a:pt x="1508674" y="216934"/>
                  </a:lnTo>
                  <a:lnTo>
                    <a:pt x="1474386" y="230680"/>
                  </a:lnTo>
                  <a:lnTo>
                    <a:pt x="1440098" y="244362"/>
                  </a:lnTo>
                  <a:lnTo>
                    <a:pt x="1405810" y="257981"/>
                  </a:lnTo>
                  <a:lnTo>
                    <a:pt x="1371522" y="271538"/>
                  </a:lnTo>
                  <a:lnTo>
                    <a:pt x="1337234" y="285036"/>
                  </a:lnTo>
                  <a:lnTo>
                    <a:pt x="1302946" y="298472"/>
                  </a:lnTo>
                  <a:lnTo>
                    <a:pt x="1268658" y="311847"/>
                  </a:lnTo>
                  <a:lnTo>
                    <a:pt x="1234370" y="325158"/>
                  </a:lnTo>
                  <a:lnTo>
                    <a:pt x="1200082" y="338401"/>
                  </a:lnTo>
                  <a:lnTo>
                    <a:pt x="1165794" y="351572"/>
                  </a:lnTo>
                  <a:lnTo>
                    <a:pt x="1131506" y="364665"/>
                  </a:lnTo>
                  <a:lnTo>
                    <a:pt x="1097218" y="377675"/>
                  </a:lnTo>
                  <a:lnTo>
                    <a:pt x="1062930" y="390595"/>
                  </a:lnTo>
                  <a:lnTo>
                    <a:pt x="1028641" y="403415"/>
                  </a:lnTo>
                  <a:lnTo>
                    <a:pt x="994353" y="416129"/>
                  </a:lnTo>
                  <a:lnTo>
                    <a:pt x="960065" y="428726"/>
                  </a:lnTo>
                  <a:lnTo>
                    <a:pt x="925777" y="441200"/>
                  </a:lnTo>
                  <a:lnTo>
                    <a:pt x="891489" y="453539"/>
                  </a:lnTo>
                  <a:lnTo>
                    <a:pt x="857201" y="465736"/>
                  </a:lnTo>
                  <a:lnTo>
                    <a:pt x="822913" y="477781"/>
                  </a:lnTo>
                  <a:lnTo>
                    <a:pt x="788625" y="489668"/>
                  </a:lnTo>
                  <a:lnTo>
                    <a:pt x="754337" y="501386"/>
                  </a:lnTo>
                  <a:lnTo>
                    <a:pt x="720049" y="512930"/>
                  </a:lnTo>
                  <a:lnTo>
                    <a:pt x="685761" y="524294"/>
                  </a:lnTo>
                  <a:lnTo>
                    <a:pt x="651473" y="535470"/>
                  </a:lnTo>
                  <a:lnTo>
                    <a:pt x="617185" y="546454"/>
                  </a:lnTo>
                  <a:lnTo>
                    <a:pt x="582897" y="557241"/>
                  </a:lnTo>
                  <a:lnTo>
                    <a:pt x="548609" y="567829"/>
                  </a:lnTo>
                  <a:lnTo>
                    <a:pt x="514320" y="578213"/>
                  </a:lnTo>
                  <a:lnTo>
                    <a:pt x="480032" y="588391"/>
                  </a:lnTo>
                  <a:lnTo>
                    <a:pt x="445744" y="598363"/>
                  </a:lnTo>
                  <a:lnTo>
                    <a:pt x="411456" y="608126"/>
                  </a:lnTo>
                  <a:lnTo>
                    <a:pt x="377168" y="617680"/>
                  </a:lnTo>
                  <a:lnTo>
                    <a:pt x="342880" y="627026"/>
                  </a:lnTo>
                  <a:lnTo>
                    <a:pt x="308592" y="636163"/>
                  </a:lnTo>
                  <a:lnTo>
                    <a:pt x="274304" y="645093"/>
                  </a:lnTo>
                  <a:lnTo>
                    <a:pt x="240016" y="653816"/>
                  </a:lnTo>
                  <a:lnTo>
                    <a:pt x="205728" y="662336"/>
                  </a:lnTo>
                  <a:lnTo>
                    <a:pt x="171440" y="670653"/>
                  </a:lnTo>
                  <a:lnTo>
                    <a:pt x="137152" y="678770"/>
                  </a:lnTo>
                  <a:lnTo>
                    <a:pt x="102864" y="686689"/>
                  </a:lnTo>
                  <a:lnTo>
                    <a:pt x="68576" y="694414"/>
                  </a:lnTo>
                  <a:lnTo>
                    <a:pt x="34288" y="701946"/>
                  </a:lnTo>
                  <a:lnTo>
                    <a:pt x="0" y="7092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802365" y="3827677"/>
              <a:ext cx="2022995" cy="1349754"/>
            </a:xfrm>
            <a:custGeom>
              <a:avLst/>
              <a:pathLst>
                <a:path w="2022995" h="1349754">
                  <a:moveTo>
                    <a:pt x="0" y="482522"/>
                  </a:moveTo>
                  <a:lnTo>
                    <a:pt x="34288" y="488516"/>
                  </a:lnTo>
                  <a:lnTo>
                    <a:pt x="68576" y="494352"/>
                  </a:lnTo>
                  <a:lnTo>
                    <a:pt x="102864" y="500024"/>
                  </a:lnTo>
                  <a:lnTo>
                    <a:pt x="137152" y="505524"/>
                  </a:lnTo>
                  <a:lnTo>
                    <a:pt x="171440" y="510842"/>
                  </a:lnTo>
                  <a:lnTo>
                    <a:pt x="205728" y="515969"/>
                  </a:lnTo>
                  <a:lnTo>
                    <a:pt x="240016" y="520894"/>
                  </a:lnTo>
                  <a:lnTo>
                    <a:pt x="274304" y="525605"/>
                  </a:lnTo>
                  <a:lnTo>
                    <a:pt x="308592" y="530089"/>
                  </a:lnTo>
                  <a:lnTo>
                    <a:pt x="342880" y="534333"/>
                  </a:lnTo>
                  <a:lnTo>
                    <a:pt x="377168" y="538321"/>
                  </a:lnTo>
                  <a:lnTo>
                    <a:pt x="411456" y="542037"/>
                  </a:lnTo>
                  <a:lnTo>
                    <a:pt x="445744" y="545464"/>
                  </a:lnTo>
                  <a:lnTo>
                    <a:pt x="480032" y="548580"/>
                  </a:lnTo>
                  <a:lnTo>
                    <a:pt x="514320" y="551366"/>
                  </a:lnTo>
                  <a:lnTo>
                    <a:pt x="548609" y="553798"/>
                  </a:lnTo>
                  <a:lnTo>
                    <a:pt x="582897" y="555853"/>
                  </a:lnTo>
                  <a:lnTo>
                    <a:pt x="617185" y="557503"/>
                  </a:lnTo>
                  <a:lnTo>
                    <a:pt x="651473" y="558720"/>
                  </a:lnTo>
                  <a:lnTo>
                    <a:pt x="685761" y="559475"/>
                  </a:lnTo>
                  <a:lnTo>
                    <a:pt x="720049" y="559737"/>
                  </a:lnTo>
                  <a:lnTo>
                    <a:pt x="754337" y="559471"/>
                  </a:lnTo>
                  <a:lnTo>
                    <a:pt x="788625" y="558643"/>
                  </a:lnTo>
                  <a:lnTo>
                    <a:pt x="822913" y="557219"/>
                  </a:lnTo>
                  <a:lnTo>
                    <a:pt x="857201" y="555162"/>
                  </a:lnTo>
                  <a:lnTo>
                    <a:pt x="891489" y="552437"/>
                  </a:lnTo>
                  <a:lnTo>
                    <a:pt x="925777" y="549008"/>
                  </a:lnTo>
                  <a:lnTo>
                    <a:pt x="960065" y="544840"/>
                  </a:lnTo>
                  <a:lnTo>
                    <a:pt x="994353" y="539902"/>
                  </a:lnTo>
                  <a:lnTo>
                    <a:pt x="1028641" y="534162"/>
                  </a:lnTo>
                  <a:lnTo>
                    <a:pt x="1062930" y="527593"/>
                  </a:lnTo>
                  <a:lnTo>
                    <a:pt x="1097218" y="520173"/>
                  </a:lnTo>
                  <a:lnTo>
                    <a:pt x="1131506" y="511881"/>
                  </a:lnTo>
                  <a:lnTo>
                    <a:pt x="1165794" y="502703"/>
                  </a:lnTo>
                  <a:lnTo>
                    <a:pt x="1200082" y="492628"/>
                  </a:lnTo>
                  <a:lnTo>
                    <a:pt x="1234370" y="481649"/>
                  </a:lnTo>
                  <a:lnTo>
                    <a:pt x="1268658" y="469765"/>
                  </a:lnTo>
                  <a:lnTo>
                    <a:pt x="1302946" y="456979"/>
                  </a:lnTo>
                  <a:lnTo>
                    <a:pt x="1337234" y="443295"/>
                  </a:lnTo>
                  <a:lnTo>
                    <a:pt x="1371522" y="428722"/>
                  </a:lnTo>
                  <a:lnTo>
                    <a:pt x="1405810" y="413272"/>
                  </a:lnTo>
                  <a:lnTo>
                    <a:pt x="1440098" y="396957"/>
                  </a:lnTo>
                  <a:lnTo>
                    <a:pt x="1474386" y="379791"/>
                  </a:lnTo>
                  <a:lnTo>
                    <a:pt x="1508674" y="361789"/>
                  </a:lnTo>
                  <a:lnTo>
                    <a:pt x="1542962" y="342965"/>
                  </a:lnTo>
                  <a:lnTo>
                    <a:pt x="1577251" y="323336"/>
                  </a:lnTo>
                  <a:lnTo>
                    <a:pt x="1611539" y="302914"/>
                  </a:lnTo>
                  <a:lnTo>
                    <a:pt x="1645827" y="281715"/>
                  </a:lnTo>
                  <a:lnTo>
                    <a:pt x="1680115" y="259750"/>
                  </a:lnTo>
                  <a:lnTo>
                    <a:pt x="1714403" y="237031"/>
                  </a:lnTo>
                  <a:lnTo>
                    <a:pt x="1748691" y="213569"/>
                  </a:lnTo>
                  <a:lnTo>
                    <a:pt x="1782979" y="189374"/>
                  </a:lnTo>
                  <a:lnTo>
                    <a:pt x="1817267" y="164453"/>
                  </a:lnTo>
                  <a:lnTo>
                    <a:pt x="1851555" y="138813"/>
                  </a:lnTo>
                  <a:lnTo>
                    <a:pt x="1885843" y="112461"/>
                  </a:lnTo>
                  <a:lnTo>
                    <a:pt x="1920131" y="85401"/>
                  </a:lnTo>
                  <a:lnTo>
                    <a:pt x="1954419" y="57636"/>
                  </a:lnTo>
                  <a:lnTo>
                    <a:pt x="1988707" y="29168"/>
                  </a:lnTo>
                  <a:lnTo>
                    <a:pt x="2022995" y="0"/>
                  </a:lnTo>
                  <a:lnTo>
                    <a:pt x="2022995" y="1054707"/>
                  </a:lnTo>
                  <a:lnTo>
                    <a:pt x="1988707" y="1051646"/>
                  </a:lnTo>
                  <a:lnTo>
                    <a:pt x="1954419" y="1048700"/>
                  </a:lnTo>
                  <a:lnTo>
                    <a:pt x="1920131" y="1045879"/>
                  </a:lnTo>
                  <a:lnTo>
                    <a:pt x="1885843" y="1043194"/>
                  </a:lnTo>
                  <a:lnTo>
                    <a:pt x="1851555" y="1040659"/>
                  </a:lnTo>
                  <a:lnTo>
                    <a:pt x="1817267" y="1038287"/>
                  </a:lnTo>
                  <a:lnTo>
                    <a:pt x="1782979" y="1036092"/>
                  </a:lnTo>
                  <a:lnTo>
                    <a:pt x="1748691" y="1034090"/>
                  </a:lnTo>
                  <a:lnTo>
                    <a:pt x="1714403" y="1032296"/>
                  </a:lnTo>
                  <a:lnTo>
                    <a:pt x="1680115" y="1030730"/>
                  </a:lnTo>
                  <a:lnTo>
                    <a:pt x="1645827" y="1029409"/>
                  </a:lnTo>
                  <a:lnTo>
                    <a:pt x="1611539" y="1028353"/>
                  </a:lnTo>
                  <a:lnTo>
                    <a:pt x="1577251" y="1027583"/>
                  </a:lnTo>
                  <a:lnTo>
                    <a:pt x="1542962" y="1027120"/>
                  </a:lnTo>
                  <a:lnTo>
                    <a:pt x="1508674" y="1026987"/>
                  </a:lnTo>
                  <a:lnTo>
                    <a:pt x="1474386" y="1027204"/>
                  </a:lnTo>
                  <a:lnTo>
                    <a:pt x="1440098" y="1027796"/>
                  </a:lnTo>
                  <a:lnTo>
                    <a:pt x="1405810" y="1028783"/>
                  </a:lnTo>
                  <a:lnTo>
                    <a:pt x="1371522" y="1030186"/>
                  </a:lnTo>
                  <a:lnTo>
                    <a:pt x="1337234" y="1032026"/>
                  </a:lnTo>
                  <a:lnTo>
                    <a:pt x="1302946" y="1034320"/>
                  </a:lnTo>
                  <a:lnTo>
                    <a:pt x="1268658" y="1037083"/>
                  </a:lnTo>
                  <a:lnTo>
                    <a:pt x="1234370" y="1040328"/>
                  </a:lnTo>
                  <a:lnTo>
                    <a:pt x="1200082" y="1044062"/>
                  </a:lnTo>
                  <a:lnTo>
                    <a:pt x="1165794" y="1048291"/>
                  </a:lnTo>
                  <a:lnTo>
                    <a:pt x="1131506" y="1053014"/>
                  </a:lnTo>
                  <a:lnTo>
                    <a:pt x="1097218" y="1058228"/>
                  </a:lnTo>
                  <a:lnTo>
                    <a:pt x="1062930" y="1063922"/>
                  </a:lnTo>
                  <a:lnTo>
                    <a:pt x="1028641" y="1070084"/>
                  </a:lnTo>
                  <a:lnTo>
                    <a:pt x="994353" y="1076694"/>
                  </a:lnTo>
                  <a:lnTo>
                    <a:pt x="960065" y="1083733"/>
                  </a:lnTo>
                  <a:lnTo>
                    <a:pt x="925777" y="1091175"/>
                  </a:lnTo>
                  <a:lnTo>
                    <a:pt x="891489" y="1098993"/>
                  </a:lnTo>
                  <a:lnTo>
                    <a:pt x="857201" y="1107158"/>
                  </a:lnTo>
                  <a:lnTo>
                    <a:pt x="822913" y="1115639"/>
                  </a:lnTo>
                  <a:lnTo>
                    <a:pt x="788625" y="1124407"/>
                  </a:lnTo>
                  <a:lnTo>
                    <a:pt x="754337" y="1133429"/>
                  </a:lnTo>
                  <a:lnTo>
                    <a:pt x="720049" y="1142676"/>
                  </a:lnTo>
                  <a:lnTo>
                    <a:pt x="685761" y="1152119"/>
                  </a:lnTo>
                  <a:lnTo>
                    <a:pt x="651473" y="1161728"/>
                  </a:lnTo>
                  <a:lnTo>
                    <a:pt x="617185" y="1171477"/>
                  </a:lnTo>
                  <a:lnTo>
                    <a:pt x="582897" y="1181342"/>
                  </a:lnTo>
                  <a:lnTo>
                    <a:pt x="548609" y="1191297"/>
                  </a:lnTo>
                  <a:lnTo>
                    <a:pt x="514320" y="1201321"/>
                  </a:lnTo>
                  <a:lnTo>
                    <a:pt x="480032" y="1211395"/>
                  </a:lnTo>
                  <a:lnTo>
                    <a:pt x="445744" y="1221498"/>
                  </a:lnTo>
                  <a:lnTo>
                    <a:pt x="411456" y="1231616"/>
                  </a:lnTo>
                  <a:lnTo>
                    <a:pt x="377168" y="1241731"/>
                  </a:lnTo>
                  <a:lnTo>
                    <a:pt x="342880" y="1251831"/>
                  </a:lnTo>
                  <a:lnTo>
                    <a:pt x="308592" y="1261902"/>
                  </a:lnTo>
                  <a:lnTo>
                    <a:pt x="274304" y="1271934"/>
                  </a:lnTo>
                  <a:lnTo>
                    <a:pt x="240016" y="1281916"/>
                  </a:lnTo>
                  <a:lnTo>
                    <a:pt x="205728" y="1291839"/>
                  </a:lnTo>
                  <a:lnTo>
                    <a:pt x="171440" y="1301696"/>
                  </a:lnTo>
                  <a:lnTo>
                    <a:pt x="137152" y="1311478"/>
                  </a:lnTo>
                  <a:lnTo>
                    <a:pt x="102864" y="1321180"/>
                  </a:lnTo>
                  <a:lnTo>
                    <a:pt x="68576" y="1330797"/>
                  </a:lnTo>
                  <a:lnTo>
                    <a:pt x="34288" y="1340323"/>
                  </a:lnTo>
                  <a:lnTo>
                    <a:pt x="0" y="1349754"/>
                  </a:lnTo>
                  <a:close/>
                </a:path>
              </a:pathLst>
            </a:custGeom>
            <a:solidFill>
              <a:srgbClr val="D55E00">
                <a:alpha val="14117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02365" y="3827677"/>
              <a:ext cx="2022995" cy="559737"/>
            </a:xfrm>
            <a:custGeom>
              <a:avLst/>
              <a:pathLst>
                <a:path w="2022995" h="559737">
                  <a:moveTo>
                    <a:pt x="0" y="482522"/>
                  </a:moveTo>
                  <a:lnTo>
                    <a:pt x="34288" y="488516"/>
                  </a:lnTo>
                  <a:lnTo>
                    <a:pt x="68576" y="494352"/>
                  </a:lnTo>
                  <a:lnTo>
                    <a:pt x="102864" y="500024"/>
                  </a:lnTo>
                  <a:lnTo>
                    <a:pt x="137152" y="505524"/>
                  </a:lnTo>
                  <a:lnTo>
                    <a:pt x="171440" y="510842"/>
                  </a:lnTo>
                  <a:lnTo>
                    <a:pt x="205728" y="515969"/>
                  </a:lnTo>
                  <a:lnTo>
                    <a:pt x="240016" y="520894"/>
                  </a:lnTo>
                  <a:lnTo>
                    <a:pt x="274304" y="525605"/>
                  </a:lnTo>
                  <a:lnTo>
                    <a:pt x="308592" y="530089"/>
                  </a:lnTo>
                  <a:lnTo>
                    <a:pt x="342880" y="534333"/>
                  </a:lnTo>
                  <a:lnTo>
                    <a:pt x="377168" y="538321"/>
                  </a:lnTo>
                  <a:lnTo>
                    <a:pt x="411456" y="542037"/>
                  </a:lnTo>
                  <a:lnTo>
                    <a:pt x="445744" y="545464"/>
                  </a:lnTo>
                  <a:lnTo>
                    <a:pt x="480032" y="548580"/>
                  </a:lnTo>
                  <a:lnTo>
                    <a:pt x="514320" y="551366"/>
                  </a:lnTo>
                  <a:lnTo>
                    <a:pt x="548609" y="553798"/>
                  </a:lnTo>
                  <a:lnTo>
                    <a:pt x="582897" y="555853"/>
                  </a:lnTo>
                  <a:lnTo>
                    <a:pt x="617185" y="557503"/>
                  </a:lnTo>
                  <a:lnTo>
                    <a:pt x="651473" y="558720"/>
                  </a:lnTo>
                  <a:lnTo>
                    <a:pt x="685761" y="559475"/>
                  </a:lnTo>
                  <a:lnTo>
                    <a:pt x="720049" y="559737"/>
                  </a:lnTo>
                  <a:lnTo>
                    <a:pt x="754337" y="559471"/>
                  </a:lnTo>
                  <a:lnTo>
                    <a:pt x="788625" y="558643"/>
                  </a:lnTo>
                  <a:lnTo>
                    <a:pt x="822913" y="557219"/>
                  </a:lnTo>
                  <a:lnTo>
                    <a:pt x="857201" y="555162"/>
                  </a:lnTo>
                  <a:lnTo>
                    <a:pt x="891489" y="552437"/>
                  </a:lnTo>
                  <a:lnTo>
                    <a:pt x="925777" y="549008"/>
                  </a:lnTo>
                  <a:lnTo>
                    <a:pt x="960065" y="544840"/>
                  </a:lnTo>
                  <a:lnTo>
                    <a:pt x="994353" y="539902"/>
                  </a:lnTo>
                  <a:lnTo>
                    <a:pt x="1028641" y="534162"/>
                  </a:lnTo>
                  <a:lnTo>
                    <a:pt x="1062930" y="527593"/>
                  </a:lnTo>
                  <a:lnTo>
                    <a:pt x="1097218" y="520173"/>
                  </a:lnTo>
                  <a:lnTo>
                    <a:pt x="1131506" y="511881"/>
                  </a:lnTo>
                  <a:lnTo>
                    <a:pt x="1165794" y="502703"/>
                  </a:lnTo>
                  <a:lnTo>
                    <a:pt x="1200082" y="492628"/>
                  </a:lnTo>
                  <a:lnTo>
                    <a:pt x="1234370" y="481649"/>
                  </a:lnTo>
                  <a:lnTo>
                    <a:pt x="1268658" y="469765"/>
                  </a:lnTo>
                  <a:lnTo>
                    <a:pt x="1302946" y="456979"/>
                  </a:lnTo>
                  <a:lnTo>
                    <a:pt x="1337234" y="443295"/>
                  </a:lnTo>
                  <a:lnTo>
                    <a:pt x="1371522" y="428722"/>
                  </a:lnTo>
                  <a:lnTo>
                    <a:pt x="1405810" y="413272"/>
                  </a:lnTo>
                  <a:lnTo>
                    <a:pt x="1440098" y="396957"/>
                  </a:lnTo>
                  <a:lnTo>
                    <a:pt x="1474386" y="379791"/>
                  </a:lnTo>
                  <a:lnTo>
                    <a:pt x="1508674" y="361789"/>
                  </a:lnTo>
                  <a:lnTo>
                    <a:pt x="1542962" y="342965"/>
                  </a:lnTo>
                  <a:lnTo>
                    <a:pt x="1577251" y="323336"/>
                  </a:lnTo>
                  <a:lnTo>
                    <a:pt x="1611539" y="302914"/>
                  </a:lnTo>
                  <a:lnTo>
                    <a:pt x="1645827" y="281715"/>
                  </a:lnTo>
                  <a:lnTo>
                    <a:pt x="1680115" y="259750"/>
                  </a:lnTo>
                  <a:lnTo>
                    <a:pt x="1714403" y="237031"/>
                  </a:lnTo>
                  <a:lnTo>
                    <a:pt x="1748691" y="213569"/>
                  </a:lnTo>
                  <a:lnTo>
                    <a:pt x="1782979" y="189374"/>
                  </a:lnTo>
                  <a:lnTo>
                    <a:pt x="1817267" y="164453"/>
                  </a:lnTo>
                  <a:lnTo>
                    <a:pt x="1851555" y="138813"/>
                  </a:lnTo>
                  <a:lnTo>
                    <a:pt x="1885843" y="112461"/>
                  </a:lnTo>
                  <a:lnTo>
                    <a:pt x="1920131" y="85401"/>
                  </a:lnTo>
                  <a:lnTo>
                    <a:pt x="1954419" y="57636"/>
                  </a:lnTo>
                  <a:lnTo>
                    <a:pt x="1988707" y="29168"/>
                  </a:lnTo>
                  <a:lnTo>
                    <a:pt x="202299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02365" y="4854664"/>
              <a:ext cx="2022995" cy="322766"/>
            </a:xfrm>
            <a:custGeom>
              <a:avLst/>
              <a:pathLst>
                <a:path w="2022995" h="322766">
                  <a:moveTo>
                    <a:pt x="2022995" y="27720"/>
                  </a:moveTo>
                  <a:lnTo>
                    <a:pt x="1988707" y="24659"/>
                  </a:lnTo>
                  <a:lnTo>
                    <a:pt x="1954419" y="21712"/>
                  </a:lnTo>
                  <a:lnTo>
                    <a:pt x="1920131" y="18891"/>
                  </a:lnTo>
                  <a:lnTo>
                    <a:pt x="1885843" y="16207"/>
                  </a:lnTo>
                  <a:lnTo>
                    <a:pt x="1851555" y="13672"/>
                  </a:lnTo>
                  <a:lnTo>
                    <a:pt x="1817267" y="11300"/>
                  </a:lnTo>
                  <a:lnTo>
                    <a:pt x="1782979" y="9105"/>
                  </a:lnTo>
                  <a:lnTo>
                    <a:pt x="1748691" y="7102"/>
                  </a:lnTo>
                  <a:lnTo>
                    <a:pt x="1714403" y="5309"/>
                  </a:lnTo>
                  <a:lnTo>
                    <a:pt x="1680115" y="3743"/>
                  </a:lnTo>
                  <a:lnTo>
                    <a:pt x="1645827" y="2422"/>
                  </a:lnTo>
                  <a:lnTo>
                    <a:pt x="1611539" y="1366"/>
                  </a:lnTo>
                  <a:lnTo>
                    <a:pt x="1577251" y="596"/>
                  </a:lnTo>
                  <a:lnTo>
                    <a:pt x="1542962" y="133"/>
                  </a:lnTo>
                  <a:lnTo>
                    <a:pt x="1508674" y="0"/>
                  </a:lnTo>
                  <a:lnTo>
                    <a:pt x="1474386" y="217"/>
                  </a:lnTo>
                  <a:lnTo>
                    <a:pt x="1440098" y="809"/>
                  </a:lnTo>
                  <a:lnTo>
                    <a:pt x="1405810" y="1796"/>
                  </a:lnTo>
                  <a:lnTo>
                    <a:pt x="1371522" y="3199"/>
                  </a:lnTo>
                  <a:lnTo>
                    <a:pt x="1337234" y="5039"/>
                  </a:lnTo>
                  <a:lnTo>
                    <a:pt x="1302946" y="7333"/>
                  </a:lnTo>
                  <a:lnTo>
                    <a:pt x="1268658" y="10096"/>
                  </a:lnTo>
                  <a:lnTo>
                    <a:pt x="1234370" y="13340"/>
                  </a:lnTo>
                  <a:lnTo>
                    <a:pt x="1200082" y="17075"/>
                  </a:lnTo>
                  <a:lnTo>
                    <a:pt x="1165794" y="21304"/>
                  </a:lnTo>
                  <a:lnTo>
                    <a:pt x="1131506" y="26027"/>
                  </a:lnTo>
                  <a:lnTo>
                    <a:pt x="1097218" y="31241"/>
                  </a:lnTo>
                  <a:lnTo>
                    <a:pt x="1062930" y="36935"/>
                  </a:lnTo>
                  <a:lnTo>
                    <a:pt x="1028641" y="43096"/>
                  </a:lnTo>
                  <a:lnTo>
                    <a:pt x="994353" y="49707"/>
                  </a:lnTo>
                  <a:lnTo>
                    <a:pt x="960065" y="56746"/>
                  </a:lnTo>
                  <a:lnTo>
                    <a:pt x="925777" y="64188"/>
                  </a:lnTo>
                  <a:lnTo>
                    <a:pt x="891489" y="72006"/>
                  </a:lnTo>
                  <a:lnTo>
                    <a:pt x="857201" y="80171"/>
                  </a:lnTo>
                  <a:lnTo>
                    <a:pt x="822913" y="88652"/>
                  </a:lnTo>
                  <a:lnTo>
                    <a:pt x="788625" y="97420"/>
                  </a:lnTo>
                  <a:lnTo>
                    <a:pt x="754337" y="106442"/>
                  </a:lnTo>
                  <a:lnTo>
                    <a:pt x="720049" y="115689"/>
                  </a:lnTo>
                  <a:lnTo>
                    <a:pt x="685761" y="125132"/>
                  </a:lnTo>
                  <a:lnTo>
                    <a:pt x="651473" y="134741"/>
                  </a:lnTo>
                  <a:lnTo>
                    <a:pt x="617185" y="144490"/>
                  </a:lnTo>
                  <a:lnTo>
                    <a:pt x="582897" y="154354"/>
                  </a:lnTo>
                  <a:lnTo>
                    <a:pt x="548609" y="164310"/>
                  </a:lnTo>
                  <a:lnTo>
                    <a:pt x="514320" y="174334"/>
                  </a:lnTo>
                  <a:lnTo>
                    <a:pt x="480032" y="184408"/>
                  </a:lnTo>
                  <a:lnTo>
                    <a:pt x="445744" y="194511"/>
                  </a:lnTo>
                  <a:lnTo>
                    <a:pt x="411456" y="204629"/>
                  </a:lnTo>
                  <a:lnTo>
                    <a:pt x="377168" y="214744"/>
                  </a:lnTo>
                  <a:lnTo>
                    <a:pt x="342880" y="224844"/>
                  </a:lnTo>
                  <a:lnTo>
                    <a:pt x="308592" y="234915"/>
                  </a:lnTo>
                  <a:lnTo>
                    <a:pt x="274304" y="244947"/>
                  </a:lnTo>
                  <a:lnTo>
                    <a:pt x="240016" y="254929"/>
                  </a:lnTo>
                  <a:lnTo>
                    <a:pt x="205728" y="264852"/>
                  </a:lnTo>
                  <a:lnTo>
                    <a:pt x="171440" y="274708"/>
                  </a:lnTo>
                  <a:lnTo>
                    <a:pt x="137152" y="284491"/>
                  </a:lnTo>
                  <a:lnTo>
                    <a:pt x="102864" y="294193"/>
                  </a:lnTo>
                  <a:lnTo>
                    <a:pt x="68576" y="303810"/>
                  </a:lnTo>
                  <a:lnTo>
                    <a:pt x="34288" y="313335"/>
                  </a:lnTo>
                  <a:lnTo>
                    <a:pt x="0" y="3227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02365" y="4520538"/>
              <a:ext cx="2022995" cy="1097617"/>
            </a:xfrm>
            <a:custGeom>
              <a:avLst/>
              <a:pathLst>
                <a:path w="2022995" h="1097617">
                  <a:moveTo>
                    <a:pt x="0" y="1097617"/>
                  </a:moveTo>
                  <a:lnTo>
                    <a:pt x="34288" y="1092148"/>
                  </a:lnTo>
                  <a:lnTo>
                    <a:pt x="68576" y="1086477"/>
                  </a:lnTo>
                  <a:lnTo>
                    <a:pt x="102864" y="1080599"/>
                  </a:lnTo>
                  <a:lnTo>
                    <a:pt x="137152" y="1074506"/>
                  </a:lnTo>
                  <a:lnTo>
                    <a:pt x="171440" y="1068189"/>
                  </a:lnTo>
                  <a:lnTo>
                    <a:pt x="205728" y="1061641"/>
                  </a:lnTo>
                  <a:lnTo>
                    <a:pt x="240016" y="1054853"/>
                  </a:lnTo>
                  <a:lnTo>
                    <a:pt x="274304" y="1047815"/>
                  </a:lnTo>
                  <a:lnTo>
                    <a:pt x="308592" y="1040520"/>
                  </a:lnTo>
                  <a:lnTo>
                    <a:pt x="342880" y="1032958"/>
                  </a:lnTo>
                  <a:lnTo>
                    <a:pt x="377168" y="1025118"/>
                  </a:lnTo>
                  <a:lnTo>
                    <a:pt x="411456" y="1016992"/>
                  </a:lnTo>
                  <a:lnTo>
                    <a:pt x="445744" y="1008567"/>
                  </a:lnTo>
                  <a:lnTo>
                    <a:pt x="480032" y="999834"/>
                  </a:lnTo>
                  <a:lnTo>
                    <a:pt x="514320" y="990780"/>
                  </a:lnTo>
                  <a:lnTo>
                    <a:pt x="548609" y="981395"/>
                  </a:lnTo>
                  <a:lnTo>
                    <a:pt x="582897" y="971666"/>
                  </a:lnTo>
                  <a:lnTo>
                    <a:pt x="617185" y="961581"/>
                  </a:lnTo>
                  <a:lnTo>
                    <a:pt x="651473" y="951126"/>
                  </a:lnTo>
                  <a:lnTo>
                    <a:pt x="685761" y="940288"/>
                  </a:lnTo>
                  <a:lnTo>
                    <a:pt x="720049" y="929053"/>
                  </a:lnTo>
                  <a:lnTo>
                    <a:pt x="754337" y="917406"/>
                  </a:lnTo>
                  <a:lnTo>
                    <a:pt x="788625" y="905333"/>
                  </a:lnTo>
                  <a:lnTo>
                    <a:pt x="822913" y="892817"/>
                  </a:lnTo>
                  <a:lnTo>
                    <a:pt x="857201" y="879843"/>
                  </a:lnTo>
                  <a:lnTo>
                    <a:pt x="891489" y="866394"/>
                  </a:lnTo>
                  <a:lnTo>
                    <a:pt x="925777" y="852452"/>
                  </a:lnTo>
                  <a:lnTo>
                    <a:pt x="960065" y="838000"/>
                  </a:lnTo>
                  <a:lnTo>
                    <a:pt x="994353" y="823018"/>
                  </a:lnTo>
                  <a:lnTo>
                    <a:pt x="1028641" y="807488"/>
                  </a:lnTo>
                  <a:lnTo>
                    <a:pt x="1062930" y="791389"/>
                  </a:lnTo>
                  <a:lnTo>
                    <a:pt x="1097218" y="774701"/>
                  </a:lnTo>
                  <a:lnTo>
                    <a:pt x="1131506" y="757401"/>
                  </a:lnTo>
                  <a:lnTo>
                    <a:pt x="1165794" y="739469"/>
                  </a:lnTo>
                  <a:lnTo>
                    <a:pt x="1200082" y="720879"/>
                  </a:lnTo>
                  <a:lnTo>
                    <a:pt x="1234370" y="701609"/>
                  </a:lnTo>
                  <a:lnTo>
                    <a:pt x="1268658" y="681634"/>
                  </a:lnTo>
                  <a:lnTo>
                    <a:pt x="1302946" y="660928"/>
                  </a:lnTo>
                  <a:lnTo>
                    <a:pt x="1337234" y="639464"/>
                  </a:lnTo>
                  <a:lnTo>
                    <a:pt x="1371522" y="617214"/>
                  </a:lnTo>
                  <a:lnTo>
                    <a:pt x="1405810" y="594150"/>
                  </a:lnTo>
                  <a:lnTo>
                    <a:pt x="1440098" y="570243"/>
                  </a:lnTo>
                  <a:lnTo>
                    <a:pt x="1474386" y="545460"/>
                  </a:lnTo>
                  <a:lnTo>
                    <a:pt x="1508674" y="519771"/>
                  </a:lnTo>
                  <a:lnTo>
                    <a:pt x="1542962" y="493142"/>
                  </a:lnTo>
                  <a:lnTo>
                    <a:pt x="1577251" y="465540"/>
                  </a:lnTo>
                  <a:lnTo>
                    <a:pt x="1611539" y="436927"/>
                  </a:lnTo>
                  <a:lnTo>
                    <a:pt x="1645827" y="407269"/>
                  </a:lnTo>
                  <a:lnTo>
                    <a:pt x="1680115" y="376525"/>
                  </a:lnTo>
                  <a:lnTo>
                    <a:pt x="1714403" y="344658"/>
                  </a:lnTo>
                  <a:lnTo>
                    <a:pt x="1748691" y="311626"/>
                  </a:lnTo>
                  <a:lnTo>
                    <a:pt x="1782979" y="277387"/>
                  </a:lnTo>
                  <a:lnTo>
                    <a:pt x="1817267" y="241896"/>
                  </a:lnTo>
                  <a:lnTo>
                    <a:pt x="1851555" y="205108"/>
                  </a:lnTo>
                  <a:lnTo>
                    <a:pt x="1885843" y="166976"/>
                  </a:lnTo>
                  <a:lnTo>
                    <a:pt x="1920131" y="127450"/>
                  </a:lnTo>
                  <a:lnTo>
                    <a:pt x="1954419" y="86481"/>
                  </a:lnTo>
                  <a:lnTo>
                    <a:pt x="1988707" y="44016"/>
                  </a:lnTo>
                  <a:lnTo>
                    <a:pt x="2022995" y="0"/>
                  </a:lnTo>
                </a:path>
              </a:pathLst>
            </a:custGeom>
            <a:ln w="18970" cap="flat">
              <a:solidFill>
                <a:srgbClr val="56B4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02365" y="4490654"/>
              <a:ext cx="2022995" cy="920532"/>
            </a:xfrm>
            <a:custGeom>
              <a:avLst/>
              <a:pathLst>
                <a:path w="2022995" h="920532">
                  <a:moveTo>
                    <a:pt x="0" y="920532"/>
                  </a:moveTo>
                  <a:lnTo>
                    <a:pt x="34288" y="912736"/>
                  </a:lnTo>
                  <a:lnTo>
                    <a:pt x="68576" y="904770"/>
                  </a:lnTo>
                  <a:lnTo>
                    <a:pt x="102864" y="896630"/>
                  </a:lnTo>
                  <a:lnTo>
                    <a:pt x="137152" y="888312"/>
                  </a:lnTo>
                  <a:lnTo>
                    <a:pt x="171440" y="879811"/>
                  </a:lnTo>
                  <a:lnTo>
                    <a:pt x="205728" y="871125"/>
                  </a:lnTo>
                  <a:lnTo>
                    <a:pt x="240016" y="862249"/>
                  </a:lnTo>
                  <a:lnTo>
                    <a:pt x="274304" y="853179"/>
                  </a:lnTo>
                  <a:lnTo>
                    <a:pt x="308592" y="843910"/>
                  </a:lnTo>
                  <a:lnTo>
                    <a:pt x="342880" y="834439"/>
                  </a:lnTo>
                  <a:lnTo>
                    <a:pt x="377168" y="824761"/>
                  </a:lnTo>
                  <a:lnTo>
                    <a:pt x="411456" y="814871"/>
                  </a:lnTo>
                  <a:lnTo>
                    <a:pt x="445744" y="804764"/>
                  </a:lnTo>
                  <a:lnTo>
                    <a:pt x="480032" y="794437"/>
                  </a:lnTo>
                  <a:lnTo>
                    <a:pt x="514320" y="783884"/>
                  </a:lnTo>
                  <a:lnTo>
                    <a:pt x="548609" y="773100"/>
                  </a:lnTo>
                  <a:lnTo>
                    <a:pt x="582897" y="762081"/>
                  </a:lnTo>
                  <a:lnTo>
                    <a:pt x="617185" y="750820"/>
                  </a:lnTo>
                  <a:lnTo>
                    <a:pt x="651473" y="739313"/>
                  </a:lnTo>
                  <a:lnTo>
                    <a:pt x="685761" y="727555"/>
                  </a:lnTo>
                  <a:lnTo>
                    <a:pt x="720049" y="715540"/>
                  </a:lnTo>
                  <a:lnTo>
                    <a:pt x="754337" y="703262"/>
                  </a:lnTo>
                  <a:lnTo>
                    <a:pt x="788625" y="690716"/>
                  </a:lnTo>
                  <a:lnTo>
                    <a:pt x="822913" y="677895"/>
                  </a:lnTo>
                  <a:lnTo>
                    <a:pt x="857201" y="664795"/>
                  </a:lnTo>
                  <a:lnTo>
                    <a:pt x="891489" y="651408"/>
                  </a:lnTo>
                  <a:lnTo>
                    <a:pt x="925777" y="637728"/>
                  </a:lnTo>
                  <a:lnTo>
                    <a:pt x="960065" y="623749"/>
                  </a:lnTo>
                  <a:lnTo>
                    <a:pt x="994353" y="609466"/>
                  </a:lnTo>
                  <a:lnTo>
                    <a:pt x="1028641" y="594869"/>
                  </a:lnTo>
                  <a:lnTo>
                    <a:pt x="1062930" y="579954"/>
                  </a:lnTo>
                  <a:lnTo>
                    <a:pt x="1097218" y="564714"/>
                  </a:lnTo>
                  <a:lnTo>
                    <a:pt x="1131506" y="549140"/>
                  </a:lnTo>
                  <a:lnTo>
                    <a:pt x="1165794" y="533226"/>
                  </a:lnTo>
                  <a:lnTo>
                    <a:pt x="1200082" y="516964"/>
                  </a:lnTo>
                  <a:lnTo>
                    <a:pt x="1234370" y="500347"/>
                  </a:lnTo>
                  <a:lnTo>
                    <a:pt x="1268658" y="483367"/>
                  </a:lnTo>
                  <a:lnTo>
                    <a:pt x="1302946" y="466017"/>
                  </a:lnTo>
                  <a:lnTo>
                    <a:pt x="1337234" y="448287"/>
                  </a:lnTo>
                  <a:lnTo>
                    <a:pt x="1371522" y="430170"/>
                  </a:lnTo>
                  <a:lnTo>
                    <a:pt x="1405810" y="411658"/>
                  </a:lnTo>
                  <a:lnTo>
                    <a:pt x="1440098" y="392741"/>
                  </a:lnTo>
                  <a:lnTo>
                    <a:pt x="1474386" y="373412"/>
                  </a:lnTo>
                  <a:lnTo>
                    <a:pt x="1508674" y="353660"/>
                  </a:lnTo>
                  <a:lnTo>
                    <a:pt x="1542962" y="333477"/>
                  </a:lnTo>
                  <a:lnTo>
                    <a:pt x="1577251" y="312854"/>
                  </a:lnTo>
                  <a:lnTo>
                    <a:pt x="1611539" y="291780"/>
                  </a:lnTo>
                  <a:lnTo>
                    <a:pt x="1645827" y="270246"/>
                  </a:lnTo>
                  <a:lnTo>
                    <a:pt x="1680115" y="248243"/>
                  </a:lnTo>
                  <a:lnTo>
                    <a:pt x="1714403" y="225759"/>
                  </a:lnTo>
                  <a:lnTo>
                    <a:pt x="1748691" y="202785"/>
                  </a:lnTo>
                  <a:lnTo>
                    <a:pt x="1782979" y="179309"/>
                  </a:lnTo>
                  <a:lnTo>
                    <a:pt x="1817267" y="155322"/>
                  </a:lnTo>
                  <a:lnTo>
                    <a:pt x="1851555" y="130811"/>
                  </a:lnTo>
                  <a:lnTo>
                    <a:pt x="1885843" y="105765"/>
                  </a:lnTo>
                  <a:lnTo>
                    <a:pt x="1920131" y="80173"/>
                  </a:lnTo>
                  <a:lnTo>
                    <a:pt x="1954419" y="54023"/>
                  </a:lnTo>
                  <a:lnTo>
                    <a:pt x="1988707" y="27303"/>
                  </a:lnTo>
                  <a:lnTo>
                    <a:pt x="2022995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02365" y="4456946"/>
              <a:ext cx="2022995" cy="383102"/>
            </a:xfrm>
            <a:custGeom>
              <a:avLst/>
              <a:pathLst>
                <a:path w="2022995" h="383102">
                  <a:moveTo>
                    <a:pt x="0" y="383102"/>
                  </a:moveTo>
                  <a:lnTo>
                    <a:pt x="34288" y="377649"/>
                  </a:lnTo>
                  <a:lnTo>
                    <a:pt x="68576" y="372164"/>
                  </a:lnTo>
                  <a:lnTo>
                    <a:pt x="102864" y="366647"/>
                  </a:lnTo>
                  <a:lnTo>
                    <a:pt x="137152" y="361098"/>
                  </a:lnTo>
                  <a:lnTo>
                    <a:pt x="171440" y="355516"/>
                  </a:lnTo>
                  <a:lnTo>
                    <a:pt x="205728" y="349901"/>
                  </a:lnTo>
                  <a:lnTo>
                    <a:pt x="240016" y="344253"/>
                  </a:lnTo>
                  <a:lnTo>
                    <a:pt x="274304" y="338573"/>
                  </a:lnTo>
                  <a:lnTo>
                    <a:pt x="308592" y="332858"/>
                  </a:lnTo>
                  <a:lnTo>
                    <a:pt x="342880" y="327111"/>
                  </a:lnTo>
                  <a:lnTo>
                    <a:pt x="377168" y="321329"/>
                  </a:lnTo>
                  <a:lnTo>
                    <a:pt x="411456" y="315514"/>
                  </a:lnTo>
                  <a:lnTo>
                    <a:pt x="445744" y="309664"/>
                  </a:lnTo>
                  <a:lnTo>
                    <a:pt x="480032" y="303781"/>
                  </a:lnTo>
                  <a:lnTo>
                    <a:pt x="514320" y="297862"/>
                  </a:lnTo>
                  <a:lnTo>
                    <a:pt x="548609" y="291909"/>
                  </a:lnTo>
                  <a:lnTo>
                    <a:pt x="582897" y="285921"/>
                  </a:lnTo>
                  <a:lnTo>
                    <a:pt x="617185" y="279898"/>
                  </a:lnTo>
                  <a:lnTo>
                    <a:pt x="651473" y="273839"/>
                  </a:lnTo>
                  <a:lnTo>
                    <a:pt x="685761" y="267745"/>
                  </a:lnTo>
                  <a:lnTo>
                    <a:pt x="720049" y="261615"/>
                  </a:lnTo>
                  <a:lnTo>
                    <a:pt x="754337" y="255450"/>
                  </a:lnTo>
                  <a:lnTo>
                    <a:pt x="788625" y="249248"/>
                  </a:lnTo>
                  <a:lnTo>
                    <a:pt x="822913" y="243009"/>
                  </a:lnTo>
                  <a:lnTo>
                    <a:pt x="857201" y="236734"/>
                  </a:lnTo>
                  <a:lnTo>
                    <a:pt x="891489" y="230422"/>
                  </a:lnTo>
                  <a:lnTo>
                    <a:pt x="925777" y="224073"/>
                  </a:lnTo>
                  <a:lnTo>
                    <a:pt x="960065" y="217687"/>
                  </a:lnTo>
                  <a:lnTo>
                    <a:pt x="994353" y="211264"/>
                  </a:lnTo>
                  <a:lnTo>
                    <a:pt x="1028641" y="204802"/>
                  </a:lnTo>
                  <a:lnTo>
                    <a:pt x="1062930" y="198303"/>
                  </a:lnTo>
                  <a:lnTo>
                    <a:pt x="1097218" y="191766"/>
                  </a:lnTo>
                  <a:lnTo>
                    <a:pt x="1131506" y="185190"/>
                  </a:lnTo>
                  <a:lnTo>
                    <a:pt x="1165794" y="178576"/>
                  </a:lnTo>
                  <a:lnTo>
                    <a:pt x="1200082" y="171923"/>
                  </a:lnTo>
                  <a:lnTo>
                    <a:pt x="1234370" y="165231"/>
                  </a:lnTo>
                  <a:lnTo>
                    <a:pt x="1268658" y="158500"/>
                  </a:lnTo>
                  <a:lnTo>
                    <a:pt x="1302946" y="151729"/>
                  </a:lnTo>
                  <a:lnTo>
                    <a:pt x="1337234" y="144918"/>
                  </a:lnTo>
                  <a:lnTo>
                    <a:pt x="1371522" y="138068"/>
                  </a:lnTo>
                  <a:lnTo>
                    <a:pt x="1405810" y="131177"/>
                  </a:lnTo>
                  <a:lnTo>
                    <a:pt x="1440098" y="124246"/>
                  </a:lnTo>
                  <a:lnTo>
                    <a:pt x="1474386" y="117274"/>
                  </a:lnTo>
                  <a:lnTo>
                    <a:pt x="1508674" y="110262"/>
                  </a:lnTo>
                  <a:lnTo>
                    <a:pt x="1542962" y="103208"/>
                  </a:lnTo>
                  <a:lnTo>
                    <a:pt x="1577251" y="96113"/>
                  </a:lnTo>
                  <a:lnTo>
                    <a:pt x="1611539" y="88976"/>
                  </a:lnTo>
                  <a:lnTo>
                    <a:pt x="1645827" y="81797"/>
                  </a:lnTo>
                  <a:lnTo>
                    <a:pt x="1680115" y="74577"/>
                  </a:lnTo>
                  <a:lnTo>
                    <a:pt x="1714403" y="67314"/>
                  </a:lnTo>
                  <a:lnTo>
                    <a:pt x="1748691" y="60008"/>
                  </a:lnTo>
                  <a:lnTo>
                    <a:pt x="1782979" y="52660"/>
                  </a:lnTo>
                  <a:lnTo>
                    <a:pt x="1817267" y="45268"/>
                  </a:lnTo>
                  <a:lnTo>
                    <a:pt x="1851555" y="37833"/>
                  </a:lnTo>
                  <a:lnTo>
                    <a:pt x="1885843" y="30355"/>
                  </a:lnTo>
                  <a:lnTo>
                    <a:pt x="1920131" y="22832"/>
                  </a:lnTo>
                  <a:lnTo>
                    <a:pt x="1954419" y="15266"/>
                  </a:lnTo>
                  <a:lnTo>
                    <a:pt x="1988707" y="7655"/>
                  </a:lnTo>
                  <a:lnTo>
                    <a:pt x="2022995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01215" y="3735091"/>
              <a:ext cx="0" cy="2036889"/>
            </a:xfrm>
            <a:custGeom>
              <a:avLst/>
              <a:pathLst>
                <a:path w="0" h="2036889">
                  <a:moveTo>
                    <a:pt x="0" y="203688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503004" y="573094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503004" y="515936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503004" y="458779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503004" y="4016221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669584" y="576733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69584" y="519576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69584" y="462418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69584" y="405261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01215" y="5771981"/>
              <a:ext cx="2225295" cy="0"/>
            </a:xfrm>
            <a:custGeom>
              <a:avLst/>
              <a:pathLst>
                <a:path w="2225295" h="0">
                  <a:moveTo>
                    <a:pt x="0" y="0"/>
                  </a:moveTo>
                  <a:lnTo>
                    <a:pt x="222529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13603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266189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818775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371361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923947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626049" y="5828917"/>
              <a:ext cx="1751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178635" y="5828917"/>
              <a:ext cx="1751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748138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300724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2853310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56721" y="5954732"/>
              <a:ext cx="291428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Province warmed more than the species' range (°C)</a:t>
              </a:r>
            </a:p>
          </p:txBody>
        </p:sp>
        <p:sp>
          <p:nvSpPr>
            <p:cNvPr id="143" name="tx143"/>
            <p:cNvSpPr/>
            <p:nvPr/>
          </p:nvSpPr>
          <p:spPr>
            <a:xfrm rot="-5400000">
              <a:off x="-582656" y="4708045"/>
              <a:ext cx="196367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Annual hazard of a new record (%)</a:t>
              </a:r>
            </a:p>
          </p:txBody>
        </p:sp>
        <p:sp>
          <p:nvSpPr>
            <p:cNvPr id="144" name="rc144"/>
            <p:cNvSpPr/>
            <p:nvPr/>
          </p:nvSpPr>
          <p:spPr>
            <a:xfrm>
              <a:off x="827418" y="3742392"/>
              <a:ext cx="993758" cy="637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tx145"/>
            <p:cNvSpPr/>
            <p:nvPr/>
          </p:nvSpPr>
          <p:spPr>
            <a:xfrm>
              <a:off x="890681" y="3817633"/>
              <a:ext cx="70491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146" name="rc146"/>
            <p:cNvSpPr/>
            <p:nvPr/>
          </p:nvSpPr>
          <p:spPr>
            <a:xfrm>
              <a:off x="890681" y="397471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902068" y="403165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56B4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890681" y="408858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902068" y="414552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890681" y="420245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902068" y="4259396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1067817" y="3990730"/>
              <a:ext cx="60313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3 visits/yr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067817" y="4104603"/>
              <a:ext cx="63495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60 visits/yr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067817" y="4218476"/>
              <a:ext cx="69009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1,114 visits/yr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01215" y="3437468"/>
              <a:ext cx="2284719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One SD of accumulated warming is 0.18 °C;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701215" y="3563655"/>
              <a:ext cx="235942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one SD of effort multiplies annual visits by 7.7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701215" y="3256521"/>
              <a:ext cx="167335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Effect sizes you can picture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320650" y="3239644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59" name="rc159"/>
            <p:cNvSpPr/>
            <p:nvPr/>
          </p:nvSpPr>
          <p:spPr>
            <a:xfrm>
              <a:off x="4496040" y="3735091"/>
              <a:ext cx="2225295" cy="20368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346448" y="3735091"/>
              <a:ext cx="0" cy="2036889"/>
            </a:xfrm>
            <a:custGeom>
              <a:avLst/>
              <a:pathLst>
                <a:path w="0" h="2036889">
                  <a:moveTo>
                    <a:pt x="0" y="203688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4597190" y="3862397"/>
              <a:ext cx="1123511" cy="21544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4597190" y="4254106"/>
              <a:ext cx="1038247" cy="21544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4597190" y="4645816"/>
              <a:ext cx="1674282" cy="21544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4597190" y="5037525"/>
              <a:ext cx="1020224" cy="215440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4597190" y="5429235"/>
              <a:ext cx="1051820" cy="215440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5765948" y="3933312"/>
              <a:ext cx="25136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x1.50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5680684" y="4325022"/>
              <a:ext cx="25136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x1.39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6316719" y="4716731"/>
              <a:ext cx="25136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x2.23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5662661" y="5108441"/>
              <a:ext cx="25136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x1.36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694257" y="5500150"/>
              <a:ext cx="251368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x1.40</a:t>
              </a:r>
            </a:p>
          </p:txBody>
        </p:sp>
        <p:sp>
          <p:nvSpPr>
            <p:cNvPr id="171" name="pl171"/>
            <p:cNvSpPr/>
            <p:nvPr/>
          </p:nvSpPr>
          <p:spPr>
            <a:xfrm>
              <a:off x="4496040" y="3735091"/>
              <a:ext cx="0" cy="2036889"/>
            </a:xfrm>
            <a:custGeom>
              <a:avLst/>
              <a:pathLst>
                <a:path w="0" h="2036889">
                  <a:moveTo>
                    <a:pt x="0" y="203688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2"/>
            <p:cNvSpPr/>
            <p:nvPr/>
          </p:nvSpPr>
          <p:spPr>
            <a:xfrm>
              <a:off x="3554147" y="5500562"/>
              <a:ext cx="88495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 (fixed)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128951" y="5108852"/>
              <a:ext cx="13101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Accumulated warming (fixed)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738673" y="4717143"/>
              <a:ext cx="70043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Province x year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4043717" y="4325433"/>
              <a:ext cx="39538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Province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4077550" y="3933724"/>
              <a:ext cx="36155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</a:t>
              </a:r>
            </a:p>
          </p:txBody>
        </p:sp>
        <p:sp>
          <p:nvSpPr>
            <p:cNvPr id="177" name="pl177"/>
            <p:cNvSpPr/>
            <p:nvPr/>
          </p:nvSpPr>
          <p:spPr>
            <a:xfrm>
              <a:off x="4464409" y="553695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464409" y="514524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464409" y="47535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464409" y="436182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464409" y="397011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496040" y="5771981"/>
              <a:ext cx="2225295" cy="0"/>
            </a:xfrm>
            <a:custGeom>
              <a:avLst/>
              <a:pathLst>
                <a:path w="2225295" h="0">
                  <a:moveTo>
                    <a:pt x="0" y="0"/>
                  </a:moveTo>
                  <a:lnTo>
                    <a:pt x="222529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597190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346448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095705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tx186"/>
            <p:cNvSpPr/>
            <p:nvPr/>
          </p:nvSpPr>
          <p:spPr>
            <a:xfrm>
              <a:off x="4568935" y="5828917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318193" y="5828917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6067450" y="5828917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4863635" y="5954732"/>
              <a:ext cx="149010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multiplier per 1 SD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4496040" y="3437468"/>
              <a:ext cx="230264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One SD of province-by-year shock multiplies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4496040" y="3563655"/>
              <a:ext cx="2277587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the hazard by 2.23 - more than either driver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496040" y="3256521"/>
              <a:ext cx="247710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observation process outweighs both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3104086" y="3239644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2026-09-22T12:32:34Z</dcterms:modified>
  <cp:category/>
</cp:coreProperties>
</file>