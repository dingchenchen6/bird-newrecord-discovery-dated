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7132320"/>
            <a:chOff x="182880" y="182880"/>
            <a:chExt cx="10241280" cy="713232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7132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79" cy="71323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4355574" cy="34788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608043" y="252469"/>
              <a:ext cx="5746527" cy="34788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66023" y="656226"/>
              <a:ext cx="3840798" cy="2764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66023" y="2899800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  <a:lnTo>
                    <a:pt x="384079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66023" y="2095085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  <a:lnTo>
                    <a:pt x="384079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66023" y="1290370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  <a:lnTo>
                    <a:pt x="384079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66023" y="2899800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  <a:lnTo>
                    <a:pt x="3840798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605" y="1407297"/>
              <a:ext cx="3174213" cy="1685177"/>
            </a:xfrm>
            <a:custGeom>
              <a:avLst/>
              <a:pathLst>
                <a:path w="3174213" h="1685177">
                  <a:moveTo>
                    <a:pt x="0" y="1685177"/>
                  </a:moveTo>
                  <a:lnTo>
                    <a:pt x="105807" y="1673513"/>
                  </a:lnTo>
                  <a:lnTo>
                    <a:pt x="211614" y="1676073"/>
                  </a:lnTo>
                  <a:lnTo>
                    <a:pt x="317421" y="1650396"/>
                  </a:lnTo>
                  <a:lnTo>
                    <a:pt x="423228" y="1491609"/>
                  </a:lnTo>
                  <a:lnTo>
                    <a:pt x="529035" y="1395343"/>
                  </a:lnTo>
                  <a:lnTo>
                    <a:pt x="634842" y="1335134"/>
                  </a:lnTo>
                  <a:lnTo>
                    <a:pt x="740649" y="1236004"/>
                  </a:lnTo>
                  <a:lnTo>
                    <a:pt x="846457" y="1202701"/>
                  </a:lnTo>
                  <a:lnTo>
                    <a:pt x="952264" y="1147852"/>
                  </a:lnTo>
                  <a:lnTo>
                    <a:pt x="1058071" y="1105176"/>
                  </a:lnTo>
                  <a:lnTo>
                    <a:pt x="1163878" y="983373"/>
                  </a:lnTo>
                  <a:lnTo>
                    <a:pt x="1269685" y="881879"/>
                  </a:lnTo>
                  <a:lnTo>
                    <a:pt x="1375492" y="766645"/>
                  </a:lnTo>
                  <a:lnTo>
                    <a:pt x="1481299" y="729488"/>
                  </a:lnTo>
                  <a:lnTo>
                    <a:pt x="1587106" y="651295"/>
                  </a:lnTo>
                  <a:lnTo>
                    <a:pt x="1692914" y="537663"/>
                  </a:lnTo>
                  <a:lnTo>
                    <a:pt x="1798721" y="512900"/>
                  </a:lnTo>
                  <a:lnTo>
                    <a:pt x="1904528" y="398398"/>
                  </a:lnTo>
                  <a:lnTo>
                    <a:pt x="2010335" y="429911"/>
                  </a:lnTo>
                  <a:lnTo>
                    <a:pt x="2116142" y="406899"/>
                  </a:lnTo>
                  <a:lnTo>
                    <a:pt x="2221949" y="312537"/>
                  </a:lnTo>
                  <a:lnTo>
                    <a:pt x="2327756" y="295847"/>
                  </a:lnTo>
                  <a:lnTo>
                    <a:pt x="2433563" y="306992"/>
                  </a:lnTo>
                  <a:lnTo>
                    <a:pt x="2539371" y="350676"/>
                  </a:lnTo>
                  <a:lnTo>
                    <a:pt x="2645178" y="227380"/>
                  </a:lnTo>
                  <a:lnTo>
                    <a:pt x="2750985" y="234951"/>
                  </a:lnTo>
                  <a:lnTo>
                    <a:pt x="2856792" y="214063"/>
                  </a:lnTo>
                  <a:lnTo>
                    <a:pt x="2962599" y="194713"/>
                  </a:lnTo>
                  <a:lnTo>
                    <a:pt x="3068406" y="32482"/>
                  </a:lnTo>
                  <a:lnTo>
                    <a:pt x="3174213" y="0"/>
                  </a:lnTo>
                </a:path>
              </a:pathLst>
            </a:custGeom>
            <a:ln w="2032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0605" y="1908109"/>
              <a:ext cx="3174213" cy="1167442"/>
            </a:xfrm>
            <a:custGeom>
              <a:avLst/>
              <a:pathLst>
                <a:path w="3174213" h="1167442">
                  <a:moveTo>
                    <a:pt x="0" y="1069465"/>
                  </a:moveTo>
                  <a:lnTo>
                    <a:pt x="105807" y="1125124"/>
                  </a:lnTo>
                  <a:lnTo>
                    <a:pt x="211614" y="1167442"/>
                  </a:lnTo>
                  <a:lnTo>
                    <a:pt x="317421" y="1151791"/>
                  </a:lnTo>
                  <a:lnTo>
                    <a:pt x="423228" y="1014571"/>
                  </a:lnTo>
                  <a:lnTo>
                    <a:pt x="529035" y="865508"/>
                  </a:lnTo>
                  <a:lnTo>
                    <a:pt x="634842" y="787200"/>
                  </a:lnTo>
                  <a:lnTo>
                    <a:pt x="740649" y="738804"/>
                  </a:lnTo>
                  <a:lnTo>
                    <a:pt x="846457" y="746782"/>
                  </a:lnTo>
                  <a:lnTo>
                    <a:pt x="952264" y="624160"/>
                  </a:lnTo>
                  <a:lnTo>
                    <a:pt x="1058071" y="584473"/>
                  </a:lnTo>
                  <a:lnTo>
                    <a:pt x="1163878" y="597869"/>
                  </a:lnTo>
                  <a:lnTo>
                    <a:pt x="1269685" y="568195"/>
                  </a:lnTo>
                  <a:lnTo>
                    <a:pt x="1375492" y="486383"/>
                  </a:lnTo>
                  <a:lnTo>
                    <a:pt x="1481299" y="521533"/>
                  </a:lnTo>
                  <a:lnTo>
                    <a:pt x="1587106" y="524392"/>
                  </a:lnTo>
                  <a:lnTo>
                    <a:pt x="1692914" y="471071"/>
                  </a:lnTo>
                  <a:lnTo>
                    <a:pt x="1798721" y="517547"/>
                  </a:lnTo>
                  <a:lnTo>
                    <a:pt x="1904528" y="529164"/>
                  </a:lnTo>
                  <a:lnTo>
                    <a:pt x="2010335" y="638464"/>
                  </a:lnTo>
                  <a:lnTo>
                    <a:pt x="2116142" y="638003"/>
                  </a:lnTo>
                  <a:lnTo>
                    <a:pt x="2221949" y="537809"/>
                  </a:lnTo>
                  <a:lnTo>
                    <a:pt x="2327756" y="516561"/>
                  </a:lnTo>
                  <a:lnTo>
                    <a:pt x="2433563" y="529207"/>
                  </a:lnTo>
                  <a:lnTo>
                    <a:pt x="2539371" y="572576"/>
                  </a:lnTo>
                  <a:lnTo>
                    <a:pt x="2645178" y="456386"/>
                  </a:lnTo>
                  <a:lnTo>
                    <a:pt x="2750985" y="355148"/>
                  </a:lnTo>
                  <a:lnTo>
                    <a:pt x="2856792" y="310031"/>
                  </a:lnTo>
                  <a:lnTo>
                    <a:pt x="2962599" y="305505"/>
                  </a:lnTo>
                  <a:lnTo>
                    <a:pt x="3068406" y="113842"/>
                  </a:lnTo>
                  <a:lnTo>
                    <a:pt x="3174213" y="0"/>
                  </a:lnTo>
                </a:path>
              </a:pathLst>
            </a:custGeom>
            <a:ln w="2032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40605" y="781893"/>
              <a:ext cx="3174213" cy="2513322"/>
            </a:xfrm>
            <a:custGeom>
              <a:avLst/>
              <a:pathLst>
                <a:path w="3174213" h="2513322">
                  <a:moveTo>
                    <a:pt x="0" y="2447871"/>
                  </a:moveTo>
                  <a:lnTo>
                    <a:pt x="105807" y="2427860"/>
                  </a:lnTo>
                  <a:lnTo>
                    <a:pt x="211614" y="2513322"/>
                  </a:lnTo>
                  <a:lnTo>
                    <a:pt x="317421" y="2372196"/>
                  </a:lnTo>
                  <a:lnTo>
                    <a:pt x="423228" y="2457406"/>
                  </a:lnTo>
                  <a:lnTo>
                    <a:pt x="529035" y="2100976"/>
                  </a:lnTo>
                  <a:lnTo>
                    <a:pt x="634842" y="1939662"/>
                  </a:lnTo>
                  <a:lnTo>
                    <a:pt x="740649" y="1806450"/>
                  </a:lnTo>
                  <a:lnTo>
                    <a:pt x="846457" y="1634834"/>
                  </a:lnTo>
                  <a:lnTo>
                    <a:pt x="952264" y="1617788"/>
                  </a:lnTo>
                  <a:lnTo>
                    <a:pt x="1058071" y="1451564"/>
                  </a:lnTo>
                  <a:lnTo>
                    <a:pt x="1163878" y="1431210"/>
                  </a:lnTo>
                  <a:lnTo>
                    <a:pt x="1269685" y="1310989"/>
                  </a:lnTo>
                  <a:lnTo>
                    <a:pt x="1375492" y="1133944"/>
                  </a:lnTo>
                  <a:lnTo>
                    <a:pt x="1481299" y="846302"/>
                  </a:lnTo>
                  <a:lnTo>
                    <a:pt x="1587106" y="730280"/>
                  </a:lnTo>
                  <a:lnTo>
                    <a:pt x="1692914" y="711262"/>
                  </a:lnTo>
                  <a:lnTo>
                    <a:pt x="1798721" y="595074"/>
                  </a:lnTo>
                  <a:lnTo>
                    <a:pt x="1904528" y="764437"/>
                  </a:lnTo>
                  <a:lnTo>
                    <a:pt x="2010335" y="608179"/>
                  </a:lnTo>
                  <a:lnTo>
                    <a:pt x="2116142" y="731710"/>
                  </a:lnTo>
                  <a:lnTo>
                    <a:pt x="2221949" y="557721"/>
                  </a:lnTo>
                  <a:lnTo>
                    <a:pt x="2327756" y="450795"/>
                  </a:lnTo>
                  <a:lnTo>
                    <a:pt x="2433563" y="464294"/>
                  </a:lnTo>
                  <a:lnTo>
                    <a:pt x="2539371" y="392980"/>
                  </a:lnTo>
                  <a:lnTo>
                    <a:pt x="2645178" y="358453"/>
                  </a:lnTo>
                  <a:lnTo>
                    <a:pt x="2750985" y="296275"/>
                  </a:lnTo>
                  <a:lnTo>
                    <a:pt x="2856792" y="271587"/>
                  </a:lnTo>
                  <a:lnTo>
                    <a:pt x="2962599" y="185215"/>
                  </a:lnTo>
                  <a:lnTo>
                    <a:pt x="3068406" y="84765"/>
                  </a:lnTo>
                  <a:lnTo>
                    <a:pt x="3174213" y="0"/>
                  </a:lnTo>
                </a:path>
              </a:pathLst>
            </a:custGeom>
            <a:ln w="2032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591591" y="1642248"/>
              <a:ext cx="0" cy="621008"/>
            </a:xfrm>
            <a:custGeom>
              <a:avLst/>
              <a:pathLst>
                <a:path w="0" h="621008">
                  <a:moveTo>
                    <a:pt x="0" y="621008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569449" y="2224906"/>
              <a:ext cx="44283" cy="38351"/>
            </a:xfrm>
            <a:custGeom>
              <a:avLst/>
              <a:pathLst>
                <a:path w="44283" h="38351">
                  <a:moveTo>
                    <a:pt x="0" y="0"/>
                  </a:moveTo>
                  <a:lnTo>
                    <a:pt x="22141" y="38351"/>
                  </a:ln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69449" y="1642248"/>
              <a:ext cx="44283" cy="38351"/>
            </a:xfrm>
            <a:custGeom>
              <a:avLst/>
              <a:pathLst>
                <a:path w="44283" h="38351">
                  <a:moveTo>
                    <a:pt x="44283" y="38351"/>
                  </a:moveTo>
                  <a:lnTo>
                    <a:pt x="22141" y="0"/>
                  </a:lnTo>
                  <a:lnTo>
                    <a:pt x="0" y="3835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845528" y="1078168"/>
              <a:ext cx="0" cy="564079"/>
            </a:xfrm>
            <a:custGeom>
              <a:avLst/>
              <a:pathLst>
                <a:path w="0" h="564079">
                  <a:moveTo>
                    <a:pt x="0" y="0"/>
                  </a:moveTo>
                  <a:lnTo>
                    <a:pt x="0" y="564079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23386" y="1078168"/>
              <a:ext cx="44283" cy="38351"/>
            </a:xfrm>
            <a:custGeom>
              <a:avLst/>
              <a:pathLst>
                <a:path w="44283" h="38351">
                  <a:moveTo>
                    <a:pt x="44283" y="38351"/>
                  </a:moveTo>
                  <a:lnTo>
                    <a:pt x="22141" y="0"/>
                  </a:lnTo>
                  <a:lnTo>
                    <a:pt x="0" y="38351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3386" y="1603897"/>
              <a:ext cx="44283" cy="38351"/>
            </a:xfrm>
            <a:custGeom>
              <a:avLst/>
              <a:pathLst>
                <a:path w="44283" h="38351">
                  <a:moveTo>
                    <a:pt x="0" y="0"/>
                  </a:moveTo>
                  <a:lnTo>
                    <a:pt x="22141" y="38351"/>
                  </a:ln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3045395" y="1561534"/>
              <a:ext cx="482711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x = +0.31 °C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930173" y="1329164"/>
              <a:ext cx="4609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0072B2">
                      <a:alpha val="100000"/>
                    </a:srgbClr>
                  </a:solidFill>
                  <a:latin typeface="Arial"/>
                  <a:cs typeface="Arial"/>
                </a:rPr>
                <a:t>x = -0.28 °C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666023" y="656226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487953" y="286711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87953" y="206239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87953" y="125768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637555" y="28998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7555" y="20950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37555" y="12903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66023" y="3420881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6412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004484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62555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20626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844914" y="3472124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1995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902985" y="3472124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61056" y="3472124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2015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019128" y="3472124"/>
              <a:ext cx="20299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606339" y="1997634"/>
              <a:ext cx="200189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15-yr mean anomaly vs 1980-2000 (°C)</a:t>
              </a:r>
            </a:p>
          </p:txBody>
        </p:sp>
        <p:sp>
          <p:nvSpPr>
            <p:cNvPr id="40" name="rc40"/>
            <p:cNvSpPr/>
            <p:nvPr/>
          </p:nvSpPr>
          <p:spPr>
            <a:xfrm>
              <a:off x="1324942" y="687611"/>
              <a:ext cx="1293905" cy="3795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81879" y="744547"/>
              <a:ext cx="113872" cy="885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93266" y="78883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381879" y="833115"/>
              <a:ext cx="113872" cy="885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93266" y="877399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81879" y="921683"/>
              <a:ext cx="113872" cy="885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393266" y="96596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2032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1552688" y="760713"/>
              <a:ext cx="637885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Yunnan (province)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52688" y="849281"/>
              <a:ext cx="1009223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Aethopyga christinae (range)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552688" y="937849"/>
              <a:ext cx="890991" cy="56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Coracias garrulus (range)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66023" y="503004"/>
              <a:ext cx="262359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Same province, same year, opposite sign for two species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66023" y="328384"/>
              <a:ext cx="37230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climate variable is referenced to each species' own range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32072" y="323699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5128125" y="656226"/>
              <a:ext cx="3840798" cy="2764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888699" y="710435"/>
              <a:ext cx="720149" cy="1237429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888699" y="1947865"/>
              <a:ext cx="720149" cy="1473015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88200" y="710435"/>
              <a:ext cx="720149" cy="1639754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88200" y="2350190"/>
              <a:ext cx="720149" cy="107069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688450" y="710435"/>
              <a:ext cx="720149" cy="114641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688450" y="1856846"/>
              <a:ext cx="720149" cy="156403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8151208" y="1294266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46%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151208" y="2649489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54%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750708" y="1495428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750708" y="2850651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50958" y="1248756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42%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50958" y="2603979"/>
              <a:ext cx="195132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5128125" y="656226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4945026" y="3388191"/>
              <a:ext cx="1318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894277" y="2710580"/>
              <a:ext cx="18260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4894277" y="2032968"/>
              <a:ext cx="18260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894277" y="1355357"/>
              <a:ext cx="18260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43527" y="677746"/>
              <a:ext cx="2333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72" name="pl72"/>
            <p:cNvSpPr/>
            <p:nvPr/>
          </p:nvSpPr>
          <p:spPr>
            <a:xfrm>
              <a:off x="5099657" y="34208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099657" y="2743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099657" y="20656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099657" y="13880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099657" y="710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128125" y="3420881"/>
              <a:ext cx="3840798" cy="0"/>
            </a:xfrm>
            <a:custGeom>
              <a:avLst/>
              <a:pathLst>
                <a:path w="3840798" h="0">
                  <a:moveTo>
                    <a:pt x="0" y="0"/>
                  </a:moveTo>
                  <a:lnTo>
                    <a:pt x="384079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848275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7048524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48774" y="342088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5584516" y="3472124"/>
              <a:ext cx="5275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675865" y="3570879"/>
              <a:ext cx="3448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warming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906427" y="3472124"/>
              <a:ext cx="28419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858329" y="3570879"/>
              <a:ext cx="3803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variability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8157471" y="3472124"/>
              <a:ext cx="18260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Raw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8048429" y="3570879"/>
              <a:ext cx="4006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gradient x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4302355" y="1997634"/>
              <a:ext cx="895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Share of variance</a:t>
              </a:r>
            </a:p>
          </p:txBody>
        </p:sp>
        <p:sp>
          <p:nvSpPr>
            <p:cNvPr id="88" name="rc88"/>
            <p:cNvSpPr/>
            <p:nvPr/>
          </p:nvSpPr>
          <p:spPr>
            <a:xfrm>
              <a:off x="9082797" y="1816019"/>
              <a:ext cx="1170553" cy="4450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9139733" y="1872956"/>
              <a:ext cx="113872" cy="1655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9147097" y="1880320"/>
              <a:ext cx="99145" cy="15087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9139733" y="2038554"/>
              <a:ext cx="113872" cy="1655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9147097" y="2045917"/>
              <a:ext cx="99145" cy="150870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310543" y="1881597"/>
              <a:ext cx="885870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Between province-years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310543" y="1970751"/>
              <a:ext cx="633404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(regional climate)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9310543" y="2047195"/>
              <a:ext cx="752734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Within province-year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9310543" y="2136349"/>
              <a:ext cx="858347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(purely among species)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5128125" y="503004"/>
              <a:ext cx="242142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 purely regional variable would have no green band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128125" y="328384"/>
              <a:ext cx="257687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identity carries much of the signal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690441" y="323699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252469" y="3731285"/>
              <a:ext cx="3951150" cy="35143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4203619" y="3731285"/>
              <a:ext cx="6150951" cy="351432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66023" y="4135043"/>
              <a:ext cx="3436374" cy="2764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66023" y="6893389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  <a:lnTo>
                    <a:pt x="343637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66023" y="6117598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  <a:lnTo>
                    <a:pt x="343637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66023" y="5341806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  <a:lnTo>
                    <a:pt x="343637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66023" y="4566015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  <a:lnTo>
                    <a:pt x="343637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391797" y="4135043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822222" y="4315565"/>
              <a:ext cx="3123977" cy="2458466"/>
            </a:xfrm>
            <a:custGeom>
              <a:avLst/>
              <a:pathLst>
                <a:path w="3123977" h="2458466">
                  <a:moveTo>
                    <a:pt x="0" y="2234369"/>
                  </a:moveTo>
                  <a:lnTo>
                    <a:pt x="52948" y="2226037"/>
                  </a:lnTo>
                  <a:lnTo>
                    <a:pt x="105897" y="2217474"/>
                  </a:lnTo>
                  <a:lnTo>
                    <a:pt x="158846" y="2208669"/>
                  </a:lnTo>
                  <a:lnTo>
                    <a:pt x="211795" y="2199612"/>
                  </a:lnTo>
                  <a:lnTo>
                    <a:pt x="264743" y="2190293"/>
                  </a:lnTo>
                  <a:lnTo>
                    <a:pt x="317692" y="2180700"/>
                  </a:lnTo>
                  <a:lnTo>
                    <a:pt x="370641" y="2170821"/>
                  </a:lnTo>
                  <a:lnTo>
                    <a:pt x="423590" y="2160641"/>
                  </a:lnTo>
                  <a:lnTo>
                    <a:pt x="476538" y="2150147"/>
                  </a:lnTo>
                  <a:lnTo>
                    <a:pt x="529487" y="2139323"/>
                  </a:lnTo>
                  <a:lnTo>
                    <a:pt x="582436" y="2128151"/>
                  </a:lnTo>
                  <a:lnTo>
                    <a:pt x="635385" y="2116612"/>
                  </a:lnTo>
                  <a:lnTo>
                    <a:pt x="688333" y="2104685"/>
                  </a:lnTo>
                  <a:lnTo>
                    <a:pt x="741282" y="2092349"/>
                  </a:lnTo>
                  <a:lnTo>
                    <a:pt x="794231" y="2079579"/>
                  </a:lnTo>
                  <a:lnTo>
                    <a:pt x="847180" y="2066346"/>
                  </a:lnTo>
                  <a:lnTo>
                    <a:pt x="900129" y="2052621"/>
                  </a:lnTo>
                  <a:lnTo>
                    <a:pt x="953077" y="2038371"/>
                  </a:lnTo>
                  <a:lnTo>
                    <a:pt x="1006026" y="2023560"/>
                  </a:lnTo>
                  <a:lnTo>
                    <a:pt x="1058975" y="2008146"/>
                  </a:lnTo>
                  <a:lnTo>
                    <a:pt x="1111924" y="1992087"/>
                  </a:lnTo>
                  <a:lnTo>
                    <a:pt x="1164872" y="1975333"/>
                  </a:lnTo>
                  <a:lnTo>
                    <a:pt x="1217821" y="1957831"/>
                  </a:lnTo>
                  <a:lnTo>
                    <a:pt x="1270770" y="1939521"/>
                  </a:lnTo>
                  <a:lnTo>
                    <a:pt x="1323719" y="1920341"/>
                  </a:lnTo>
                  <a:lnTo>
                    <a:pt x="1376667" y="1900219"/>
                  </a:lnTo>
                  <a:lnTo>
                    <a:pt x="1429616" y="1879082"/>
                  </a:lnTo>
                  <a:lnTo>
                    <a:pt x="1482565" y="1856846"/>
                  </a:lnTo>
                  <a:lnTo>
                    <a:pt x="1535514" y="1833426"/>
                  </a:lnTo>
                  <a:lnTo>
                    <a:pt x="1588462" y="1808729"/>
                  </a:lnTo>
                  <a:lnTo>
                    <a:pt x="1641411" y="1782659"/>
                  </a:lnTo>
                  <a:lnTo>
                    <a:pt x="1694360" y="1755112"/>
                  </a:lnTo>
                  <a:lnTo>
                    <a:pt x="1747309" y="1725983"/>
                  </a:lnTo>
                  <a:lnTo>
                    <a:pt x="1800258" y="1695164"/>
                  </a:lnTo>
                  <a:lnTo>
                    <a:pt x="1853206" y="1662543"/>
                  </a:lnTo>
                  <a:lnTo>
                    <a:pt x="1906155" y="1628006"/>
                  </a:lnTo>
                  <a:lnTo>
                    <a:pt x="1959104" y="1591438"/>
                  </a:lnTo>
                  <a:lnTo>
                    <a:pt x="2012053" y="1552722"/>
                  </a:lnTo>
                  <a:lnTo>
                    <a:pt x="2065001" y="1511739"/>
                  </a:lnTo>
                  <a:lnTo>
                    <a:pt x="2117950" y="1468370"/>
                  </a:lnTo>
                  <a:lnTo>
                    <a:pt x="2170899" y="1422492"/>
                  </a:lnTo>
                  <a:lnTo>
                    <a:pt x="2223848" y="1373981"/>
                  </a:lnTo>
                  <a:lnTo>
                    <a:pt x="2276796" y="1322709"/>
                  </a:lnTo>
                  <a:lnTo>
                    <a:pt x="2329745" y="1268545"/>
                  </a:lnTo>
                  <a:lnTo>
                    <a:pt x="2382694" y="1211352"/>
                  </a:lnTo>
                  <a:lnTo>
                    <a:pt x="2435643" y="1150990"/>
                  </a:lnTo>
                  <a:lnTo>
                    <a:pt x="2488591" y="1087311"/>
                  </a:lnTo>
                  <a:lnTo>
                    <a:pt x="2541540" y="1020162"/>
                  </a:lnTo>
                  <a:lnTo>
                    <a:pt x="2594489" y="949382"/>
                  </a:lnTo>
                  <a:lnTo>
                    <a:pt x="2647438" y="874801"/>
                  </a:lnTo>
                  <a:lnTo>
                    <a:pt x="2700387" y="796242"/>
                  </a:lnTo>
                  <a:lnTo>
                    <a:pt x="2753335" y="713519"/>
                  </a:lnTo>
                  <a:lnTo>
                    <a:pt x="2806284" y="626435"/>
                  </a:lnTo>
                  <a:lnTo>
                    <a:pt x="2859233" y="534784"/>
                  </a:lnTo>
                  <a:lnTo>
                    <a:pt x="2912182" y="438348"/>
                  </a:lnTo>
                  <a:lnTo>
                    <a:pt x="2965130" y="336899"/>
                  </a:lnTo>
                  <a:lnTo>
                    <a:pt x="3018079" y="230196"/>
                  </a:lnTo>
                  <a:lnTo>
                    <a:pt x="3071028" y="117984"/>
                  </a:lnTo>
                  <a:lnTo>
                    <a:pt x="3123977" y="0"/>
                  </a:lnTo>
                  <a:lnTo>
                    <a:pt x="3123977" y="1467339"/>
                  </a:lnTo>
                  <a:lnTo>
                    <a:pt x="3071028" y="1494757"/>
                  </a:lnTo>
                  <a:lnTo>
                    <a:pt x="3018079" y="1521675"/>
                  </a:lnTo>
                  <a:lnTo>
                    <a:pt x="2965130" y="1548110"/>
                  </a:lnTo>
                  <a:lnTo>
                    <a:pt x="2912182" y="1574081"/>
                  </a:lnTo>
                  <a:lnTo>
                    <a:pt x="2859233" y="1599606"/>
                  </a:lnTo>
                  <a:lnTo>
                    <a:pt x="2806284" y="1624701"/>
                  </a:lnTo>
                  <a:lnTo>
                    <a:pt x="2753335" y="1649386"/>
                  </a:lnTo>
                  <a:lnTo>
                    <a:pt x="2700387" y="1673679"/>
                  </a:lnTo>
                  <a:lnTo>
                    <a:pt x="2647438" y="1697596"/>
                  </a:lnTo>
                  <a:lnTo>
                    <a:pt x="2594489" y="1721155"/>
                  </a:lnTo>
                  <a:lnTo>
                    <a:pt x="2541540" y="1744374"/>
                  </a:lnTo>
                  <a:lnTo>
                    <a:pt x="2488591" y="1767270"/>
                  </a:lnTo>
                  <a:lnTo>
                    <a:pt x="2435643" y="1789859"/>
                  </a:lnTo>
                  <a:lnTo>
                    <a:pt x="2382694" y="1812156"/>
                  </a:lnTo>
                  <a:lnTo>
                    <a:pt x="2329745" y="1834176"/>
                  </a:lnTo>
                  <a:lnTo>
                    <a:pt x="2276796" y="1855930"/>
                  </a:lnTo>
                  <a:lnTo>
                    <a:pt x="2223848" y="1877431"/>
                  </a:lnTo>
                  <a:lnTo>
                    <a:pt x="2170899" y="1898685"/>
                  </a:lnTo>
                  <a:lnTo>
                    <a:pt x="2117950" y="1919700"/>
                  </a:lnTo>
                  <a:lnTo>
                    <a:pt x="2065001" y="1940477"/>
                  </a:lnTo>
                  <a:lnTo>
                    <a:pt x="2012053" y="1961017"/>
                  </a:lnTo>
                  <a:lnTo>
                    <a:pt x="1959104" y="1981315"/>
                  </a:lnTo>
                  <a:lnTo>
                    <a:pt x="1906155" y="2001364"/>
                  </a:lnTo>
                  <a:lnTo>
                    <a:pt x="1853206" y="2021151"/>
                  </a:lnTo>
                  <a:lnTo>
                    <a:pt x="1800258" y="2040663"/>
                  </a:lnTo>
                  <a:lnTo>
                    <a:pt x="1747309" y="2059881"/>
                  </a:lnTo>
                  <a:lnTo>
                    <a:pt x="1694360" y="2078786"/>
                  </a:lnTo>
                  <a:lnTo>
                    <a:pt x="1641411" y="2097356"/>
                  </a:lnTo>
                  <a:lnTo>
                    <a:pt x="1588462" y="2115569"/>
                  </a:lnTo>
                  <a:lnTo>
                    <a:pt x="1535514" y="2133403"/>
                  </a:lnTo>
                  <a:lnTo>
                    <a:pt x="1482565" y="2150837"/>
                  </a:lnTo>
                  <a:lnTo>
                    <a:pt x="1429616" y="2167851"/>
                  </a:lnTo>
                  <a:lnTo>
                    <a:pt x="1376667" y="2184426"/>
                  </a:lnTo>
                  <a:lnTo>
                    <a:pt x="1323719" y="2200549"/>
                  </a:lnTo>
                  <a:lnTo>
                    <a:pt x="1270770" y="2216206"/>
                  </a:lnTo>
                  <a:lnTo>
                    <a:pt x="1217821" y="2231388"/>
                  </a:lnTo>
                  <a:lnTo>
                    <a:pt x="1164872" y="2246089"/>
                  </a:lnTo>
                  <a:lnTo>
                    <a:pt x="1111924" y="2260304"/>
                  </a:lnTo>
                  <a:lnTo>
                    <a:pt x="1058975" y="2274032"/>
                  </a:lnTo>
                  <a:lnTo>
                    <a:pt x="1006026" y="2287276"/>
                  </a:lnTo>
                  <a:lnTo>
                    <a:pt x="953077" y="2300037"/>
                  </a:lnTo>
                  <a:lnTo>
                    <a:pt x="900129" y="2312322"/>
                  </a:lnTo>
                  <a:lnTo>
                    <a:pt x="847180" y="2324138"/>
                  </a:lnTo>
                  <a:lnTo>
                    <a:pt x="794231" y="2335493"/>
                  </a:lnTo>
                  <a:lnTo>
                    <a:pt x="741282" y="2346398"/>
                  </a:lnTo>
                  <a:lnTo>
                    <a:pt x="688333" y="2356862"/>
                  </a:lnTo>
                  <a:lnTo>
                    <a:pt x="635385" y="2366897"/>
                  </a:lnTo>
                  <a:lnTo>
                    <a:pt x="582436" y="2376516"/>
                  </a:lnTo>
                  <a:lnTo>
                    <a:pt x="529487" y="2385730"/>
                  </a:lnTo>
                  <a:lnTo>
                    <a:pt x="476538" y="2394553"/>
                  </a:lnTo>
                  <a:lnTo>
                    <a:pt x="423590" y="2402997"/>
                  </a:lnTo>
                  <a:lnTo>
                    <a:pt x="370641" y="2411075"/>
                  </a:lnTo>
                  <a:lnTo>
                    <a:pt x="317692" y="2418802"/>
                  </a:lnTo>
                  <a:lnTo>
                    <a:pt x="264743" y="2426188"/>
                  </a:lnTo>
                  <a:lnTo>
                    <a:pt x="211795" y="2433248"/>
                  </a:lnTo>
                  <a:lnTo>
                    <a:pt x="158846" y="2439993"/>
                  </a:lnTo>
                  <a:lnTo>
                    <a:pt x="105897" y="2446437"/>
                  </a:lnTo>
                  <a:lnTo>
                    <a:pt x="52948" y="2452590"/>
                  </a:lnTo>
                  <a:lnTo>
                    <a:pt x="0" y="2458466"/>
                  </a:lnTo>
                  <a:close/>
                </a:path>
              </a:pathLst>
            </a:custGeom>
            <a:solidFill>
              <a:srgbClr val="56B4E9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22222" y="4315565"/>
              <a:ext cx="3123977" cy="2234369"/>
            </a:xfrm>
            <a:custGeom>
              <a:avLst/>
              <a:pathLst>
                <a:path w="3123977" h="2234369">
                  <a:moveTo>
                    <a:pt x="0" y="2234369"/>
                  </a:moveTo>
                  <a:lnTo>
                    <a:pt x="52948" y="2226037"/>
                  </a:lnTo>
                  <a:lnTo>
                    <a:pt x="105897" y="2217474"/>
                  </a:lnTo>
                  <a:lnTo>
                    <a:pt x="158846" y="2208669"/>
                  </a:lnTo>
                  <a:lnTo>
                    <a:pt x="211795" y="2199612"/>
                  </a:lnTo>
                  <a:lnTo>
                    <a:pt x="264743" y="2190293"/>
                  </a:lnTo>
                  <a:lnTo>
                    <a:pt x="317692" y="2180700"/>
                  </a:lnTo>
                  <a:lnTo>
                    <a:pt x="370641" y="2170821"/>
                  </a:lnTo>
                  <a:lnTo>
                    <a:pt x="423590" y="2160641"/>
                  </a:lnTo>
                  <a:lnTo>
                    <a:pt x="476538" y="2150147"/>
                  </a:lnTo>
                  <a:lnTo>
                    <a:pt x="529487" y="2139323"/>
                  </a:lnTo>
                  <a:lnTo>
                    <a:pt x="582436" y="2128151"/>
                  </a:lnTo>
                  <a:lnTo>
                    <a:pt x="635385" y="2116612"/>
                  </a:lnTo>
                  <a:lnTo>
                    <a:pt x="688333" y="2104685"/>
                  </a:lnTo>
                  <a:lnTo>
                    <a:pt x="741282" y="2092349"/>
                  </a:lnTo>
                  <a:lnTo>
                    <a:pt x="794231" y="2079579"/>
                  </a:lnTo>
                  <a:lnTo>
                    <a:pt x="847180" y="2066346"/>
                  </a:lnTo>
                  <a:lnTo>
                    <a:pt x="900129" y="2052621"/>
                  </a:lnTo>
                  <a:lnTo>
                    <a:pt x="953077" y="2038371"/>
                  </a:lnTo>
                  <a:lnTo>
                    <a:pt x="1006026" y="2023560"/>
                  </a:lnTo>
                  <a:lnTo>
                    <a:pt x="1058975" y="2008146"/>
                  </a:lnTo>
                  <a:lnTo>
                    <a:pt x="1111924" y="1992087"/>
                  </a:lnTo>
                  <a:lnTo>
                    <a:pt x="1164872" y="1975333"/>
                  </a:lnTo>
                  <a:lnTo>
                    <a:pt x="1217821" y="1957831"/>
                  </a:lnTo>
                  <a:lnTo>
                    <a:pt x="1270770" y="1939521"/>
                  </a:lnTo>
                  <a:lnTo>
                    <a:pt x="1323719" y="1920341"/>
                  </a:lnTo>
                  <a:lnTo>
                    <a:pt x="1376667" y="1900219"/>
                  </a:lnTo>
                  <a:lnTo>
                    <a:pt x="1429616" y="1879082"/>
                  </a:lnTo>
                  <a:lnTo>
                    <a:pt x="1482565" y="1856846"/>
                  </a:lnTo>
                  <a:lnTo>
                    <a:pt x="1535514" y="1833426"/>
                  </a:lnTo>
                  <a:lnTo>
                    <a:pt x="1588462" y="1808729"/>
                  </a:lnTo>
                  <a:lnTo>
                    <a:pt x="1641411" y="1782659"/>
                  </a:lnTo>
                  <a:lnTo>
                    <a:pt x="1694360" y="1755112"/>
                  </a:lnTo>
                  <a:lnTo>
                    <a:pt x="1747309" y="1725983"/>
                  </a:lnTo>
                  <a:lnTo>
                    <a:pt x="1800258" y="1695164"/>
                  </a:lnTo>
                  <a:lnTo>
                    <a:pt x="1853206" y="1662543"/>
                  </a:lnTo>
                  <a:lnTo>
                    <a:pt x="1906155" y="1628006"/>
                  </a:lnTo>
                  <a:lnTo>
                    <a:pt x="1959104" y="1591438"/>
                  </a:lnTo>
                  <a:lnTo>
                    <a:pt x="2012053" y="1552722"/>
                  </a:lnTo>
                  <a:lnTo>
                    <a:pt x="2065001" y="1511739"/>
                  </a:lnTo>
                  <a:lnTo>
                    <a:pt x="2117950" y="1468370"/>
                  </a:lnTo>
                  <a:lnTo>
                    <a:pt x="2170899" y="1422492"/>
                  </a:lnTo>
                  <a:lnTo>
                    <a:pt x="2223848" y="1373981"/>
                  </a:lnTo>
                  <a:lnTo>
                    <a:pt x="2276796" y="1322709"/>
                  </a:lnTo>
                  <a:lnTo>
                    <a:pt x="2329745" y="1268545"/>
                  </a:lnTo>
                  <a:lnTo>
                    <a:pt x="2382694" y="1211352"/>
                  </a:lnTo>
                  <a:lnTo>
                    <a:pt x="2435643" y="1150990"/>
                  </a:lnTo>
                  <a:lnTo>
                    <a:pt x="2488591" y="1087311"/>
                  </a:lnTo>
                  <a:lnTo>
                    <a:pt x="2541540" y="1020162"/>
                  </a:lnTo>
                  <a:lnTo>
                    <a:pt x="2594489" y="949382"/>
                  </a:lnTo>
                  <a:lnTo>
                    <a:pt x="2647438" y="874801"/>
                  </a:lnTo>
                  <a:lnTo>
                    <a:pt x="2700387" y="796242"/>
                  </a:lnTo>
                  <a:lnTo>
                    <a:pt x="2753335" y="713519"/>
                  </a:lnTo>
                  <a:lnTo>
                    <a:pt x="2806284" y="626435"/>
                  </a:lnTo>
                  <a:lnTo>
                    <a:pt x="2859233" y="534784"/>
                  </a:lnTo>
                  <a:lnTo>
                    <a:pt x="2912182" y="438348"/>
                  </a:lnTo>
                  <a:lnTo>
                    <a:pt x="2965130" y="336899"/>
                  </a:lnTo>
                  <a:lnTo>
                    <a:pt x="3018079" y="230196"/>
                  </a:lnTo>
                  <a:lnTo>
                    <a:pt x="3071028" y="117984"/>
                  </a:lnTo>
                  <a:lnTo>
                    <a:pt x="31239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22222" y="5782905"/>
              <a:ext cx="3123977" cy="991126"/>
            </a:xfrm>
            <a:custGeom>
              <a:avLst/>
              <a:pathLst>
                <a:path w="3123977" h="991126">
                  <a:moveTo>
                    <a:pt x="3123977" y="0"/>
                  </a:moveTo>
                  <a:lnTo>
                    <a:pt x="3071028" y="27417"/>
                  </a:lnTo>
                  <a:lnTo>
                    <a:pt x="3018079" y="54335"/>
                  </a:lnTo>
                  <a:lnTo>
                    <a:pt x="2965130" y="80771"/>
                  </a:lnTo>
                  <a:lnTo>
                    <a:pt x="2912182" y="106742"/>
                  </a:lnTo>
                  <a:lnTo>
                    <a:pt x="2859233" y="132266"/>
                  </a:lnTo>
                  <a:lnTo>
                    <a:pt x="2806284" y="157362"/>
                  </a:lnTo>
                  <a:lnTo>
                    <a:pt x="2753335" y="182047"/>
                  </a:lnTo>
                  <a:lnTo>
                    <a:pt x="2700387" y="206339"/>
                  </a:lnTo>
                  <a:lnTo>
                    <a:pt x="2647438" y="230256"/>
                  </a:lnTo>
                  <a:lnTo>
                    <a:pt x="2594489" y="253815"/>
                  </a:lnTo>
                  <a:lnTo>
                    <a:pt x="2541540" y="277035"/>
                  </a:lnTo>
                  <a:lnTo>
                    <a:pt x="2488591" y="299931"/>
                  </a:lnTo>
                  <a:lnTo>
                    <a:pt x="2435643" y="322520"/>
                  </a:lnTo>
                  <a:lnTo>
                    <a:pt x="2382694" y="344817"/>
                  </a:lnTo>
                  <a:lnTo>
                    <a:pt x="2329745" y="366836"/>
                  </a:lnTo>
                  <a:lnTo>
                    <a:pt x="2276796" y="388591"/>
                  </a:lnTo>
                  <a:lnTo>
                    <a:pt x="2223848" y="410091"/>
                  </a:lnTo>
                  <a:lnTo>
                    <a:pt x="2170899" y="431345"/>
                  </a:lnTo>
                  <a:lnTo>
                    <a:pt x="2117950" y="452360"/>
                  </a:lnTo>
                  <a:lnTo>
                    <a:pt x="2065001" y="473138"/>
                  </a:lnTo>
                  <a:lnTo>
                    <a:pt x="2012053" y="493677"/>
                  </a:lnTo>
                  <a:lnTo>
                    <a:pt x="1959104" y="513975"/>
                  </a:lnTo>
                  <a:lnTo>
                    <a:pt x="1906155" y="534024"/>
                  </a:lnTo>
                  <a:lnTo>
                    <a:pt x="1853206" y="553811"/>
                  </a:lnTo>
                  <a:lnTo>
                    <a:pt x="1800258" y="573323"/>
                  </a:lnTo>
                  <a:lnTo>
                    <a:pt x="1747309" y="592541"/>
                  </a:lnTo>
                  <a:lnTo>
                    <a:pt x="1694360" y="611446"/>
                  </a:lnTo>
                  <a:lnTo>
                    <a:pt x="1641411" y="630016"/>
                  </a:lnTo>
                  <a:lnTo>
                    <a:pt x="1588462" y="648229"/>
                  </a:lnTo>
                  <a:lnTo>
                    <a:pt x="1535514" y="666064"/>
                  </a:lnTo>
                  <a:lnTo>
                    <a:pt x="1482565" y="683497"/>
                  </a:lnTo>
                  <a:lnTo>
                    <a:pt x="1429616" y="700511"/>
                  </a:lnTo>
                  <a:lnTo>
                    <a:pt x="1376667" y="717086"/>
                  </a:lnTo>
                  <a:lnTo>
                    <a:pt x="1323719" y="733209"/>
                  </a:lnTo>
                  <a:lnTo>
                    <a:pt x="1270770" y="748866"/>
                  </a:lnTo>
                  <a:lnTo>
                    <a:pt x="1217821" y="764048"/>
                  </a:lnTo>
                  <a:lnTo>
                    <a:pt x="1164872" y="778749"/>
                  </a:lnTo>
                  <a:lnTo>
                    <a:pt x="1111924" y="792964"/>
                  </a:lnTo>
                  <a:lnTo>
                    <a:pt x="1058975" y="806692"/>
                  </a:lnTo>
                  <a:lnTo>
                    <a:pt x="1006026" y="819936"/>
                  </a:lnTo>
                  <a:lnTo>
                    <a:pt x="953077" y="832697"/>
                  </a:lnTo>
                  <a:lnTo>
                    <a:pt x="900129" y="844982"/>
                  </a:lnTo>
                  <a:lnTo>
                    <a:pt x="847180" y="856798"/>
                  </a:lnTo>
                  <a:lnTo>
                    <a:pt x="794231" y="868154"/>
                  </a:lnTo>
                  <a:lnTo>
                    <a:pt x="741282" y="879058"/>
                  </a:lnTo>
                  <a:lnTo>
                    <a:pt x="688333" y="889522"/>
                  </a:lnTo>
                  <a:lnTo>
                    <a:pt x="635385" y="899557"/>
                  </a:lnTo>
                  <a:lnTo>
                    <a:pt x="582436" y="909176"/>
                  </a:lnTo>
                  <a:lnTo>
                    <a:pt x="529487" y="918390"/>
                  </a:lnTo>
                  <a:lnTo>
                    <a:pt x="476538" y="927213"/>
                  </a:lnTo>
                  <a:lnTo>
                    <a:pt x="423590" y="935657"/>
                  </a:lnTo>
                  <a:lnTo>
                    <a:pt x="370641" y="943736"/>
                  </a:lnTo>
                  <a:lnTo>
                    <a:pt x="317692" y="951462"/>
                  </a:lnTo>
                  <a:lnTo>
                    <a:pt x="264743" y="958848"/>
                  </a:lnTo>
                  <a:lnTo>
                    <a:pt x="211795" y="965908"/>
                  </a:lnTo>
                  <a:lnTo>
                    <a:pt x="158846" y="972653"/>
                  </a:lnTo>
                  <a:lnTo>
                    <a:pt x="105897" y="979097"/>
                  </a:lnTo>
                  <a:lnTo>
                    <a:pt x="52948" y="985250"/>
                  </a:lnTo>
                  <a:lnTo>
                    <a:pt x="0" y="991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822222" y="4608572"/>
              <a:ext cx="3123977" cy="1933567"/>
            </a:xfrm>
            <a:custGeom>
              <a:avLst/>
              <a:pathLst>
                <a:path w="3123977" h="1933567">
                  <a:moveTo>
                    <a:pt x="0" y="1619604"/>
                  </a:moveTo>
                  <a:lnTo>
                    <a:pt x="52948" y="1609332"/>
                  </a:lnTo>
                  <a:lnTo>
                    <a:pt x="105897" y="1598852"/>
                  </a:lnTo>
                  <a:lnTo>
                    <a:pt x="158846" y="1588158"/>
                  </a:lnTo>
                  <a:lnTo>
                    <a:pt x="211795" y="1577242"/>
                  </a:lnTo>
                  <a:lnTo>
                    <a:pt x="264743" y="1566093"/>
                  </a:lnTo>
                  <a:lnTo>
                    <a:pt x="317692" y="1554704"/>
                  </a:lnTo>
                  <a:lnTo>
                    <a:pt x="370641" y="1543063"/>
                  </a:lnTo>
                  <a:lnTo>
                    <a:pt x="423590" y="1531160"/>
                  </a:lnTo>
                  <a:lnTo>
                    <a:pt x="476538" y="1518983"/>
                  </a:lnTo>
                  <a:lnTo>
                    <a:pt x="529487" y="1506520"/>
                  </a:lnTo>
                  <a:lnTo>
                    <a:pt x="582436" y="1493757"/>
                  </a:lnTo>
                  <a:lnTo>
                    <a:pt x="635385" y="1480680"/>
                  </a:lnTo>
                  <a:lnTo>
                    <a:pt x="688333" y="1467272"/>
                  </a:lnTo>
                  <a:lnTo>
                    <a:pt x="741282" y="1453518"/>
                  </a:lnTo>
                  <a:lnTo>
                    <a:pt x="794231" y="1439400"/>
                  </a:lnTo>
                  <a:lnTo>
                    <a:pt x="847180" y="1424898"/>
                  </a:lnTo>
                  <a:lnTo>
                    <a:pt x="900129" y="1409992"/>
                  </a:lnTo>
                  <a:lnTo>
                    <a:pt x="953077" y="1394659"/>
                  </a:lnTo>
                  <a:lnTo>
                    <a:pt x="1006026" y="1378878"/>
                  </a:lnTo>
                  <a:lnTo>
                    <a:pt x="1058975" y="1362622"/>
                  </a:lnTo>
                  <a:lnTo>
                    <a:pt x="1111924" y="1345865"/>
                  </a:lnTo>
                  <a:lnTo>
                    <a:pt x="1164872" y="1328579"/>
                  </a:lnTo>
                  <a:lnTo>
                    <a:pt x="1217821" y="1310736"/>
                  </a:lnTo>
                  <a:lnTo>
                    <a:pt x="1270770" y="1292304"/>
                  </a:lnTo>
                  <a:lnTo>
                    <a:pt x="1323719" y="1273250"/>
                  </a:lnTo>
                  <a:lnTo>
                    <a:pt x="1376667" y="1253543"/>
                  </a:lnTo>
                  <a:lnTo>
                    <a:pt x="1429616" y="1233146"/>
                  </a:lnTo>
                  <a:lnTo>
                    <a:pt x="1482565" y="1212024"/>
                  </a:lnTo>
                  <a:lnTo>
                    <a:pt x="1535514" y="1190141"/>
                  </a:lnTo>
                  <a:lnTo>
                    <a:pt x="1588462" y="1167460"/>
                  </a:lnTo>
                  <a:lnTo>
                    <a:pt x="1641411" y="1143944"/>
                  </a:lnTo>
                  <a:lnTo>
                    <a:pt x="1694360" y="1119554"/>
                  </a:lnTo>
                  <a:lnTo>
                    <a:pt x="1747309" y="1094254"/>
                  </a:lnTo>
                  <a:lnTo>
                    <a:pt x="1800258" y="1068005"/>
                  </a:lnTo>
                  <a:lnTo>
                    <a:pt x="1853206" y="1040772"/>
                  </a:lnTo>
                  <a:lnTo>
                    <a:pt x="1906155" y="1012516"/>
                  </a:lnTo>
                  <a:lnTo>
                    <a:pt x="1959104" y="983202"/>
                  </a:lnTo>
                  <a:lnTo>
                    <a:pt x="2012053" y="952794"/>
                  </a:lnTo>
                  <a:lnTo>
                    <a:pt x="2065001" y="921258"/>
                  </a:lnTo>
                  <a:lnTo>
                    <a:pt x="2117950" y="888559"/>
                  </a:lnTo>
                  <a:lnTo>
                    <a:pt x="2170899" y="854662"/>
                  </a:lnTo>
                  <a:lnTo>
                    <a:pt x="2223848" y="819534"/>
                  </a:lnTo>
                  <a:lnTo>
                    <a:pt x="2276796" y="783142"/>
                  </a:lnTo>
                  <a:lnTo>
                    <a:pt x="2329745" y="745451"/>
                  </a:lnTo>
                  <a:lnTo>
                    <a:pt x="2382694" y="706429"/>
                  </a:lnTo>
                  <a:lnTo>
                    <a:pt x="2435643" y="666042"/>
                  </a:lnTo>
                  <a:lnTo>
                    <a:pt x="2488591" y="624254"/>
                  </a:lnTo>
                  <a:lnTo>
                    <a:pt x="2541540" y="581032"/>
                  </a:lnTo>
                  <a:lnTo>
                    <a:pt x="2594489" y="536340"/>
                  </a:lnTo>
                  <a:lnTo>
                    <a:pt x="2647438" y="490141"/>
                  </a:lnTo>
                  <a:lnTo>
                    <a:pt x="2700387" y="442398"/>
                  </a:lnTo>
                  <a:lnTo>
                    <a:pt x="2753335" y="393073"/>
                  </a:lnTo>
                  <a:lnTo>
                    <a:pt x="2806284" y="342126"/>
                  </a:lnTo>
                  <a:lnTo>
                    <a:pt x="2859233" y="289517"/>
                  </a:lnTo>
                  <a:lnTo>
                    <a:pt x="2912182" y="235202"/>
                  </a:lnTo>
                  <a:lnTo>
                    <a:pt x="2965130" y="179139"/>
                  </a:lnTo>
                  <a:lnTo>
                    <a:pt x="3018079" y="121282"/>
                  </a:lnTo>
                  <a:lnTo>
                    <a:pt x="3071028" y="61585"/>
                  </a:lnTo>
                  <a:lnTo>
                    <a:pt x="3123977" y="0"/>
                  </a:lnTo>
                  <a:lnTo>
                    <a:pt x="3123977" y="970853"/>
                  </a:lnTo>
                  <a:lnTo>
                    <a:pt x="3071028" y="991581"/>
                  </a:lnTo>
                  <a:lnTo>
                    <a:pt x="3018079" y="1012120"/>
                  </a:lnTo>
                  <a:lnTo>
                    <a:pt x="2965130" y="1032477"/>
                  </a:lnTo>
                  <a:lnTo>
                    <a:pt x="2912182" y="1052660"/>
                  </a:lnTo>
                  <a:lnTo>
                    <a:pt x="2859233" y="1072677"/>
                  </a:lnTo>
                  <a:lnTo>
                    <a:pt x="2806284" y="1092533"/>
                  </a:lnTo>
                  <a:lnTo>
                    <a:pt x="2753335" y="1112239"/>
                  </a:lnTo>
                  <a:lnTo>
                    <a:pt x="2700387" y="1131800"/>
                  </a:lnTo>
                  <a:lnTo>
                    <a:pt x="2647438" y="1151225"/>
                  </a:lnTo>
                  <a:lnTo>
                    <a:pt x="2594489" y="1170520"/>
                  </a:lnTo>
                  <a:lnTo>
                    <a:pt x="2541540" y="1189693"/>
                  </a:lnTo>
                  <a:lnTo>
                    <a:pt x="2488591" y="1208751"/>
                  </a:lnTo>
                  <a:lnTo>
                    <a:pt x="2435643" y="1227700"/>
                  </a:lnTo>
                  <a:lnTo>
                    <a:pt x="2382694" y="1246547"/>
                  </a:lnTo>
                  <a:lnTo>
                    <a:pt x="2329745" y="1265296"/>
                  </a:lnTo>
                  <a:lnTo>
                    <a:pt x="2276796" y="1283954"/>
                  </a:lnTo>
                  <a:lnTo>
                    <a:pt x="2223848" y="1302524"/>
                  </a:lnTo>
                  <a:lnTo>
                    <a:pt x="2170899" y="1321008"/>
                  </a:lnTo>
                  <a:lnTo>
                    <a:pt x="2117950" y="1339410"/>
                  </a:lnTo>
                  <a:lnTo>
                    <a:pt x="2065001" y="1357730"/>
                  </a:lnTo>
                  <a:lnTo>
                    <a:pt x="2012053" y="1375967"/>
                  </a:lnTo>
                  <a:lnTo>
                    <a:pt x="1959104" y="1394121"/>
                  </a:lnTo>
                  <a:lnTo>
                    <a:pt x="1906155" y="1412187"/>
                  </a:lnTo>
                  <a:lnTo>
                    <a:pt x="1853206" y="1430162"/>
                  </a:lnTo>
                  <a:lnTo>
                    <a:pt x="1800258" y="1448039"/>
                  </a:lnTo>
                  <a:lnTo>
                    <a:pt x="1747309" y="1465811"/>
                  </a:lnTo>
                  <a:lnTo>
                    <a:pt x="1694360" y="1483469"/>
                  </a:lnTo>
                  <a:lnTo>
                    <a:pt x="1641411" y="1501004"/>
                  </a:lnTo>
                  <a:lnTo>
                    <a:pt x="1588462" y="1518405"/>
                  </a:lnTo>
                  <a:lnTo>
                    <a:pt x="1535514" y="1535661"/>
                  </a:lnTo>
                  <a:lnTo>
                    <a:pt x="1482565" y="1552760"/>
                  </a:lnTo>
                  <a:lnTo>
                    <a:pt x="1429616" y="1569690"/>
                  </a:lnTo>
                  <a:lnTo>
                    <a:pt x="1376667" y="1586438"/>
                  </a:lnTo>
                  <a:lnTo>
                    <a:pt x="1323719" y="1602993"/>
                  </a:lnTo>
                  <a:lnTo>
                    <a:pt x="1270770" y="1619342"/>
                  </a:lnTo>
                  <a:lnTo>
                    <a:pt x="1217821" y="1635475"/>
                  </a:lnTo>
                  <a:lnTo>
                    <a:pt x="1164872" y="1651381"/>
                  </a:lnTo>
                  <a:lnTo>
                    <a:pt x="1111924" y="1667050"/>
                  </a:lnTo>
                  <a:lnTo>
                    <a:pt x="1058975" y="1682473"/>
                  </a:lnTo>
                  <a:lnTo>
                    <a:pt x="1006026" y="1697642"/>
                  </a:lnTo>
                  <a:lnTo>
                    <a:pt x="953077" y="1712551"/>
                  </a:lnTo>
                  <a:lnTo>
                    <a:pt x="900129" y="1727193"/>
                  </a:lnTo>
                  <a:lnTo>
                    <a:pt x="847180" y="1741563"/>
                  </a:lnTo>
                  <a:lnTo>
                    <a:pt x="794231" y="1755657"/>
                  </a:lnTo>
                  <a:lnTo>
                    <a:pt x="741282" y="1769472"/>
                  </a:lnTo>
                  <a:lnTo>
                    <a:pt x="688333" y="1783006"/>
                  </a:lnTo>
                  <a:lnTo>
                    <a:pt x="635385" y="1796258"/>
                  </a:lnTo>
                  <a:lnTo>
                    <a:pt x="582436" y="1809226"/>
                  </a:lnTo>
                  <a:lnTo>
                    <a:pt x="529487" y="1821910"/>
                  </a:lnTo>
                  <a:lnTo>
                    <a:pt x="476538" y="1834312"/>
                  </a:lnTo>
                  <a:lnTo>
                    <a:pt x="423590" y="1846432"/>
                  </a:lnTo>
                  <a:lnTo>
                    <a:pt x="370641" y="1858273"/>
                  </a:lnTo>
                  <a:lnTo>
                    <a:pt x="317692" y="1869837"/>
                  </a:lnTo>
                  <a:lnTo>
                    <a:pt x="264743" y="1881125"/>
                  </a:lnTo>
                  <a:lnTo>
                    <a:pt x="211795" y="1892143"/>
                  </a:lnTo>
                  <a:lnTo>
                    <a:pt x="158846" y="1902891"/>
                  </a:lnTo>
                  <a:lnTo>
                    <a:pt x="105897" y="1913376"/>
                  </a:lnTo>
                  <a:lnTo>
                    <a:pt x="52948" y="1923600"/>
                  </a:lnTo>
                  <a:lnTo>
                    <a:pt x="0" y="1933567"/>
                  </a:lnTo>
                  <a:close/>
                </a:path>
              </a:pathLst>
            </a:custGeom>
            <a:solidFill>
              <a:srgbClr val="0072B2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22222" y="4608572"/>
              <a:ext cx="3123977" cy="1619604"/>
            </a:xfrm>
            <a:custGeom>
              <a:avLst/>
              <a:pathLst>
                <a:path w="3123977" h="1619604">
                  <a:moveTo>
                    <a:pt x="0" y="1619604"/>
                  </a:moveTo>
                  <a:lnTo>
                    <a:pt x="52948" y="1609332"/>
                  </a:lnTo>
                  <a:lnTo>
                    <a:pt x="105897" y="1598852"/>
                  </a:lnTo>
                  <a:lnTo>
                    <a:pt x="158846" y="1588158"/>
                  </a:lnTo>
                  <a:lnTo>
                    <a:pt x="211795" y="1577242"/>
                  </a:lnTo>
                  <a:lnTo>
                    <a:pt x="264743" y="1566093"/>
                  </a:lnTo>
                  <a:lnTo>
                    <a:pt x="317692" y="1554704"/>
                  </a:lnTo>
                  <a:lnTo>
                    <a:pt x="370641" y="1543063"/>
                  </a:lnTo>
                  <a:lnTo>
                    <a:pt x="423590" y="1531160"/>
                  </a:lnTo>
                  <a:lnTo>
                    <a:pt x="476538" y="1518983"/>
                  </a:lnTo>
                  <a:lnTo>
                    <a:pt x="529487" y="1506520"/>
                  </a:lnTo>
                  <a:lnTo>
                    <a:pt x="582436" y="1493757"/>
                  </a:lnTo>
                  <a:lnTo>
                    <a:pt x="635385" y="1480680"/>
                  </a:lnTo>
                  <a:lnTo>
                    <a:pt x="688333" y="1467272"/>
                  </a:lnTo>
                  <a:lnTo>
                    <a:pt x="741282" y="1453518"/>
                  </a:lnTo>
                  <a:lnTo>
                    <a:pt x="794231" y="1439400"/>
                  </a:lnTo>
                  <a:lnTo>
                    <a:pt x="847180" y="1424898"/>
                  </a:lnTo>
                  <a:lnTo>
                    <a:pt x="900129" y="1409992"/>
                  </a:lnTo>
                  <a:lnTo>
                    <a:pt x="953077" y="1394659"/>
                  </a:lnTo>
                  <a:lnTo>
                    <a:pt x="1006026" y="1378878"/>
                  </a:lnTo>
                  <a:lnTo>
                    <a:pt x="1058975" y="1362622"/>
                  </a:lnTo>
                  <a:lnTo>
                    <a:pt x="1111924" y="1345865"/>
                  </a:lnTo>
                  <a:lnTo>
                    <a:pt x="1164872" y="1328579"/>
                  </a:lnTo>
                  <a:lnTo>
                    <a:pt x="1217821" y="1310736"/>
                  </a:lnTo>
                  <a:lnTo>
                    <a:pt x="1270770" y="1292304"/>
                  </a:lnTo>
                  <a:lnTo>
                    <a:pt x="1323719" y="1273250"/>
                  </a:lnTo>
                  <a:lnTo>
                    <a:pt x="1376667" y="1253543"/>
                  </a:lnTo>
                  <a:lnTo>
                    <a:pt x="1429616" y="1233146"/>
                  </a:lnTo>
                  <a:lnTo>
                    <a:pt x="1482565" y="1212024"/>
                  </a:lnTo>
                  <a:lnTo>
                    <a:pt x="1535514" y="1190141"/>
                  </a:lnTo>
                  <a:lnTo>
                    <a:pt x="1588462" y="1167460"/>
                  </a:lnTo>
                  <a:lnTo>
                    <a:pt x="1641411" y="1143944"/>
                  </a:lnTo>
                  <a:lnTo>
                    <a:pt x="1694360" y="1119554"/>
                  </a:lnTo>
                  <a:lnTo>
                    <a:pt x="1747309" y="1094254"/>
                  </a:lnTo>
                  <a:lnTo>
                    <a:pt x="1800258" y="1068005"/>
                  </a:lnTo>
                  <a:lnTo>
                    <a:pt x="1853206" y="1040772"/>
                  </a:lnTo>
                  <a:lnTo>
                    <a:pt x="1906155" y="1012516"/>
                  </a:lnTo>
                  <a:lnTo>
                    <a:pt x="1959104" y="983202"/>
                  </a:lnTo>
                  <a:lnTo>
                    <a:pt x="2012053" y="952794"/>
                  </a:lnTo>
                  <a:lnTo>
                    <a:pt x="2065001" y="921258"/>
                  </a:lnTo>
                  <a:lnTo>
                    <a:pt x="2117950" y="888559"/>
                  </a:lnTo>
                  <a:lnTo>
                    <a:pt x="2170899" y="854662"/>
                  </a:lnTo>
                  <a:lnTo>
                    <a:pt x="2223848" y="819534"/>
                  </a:lnTo>
                  <a:lnTo>
                    <a:pt x="2276796" y="783142"/>
                  </a:lnTo>
                  <a:lnTo>
                    <a:pt x="2329745" y="745451"/>
                  </a:lnTo>
                  <a:lnTo>
                    <a:pt x="2382694" y="706429"/>
                  </a:lnTo>
                  <a:lnTo>
                    <a:pt x="2435643" y="666042"/>
                  </a:lnTo>
                  <a:lnTo>
                    <a:pt x="2488591" y="624254"/>
                  </a:lnTo>
                  <a:lnTo>
                    <a:pt x="2541540" y="581032"/>
                  </a:lnTo>
                  <a:lnTo>
                    <a:pt x="2594489" y="536340"/>
                  </a:lnTo>
                  <a:lnTo>
                    <a:pt x="2647438" y="490141"/>
                  </a:lnTo>
                  <a:lnTo>
                    <a:pt x="2700387" y="442398"/>
                  </a:lnTo>
                  <a:lnTo>
                    <a:pt x="2753335" y="393073"/>
                  </a:lnTo>
                  <a:lnTo>
                    <a:pt x="2806284" y="342126"/>
                  </a:lnTo>
                  <a:lnTo>
                    <a:pt x="2859233" y="289517"/>
                  </a:lnTo>
                  <a:lnTo>
                    <a:pt x="2912182" y="235202"/>
                  </a:lnTo>
                  <a:lnTo>
                    <a:pt x="2965130" y="179139"/>
                  </a:lnTo>
                  <a:lnTo>
                    <a:pt x="3018079" y="121282"/>
                  </a:lnTo>
                  <a:lnTo>
                    <a:pt x="3071028" y="61585"/>
                  </a:lnTo>
                  <a:lnTo>
                    <a:pt x="31239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22222" y="5579425"/>
              <a:ext cx="3123977" cy="962714"/>
            </a:xfrm>
            <a:custGeom>
              <a:avLst/>
              <a:pathLst>
                <a:path w="3123977" h="962714">
                  <a:moveTo>
                    <a:pt x="3123977" y="0"/>
                  </a:moveTo>
                  <a:lnTo>
                    <a:pt x="3071028" y="20728"/>
                  </a:lnTo>
                  <a:lnTo>
                    <a:pt x="3018079" y="41267"/>
                  </a:lnTo>
                  <a:lnTo>
                    <a:pt x="2965130" y="61624"/>
                  </a:lnTo>
                  <a:lnTo>
                    <a:pt x="2912182" y="81807"/>
                  </a:lnTo>
                  <a:lnTo>
                    <a:pt x="2859233" y="101823"/>
                  </a:lnTo>
                  <a:lnTo>
                    <a:pt x="2806284" y="121680"/>
                  </a:lnTo>
                  <a:lnTo>
                    <a:pt x="2753335" y="141386"/>
                  </a:lnTo>
                  <a:lnTo>
                    <a:pt x="2700387" y="160947"/>
                  </a:lnTo>
                  <a:lnTo>
                    <a:pt x="2647438" y="180371"/>
                  </a:lnTo>
                  <a:lnTo>
                    <a:pt x="2594489" y="199667"/>
                  </a:lnTo>
                  <a:lnTo>
                    <a:pt x="2541540" y="218840"/>
                  </a:lnTo>
                  <a:lnTo>
                    <a:pt x="2488591" y="237898"/>
                  </a:lnTo>
                  <a:lnTo>
                    <a:pt x="2435643" y="256847"/>
                  </a:lnTo>
                  <a:lnTo>
                    <a:pt x="2382694" y="275694"/>
                  </a:lnTo>
                  <a:lnTo>
                    <a:pt x="2329745" y="294443"/>
                  </a:lnTo>
                  <a:lnTo>
                    <a:pt x="2276796" y="313101"/>
                  </a:lnTo>
                  <a:lnTo>
                    <a:pt x="2223848" y="331671"/>
                  </a:lnTo>
                  <a:lnTo>
                    <a:pt x="2170899" y="350155"/>
                  </a:lnTo>
                  <a:lnTo>
                    <a:pt x="2117950" y="368557"/>
                  </a:lnTo>
                  <a:lnTo>
                    <a:pt x="2065001" y="386877"/>
                  </a:lnTo>
                  <a:lnTo>
                    <a:pt x="2012053" y="405114"/>
                  </a:lnTo>
                  <a:lnTo>
                    <a:pt x="1959104" y="423268"/>
                  </a:lnTo>
                  <a:lnTo>
                    <a:pt x="1906155" y="441334"/>
                  </a:lnTo>
                  <a:lnTo>
                    <a:pt x="1853206" y="459309"/>
                  </a:lnTo>
                  <a:lnTo>
                    <a:pt x="1800258" y="477186"/>
                  </a:lnTo>
                  <a:lnTo>
                    <a:pt x="1747309" y="494958"/>
                  </a:lnTo>
                  <a:lnTo>
                    <a:pt x="1694360" y="512616"/>
                  </a:lnTo>
                  <a:lnTo>
                    <a:pt x="1641411" y="530151"/>
                  </a:lnTo>
                  <a:lnTo>
                    <a:pt x="1588462" y="547552"/>
                  </a:lnTo>
                  <a:lnTo>
                    <a:pt x="1535514" y="564808"/>
                  </a:lnTo>
                  <a:lnTo>
                    <a:pt x="1482565" y="581907"/>
                  </a:lnTo>
                  <a:lnTo>
                    <a:pt x="1429616" y="598837"/>
                  </a:lnTo>
                  <a:lnTo>
                    <a:pt x="1376667" y="615585"/>
                  </a:lnTo>
                  <a:lnTo>
                    <a:pt x="1323719" y="632140"/>
                  </a:lnTo>
                  <a:lnTo>
                    <a:pt x="1270770" y="648489"/>
                  </a:lnTo>
                  <a:lnTo>
                    <a:pt x="1217821" y="664622"/>
                  </a:lnTo>
                  <a:lnTo>
                    <a:pt x="1164872" y="680528"/>
                  </a:lnTo>
                  <a:lnTo>
                    <a:pt x="1111924" y="696197"/>
                  </a:lnTo>
                  <a:lnTo>
                    <a:pt x="1058975" y="711620"/>
                  </a:lnTo>
                  <a:lnTo>
                    <a:pt x="1006026" y="726789"/>
                  </a:lnTo>
                  <a:lnTo>
                    <a:pt x="953077" y="741698"/>
                  </a:lnTo>
                  <a:lnTo>
                    <a:pt x="900129" y="756340"/>
                  </a:lnTo>
                  <a:lnTo>
                    <a:pt x="847180" y="770710"/>
                  </a:lnTo>
                  <a:lnTo>
                    <a:pt x="794231" y="784804"/>
                  </a:lnTo>
                  <a:lnTo>
                    <a:pt x="741282" y="798619"/>
                  </a:lnTo>
                  <a:lnTo>
                    <a:pt x="688333" y="812153"/>
                  </a:lnTo>
                  <a:lnTo>
                    <a:pt x="635385" y="825405"/>
                  </a:lnTo>
                  <a:lnTo>
                    <a:pt x="582436" y="838372"/>
                  </a:lnTo>
                  <a:lnTo>
                    <a:pt x="529487" y="851057"/>
                  </a:lnTo>
                  <a:lnTo>
                    <a:pt x="476538" y="863459"/>
                  </a:lnTo>
                  <a:lnTo>
                    <a:pt x="423590" y="875579"/>
                  </a:lnTo>
                  <a:lnTo>
                    <a:pt x="370641" y="887420"/>
                  </a:lnTo>
                  <a:lnTo>
                    <a:pt x="317692" y="898984"/>
                  </a:lnTo>
                  <a:lnTo>
                    <a:pt x="264743" y="910272"/>
                  </a:lnTo>
                  <a:lnTo>
                    <a:pt x="211795" y="921289"/>
                  </a:lnTo>
                  <a:lnTo>
                    <a:pt x="158846" y="932038"/>
                  </a:lnTo>
                  <a:lnTo>
                    <a:pt x="105897" y="942523"/>
                  </a:lnTo>
                  <a:lnTo>
                    <a:pt x="52948" y="952746"/>
                  </a:lnTo>
                  <a:lnTo>
                    <a:pt x="0" y="962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822222" y="4260709"/>
              <a:ext cx="3123977" cy="1832010"/>
            </a:xfrm>
            <a:custGeom>
              <a:avLst/>
              <a:pathLst>
                <a:path w="3123977" h="1832010">
                  <a:moveTo>
                    <a:pt x="0" y="654924"/>
                  </a:moveTo>
                  <a:lnTo>
                    <a:pt x="52948" y="663058"/>
                  </a:lnTo>
                  <a:lnTo>
                    <a:pt x="105897" y="670980"/>
                  </a:lnTo>
                  <a:lnTo>
                    <a:pt x="158846" y="678679"/>
                  </a:lnTo>
                  <a:lnTo>
                    <a:pt x="211795" y="686144"/>
                  </a:lnTo>
                  <a:lnTo>
                    <a:pt x="264743" y="693362"/>
                  </a:lnTo>
                  <a:lnTo>
                    <a:pt x="317692" y="700321"/>
                  </a:lnTo>
                  <a:lnTo>
                    <a:pt x="370641" y="707005"/>
                  </a:lnTo>
                  <a:lnTo>
                    <a:pt x="423590" y="713399"/>
                  </a:lnTo>
                  <a:lnTo>
                    <a:pt x="476538" y="719486"/>
                  </a:lnTo>
                  <a:lnTo>
                    <a:pt x="529487" y="725246"/>
                  </a:lnTo>
                  <a:lnTo>
                    <a:pt x="582436" y="730659"/>
                  </a:lnTo>
                  <a:lnTo>
                    <a:pt x="635385" y="735703"/>
                  </a:lnTo>
                  <a:lnTo>
                    <a:pt x="688333" y="740354"/>
                  </a:lnTo>
                  <a:lnTo>
                    <a:pt x="741282" y="744584"/>
                  </a:lnTo>
                  <a:lnTo>
                    <a:pt x="794231" y="748365"/>
                  </a:lnTo>
                  <a:lnTo>
                    <a:pt x="847180" y="751667"/>
                  </a:lnTo>
                  <a:lnTo>
                    <a:pt x="900129" y="754455"/>
                  </a:lnTo>
                  <a:lnTo>
                    <a:pt x="953077" y="756695"/>
                  </a:lnTo>
                  <a:lnTo>
                    <a:pt x="1006026" y="758347"/>
                  </a:lnTo>
                  <a:lnTo>
                    <a:pt x="1058975" y="759372"/>
                  </a:lnTo>
                  <a:lnTo>
                    <a:pt x="1111924" y="759726"/>
                  </a:lnTo>
                  <a:lnTo>
                    <a:pt x="1164872" y="759365"/>
                  </a:lnTo>
                  <a:lnTo>
                    <a:pt x="1217821" y="758242"/>
                  </a:lnTo>
                  <a:lnTo>
                    <a:pt x="1270770" y="756309"/>
                  </a:lnTo>
                  <a:lnTo>
                    <a:pt x="1323719" y="753518"/>
                  </a:lnTo>
                  <a:lnTo>
                    <a:pt x="1376667" y="749819"/>
                  </a:lnTo>
                  <a:lnTo>
                    <a:pt x="1429616" y="745164"/>
                  </a:lnTo>
                  <a:lnTo>
                    <a:pt x="1482565" y="739508"/>
                  </a:lnTo>
                  <a:lnTo>
                    <a:pt x="1535514" y="732804"/>
                  </a:lnTo>
                  <a:lnTo>
                    <a:pt x="1588462" y="725014"/>
                  </a:lnTo>
                  <a:lnTo>
                    <a:pt x="1641411" y="716098"/>
                  </a:lnTo>
                  <a:lnTo>
                    <a:pt x="1694360" y="706027"/>
                  </a:lnTo>
                  <a:lnTo>
                    <a:pt x="1747309" y="694773"/>
                  </a:lnTo>
                  <a:lnTo>
                    <a:pt x="1800258" y="682315"/>
                  </a:lnTo>
                  <a:lnTo>
                    <a:pt x="1853206" y="668640"/>
                  </a:lnTo>
                  <a:lnTo>
                    <a:pt x="1906155" y="653739"/>
                  </a:lnTo>
                  <a:lnTo>
                    <a:pt x="1959104" y="637609"/>
                  </a:lnTo>
                  <a:lnTo>
                    <a:pt x="2012053" y="620254"/>
                  </a:lnTo>
                  <a:lnTo>
                    <a:pt x="2065001" y="601681"/>
                  </a:lnTo>
                  <a:lnTo>
                    <a:pt x="2117950" y="581902"/>
                  </a:lnTo>
                  <a:lnTo>
                    <a:pt x="2170899" y="560931"/>
                  </a:lnTo>
                  <a:lnTo>
                    <a:pt x="2223848" y="538787"/>
                  </a:lnTo>
                  <a:lnTo>
                    <a:pt x="2276796" y="515487"/>
                  </a:lnTo>
                  <a:lnTo>
                    <a:pt x="2329745" y="491053"/>
                  </a:lnTo>
                  <a:lnTo>
                    <a:pt x="2382694" y="465504"/>
                  </a:lnTo>
                  <a:lnTo>
                    <a:pt x="2435643" y="438861"/>
                  </a:lnTo>
                  <a:lnTo>
                    <a:pt x="2488591" y="411143"/>
                  </a:lnTo>
                  <a:lnTo>
                    <a:pt x="2541540" y="382369"/>
                  </a:lnTo>
                  <a:lnTo>
                    <a:pt x="2594489" y="352556"/>
                  </a:lnTo>
                  <a:lnTo>
                    <a:pt x="2647438" y="321720"/>
                  </a:lnTo>
                  <a:lnTo>
                    <a:pt x="2700387" y="289876"/>
                  </a:lnTo>
                  <a:lnTo>
                    <a:pt x="2753335" y="257036"/>
                  </a:lnTo>
                  <a:lnTo>
                    <a:pt x="2806284" y="223211"/>
                  </a:lnTo>
                  <a:lnTo>
                    <a:pt x="2859233" y="188411"/>
                  </a:lnTo>
                  <a:lnTo>
                    <a:pt x="2912182" y="152643"/>
                  </a:lnTo>
                  <a:lnTo>
                    <a:pt x="2965130" y="115914"/>
                  </a:lnTo>
                  <a:lnTo>
                    <a:pt x="3018079" y="78229"/>
                  </a:lnTo>
                  <a:lnTo>
                    <a:pt x="3071028" y="39590"/>
                  </a:lnTo>
                  <a:lnTo>
                    <a:pt x="3123977" y="0"/>
                  </a:lnTo>
                  <a:lnTo>
                    <a:pt x="3123977" y="1431545"/>
                  </a:lnTo>
                  <a:lnTo>
                    <a:pt x="3071028" y="1427391"/>
                  </a:lnTo>
                  <a:lnTo>
                    <a:pt x="3018079" y="1423392"/>
                  </a:lnTo>
                  <a:lnTo>
                    <a:pt x="2965130" y="1419563"/>
                  </a:lnTo>
                  <a:lnTo>
                    <a:pt x="2912182" y="1415920"/>
                  </a:lnTo>
                  <a:lnTo>
                    <a:pt x="2859233" y="1412479"/>
                  </a:lnTo>
                  <a:lnTo>
                    <a:pt x="2806284" y="1409259"/>
                  </a:lnTo>
                  <a:lnTo>
                    <a:pt x="2753335" y="1406280"/>
                  </a:lnTo>
                  <a:lnTo>
                    <a:pt x="2700387" y="1403562"/>
                  </a:lnTo>
                  <a:lnTo>
                    <a:pt x="2647438" y="1401128"/>
                  </a:lnTo>
                  <a:lnTo>
                    <a:pt x="2594489" y="1399002"/>
                  </a:lnTo>
                  <a:lnTo>
                    <a:pt x="2541540" y="1397209"/>
                  </a:lnTo>
                  <a:lnTo>
                    <a:pt x="2488591" y="1395776"/>
                  </a:lnTo>
                  <a:lnTo>
                    <a:pt x="2435643" y="1394731"/>
                  </a:lnTo>
                  <a:lnTo>
                    <a:pt x="2382694" y="1394103"/>
                  </a:lnTo>
                  <a:lnTo>
                    <a:pt x="2329745" y="1393921"/>
                  </a:lnTo>
                  <a:lnTo>
                    <a:pt x="2276796" y="1394217"/>
                  </a:lnTo>
                  <a:lnTo>
                    <a:pt x="2223848" y="1395019"/>
                  </a:lnTo>
                  <a:lnTo>
                    <a:pt x="2170899" y="1396359"/>
                  </a:lnTo>
                  <a:lnTo>
                    <a:pt x="2117950" y="1398264"/>
                  </a:lnTo>
                  <a:lnTo>
                    <a:pt x="2065001" y="1400761"/>
                  </a:lnTo>
                  <a:lnTo>
                    <a:pt x="2012053" y="1403874"/>
                  </a:lnTo>
                  <a:lnTo>
                    <a:pt x="1959104" y="1407625"/>
                  </a:lnTo>
                  <a:lnTo>
                    <a:pt x="1906155" y="1412029"/>
                  </a:lnTo>
                  <a:lnTo>
                    <a:pt x="1853206" y="1417097"/>
                  </a:lnTo>
                  <a:lnTo>
                    <a:pt x="1800258" y="1422837"/>
                  </a:lnTo>
                  <a:lnTo>
                    <a:pt x="1747309" y="1429248"/>
                  </a:lnTo>
                  <a:lnTo>
                    <a:pt x="1694360" y="1436325"/>
                  </a:lnTo>
                  <a:lnTo>
                    <a:pt x="1641411" y="1444053"/>
                  </a:lnTo>
                  <a:lnTo>
                    <a:pt x="1588462" y="1452416"/>
                  </a:lnTo>
                  <a:lnTo>
                    <a:pt x="1535514" y="1461389"/>
                  </a:lnTo>
                  <a:lnTo>
                    <a:pt x="1482565" y="1470943"/>
                  </a:lnTo>
                  <a:lnTo>
                    <a:pt x="1429616" y="1481044"/>
                  </a:lnTo>
                  <a:lnTo>
                    <a:pt x="1376667" y="1491655"/>
                  </a:lnTo>
                  <a:lnTo>
                    <a:pt x="1323719" y="1502737"/>
                  </a:lnTo>
                  <a:lnTo>
                    <a:pt x="1270770" y="1514249"/>
                  </a:lnTo>
                  <a:lnTo>
                    <a:pt x="1217821" y="1526149"/>
                  </a:lnTo>
                  <a:lnTo>
                    <a:pt x="1164872" y="1538395"/>
                  </a:lnTo>
                  <a:lnTo>
                    <a:pt x="1111924" y="1550946"/>
                  </a:lnTo>
                  <a:lnTo>
                    <a:pt x="1058975" y="1563762"/>
                  </a:lnTo>
                  <a:lnTo>
                    <a:pt x="1006026" y="1576805"/>
                  </a:lnTo>
                  <a:lnTo>
                    <a:pt x="953077" y="1590037"/>
                  </a:lnTo>
                  <a:lnTo>
                    <a:pt x="900129" y="1603426"/>
                  </a:lnTo>
                  <a:lnTo>
                    <a:pt x="847180" y="1616938"/>
                  </a:lnTo>
                  <a:lnTo>
                    <a:pt x="794231" y="1630544"/>
                  </a:lnTo>
                  <a:lnTo>
                    <a:pt x="741282" y="1644217"/>
                  </a:lnTo>
                  <a:lnTo>
                    <a:pt x="688333" y="1657931"/>
                  </a:lnTo>
                  <a:lnTo>
                    <a:pt x="635385" y="1671663"/>
                  </a:lnTo>
                  <a:lnTo>
                    <a:pt x="582436" y="1685392"/>
                  </a:lnTo>
                  <a:lnTo>
                    <a:pt x="529487" y="1699101"/>
                  </a:lnTo>
                  <a:lnTo>
                    <a:pt x="476538" y="1712770"/>
                  </a:lnTo>
                  <a:lnTo>
                    <a:pt x="423590" y="1726386"/>
                  </a:lnTo>
                  <a:lnTo>
                    <a:pt x="370641" y="1739935"/>
                  </a:lnTo>
                  <a:lnTo>
                    <a:pt x="317692" y="1753403"/>
                  </a:lnTo>
                  <a:lnTo>
                    <a:pt x="264743" y="1766781"/>
                  </a:lnTo>
                  <a:lnTo>
                    <a:pt x="211795" y="1780059"/>
                  </a:lnTo>
                  <a:lnTo>
                    <a:pt x="158846" y="1793228"/>
                  </a:lnTo>
                  <a:lnTo>
                    <a:pt x="105897" y="1806280"/>
                  </a:lnTo>
                  <a:lnTo>
                    <a:pt x="52948" y="1819210"/>
                  </a:lnTo>
                  <a:lnTo>
                    <a:pt x="0" y="1832010"/>
                  </a:lnTo>
                  <a:close/>
                </a:path>
              </a:pathLst>
            </a:custGeom>
            <a:solidFill>
              <a:srgbClr val="D55E00">
                <a:alpha val="14117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22222" y="4260709"/>
              <a:ext cx="3123977" cy="759726"/>
            </a:xfrm>
            <a:custGeom>
              <a:avLst/>
              <a:pathLst>
                <a:path w="3123977" h="759726">
                  <a:moveTo>
                    <a:pt x="0" y="654924"/>
                  </a:moveTo>
                  <a:lnTo>
                    <a:pt x="52948" y="663058"/>
                  </a:lnTo>
                  <a:lnTo>
                    <a:pt x="105897" y="670980"/>
                  </a:lnTo>
                  <a:lnTo>
                    <a:pt x="158846" y="678679"/>
                  </a:lnTo>
                  <a:lnTo>
                    <a:pt x="211795" y="686144"/>
                  </a:lnTo>
                  <a:lnTo>
                    <a:pt x="264743" y="693362"/>
                  </a:lnTo>
                  <a:lnTo>
                    <a:pt x="317692" y="700321"/>
                  </a:lnTo>
                  <a:lnTo>
                    <a:pt x="370641" y="707005"/>
                  </a:lnTo>
                  <a:lnTo>
                    <a:pt x="423590" y="713399"/>
                  </a:lnTo>
                  <a:lnTo>
                    <a:pt x="476538" y="719486"/>
                  </a:lnTo>
                  <a:lnTo>
                    <a:pt x="529487" y="725246"/>
                  </a:lnTo>
                  <a:lnTo>
                    <a:pt x="582436" y="730659"/>
                  </a:lnTo>
                  <a:lnTo>
                    <a:pt x="635385" y="735703"/>
                  </a:lnTo>
                  <a:lnTo>
                    <a:pt x="688333" y="740354"/>
                  </a:lnTo>
                  <a:lnTo>
                    <a:pt x="741282" y="744584"/>
                  </a:lnTo>
                  <a:lnTo>
                    <a:pt x="794231" y="748365"/>
                  </a:lnTo>
                  <a:lnTo>
                    <a:pt x="847180" y="751667"/>
                  </a:lnTo>
                  <a:lnTo>
                    <a:pt x="900129" y="754455"/>
                  </a:lnTo>
                  <a:lnTo>
                    <a:pt x="953077" y="756695"/>
                  </a:lnTo>
                  <a:lnTo>
                    <a:pt x="1006026" y="758347"/>
                  </a:lnTo>
                  <a:lnTo>
                    <a:pt x="1058975" y="759372"/>
                  </a:lnTo>
                  <a:lnTo>
                    <a:pt x="1111924" y="759726"/>
                  </a:lnTo>
                  <a:lnTo>
                    <a:pt x="1164872" y="759365"/>
                  </a:lnTo>
                  <a:lnTo>
                    <a:pt x="1217821" y="758242"/>
                  </a:lnTo>
                  <a:lnTo>
                    <a:pt x="1270770" y="756309"/>
                  </a:lnTo>
                  <a:lnTo>
                    <a:pt x="1323719" y="753518"/>
                  </a:lnTo>
                  <a:lnTo>
                    <a:pt x="1376667" y="749819"/>
                  </a:lnTo>
                  <a:lnTo>
                    <a:pt x="1429616" y="745164"/>
                  </a:lnTo>
                  <a:lnTo>
                    <a:pt x="1482565" y="739508"/>
                  </a:lnTo>
                  <a:lnTo>
                    <a:pt x="1535514" y="732804"/>
                  </a:lnTo>
                  <a:lnTo>
                    <a:pt x="1588462" y="725014"/>
                  </a:lnTo>
                  <a:lnTo>
                    <a:pt x="1641411" y="716098"/>
                  </a:lnTo>
                  <a:lnTo>
                    <a:pt x="1694360" y="706027"/>
                  </a:lnTo>
                  <a:lnTo>
                    <a:pt x="1747309" y="694773"/>
                  </a:lnTo>
                  <a:lnTo>
                    <a:pt x="1800258" y="682315"/>
                  </a:lnTo>
                  <a:lnTo>
                    <a:pt x="1853206" y="668640"/>
                  </a:lnTo>
                  <a:lnTo>
                    <a:pt x="1906155" y="653739"/>
                  </a:lnTo>
                  <a:lnTo>
                    <a:pt x="1959104" y="637609"/>
                  </a:lnTo>
                  <a:lnTo>
                    <a:pt x="2012053" y="620254"/>
                  </a:lnTo>
                  <a:lnTo>
                    <a:pt x="2065001" y="601681"/>
                  </a:lnTo>
                  <a:lnTo>
                    <a:pt x="2117950" y="581902"/>
                  </a:lnTo>
                  <a:lnTo>
                    <a:pt x="2170899" y="560931"/>
                  </a:lnTo>
                  <a:lnTo>
                    <a:pt x="2223848" y="538787"/>
                  </a:lnTo>
                  <a:lnTo>
                    <a:pt x="2276796" y="515487"/>
                  </a:lnTo>
                  <a:lnTo>
                    <a:pt x="2329745" y="491053"/>
                  </a:lnTo>
                  <a:lnTo>
                    <a:pt x="2382694" y="465504"/>
                  </a:lnTo>
                  <a:lnTo>
                    <a:pt x="2435643" y="438861"/>
                  </a:lnTo>
                  <a:lnTo>
                    <a:pt x="2488591" y="411143"/>
                  </a:lnTo>
                  <a:lnTo>
                    <a:pt x="2541540" y="382369"/>
                  </a:lnTo>
                  <a:lnTo>
                    <a:pt x="2594489" y="352556"/>
                  </a:lnTo>
                  <a:lnTo>
                    <a:pt x="2647438" y="321720"/>
                  </a:lnTo>
                  <a:lnTo>
                    <a:pt x="2700387" y="289876"/>
                  </a:lnTo>
                  <a:lnTo>
                    <a:pt x="2753335" y="257036"/>
                  </a:lnTo>
                  <a:lnTo>
                    <a:pt x="2806284" y="223211"/>
                  </a:lnTo>
                  <a:lnTo>
                    <a:pt x="2859233" y="188411"/>
                  </a:lnTo>
                  <a:lnTo>
                    <a:pt x="2912182" y="152643"/>
                  </a:lnTo>
                  <a:lnTo>
                    <a:pt x="2965130" y="115914"/>
                  </a:lnTo>
                  <a:lnTo>
                    <a:pt x="3018079" y="78229"/>
                  </a:lnTo>
                  <a:lnTo>
                    <a:pt x="3071028" y="39590"/>
                  </a:lnTo>
                  <a:lnTo>
                    <a:pt x="31239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22222" y="5654631"/>
              <a:ext cx="3123977" cy="438089"/>
            </a:xfrm>
            <a:custGeom>
              <a:avLst/>
              <a:pathLst>
                <a:path w="3123977" h="438089">
                  <a:moveTo>
                    <a:pt x="3123977" y="37624"/>
                  </a:moveTo>
                  <a:lnTo>
                    <a:pt x="3071028" y="33469"/>
                  </a:lnTo>
                  <a:lnTo>
                    <a:pt x="3018079" y="29470"/>
                  </a:lnTo>
                  <a:lnTo>
                    <a:pt x="2965130" y="25641"/>
                  </a:lnTo>
                  <a:lnTo>
                    <a:pt x="2912182" y="21998"/>
                  </a:lnTo>
                  <a:lnTo>
                    <a:pt x="2859233" y="18558"/>
                  </a:lnTo>
                  <a:lnTo>
                    <a:pt x="2806284" y="15338"/>
                  </a:lnTo>
                  <a:lnTo>
                    <a:pt x="2753335" y="12358"/>
                  </a:lnTo>
                  <a:lnTo>
                    <a:pt x="2700387" y="9640"/>
                  </a:lnTo>
                  <a:lnTo>
                    <a:pt x="2647438" y="7206"/>
                  </a:lnTo>
                  <a:lnTo>
                    <a:pt x="2594489" y="5080"/>
                  </a:lnTo>
                  <a:lnTo>
                    <a:pt x="2541540" y="3287"/>
                  </a:lnTo>
                  <a:lnTo>
                    <a:pt x="2488591" y="1854"/>
                  </a:lnTo>
                  <a:lnTo>
                    <a:pt x="2435643" y="809"/>
                  </a:lnTo>
                  <a:lnTo>
                    <a:pt x="2382694" y="181"/>
                  </a:lnTo>
                  <a:lnTo>
                    <a:pt x="2329745" y="0"/>
                  </a:lnTo>
                  <a:lnTo>
                    <a:pt x="2276796" y="295"/>
                  </a:lnTo>
                  <a:lnTo>
                    <a:pt x="2223848" y="1098"/>
                  </a:lnTo>
                  <a:lnTo>
                    <a:pt x="2170899" y="2437"/>
                  </a:lnTo>
                  <a:lnTo>
                    <a:pt x="2117950" y="4342"/>
                  </a:lnTo>
                  <a:lnTo>
                    <a:pt x="2065001" y="6839"/>
                  </a:lnTo>
                  <a:lnTo>
                    <a:pt x="2012053" y="9953"/>
                  </a:lnTo>
                  <a:lnTo>
                    <a:pt x="1959104" y="13703"/>
                  </a:lnTo>
                  <a:lnTo>
                    <a:pt x="1906155" y="18107"/>
                  </a:lnTo>
                  <a:lnTo>
                    <a:pt x="1853206" y="23176"/>
                  </a:lnTo>
                  <a:lnTo>
                    <a:pt x="1800258" y="28916"/>
                  </a:lnTo>
                  <a:lnTo>
                    <a:pt x="1747309" y="35327"/>
                  </a:lnTo>
                  <a:lnTo>
                    <a:pt x="1694360" y="42403"/>
                  </a:lnTo>
                  <a:lnTo>
                    <a:pt x="1641411" y="50132"/>
                  </a:lnTo>
                  <a:lnTo>
                    <a:pt x="1588462" y="58495"/>
                  </a:lnTo>
                  <a:lnTo>
                    <a:pt x="1535514" y="67468"/>
                  </a:lnTo>
                  <a:lnTo>
                    <a:pt x="1482565" y="77021"/>
                  </a:lnTo>
                  <a:lnTo>
                    <a:pt x="1429616" y="87122"/>
                  </a:lnTo>
                  <a:lnTo>
                    <a:pt x="1376667" y="97733"/>
                  </a:lnTo>
                  <a:lnTo>
                    <a:pt x="1323719" y="108815"/>
                  </a:lnTo>
                  <a:lnTo>
                    <a:pt x="1270770" y="120327"/>
                  </a:lnTo>
                  <a:lnTo>
                    <a:pt x="1217821" y="132227"/>
                  </a:lnTo>
                  <a:lnTo>
                    <a:pt x="1164872" y="144473"/>
                  </a:lnTo>
                  <a:lnTo>
                    <a:pt x="1111924" y="157024"/>
                  </a:lnTo>
                  <a:lnTo>
                    <a:pt x="1058975" y="169840"/>
                  </a:lnTo>
                  <a:lnTo>
                    <a:pt x="1006026" y="182883"/>
                  </a:lnTo>
                  <a:lnTo>
                    <a:pt x="953077" y="196116"/>
                  </a:lnTo>
                  <a:lnTo>
                    <a:pt x="900129" y="209504"/>
                  </a:lnTo>
                  <a:lnTo>
                    <a:pt x="847180" y="223016"/>
                  </a:lnTo>
                  <a:lnTo>
                    <a:pt x="794231" y="236623"/>
                  </a:lnTo>
                  <a:lnTo>
                    <a:pt x="741282" y="250295"/>
                  </a:lnTo>
                  <a:lnTo>
                    <a:pt x="688333" y="264009"/>
                  </a:lnTo>
                  <a:lnTo>
                    <a:pt x="635385" y="277741"/>
                  </a:lnTo>
                  <a:lnTo>
                    <a:pt x="582436" y="291471"/>
                  </a:lnTo>
                  <a:lnTo>
                    <a:pt x="529487" y="305179"/>
                  </a:lnTo>
                  <a:lnTo>
                    <a:pt x="476538" y="318849"/>
                  </a:lnTo>
                  <a:lnTo>
                    <a:pt x="423590" y="332465"/>
                  </a:lnTo>
                  <a:lnTo>
                    <a:pt x="370641" y="346013"/>
                  </a:lnTo>
                  <a:lnTo>
                    <a:pt x="317692" y="359482"/>
                  </a:lnTo>
                  <a:lnTo>
                    <a:pt x="264743" y="372860"/>
                  </a:lnTo>
                  <a:lnTo>
                    <a:pt x="211795" y="386137"/>
                  </a:lnTo>
                  <a:lnTo>
                    <a:pt x="158846" y="399306"/>
                  </a:lnTo>
                  <a:lnTo>
                    <a:pt x="105897" y="412359"/>
                  </a:lnTo>
                  <a:lnTo>
                    <a:pt x="52948" y="425288"/>
                  </a:lnTo>
                  <a:lnTo>
                    <a:pt x="0" y="438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22222" y="5201124"/>
              <a:ext cx="3123977" cy="1489788"/>
            </a:xfrm>
            <a:custGeom>
              <a:avLst/>
              <a:pathLst>
                <a:path w="3123977" h="1489788">
                  <a:moveTo>
                    <a:pt x="0" y="1489788"/>
                  </a:moveTo>
                  <a:lnTo>
                    <a:pt x="52948" y="1482364"/>
                  </a:lnTo>
                  <a:lnTo>
                    <a:pt x="105897" y="1474668"/>
                  </a:lnTo>
                  <a:lnTo>
                    <a:pt x="158846" y="1466689"/>
                  </a:lnTo>
                  <a:lnTo>
                    <a:pt x="211795" y="1458419"/>
                  </a:lnTo>
                  <a:lnTo>
                    <a:pt x="264743" y="1449845"/>
                  </a:lnTo>
                  <a:lnTo>
                    <a:pt x="317692" y="1440957"/>
                  </a:lnTo>
                  <a:lnTo>
                    <a:pt x="370641" y="1431743"/>
                  </a:lnTo>
                  <a:lnTo>
                    <a:pt x="423590" y="1422192"/>
                  </a:lnTo>
                  <a:lnTo>
                    <a:pt x="476538" y="1412290"/>
                  </a:lnTo>
                  <a:lnTo>
                    <a:pt x="529487" y="1402026"/>
                  </a:lnTo>
                  <a:lnTo>
                    <a:pt x="582436" y="1391385"/>
                  </a:lnTo>
                  <a:lnTo>
                    <a:pt x="635385" y="1380355"/>
                  </a:lnTo>
                  <a:lnTo>
                    <a:pt x="688333" y="1368920"/>
                  </a:lnTo>
                  <a:lnTo>
                    <a:pt x="741282" y="1357067"/>
                  </a:lnTo>
                  <a:lnTo>
                    <a:pt x="794231" y="1344779"/>
                  </a:lnTo>
                  <a:lnTo>
                    <a:pt x="847180" y="1332040"/>
                  </a:lnTo>
                  <a:lnTo>
                    <a:pt x="900129" y="1318835"/>
                  </a:lnTo>
                  <a:lnTo>
                    <a:pt x="953077" y="1305146"/>
                  </a:lnTo>
                  <a:lnTo>
                    <a:pt x="1006026" y="1290956"/>
                  </a:lnTo>
                  <a:lnTo>
                    <a:pt x="1058975" y="1276246"/>
                  </a:lnTo>
                  <a:lnTo>
                    <a:pt x="1111924" y="1260996"/>
                  </a:lnTo>
                  <a:lnTo>
                    <a:pt x="1164872" y="1245188"/>
                  </a:lnTo>
                  <a:lnTo>
                    <a:pt x="1217821" y="1228801"/>
                  </a:lnTo>
                  <a:lnTo>
                    <a:pt x="1270770" y="1211814"/>
                  </a:lnTo>
                  <a:lnTo>
                    <a:pt x="1323719" y="1194205"/>
                  </a:lnTo>
                  <a:lnTo>
                    <a:pt x="1376667" y="1175950"/>
                  </a:lnTo>
                  <a:lnTo>
                    <a:pt x="1429616" y="1157027"/>
                  </a:lnTo>
                  <a:lnTo>
                    <a:pt x="1482565" y="1137411"/>
                  </a:lnTo>
                  <a:lnTo>
                    <a:pt x="1535514" y="1117077"/>
                  </a:lnTo>
                  <a:lnTo>
                    <a:pt x="1588462" y="1095998"/>
                  </a:lnTo>
                  <a:lnTo>
                    <a:pt x="1641411" y="1074147"/>
                  </a:lnTo>
                  <a:lnTo>
                    <a:pt x="1694360" y="1051496"/>
                  </a:lnTo>
                  <a:lnTo>
                    <a:pt x="1747309" y="1028015"/>
                  </a:lnTo>
                  <a:lnTo>
                    <a:pt x="1800258" y="1003675"/>
                  </a:lnTo>
                  <a:lnTo>
                    <a:pt x="1853206" y="978444"/>
                  </a:lnTo>
                  <a:lnTo>
                    <a:pt x="1906155" y="952289"/>
                  </a:lnTo>
                  <a:lnTo>
                    <a:pt x="1959104" y="925177"/>
                  </a:lnTo>
                  <a:lnTo>
                    <a:pt x="2012053" y="897072"/>
                  </a:lnTo>
                  <a:lnTo>
                    <a:pt x="2065001" y="867939"/>
                  </a:lnTo>
                  <a:lnTo>
                    <a:pt x="2117950" y="837740"/>
                  </a:lnTo>
                  <a:lnTo>
                    <a:pt x="2170899" y="806436"/>
                  </a:lnTo>
                  <a:lnTo>
                    <a:pt x="2223848" y="773986"/>
                  </a:lnTo>
                  <a:lnTo>
                    <a:pt x="2276796" y="740349"/>
                  </a:lnTo>
                  <a:lnTo>
                    <a:pt x="2329745" y="705481"/>
                  </a:lnTo>
                  <a:lnTo>
                    <a:pt x="2382694" y="669338"/>
                  </a:lnTo>
                  <a:lnTo>
                    <a:pt x="2435643" y="631873"/>
                  </a:lnTo>
                  <a:lnTo>
                    <a:pt x="2488591" y="593038"/>
                  </a:lnTo>
                  <a:lnTo>
                    <a:pt x="2541540" y="552783"/>
                  </a:lnTo>
                  <a:lnTo>
                    <a:pt x="2594489" y="511055"/>
                  </a:lnTo>
                  <a:lnTo>
                    <a:pt x="2647438" y="467802"/>
                  </a:lnTo>
                  <a:lnTo>
                    <a:pt x="2700387" y="422968"/>
                  </a:lnTo>
                  <a:lnTo>
                    <a:pt x="2753335" y="376495"/>
                  </a:lnTo>
                  <a:lnTo>
                    <a:pt x="2806284" y="328323"/>
                  </a:lnTo>
                  <a:lnTo>
                    <a:pt x="2859233" y="278391"/>
                  </a:lnTo>
                  <a:lnTo>
                    <a:pt x="2912182" y="226635"/>
                  </a:lnTo>
                  <a:lnTo>
                    <a:pt x="2965130" y="172987"/>
                  </a:lnTo>
                  <a:lnTo>
                    <a:pt x="3018079" y="117380"/>
                  </a:lnTo>
                  <a:lnTo>
                    <a:pt x="3071028" y="59742"/>
                  </a:lnTo>
                  <a:lnTo>
                    <a:pt x="3123977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22222" y="5160563"/>
              <a:ext cx="3123977" cy="1249431"/>
            </a:xfrm>
            <a:custGeom>
              <a:avLst/>
              <a:pathLst>
                <a:path w="3123977" h="1249431">
                  <a:moveTo>
                    <a:pt x="0" y="1249431"/>
                  </a:moveTo>
                  <a:lnTo>
                    <a:pt x="52948" y="1238850"/>
                  </a:lnTo>
                  <a:lnTo>
                    <a:pt x="105897" y="1228038"/>
                  </a:lnTo>
                  <a:lnTo>
                    <a:pt x="158846" y="1216989"/>
                  </a:lnTo>
                  <a:lnTo>
                    <a:pt x="211795" y="1205699"/>
                  </a:lnTo>
                  <a:lnTo>
                    <a:pt x="264743" y="1194161"/>
                  </a:lnTo>
                  <a:lnTo>
                    <a:pt x="317692" y="1182372"/>
                  </a:lnTo>
                  <a:lnTo>
                    <a:pt x="370641" y="1170324"/>
                  </a:lnTo>
                  <a:lnTo>
                    <a:pt x="423590" y="1158013"/>
                  </a:lnTo>
                  <a:lnTo>
                    <a:pt x="476538" y="1145433"/>
                  </a:lnTo>
                  <a:lnTo>
                    <a:pt x="529487" y="1132578"/>
                  </a:lnTo>
                  <a:lnTo>
                    <a:pt x="582436" y="1119441"/>
                  </a:lnTo>
                  <a:lnTo>
                    <a:pt x="635385" y="1106018"/>
                  </a:lnTo>
                  <a:lnTo>
                    <a:pt x="688333" y="1092301"/>
                  </a:lnTo>
                  <a:lnTo>
                    <a:pt x="741282" y="1078283"/>
                  </a:lnTo>
                  <a:lnTo>
                    <a:pt x="794231" y="1063960"/>
                  </a:lnTo>
                  <a:lnTo>
                    <a:pt x="847180" y="1049323"/>
                  </a:lnTo>
                  <a:lnTo>
                    <a:pt x="900129" y="1034366"/>
                  </a:lnTo>
                  <a:lnTo>
                    <a:pt x="953077" y="1019082"/>
                  </a:lnTo>
                  <a:lnTo>
                    <a:pt x="1006026" y="1003464"/>
                  </a:lnTo>
                  <a:lnTo>
                    <a:pt x="1058975" y="987505"/>
                  </a:lnTo>
                  <a:lnTo>
                    <a:pt x="1111924" y="971197"/>
                  </a:lnTo>
                  <a:lnTo>
                    <a:pt x="1164872" y="954532"/>
                  </a:lnTo>
                  <a:lnTo>
                    <a:pt x="1217821" y="937503"/>
                  </a:lnTo>
                  <a:lnTo>
                    <a:pt x="1270770" y="920102"/>
                  </a:lnTo>
                  <a:lnTo>
                    <a:pt x="1323719" y="902321"/>
                  </a:lnTo>
                  <a:lnTo>
                    <a:pt x="1376667" y="884151"/>
                  </a:lnTo>
                  <a:lnTo>
                    <a:pt x="1429616" y="865583"/>
                  </a:lnTo>
                  <a:lnTo>
                    <a:pt x="1482565" y="846610"/>
                  </a:lnTo>
                  <a:lnTo>
                    <a:pt x="1535514" y="827223"/>
                  </a:lnTo>
                  <a:lnTo>
                    <a:pt x="1588462" y="807412"/>
                  </a:lnTo>
                  <a:lnTo>
                    <a:pt x="1641411" y="787168"/>
                  </a:lnTo>
                  <a:lnTo>
                    <a:pt x="1694360" y="766482"/>
                  </a:lnTo>
                  <a:lnTo>
                    <a:pt x="1747309" y="745343"/>
                  </a:lnTo>
                  <a:lnTo>
                    <a:pt x="1800258" y="723743"/>
                  </a:lnTo>
                  <a:lnTo>
                    <a:pt x="1853206" y="701671"/>
                  </a:lnTo>
                  <a:lnTo>
                    <a:pt x="1906155" y="679118"/>
                  </a:lnTo>
                  <a:lnTo>
                    <a:pt x="1959104" y="656071"/>
                  </a:lnTo>
                  <a:lnTo>
                    <a:pt x="2012053" y="632521"/>
                  </a:lnTo>
                  <a:lnTo>
                    <a:pt x="2065001" y="608457"/>
                  </a:lnTo>
                  <a:lnTo>
                    <a:pt x="2117950" y="583867"/>
                  </a:lnTo>
                  <a:lnTo>
                    <a:pt x="2170899" y="558740"/>
                  </a:lnTo>
                  <a:lnTo>
                    <a:pt x="2223848" y="533065"/>
                  </a:lnTo>
                  <a:lnTo>
                    <a:pt x="2276796" y="506829"/>
                  </a:lnTo>
                  <a:lnTo>
                    <a:pt x="2329745" y="480020"/>
                  </a:lnTo>
                  <a:lnTo>
                    <a:pt x="2382694" y="452626"/>
                  </a:lnTo>
                  <a:lnTo>
                    <a:pt x="2435643" y="424634"/>
                  </a:lnTo>
                  <a:lnTo>
                    <a:pt x="2488591" y="396031"/>
                  </a:lnTo>
                  <a:lnTo>
                    <a:pt x="2541540" y="366804"/>
                  </a:lnTo>
                  <a:lnTo>
                    <a:pt x="2594489" y="336938"/>
                  </a:lnTo>
                  <a:lnTo>
                    <a:pt x="2647438" y="306421"/>
                  </a:lnTo>
                  <a:lnTo>
                    <a:pt x="2700387" y="275239"/>
                  </a:lnTo>
                  <a:lnTo>
                    <a:pt x="2753335" y="243375"/>
                  </a:lnTo>
                  <a:lnTo>
                    <a:pt x="2806284" y="210817"/>
                  </a:lnTo>
                  <a:lnTo>
                    <a:pt x="2859233" y="177549"/>
                  </a:lnTo>
                  <a:lnTo>
                    <a:pt x="2912182" y="143554"/>
                  </a:lnTo>
                  <a:lnTo>
                    <a:pt x="2965130" y="108818"/>
                  </a:lnTo>
                  <a:lnTo>
                    <a:pt x="3018079" y="73325"/>
                  </a:lnTo>
                  <a:lnTo>
                    <a:pt x="3071028" y="37058"/>
                  </a:lnTo>
                  <a:lnTo>
                    <a:pt x="3123977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22222" y="5114811"/>
              <a:ext cx="3123977" cy="519981"/>
            </a:xfrm>
            <a:custGeom>
              <a:avLst/>
              <a:pathLst>
                <a:path w="3123977" h="519981">
                  <a:moveTo>
                    <a:pt x="0" y="519981"/>
                  </a:moveTo>
                  <a:lnTo>
                    <a:pt x="52948" y="512580"/>
                  </a:lnTo>
                  <a:lnTo>
                    <a:pt x="105897" y="505136"/>
                  </a:lnTo>
                  <a:lnTo>
                    <a:pt x="158846" y="497647"/>
                  </a:lnTo>
                  <a:lnTo>
                    <a:pt x="211795" y="490115"/>
                  </a:lnTo>
                  <a:lnTo>
                    <a:pt x="264743" y="482539"/>
                  </a:lnTo>
                  <a:lnTo>
                    <a:pt x="317692" y="474918"/>
                  </a:lnTo>
                  <a:lnTo>
                    <a:pt x="370641" y="467253"/>
                  </a:lnTo>
                  <a:lnTo>
                    <a:pt x="423590" y="459542"/>
                  </a:lnTo>
                  <a:lnTo>
                    <a:pt x="476538" y="451786"/>
                  </a:lnTo>
                  <a:lnTo>
                    <a:pt x="529487" y="443985"/>
                  </a:lnTo>
                  <a:lnTo>
                    <a:pt x="582436" y="436138"/>
                  </a:lnTo>
                  <a:lnTo>
                    <a:pt x="635385" y="428245"/>
                  </a:lnTo>
                  <a:lnTo>
                    <a:pt x="688333" y="420305"/>
                  </a:lnTo>
                  <a:lnTo>
                    <a:pt x="741282" y="412319"/>
                  </a:lnTo>
                  <a:lnTo>
                    <a:pt x="794231" y="404286"/>
                  </a:lnTo>
                  <a:lnTo>
                    <a:pt x="847180" y="396206"/>
                  </a:lnTo>
                  <a:lnTo>
                    <a:pt x="900129" y="388079"/>
                  </a:lnTo>
                  <a:lnTo>
                    <a:pt x="953077" y="379903"/>
                  </a:lnTo>
                  <a:lnTo>
                    <a:pt x="1006026" y="371680"/>
                  </a:lnTo>
                  <a:lnTo>
                    <a:pt x="1058975" y="363409"/>
                  </a:lnTo>
                  <a:lnTo>
                    <a:pt x="1111924" y="355089"/>
                  </a:lnTo>
                  <a:lnTo>
                    <a:pt x="1164872" y="346720"/>
                  </a:lnTo>
                  <a:lnTo>
                    <a:pt x="1217821" y="338302"/>
                  </a:lnTo>
                  <a:lnTo>
                    <a:pt x="1270770" y="329835"/>
                  </a:lnTo>
                  <a:lnTo>
                    <a:pt x="1323719" y="321318"/>
                  </a:lnTo>
                  <a:lnTo>
                    <a:pt x="1376667" y="312751"/>
                  </a:lnTo>
                  <a:lnTo>
                    <a:pt x="1429616" y="304133"/>
                  </a:lnTo>
                  <a:lnTo>
                    <a:pt x="1482565" y="295465"/>
                  </a:lnTo>
                  <a:lnTo>
                    <a:pt x="1535514" y="286747"/>
                  </a:lnTo>
                  <a:lnTo>
                    <a:pt x="1588462" y="277977"/>
                  </a:lnTo>
                  <a:lnTo>
                    <a:pt x="1641411" y="269156"/>
                  </a:lnTo>
                  <a:lnTo>
                    <a:pt x="1694360" y="260283"/>
                  </a:lnTo>
                  <a:lnTo>
                    <a:pt x="1747309" y="251358"/>
                  </a:lnTo>
                  <a:lnTo>
                    <a:pt x="1800258" y="242380"/>
                  </a:lnTo>
                  <a:lnTo>
                    <a:pt x="1853206" y="233350"/>
                  </a:lnTo>
                  <a:lnTo>
                    <a:pt x="1906155" y="224267"/>
                  </a:lnTo>
                  <a:lnTo>
                    <a:pt x="1959104" y="215130"/>
                  </a:lnTo>
                  <a:lnTo>
                    <a:pt x="2012053" y="205940"/>
                  </a:lnTo>
                  <a:lnTo>
                    <a:pt x="2065001" y="196697"/>
                  </a:lnTo>
                  <a:lnTo>
                    <a:pt x="2117950" y="187398"/>
                  </a:lnTo>
                  <a:lnTo>
                    <a:pt x="2170899" y="178046"/>
                  </a:lnTo>
                  <a:lnTo>
                    <a:pt x="2223848" y="168638"/>
                  </a:lnTo>
                  <a:lnTo>
                    <a:pt x="2276796" y="159176"/>
                  </a:lnTo>
                  <a:lnTo>
                    <a:pt x="2329745" y="149657"/>
                  </a:lnTo>
                  <a:lnTo>
                    <a:pt x="2382694" y="140083"/>
                  </a:lnTo>
                  <a:lnTo>
                    <a:pt x="2435643" y="130453"/>
                  </a:lnTo>
                  <a:lnTo>
                    <a:pt x="2488591" y="120767"/>
                  </a:lnTo>
                  <a:lnTo>
                    <a:pt x="2541540" y="111023"/>
                  </a:lnTo>
                  <a:lnTo>
                    <a:pt x="2594489" y="101223"/>
                  </a:lnTo>
                  <a:lnTo>
                    <a:pt x="2647438" y="91364"/>
                  </a:lnTo>
                  <a:lnTo>
                    <a:pt x="2700387" y="81449"/>
                  </a:lnTo>
                  <a:lnTo>
                    <a:pt x="2753335" y="71475"/>
                  </a:lnTo>
                  <a:lnTo>
                    <a:pt x="2806284" y="61442"/>
                  </a:lnTo>
                  <a:lnTo>
                    <a:pt x="2859233" y="51351"/>
                  </a:lnTo>
                  <a:lnTo>
                    <a:pt x="2912182" y="41200"/>
                  </a:lnTo>
                  <a:lnTo>
                    <a:pt x="2965130" y="30990"/>
                  </a:lnTo>
                  <a:lnTo>
                    <a:pt x="3018079" y="20720"/>
                  </a:lnTo>
                  <a:lnTo>
                    <a:pt x="3071028" y="10390"/>
                  </a:lnTo>
                  <a:lnTo>
                    <a:pt x="3123977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66023" y="4135043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487953" y="686069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487953" y="608490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487953" y="530911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487953" y="453332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25" name="pl125"/>
            <p:cNvSpPr/>
            <p:nvPr/>
          </p:nvSpPr>
          <p:spPr>
            <a:xfrm>
              <a:off x="637555" y="6893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637555" y="61175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37555" y="53418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37555" y="45660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66023" y="6899697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85154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1538475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2391797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245119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098440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606561" y="6950940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459883" y="6950940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2328383" y="69509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181705" y="69509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035027" y="69509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1073830" y="7063899"/>
              <a:ext cx="262076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Province warmed more than the species' range (°C)</a:t>
              </a:r>
            </a:p>
          </p:txBody>
        </p:sp>
        <p:sp>
          <p:nvSpPr>
            <p:cNvPr id="141" name="tx141"/>
            <p:cNvSpPr/>
            <p:nvPr/>
          </p:nvSpPr>
          <p:spPr>
            <a:xfrm rot="-5400000">
              <a:off x="-488244" y="5476451"/>
              <a:ext cx="176570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Annual hazard of a new record (%)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1178903" y="4274082"/>
              <a:ext cx="898610" cy="6066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tx143"/>
            <p:cNvSpPr/>
            <p:nvPr/>
          </p:nvSpPr>
          <p:spPr>
            <a:xfrm>
              <a:off x="1235840" y="4341717"/>
              <a:ext cx="6267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1235840" y="4482138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1247227" y="453907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235840" y="459601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1247227" y="465294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235840" y="470988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1247227" y="476682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1406649" y="4502681"/>
              <a:ext cx="5366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3 visits/yr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06649" y="4616554"/>
              <a:ext cx="56491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60 visits/yr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406649" y="4730427"/>
              <a:ext cx="61392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1,114 visits/yr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666023" y="3981820"/>
              <a:ext cx="416554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One SD of accumulated warming is 0.18 °C; one SD of effort multiplies annual visits by 7.7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66023" y="3807200"/>
              <a:ext cx="242892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Effect sizes in units a reader can picture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30050" y="3803048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56" name="rc156"/>
            <p:cNvSpPr/>
            <p:nvPr/>
          </p:nvSpPr>
          <p:spPr>
            <a:xfrm>
              <a:off x="5532549" y="4135043"/>
              <a:ext cx="3436374" cy="2764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6845776" y="4135043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688748" y="4307834"/>
              <a:ext cx="1734963" cy="29241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688748" y="4839498"/>
              <a:ext cx="1603296" cy="29241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688748" y="5371162"/>
              <a:ext cx="2585483" cy="29241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688748" y="5902827"/>
              <a:ext cx="1575465" cy="29241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688748" y="6434491"/>
              <a:ext cx="1624256" cy="29241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7466637" y="4419157"/>
              <a:ext cx="238475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x1.50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334970" y="4950821"/>
              <a:ext cx="238475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x1.39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317157" y="5482486"/>
              <a:ext cx="238475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x2.23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307139" y="6014150"/>
              <a:ext cx="238475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x1.36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7355930" y="6545814"/>
              <a:ext cx="238475" cy="69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68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x1.40</a:t>
              </a:r>
            </a:p>
          </p:txBody>
        </p:sp>
        <p:sp>
          <p:nvSpPr>
            <p:cNvPr id="168" name="pl168"/>
            <p:cNvSpPr/>
            <p:nvPr/>
          </p:nvSpPr>
          <p:spPr>
            <a:xfrm>
              <a:off x="5532549" y="4135043"/>
              <a:ext cx="0" cy="2764654"/>
            </a:xfrm>
            <a:custGeom>
              <a:avLst/>
              <a:pathLst>
                <a:path w="0" h="2764654">
                  <a:moveTo>
                    <a:pt x="0" y="276465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4686967" y="6548009"/>
              <a:ext cx="7943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 (fixed)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304839" y="6016345"/>
              <a:ext cx="117646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 (fixed)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852473" y="5484680"/>
              <a:ext cx="62883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Province x year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126245" y="4953016"/>
              <a:ext cx="3550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Province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156603" y="4421352"/>
              <a:ext cx="32470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174" name="pl174"/>
            <p:cNvSpPr/>
            <p:nvPr/>
          </p:nvSpPr>
          <p:spPr>
            <a:xfrm>
              <a:off x="5504081" y="6580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5504081" y="60490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5504081" y="55173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5504081" y="49857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5504081" y="44540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532549" y="6899697"/>
              <a:ext cx="3436374" cy="0"/>
            </a:xfrm>
            <a:custGeom>
              <a:avLst/>
              <a:pathLst>
                <a:path w="3436374" h="0">
                  <a:moveTo>
                    <a:pt x="0" y="0"/>
                  </a:moveTo>
                  <a:lnTo>
                    <a:pt x="3436374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88748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6845776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02805" y="68996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tx183"/>
            <p:cNvSpPr/>
            <p:nvPr/>
          </p:nvSpPr>
          <p:spPr>
            <a:xfrm>
              <a:off x="5663373" y="69509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6820402" y="69509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977430" y="69509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6580664" y="7063899"/>
              <a:ext cx="134014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multiplier per 1 SD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5532549" y="3981820"/>
              <a:ext cx="4274179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One SD of province-by-year shock multiplies the hazard by 2.23, more than warming or effort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5532549" y="3807200"/>
              <a:ext cx="293659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observation process outweighs either driver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4288039" y="3803048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2026-07-26T22:24:53Z</dcterms:modified>
  <cp:category/>
</cp:coreProperties>
</file>