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be2e1d6e4fea7f3253288abf3f36e340ed1861e.png"/>
<Relationship Id="rId3" Type="http://schemas.openxmlformats.org/officeDocument/2006/relationships/image" Target="../media/61044606ffbfc10e7a0119a026dc55a23228ee1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229600" cy="6035040"/>
            <a:chOff x="182880" y="182880"/>
            <a:chExt cx="8229600" cy="60350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2296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229600" cy="6035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118364"/>
              <a:ext cx="8090421" cy="302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3562499" cy="28658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814968" y="252469"/>
              <a:ext cx="4527922" cy="28658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409973" y="806953"/>
              <a:ext cx="1714756" cy="19350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675626" y="2235212"/>
              <a:ext cx="408275" cy="460728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267351" y="2235212"/>
              <a:ext cx="408275" cy="460728"/>
            </a:xfrm>
            <a:prstGeom prst="rect">
              <a:avLst/>
            </a:prstGeom>
            <a:solidFill>
              <a:srgbClr val="DC6C2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267351" y="1774484"/>
              <a:ext cx="408275" cy="460728"/>
            </a:xfrm>
            <a:prstGeom prst="rect">
              <a:avLst/>
            </a:prstGeom>
            <a:solidFill>
              <a:srgbClr val="E8864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675626" y="1774484"/>
              <a:ext cx="408275" cy="460728"/>
            </a:xfrm>
            <a:prstGeom prst="rect">
              <a:avLst/>
            </a:prstGeom>
            <a:solidFill>
              <a:srgbClr val="E9874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859076" y="1774484"/>
              <a:ext cx="408275" cy="460728"/>
            </a:xfrm>
            <a:prstGeom prst="rect">
              <a:avLst/>
            </a:prstGeom>
            <a:solidFill>
              <a:srgbClr val="F09B6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859076" y="2235212"/>
              <a:ext cx="408275" cy="460728"/>
            </a:xfrm>
            <a:prstGeom prst="rect">
              <a:avLst/>
            </a:prstGeom>
            <a:solidFill>
              <a:srgbClr val="F5A87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450801" y="2235212"/>
              <a:ext cx="408275" cy="460728"/>
            </a:xfrm>
            <a:prstGeom prst="rect">
              <a:avLst/>
            </a:prstGeom>
            <a:solidFill>
              <a:srgbClr val="FABB9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450801" y="1774484"/>
              <a:ext cx="408275" cy="460728"/>
            </a:xfrm>
            <a:prstGeom prst="rect">
              <a:avLst/>
            </a:prstGeom>
            <a:solidFill>
              <a:srgbClr val="FBBF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267351" y="1313755"/>
              <a:ext cx="408275" cy="460728"/>
            </a:xfrm>
            <a:prstGeom prst="rect">
              <a:avLst/>
            </a:prstGeom>
            <a:solidFill>
              <a:srgbClr val="FFDFC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859076" y="1313755"/>
              <a:ext cx="408275" cy="460728"/>
            </a:xfrm>
            <a:prstGeom prst="rect">
              <a:avLst/>
            </a:prstGeom>
            <a:solidFill>
              <a:srgbClr val="FAFC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675626" y="1313755"/>
              <a:ext cx="408275" cy="460728"/>
            </a:xfrm>
            <a:prstGeom prst="rect">
              <a:avLst/>
            </a:prstGeom>
            <a:solidFill>
              <a:srgbClr val="FFF1E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0801" y="1313755"/>
              <a:ext cx="408275" cy="460728"/>
            </a:xfrm>
            <a:prstGeom prst="rect">
              <a:avLst/>
            </a:prstGeom>
            <a:solidFill>
              <a:srgbClr val="FFF4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859076" y="853026"/>
              <a:ext cx="408275" cy="460728"/>
            </a:xfrm>
            <a:prstGeom prst="rect">
              <a:avLst/>
            </a:prstGeom>
            <a:solidFill>
              <a:srgbClr val="EFF6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675626" y="853026"/>
              <a:ext cx="408275" cy="460728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67351" y="853026"/>
              <a:ext cx="408275" cy="460728"/>
            </a:xfrm>
            <a:prstGeom prst="rect">
              <a:avLst/>
            </a:prstGeom>
            <a:solidFill>
              <a:srgbClr val="FFF3E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450801" y="853026"/>
              <a:ext cx="408275" cy="460728"/>
            </a:xfrm>
            <a:prstGeom prst="rect">
              <a:avLst/>
            </a:prstGeom>
            <a:solidFill>
              <a:srgbClr val="FAFC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2719836" y="2428772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1.40***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11560" y="2428772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1.36***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311560" y="1968043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1.30***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19836" y="1968043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1.30***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903285" y="1968043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1.25***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903285" y="2428772"/>
              <a:ext cx="31985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1.21***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14989" y="2428772"/>
              <a:ext cx="27989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1.17**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514989" y="1968043"/>
              <a:ext cx="27989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1.16**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371499" y="1507315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63224" y="1507315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79774" y="1507315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554949" y="1507315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963224" y="1046586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0.96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779774" y="1046586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371499" y="1046586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54949" y="1046586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0.98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1409973" y="806953"/>
              <a:ext cx="0" cy="1935060"/>
            </a:xfrm>
            <a:custGeom>
              <a:avLst/>
              <a:pathLst>
                <a:path w="0" h="1935060">
                  <a:moveTo>
                    <a:pt x="0" y="193506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65774" y="2429184"/>
              <a:ext cx="68726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mean 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53689" y="1968455"/>
              <a:ext cx="9993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Warmest-month Tmax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40100" y="1507726"/>
              <a:ext cx="9129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Coldest-month Tmin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88542" y="1046997"/>
              <a:ext cx="6644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Winter mean T</a:t>
              </a:r>
            </a:p>
          </p:txBody>
        </p:sp>
        <p:sp>
          <p:nvSpPr>
            <p:cNvPr id="46" name="pl46"/>
            <p:cNvSpPr/>
            <p:nvPr/>
          </p:nvSpPr>
          <p:spPr>
            <a:xfrm>
              <a:off x="1378342" y="24655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378342" y="20048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378342" y="1544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378342" y="108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409973" y="2742014"/>
              <a:ext cx="1714756" cy="0"/>
            </a:xfrm>
            <a:custGeom>
              <a:avLst/>
              <a:pathLst>
                <a:path w="1714756" h="0">
                  <a:moveTo>
                    <a:pt x="0" y="0"/>
                  </a:moveTo>
                  <a:lnTo>
                    <a:pt x="171475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654938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063214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471489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879764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626683" y="2798950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006704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414979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823254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441054" y="2924765"/>
              <a:ext cx="165259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(years)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3251255" y="1342009"/>
              <a:ext cx="462492" cy="8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3314518" y="1417250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HR</a:t>
              </a:r>
            </a:p>
          </p:txBody>
        </p:sp>
        <p:pic>
          <p:nvPicPr>
            <p:cNvPr id="62" name="pic6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14518" y="1574331"/>
              <a:ext cx="113872" cy="569364"/>
            </a:xfrm>
            <a:prstGeom prst="rect">
              <a:avLst/>
            </a:prstGeom>
          </p:spPr>
        </p:pic>
        <p:sp>
          <p:nvSpPr>
            <p:cNvPr id="63" name="pl63"/>
            <p:cNvSpPr/>
            <p:nvPr/>
          </p:nvSpPr>
          <p:spPr>
            <a:xfrm>
              <a:off x="3405616" y="2086372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05616" y="1957450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405616" y="1828527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405616" y="1699604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314518" y="2086372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14518" y="1957450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314518" y="1828527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314518" y="1699604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3491653" y="2045453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491653" y="1916530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1.1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491653" y="1787607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491653" y="1658684"/>
              <a:ext cx="1588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1.3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409973" y="509330"/>
              <a:ext cx="200445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Hazard ratio for accumulated warming;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409973" y="635517"/>
              <a:ext cx="171678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* P&lt;0.05, ** P&lt;0.01, *** P&lt;0.001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409973" y="328384"/>
              <a:ext cx="216648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Signal is confined to annual mean T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24586" y="309979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9" name="rc79"/>
            <p:cNvSpPr/>
            <p:nvPr/>
          </p:nvSpPr>
          <p:spPr>
            <a:xfrm>
              <a:off x="4972472" y="806953"/>
              <a:ext cx="1714756" cy="19350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238126" y="2235212"/>
              <a:ext cx="408275" cy="460728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829850" y="2235212"/>
              <a:ext cx="408275" cy="460728"/>
            </a:xfrm>
            <a:prstGeom prst="rect">
              <a:avLst/>
            </a:prstGeom>
            <a:solidFill>
              <a:srgbClr val="2BA47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829850" y="1774484"/>
              <a:ext cx="408275" cy="460728"/>
            </a:xfrm>
            <a:prstGeom prst="rect">
              <a:avLst/>
            </a:prstGeom>
            <a:solidFill>
              <a:srgbClr val="65B89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238126" y="1774484"/>
              <a:ext cx="408275" cy="460728"/>
            </a:xfrm>
            <a:prstGeom prst="rect">
              <a:avLst/>
            </a:prstGeom>
            <a:solidFill>
              <a:srgbClr val="6CBC9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21575" y="1774484"/>
              <a:ext cx="408275" cy="460728"/>
            </a:xfrm>
            <a:prstGeom prst="rect">
              <a:avLst/>
            </a:prstGeom>
            <a:solidFill>
              <a:srgbClr val="8DCAB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421575" y="2235212"/>
              <a:ext cx="408275" cy="460728"/>
            </a:xfrm>
            <a:prstGeom prst="rect">
              <a:avLst/>
            </a:prstGeom>
            <a:solidFill>
              <a:srgbClr val="98CFB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13300" y="2235212"/>
              <a:ext cx="408275" cy="460728"/>
            </a:xfrm>
            <a:prstGeom prst="rect">
              <a:avLst/>
            </a:prstGeom>
            <a:solidFill>
              <a:srgbClr val="C3E3D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013300" y="1774484"/>
              <a:ext cx="408275" cy="460728"/>
            </a:xfrm>
            <a:prstGeom prst="rect">
              <a:avLst/>
            </a:prstGeom>
            <a:solidFill>
              <a:srgbClr val="C3E3D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29850" y="1313755"/>
              <a:ext cx="408275" cy="460728"/>
            </a:xfrm>
            <a:prstGeom prst="rect">
              <a:avLst/>
            </a:prstGeom>
            <a:solidFill>
              <a:srgbClr val="EDF7F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421575" y="1313755"/>
              <a:ext cx="408275" cy="460728"/>
            </a:xfrm>
            <a:prstGeom prst="rect">
              <a:avLst/>
            </a:prstGeom>
            <a:solidFill>
              <a:srgbClr val="EEF7F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238126" y="1313755"/>
              <a:ext cx="408275" cy="460728"/>
            </a:xfrm>
            <a:prstGeom prst="rect">
              <a:avLst/>
            </a:prstGeom>
            <a:solidFill>
              <a:srgbClr val="F2F9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13300" y="1313755"/>
              <a:ext cx="408275" cy="460728"/>
            </a:xfrm>
            <a:prstGeom prst="rect">
              <a:avLst/>
            </a:prstGeom>
            <a:solidFill>
              <a:srgbClr val="F5FAF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421575" y="853026"/>
              <a:ext cx="408275" cy="460728"/>
            </a:xfrm>
            <a:prstGeom prst="rect">
              <a:avLst/>
            </a:prstGeom>
            <a:solidFill>
              <a:srgbClr val="F6FBF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238126" y="853026"/>
              <a:ext cx="408275" cy="460728"/>
            </a:xfrm>
            <a:prstGeom prst="rect">
              <a:avLst/>
            </a:prstGeom>
            <a:solidFill>
              <a:srgbClr val="FCFE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9850" y="853026"/>
              <a:ext cx="408275" cy="460728"/>
            </a:xfrm>
            <a:prstGeom prst="rect">
              <a:avLst/>
            </a:prstGeom>
            <a:solidFill>
              <a:srgbClr val="FEFF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013300" y="853026"/>
              <a:ext cx="408275" cy="4607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6413688" y="2428772"/>
              <a:ext cx="5715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005413" y="2428772"/>
              <a:ext cx="5715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005413" y="1968043"/>
              <a:ext cx="5715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385113" y="1968043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568563" y="1968043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568563" y="2428772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160288" y="2428772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160288" y="1968043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976838" y="1507315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568563" y="1507315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385113" y="1507315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160288" y="1507315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568563" y="1046586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385113" y="1046586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5976838" y="1046586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5160288" y="1046586"/>
              <a:ext cx="114300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12" name="pl112"/>
            <p:cNvSpPr/>
            <p:nvPr/>
          </p:nvSpPr>
          <p:spPr>
            <a:xfrm>
              <a:off x="4972472" y="806953"/>
              <a:ext cx="0" cy="1935060"/>
            </a:xfrm>
            <a:custGeom>
              <a:avLst/>
              <a:pathLst>
                <a:path w="0" h="1935060">
                  <a:moveTo>
                    <a:pt x="0" y="193506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4228273" y="2429184"/>
              <a:ext cx="68726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mean T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916188" y="1968455"/>
              <a:ext cx="9993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Warmest-month Tmax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4002599" y="1507726"/>
              <a:ext cx="9129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Coldest-month Tmin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4251041" y="1046997"/>
              <a:ext cx="6644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Winter mean T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4940841" y="24655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940841" y="20048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940841" y="1544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940841" y="108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972472" y="2742014"/>
              <a:ext cx="1714756" cy="0"/>
            </a:xfrm>
            <a:custGeom>
              <a:avLst/>
              <a:pathLst>
                <a:path w="1714756" h="0">
                  <a:moveTo>
                    <a:pt x="0" y="0"/>
                  </a:moveTo>
                  <a:lnTo>
                    <a:pt x="171475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217438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625713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033988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442263" y="274201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tx126"/>
            <p:cNvSpPr/>
            <p:nvPr/>
          </p:nvSpPr>
          <p:spPr>
            <a:xfrm>
              <a:off x="5189183" y="2798950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5569203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977478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6385753" y="279895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003553" y="2924765"/>
              <a:ext cx="165259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(years)</a:t>
              </a:r>
            </a:p>
          </p:txBody>
        </p:sp>
        <p:sp>
          <p:nvSpPr>
            <p:cNvPr id="131" name="rc131"/>
            <p:cNvSpPr/>
            <p:nvPr/>
          </p:nvSpPr>
          <p:spPr>
            <a:xfrm>
              <a:off x="7212532" y="1342009"/>
              <a:ext cx="630359" cy="8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2"/>
            <p:cNvSpPr/>
            <p:nvPr/>
          </p:nvSpPr>
          <p:spPr>
            <a:xfrm>
              <a:off x="7275795" y="1417250"/>
              <a:ext cx="50383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pic>
          <p:nvPicPr>
            <p:cNvPr id="133" name="pic13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75795" y="1574331"/>
              <a:ext cx="113872" cy="569364"/>
            </a:xfrm>
            <a:prstGeom prst="rect">
              <a:avLst/>
            </a:prstGeom>
          </p:spPr>
        </p:pic>
        <p:sp>
          <p:nvSpPr>
            <p:cNvPr id="134" name="pl134"/>
            <p:cNvSpPr/>
            <p:nvPr/>
          </p:nvSpPr>
          <p:spPr>
            <a:xfrm>
              <a:off x="7366893" y="2142747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366893" y="1974244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366893" y="1805742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366893" y="1637240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275795" y="2142747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275795" y="1974244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275795" y="1805742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275795" y="1637240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tx142"/>
            <p:cNvSpPr/>
            <p:nvPr/>
          </p:nvSpPr>
          <p:spPr>
            <a:xfrm>
              <a:off x="7452931" y="210182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452931" y="1933325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452931" y="176482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7452931" y="159632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4972472" y="509330"/>
              <a:ext cx="171925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Delta AIC relative to the best cell;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4972472" y="635517"/>
              <a:ext cx="138842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all fitted on the same rows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972472" y="328384"/>
              <a:ext cx="220242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Model support across specifications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3887386" y="309979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50" name="rc150"/>
            <p:cNvSpPr/>
            <p:nvPr/>
          </p:nvSpPr>
          <p:spPr>
            <a:xfrm>
              <a:off x="1409973" y="3546661"/>
              <a:ext cx="5277255" cy="22253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1409973" y="5454078"/>
              <a:ext cx="5277255" cy="0"/>
            </a:xfrm>
            <a:custGeom>
              <a:avLst/>
              <a:pathLst>
                <a:path w="5277255" h="0">
                  <a:moveTo>
                    <a:pt x="0" y="0"/>
                  </a:moveTo>
                  <a:lnTo>
                    <a:pt x="5277255" y="0"/>
                  </a:lnTo>
                  <a:lnTo>
                    <a:pt x="52772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1409973" y="4924240"/>
              <a:ext cx="5277255" cy="0"/>
            </a:xfrm>
            <a:custGeom>
              <a:avLst/>
              <a:pathLst>
                <a:path w="5277255" h="0">
                  <a:moveTo>
                    <a:pt x="0" y="0"/>
                  </a:moveTo>
                  <a:lnTo>
                    <a:pt x="5277255" y="0"/>
                  </a:lnTo>
                  <a:lnTo>
                    <a:pt x="52772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1409973" y="4394402"/>
              <a:ext cx="5277255" cy="0"/>
            </a:xfrm>
            <a:custGeom>
              <a:avLst/>
              <a:pathLst>
                <a:path w="5277255" h="0">
                  <a:moveTo>
                    <a:pt x="0" y="0"/>
                  </a:moveTo>
                  <a:lnTo>
                    <a:pt x="5277255" y="0"/>
                  </a:lnTo>
                  <a:lnTo>
                    <a:pt x="52772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1409973" y="3864564"/>
              <a:ext cx="5277255" cy="0"/>
            </a:xfrm>
            <a:custGeom>
              <a:avLst/>
              <a:pathLst>
                <a:path w="5277255" h="0">
                  <a:moveTo>
                    <a:pt x="0" y="0"/>
                  </a:moveTo>
                  <a:lnTo>
                    <a:pt x="5277255" y="0"/>
                  </a:lnTo>
                  <a:lnTo>
                    <a:pt x="527725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1649848" y="3546661"/>
              <a:ext cx="0" cy="2225319"/>
            </a:xfrm>
            <a:custGeom>
              <a:avLst/>
              <a:pathLst>
                <a:path w="0" h="2225319">
                  <a:moveTo>
                    <a:pt x="0" y="2225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3279928" y="5546800"/>
              <a:ext cx="2241507" cy="0"/>
            </a:xfrm>
            <a:custGeom>
              <a:avLst/>
              <a:pathLst>
                <a:path w="2241507" h="0">
                  <a:moveTo>
                    <a:pt x="0" y="0"/>
                  </a:moveTo>
                  <a:lnTo>
                    <a:pt x="224150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544053" y="5299542"/>
              <a:ext cx="2337551" cy="0"/>
            </a:xfrm>
            <a:custGeom>
              <a:avLst/>
              <a:pathLst>
                <a:path w="2337551" h="0">
                  <a:moveTo>
                    <a:pt x="0" y="0"/>
                  </a:moveTo>
                  <a:lnTo>
                    <a:pt x="233755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3440441" y="5423171"/>
              <a:ext cx="2284365" cy="0"/>
            </a:xfrm>
            <a:custGeom>
              <a:avLst/>
              <a:pathLst>
                <a:path w="2284365" h="0">
                  <a:moveTo>
                    <a:pt x="0" y="0"/>
                  </a:moveTo>
                  <a:lnTo>
                    <a:pt x="228436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3489346" y="5016962"/>
              <a:ext cx="2230601" cy="0"/>
            </a:xfrm>
            <a:custGeom>
              <a:avLst/>
              <a:pathLst>
                <a:path w="2230601" h="0">
                  <a:moveTo>
                    <a:pt x="0" y="0"/>
                  </a:moveTo>
                  <a:lnTo>
                    <a:pt x="2230601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3727853" y="4769704"/>
              <a:ext cx="2316915" cy="0"/>
            </a:xfrm>
            <a:custGeom>
              <a:avLst/>
              <a:pathLst>
                <a:path w="2316915" h="0">
                  <a:moveTo>
                    <a:pt x="0" y="0"/>
                  </a:moveTo>
                  <a:lnTo>
                    <a:pt x="2316915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3643338" y="4893333"/>
              <a:ext cx="2270395" cy="0"/>
            </a:xfrm>
            <a:custGeom>
              <a:avLst/>
              <a:pathLst>
                <a:path w="2270395" h="0">
                  <a:moveTo>
                    <a:pt x="0" y="0"/>
                  </a:moveTo>
                  <a:lnTo>
                    <a:pt x="227039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603197" y="4487124"/>
              <a:ext cx="2397893" cy="0"/>
            </a:xfrm>
            <a:custGeom>
              <a:avLst/>
              <a:pathLst>
                <a:path w="2397893" h="0">
                  <a:moveTo>
                    <a:pt x="0" y="0"/>
                  </a:moveTo>
                  <a:lnTo>
                    <a:pt x="239789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3911387" y="4239866"/>
              <a:ext cx="2535965" cy="0"/>
            </a:xfrm>
            <a:custGeom>
              <a:avLst/>
              <a:pathLst>
                <a:path w="2535965" h="0">
                  <a:moveTo>
                    <a:pt x="0" y="0"/>
                  </a:moveTo>
                  <a:lnTo>
                    <a:pt x="2535965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3800464" y="4363495"/>
              <a:ext cx="2461087" cy="0"/>
            </a:xfrm>
            <a:custGeom>
              <a:avLst/>
              <a:pathLst>
                <a:path w="2461087" h="0">
                  <a:moveTo>
                    <a:pt x="0" y="0"/>
                  </a:moveTo>
                  <a:lnTo>
                    <a:pt x="2461087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2385688" y="3957286"/>
              <a:ext cx="1973169" cy="0"/>
            </a:xfrm>
            <a:custGeom>
              <a:avLst/>
              <a:pathLst>
                <a:path w="1973169" h="0">
                  <a:moveTo>
                    <a:pt x="0" y="0"/>
                  </a:moveTo>
                  <a:lnTo>
                    <a:pt x="197316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2726994" y="3710028"/>
              <a:ext cx="2087081" cy="0"/>
            </a:xfrm>
            <a:custGeom>
              <a:avLst/>
              <a:pathLst>
                <a:path w="2087081" h="0">
                  <a:moveTo>
                    <a:pt x="0" y="0"/>
                  </a:moveTo>
                  <a:lnTo>
                    <a:pt x="208708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524687" y="3833657"/>
              <a:ext cx="2004539" cy="0"/>
            </a:xfrm>
            <a:custGeom>
              <a:avLst/>
              <a:pathLst>
                <a:path w="2004539" h="0">
                  <a:moveTo>
                    <a:pt x="0" y="0"/>
                  </a:moveTo>
                  <a:lnTo>
                    <a:pt x="2004539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3087317" y="5608614"/>
              <a:ext cx="2047512" cy="0"/>
            </a:xfrm>
            <a:custGeom>
              <a:avLst/>
              <a:pathLst>
                <a:path w="2047512" h="0">
                  <a:moveTo>
                    <a:pt x="0" y="0"/>
                  </a:moveTo>
                  <a:lnTo>
                    <a:pt x="204751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128093" y="5361356"/>
              <a:ext cx="2038562" cy="0"/>
            </a:xfrm>
            <a:custGeom>
              <a:avLst/>
              <a:pathLst>
                <a:path w="2038562" h="0">
                  <a:moveTo>
                    <a:pt x="0" y="0"/>
                  </a:moveTo>
                  <a:lnTo>
                    <a:pt x="2038562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3108675" y="5484985"/>
              <a:ext cx="2027673" cy="0"/>
            </a:xfrm>
            <a:custGeom>
              <a:avLst/>
              <a:pathLst>
                <a:path w="2027673" h="0">
                  <a:moveTo>
                    <a:pt x="0" y="0"/>
                  </a:moveTo>
                  <a:lnTo>
                    <a:pt x="2027673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024579" y="5078776"/>
              <a:ext cx="2045742" cy="0"/>
            </a:xfrm>
            <a:custGeom>
              <a:avLst/>
              <a:pathLst>
                <a:path w="2045742" h="0">
                  <a:moveTo>
                    <a:pt x="0" y="0"/>
                  </a:moveTo>
                  <a:lnTo>
                    <a:pt x="204574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055183" y="4831518"/>
              <a:ext cx="2031954" cy="0"/>
            </a:xfrm>
            <a:custGeom>
              <a:avLst/>
              <a:pathLst>
                <a:path w="2031954" h="0">
                  <a:moveTo>
                    <a:pt x="0" y="0"/>
                  </a:moveTo>
                  <a:lnTo>
                    <a:pt x="2031954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038244" y="4955147"/>
              <a:ext cx="2022836" cy="0"/>
            </a:xfrm>
            <a:custGeom>
              <a:avLst/>
              <a:pathLst>
                <a:path w="2022836" h="0">
                  <a:moveTo>
                    <a:pt x="0" y="0"/>
                  </a:moveTo>
                  <a:lnTo>
                    <a:pt x="202283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3139407" y="4548938"/>
              <a:ext cx="2098173" cy="0"/>
            </a:xfrm>
            <a:custGeom>
              <a:avLst/>
              <a:pathLst>
                <a:path w="2098173" h="0">
                  <a:moveTo>
                    <a:pt x="0" y="0"/>
                  </a:moveTo>
                  <a:lnTo>
                    <a:pt x="209817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3189517" y="4301680"/>
              <a:ext cx="2097829" cy="0"/>
            </a:xfrm>
            <a:custGeom>
              <a:avLst/>
              <a:pathLst>
                <a:path w="2097829" h="0">
                  <a:moveTo>
                    <a:pt x="0" y="0"/>
                  </a:moveTo>
                  <a:lnTo>
                    <a:pt x="2097829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3161710" y="4425309"/>
              <a:ext cx="2084240" cy="0"/>
            </a:xfrm>
            <a:custGeom>
              <a:avLst/>
              <a:pathLst>
                <a:path w="2084240" h="0">
                  <a:moveTo>
                    <a:pt x="0" y="0"/>
                  </a:moveTo>
                  <a:lnTo>
                    <a:pt x="208424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2916540" y="4019100"/>
              <a:ext cx="1954537" cy="0"/>
            </a:xfrm>
            <a:custGeom>
              <a:avLst/>
              <a:pathLst>
                <a:path w="1954537" h="0">
                  <a:moveTo>
                    <a:pt x="0" y="0"/>
                  </a:moveTo>
                  <a:lnTo>
                    <a:pt x="195453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2959430" y="3771842"/>
              <a:ext cx="1941258" cy="0"/>
            </a:xfrm>
            <a:custGeom>
              <a:avLst/>
              <a:pathLst>
                <a:path w="1941258" h="0">
                  <a:moveTo>
                    <a:pt x="0" y="0"/>
                  </a:moveTo>
                  <a:lnTo>
                    <a:pt x="1941258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2928303" y="3895471"/>
              <a:ext cx="1923877" cy="0"/>
            </a:xfrm>
            <a:custGeom>
              <a:avLst/>
              <a:pathLst>
                <a:path w="1923877" h="0">
                  <a:moveTo>
                    <a:pt x="0" y="0"/>
                  </a:moveTo>
                  <a:lnTo>
                    <a:pt x="1923877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95248" y="5502507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603864" y="5255249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75924" y="5378878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501287" y="4972669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779818" y="4725411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74033" y="4849040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690155" y="4442831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061700" y="4195573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16855" y="4319202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3275554" y="3912993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3669845" y="3665735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429462" y="3789364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024867" y="5580132"/>
              <a:ext cx="56964" cy="5696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61901" y="5332874"/>
              <a:ext cx="56964" cy="5696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7494" y="5456503"/>
              <a:ext cx="56964" cy="5696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960937" y="5050294"/>
              <a:ext cx="56964" cy="5696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85579" y="4803036"/>
              <a:ext cx="56964" cy="5696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64459" y="4926665"/>
              <a:ext cx="56964" cy="5696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099901" y="4520456"/>
              <a:ext cx="56964" cy="5696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50185" y="4273198"/>
              <a:ext cx="56964" cy="5696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16135" y="4396827"/>
              <a:ext cx="56964" cy="5696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811448" y="3990618"/>
              <a:ext cx="56964" cy="5696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848648" y="3743360"/>
              <a:ext cx="56964" cy="5696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09542" y="3866989"/>
              <a:ext cx="56964" cy="5696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1409973" y="3546661"/>
              <a:ext cx="0" cy="2225319"/>
            </a:xfrm>
            <a:custGeom>
              <a:avLst/>
              <a:pathLst>
                <a:path w="0" h="2225319">
                  <a:moveTo>
                    <a:pt x="0" y="222531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5"/>
            <p:cNvSpPr/>
            <p:nvPr/>
          </p:nvSpPr>
          <p:spPr>
            <a:xfrm>
              <a:off x="1112001" y="5417685"/>
              <a:ext cx="24103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Visits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884315" y="4887847"/>
              <a:ext cx="46872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Observers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793790" y="4358009"/>
              <a:ext cx="5592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Birding days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974658" y="3828171"/>
              <a:ext cx="3783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Records</a:t>
              </a:r>
            </a:p>
          </p:txBody>
        </p:sp>
        <p:sp>
          <p:nvSpPr>
            <p:cNvPr id="209" name="pl209"/>
            <p:cNvSpPr/>
            <p:nvPr/>
          </p:nvSpPr>
          <p:spPr>
            <a:xfrm>
              <a:off x="1378342" y="54540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1378342" y="49242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378342" y="43944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78342" y="38645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409973" y="5771981"/>
              <a:ext cx="5277255" cy="0"/>
            </a:xfrm>
            <a:custGeom>
              <a:avLst/>
              <a:pathLst>
                <a:path w="5277255" h="0">
                  <a:moveTo>
                    <a:pt x="0" y="0"/>
                  </a:moveTo>
                  <a:lnTo>
                    <a:pt x="527725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649848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2979044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4308239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5637434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1579211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2908406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4237601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5566797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3165885" y="5954732"/>
              <a:ext cx="17654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223" name="rc223"/>
            <p:cNvSpPr/>
            <p:nvPr/>
          </p:nvSpPr>
          <p:spPr>
            <a:xfrm>
              <a:off x="6813754" y="4015791"/>
              <a:ext cx="1351655" cy="637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tx224"/>
            <p:cNvSpPr/>
            <p:nvPr/>
          </p:nvSpPr>
          <p:spPr>
            <a:xfrm>
              <a:off x="6877017" y="4091033"/>
              <a:ext cx="93982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Missing-data rule</a:t>
              </a:r>
            </a:p>
          </p:txBody>
        </p:sp>
        <p:sp>
          <p:nvSpPr>
            <p:cNvPr id="225" name="rc225"/>
            <p:cNvSpPr/>
            <p:nvPr/>
          </p:nvSpPr>
          <p:spPr>
            <a:xfrm>
              <a:off x="6877017" y="424811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6888404" y="430505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6905471" y="4276567"/>
              <a:ext cx="56964" cy="5696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877017" y="436198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6888404" y="441892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6905471" y="4390440"/>
              <a:ext cx="56964" cy="5696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877017" y="447585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6888404" y="4532795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905471" y="4504313"/>
              <a:ext cx="56964" cy="5696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tx234"/>
            <p:cNvSpPr/>
            <p:nvPr/>
          </p:nvSpPr>
          <p:spPr>
            <a:xfrm>
              <a:off x="7054152" y="4264130"/>
              <a:ext cx="10479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coverage gap (main)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7054152" y="4378003"/>
              <a:ext cx="100382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bounded imputation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7054152" y="4491876"/>
              <a:ext cx="72393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zero-filled (v1)</a:t>
              </a:r>
            </a:p>
          </p:txBody>
        </p:sp>
        <p:sp>
          <p:nvSpPr>
            <p:cNvPr id="237" name="rc237"/>
            <p:cNvSpPr/>
            <p:nvPr/>
          </p:nvSpPr>
          <p:spPr>
            <a:xfrm>
              <a:off x="6813754" y="4779520"/>
              <a:ext cx="1427916" cy="5233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6877017" y="4854762"/>
              <a:ext cx="59051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Coefficient</a:t>
              </a:r>
            </a:p>
          </p:txBody>
        </p:sp>
        <p:sp>
          <p:nvSpPr>
            <p:cNvPr id="239" name="rc239"/>
            <p:cNvSpPr/>
            <p:nvPr/>
          </p:nvSpPr>
          <p:spPr>
            <a:xfrm>
              <a:off x="6877017" y="5011842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905471" y="504029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877017" y="512571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895594" y="5138358"/>
              <a:ext cx="76717" cy="66439"/>
            </a:xfrm>
            <a:custGeom>
              <a:avLst/>
              <a:pathLst>
                <a:path w="76717" h="66439">
                  <a:moveTo>
                    <a:pt x="38358" y="0"/>
                  </a:moveTo>
                  <a:lnTo>
                    <a:pt x="76717" y="66439"/>
                  </a:lnTo>
                  <a:lnTo>
                    <a:pt x="0" y="6643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tx243"/>
            <p:cNvSpPr/>
            <p:nvPr/>
          </p:nvSpPr>
          <p:spPr>
            <a:xfrm>
              <a:off x="7054152" y="5027859"/>
              <a:ext cx="11242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7054152" y="5141732"/>
              <a:ext cx="6456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409973" y="3375225"/>
              <a:ext cx="601236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AIC is not comparable across rules because the sample size changes; the coefficients are what should be compared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409973" y="3194279"/>
              <a:ext cx="350068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Robust to the choice of effort proxy and missing-data rule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347226" y="3178335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2026-09-22T12:32:27Z</dcterms:modified>
  <cp:category/>
</cp:coreProperties>
</file>