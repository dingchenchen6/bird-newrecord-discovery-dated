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10424160" cy="6949440"/>
            <a:chOff x="182880" y="182880"/>
            <a:chExt cx="10424160" cy="694944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10424160" cy="694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10424160" cy="694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252469"/>
              <a:ext cx="4954441" cy="3421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206910" y="252469"/>
              <a:ext cx="5330540" cy="3421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72960" y="911466"/>
              <a:ext cx="1284423" cy="21936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72960" y="3105082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72960" y="2533578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2960" y="1962075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2960" y="1390571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789361" y="1214033"/>
              <a:ext cx="248857" cy="1891048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190743" y="2038513"/>
              <a:ext cx="248857" cy="1066568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592126" y="1404687"/>
              <a:ext cx="248857" cy="1700395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5"/>
            <p:cNvSpPr/>
            <p:nvPr/>
          </p:nvSpPr>
          <p:spPr>
            <a:xfrm>
              <a:off x="841003" y="1126759"/>
              <a:ext cx="1455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66k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1242386" y="1951238"/>
              <a:ext cx="1455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37k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643768" y="1317412"/>
              <a:ext cx="1455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60k</a:t>
              </a:r>
            </a:p>
          </p:txBody>
        </p:sp>
        <p:sp>
          <p:nvSpPr>
            <p:cNvPr id="18" name="rc18"/>
            <p:cNvSpPr/>
            <p:nvPr/>
          </p:nvSpPr>
          <p:spPr>
            <a:xfrm>
              <a:off x="2247113" y="911466"/>
              <a:ext cx="1284423" cy="21936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47113" y="3105082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247113" y="2671355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247113" y="2237629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247113" y="1803902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47113" y="1370175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247113" y="936448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363514" y="1214033"/>
              <a:ext cx="248857" cy="1891048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764896" y="1751855"/>
              <a:ext cx="248857" cy="1353227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66278" y="1587038"/>
              <a:ext cx="248857" cy="1518043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2412641" y="1126759"/>
              <a:ext cx="150601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218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814024" y="1664580"/>
              <a:ext cx="150601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156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215406" y="1499764"/>
              <a:ext cx="150601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175</a:t>
              </a:r>
            </a:p>
          </p:txBody>
        </p:sp>
        <p:sp>
          <p:nvSpPr>
            <p:cNvPr id="31" name="rc31"/>
            <p:cNvSpPr/>
            <p:nvPr/>
          </p:nvSpPr>
          <p:spPr>
            <a:xfrm>
              <a:off x="3821266" y="911466"/>
              <a:ext cx="1284423" cy="21936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821266" y="3105082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821266" y="2552951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821266" y="2000820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821266" y="1448689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  <a:lnTo>
                    <a:pt x="12844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937666" y="1214033"/>
              <a:ext cx="248857" cy="1891048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339049" y="2111246"/>
              <a:ext cx="248857" cy="993835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4740431" y="1628132"/>
              <a:ext cx="248857" cy="147695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3986794" y="1126759"/>
              <a:ext cx="150601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137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413277" y="2023971"/>
              <a:ext cx="100401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789559" y="1540857"/>
              <a:ext cx="150601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107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821266" y="911466"/>
              <a:ext cx="0" cy="2193616"/>
            </a:xfrm>
            <a:custGeom>
              <a:avLst/>
              <a:pathLst>
                <a:path w="0" h="2193616">
                  <a:moveTo>
                    <a:pt x="0" y="2193616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3707819" y="3068689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651309" y="2516558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309" y="1964427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94799" y="1412296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47" name="pl47"/>
            <p:cNvSpPr/>
            <p:nvPr/>
          </p:nvSpPr>
          <p:spPr>
            <a:xfrm>
              <a:off x="3789634" y="310508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89634" y="255295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789634" y="200082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789634" y="144868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247113" y="911466"/>
              <a:ext cx="0" cy="2193616"/>
            </a:xfrm>
            <a:custGeom>
              <a:avLst/>
              <a:pathLst>
                <a:path w="0" h="2193616">
                  <a:moveTo>
                    <a:pt x="0" y="2193616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2133666" y="3068689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077156" y="2634962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020646" y="2201236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2020646" y="1767509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020646" y="1333782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020646" y="900055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2215481" y="310508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215481" y="267135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215481" y="223762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215481" y="180390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215481" y="137017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215481" y="93644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723570" y="756522"/>
              <a:ext cx="12288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Risk-set rows (000s)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297723" y="756522"/>
              <a:ext cx="41660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Events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871876" y="756522"/>
              <a:ext cx="48024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Species</a:t>
              </a:r>
            </a:p>
          </p:txBody>
        </p:sp>
        <p:sp>
          <p:nvSpPr>
            <p:cNvPr id="67" name="pl67"/>
            <p:cNvSpPr/>
            <p:nvPr/>
          </p:nvSpPr>
          <p:spPr>
            <a:xfrm>
              <a:off x="672960" y="3105082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13789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315172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716554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 rot="-1080000">
              <a:off x="533794" y="3222204"/>
              <a:ext cx="40105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Resident</a:t>
              </a:r>
            </a:p>
          </p:txBody>
        </p:sp>
        <p:sp>
          <p:nvSpPr>
            <p:cNvPr id="72" name="tx72"/>
            <p:cNvSpPr/>
            <p:nvPr/>
          </p:nvSpPr>
          <p:spPr>
            <a:xfrm rot="-1080000">
              <a:off x="1045431" y="3204742"/>
              <a:ext cx="28803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Partial</a:t>
              </a:r>
            </a:p>
          </p:txBody>
        </p:sp>
        <p:sp>
          <p:nvSpPr>
            <p:cNvPr id="73" name="tx73"/>
            <p:cNvSpPr/>
            <p:nvPr/>
          </p:nvSpPr>
          <p:spPr>
            <a:xfrm rot="-1080000">
              <a:off x="1104990" y="3258881"/>
              <a:ext cx="63843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Long-distance</a:t>
              </a:r>
            </a:p>
          </p:txBody>
        </p:sp>
        <p:sp>
          <p:nvSpPr>
            <p:cNvPr id="74" name="pl74"/>
            <p:cNvSpPr/>
            <p:nvPr/>
          </p:nvSpPr>
          <p:spPr>
            <a:xfrm>
              <a:off x="2247113" y="3105082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487942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889325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290707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 rot="-1080000">
              <a:off x="2107947" y="3222204"/>
              <a:ext cx="40105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Resident</a:t>
              </a:r>
            </a:p>
          </p:txBody>
        </p:sp>
        <p:sp>
          <p:nvSpPr>
            <p:cNvPr id="79" name="tx79"/>
            <p:cNvSpPr/>
            <p:nvPr/>
          </p:nvSpPr>
          <p:spPr>
            <a:xfrm rot="-1080000">
              <a:off x="2619583" y="3204742"/>
              <a:ext cx="28803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Partial</a:t>
              </a:r>
            </a:p>
          </p:txBody>
        </p:sp>
        <p:sp>
          <p:nvSpPr>
            <p:cNvPr id="80" name="tx80"/>
            <p:cNvSpPr/>
            <p:nvPr/>
          </p:nvSpPr>
          <p:spPr>
            <a:xfrm rot="-1080000">
              <a:off x="2679143" y="3258881"/>
              <a:ext cx="63843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Long-distance</a:t>
              </a:r>
            </a:p>
          </p:txBody>
        </p:sp>
        <p:sp>
          <p:nvSpPr>
            <p:cNvPr id="81" name="pl81"/>
            <p:cNvSpPr/>
            <p:nvPr/>
          </p:nvSpPr>
          <p:spPr>
            <a:xfrm>
              <a:off x="3821266" y="3105082"/>
              <a:ext cx="1284423" cy="0"/>
            </a:xfrm>
            <a:custGeom>
              <a:avLst/>
              <a:pathLst>
                <a:path w="1284423" h="0">
                  <a:moveTo>
                    <a:pt x="0" y="0"/>
                  </a:moveTo>
                  <a:lnTo>
                    <a:pt x="128442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062095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463477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864860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 rot="-1080000">
              <a:off x="3682100" y="3222204"/>
              <a:ext cx="40105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Resident</a:t>
              </a:r>
            </a:p>
          </p:txBody>
        </p:sp>
        <p:sp>
          <p:nvSpPr>
            <p:cNvPr id="86" name="tx86"/>
            <p:cNvSpPr/>
            <p:nvPr/>
          </p:nvSpPr>
          <p:spPr>
            <a:xfrm rot="-1080000">
              <a:off x="4193736" y="3204742"/>
              <a:ext cx="28803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Partial</a:t>
              </a:r>
            </a:p>
          </p:txBody>
        </p:sp>
        <p:sp>
          <p:nvSpPr>
            <p:cNvPr id="87" name="tx87"/>
            <p:cNvSpPr/>
            <p:nvPr/>
          </p:nvSpPr>
          <p:spPr>
            <a:xfrm rot="-1080000">
              <a:off x="4253295" y="3258881"/>
              <a:ext cx="63843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Long-distance</a:t>
              </a:r>
            </a:p>
          </p:txBody>
        </p:sp>
        <p:sp>
          <p:nvSpPr>
            <p:cNvPr id="88" name="pl88"/>
            <p:cNvSpPr/>
            <p:nvPr/>
          </p:nvSpPr>
          <p:spPr>
            <a:xfrm>
              <a:off x="672960" y="911466"/>
              <a:ext cx="0" cy="2193616"/>
            </a:xfrm>
            <a:custGeom>
              <a:avLst/>
              <a:pathLst>
                <a:path w="0" h="2193616">
                  <a:moveTo>
                    <a:pt x="0" y="2193616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559514" y="3068689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503004" y="2497185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503004" y="1925682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03004" y="1354178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3" name="pl93"/>
            <p:cNvSpPr/>
            <p:nvPr/>
          </p:nvSpPr>
          <p:spPr>
            <a:xfrm>
              <a:off x="641329" y="310508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41329" y="253357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41329" y="196207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41329" y="139057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tx97"/>
            <p:cNvSpPr/>
            <p:nvPr/>
          </p:nvSpPr>
          <p:spPr>
            <a:xfrm>
              <a:off x="672960" y="521126"/>
              <a:ext cx="3516873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Every group carries at least 156 events, so none is a token category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72960" y="328384"/>
              <a:ext cx="233748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Power comes from all three groups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31546" y="318315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00" name="rc100"/>
            <p:cNvSpPr/>
            <p:nvPr/>
          </p:nvSpPr>
          <p:spPr>
            <a:xfrm>
              <a:off x="6003501" y="911466"/>
              <a:ext cx="2184733" cy="21936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102807" y="911466"/>
              <a:ext cx="0" cy="2193616"/>
            </a:xfrm>
            <a:custGeom>
              <a:avLst/>
              <a:pathLst>
                <a:path w="0" h="2193616">
                  <a:moveTo>
                    <a:pt x="0" y="21936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476944" y="2693779"/>
              <a:ext cx="1057962" cy="0"/>
            </a:xfrm>
            <a:custGeom>
              <a:avLst/>
              <a:pathLst>
                <a:path w="1057962" h="0">
                  <a:moveTo>
                    <a:pt x="0" y="0"/>
                  </a:moveTo>
                  <a:lnTo>
                    <a:pt x="1057962" y="0"/>
                  </a:lnTo>
                </a:path>
              </a:pathLst>
            </a:custGeom>
            <a:ln w="1626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680196" y="2008274"/>
              <a:ext cx="1408731" cy="0"/>
            </a:xfrm>
            <a:custGeom>
              <a:avLst/>
              <a:pathLst>
                <a:path w="1408731" h="0">
                  <a:moveTo>
                    <a:pt x="0" y="0"/>
                  </a:moveTo>
                  <a:lnTo>
                    <a:pt x="1408731" y="0"/>
                  </a:lnTo>
                </a:path>
              </a:pathLst>
            </a:custGeom>
            <a:ln w="1626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6728818" y="1322769"/>
              <a:ext cx="1294225" cy="0"/>
            </a:xfrm>
            <a:custGeom>
              <a:avLst/>
              <a:pathLst>
                <a:path w="1294225" h="0">
                  <a:moveTo>
                    <a:pt x="0" y="0"/>
                  </a:moveTo>
                  <a:lnTo>
                    <a:pt x="1294225" y="0"/>
                  </a:lnTo>
                </a:path>
              </a:pathLst>
            </a:custGeom>
            <a:ln w="1626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930385" y="2661232"/>
              <a:ext cx="65094" cy="6509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7283491" y="1975727"/>
              <a:ext cx="65094" cy="6509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7285493" y="1290222"/>
              <a:ext cx="65094" cy="6509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6878625" y="2569604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1.36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231730" y="1884098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1.51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233733" y="1198593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1.51</a:t>
              </a:r>
            </a:p>
          </p:txBody>
        </p:sp>
        <p:sp>
          <p:nvSpPr>
            <p:cNvPr id="111" name="rc111"/>
            <p:cNvSpPr/>
            <p:nvPr/>
          </p:nvSpPr>
          <p:spPr>
            <a:xfrm>
              <a:off x="8251497" y="911466"/>
              <a:ext cx="2184733" cy="21936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350803" y="911466"/>
              <a:ext cx="0" cy="2193616"/>
            </a:xfrm>
            <a:custGeom>
              <a:avLst/>
              <a:pathLst>
                <a:path w="0" h="2193616">
                  <a:moveTo>
                    <a:pt x="0" y="21936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599047" y="2693779"/>
              <a:ext cx="934957" cy="0"/>
            </a:xfrm>
            <a:custGeom>
              <a:avLst/>
              <a:pathLst>
                <a:path w="934957" h="0">
                  <a:moveTo>
                    <a:pt x="0" y="0"/>
                  </a:moveTo>
                  <a:lnTo>
                    <a:pt x="934957" y="0"/>
                  </a:lnTo>
                </a:path>
              </a:pathLst>
            </a:custGeom>
            <a:ln w="1626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550546" y="2008274"/>
              <a:ext cx="1343961" cy="0"/>
            </a:xfrm>
            <a:custGeom>
              <a:avLst/>
              <a:pathLst>
                <a:path w="1343961" h="0">
                  <a:moveTo>
                    <a:pt x="0" y="0"/>
                  </a:moveTo>
                  <a:lnTo>
                    <a:pt x="1343961" y="0"/>
                  </a:lnTo>
                </a:path>
              </a:pathLst>
            </a:custGeom>
            <a:ln w="1626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639857" y="1322769"/>
              <a:ext cx="1097032" cy="0"/>
            </a:xfrm>
            <a:custGeom>
              <a:avLst/>
              <a:pathLst>
                <a:path w="1097032" h="0">
                  <a:moveTo>
                    <a:pt x="0" y="0"/>
                  </a:moveTo>
                  <a:lnTo>
                    <a:pt x="1097032" y="0"/>
                  </a:lnTo>
                </a:path>
              </a:pathLst>
            </a:custGeom>
            <a:ln w="1626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998393" y="2661232"/>
              <a:ext cx="65094" cy="6509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9119626" y="1975727"/>
              <a:ext cx="65094" cy="6509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9108618" y="1290222"/>
              <a:ext cx="65094" cy="6509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tx119"/>
            <p:cNvSpPr/>
            <p:nvPr/>
          </p:nvSpPr>
          <p:spPr>
            <a:xfrm>
              <a:off x="8946633" y="2569604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1.29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9067866" y="1884098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1.34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9056857" y="1198593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1.33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6054111" y="756522"/>
              <a:ext cx="135514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Accumulated warming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8302107" y="756522"/>
              <a:ext cx="7837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124" name="pl124"/>
            <p:cNvSpPr/>
            <p:nvPr/>
          </p:nvSpPr>
          <p:spPr>
            <a:xfrm>
              <a:off x="6003501" y="3105082"/>
              <a:ext cx="2184733" cy="0"/>
            </a:xfrm>
            <a:custGeom>
              <a:avLst/>
              <a:pathLst>
                <a:path w="2184733" h="0">
                  <a:moveTo>
                    <a:pt x="0" y="0"/>
                  </a:moveTo>
                  <a:lnTo>
                    <a:pt x="218473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102807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577335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051864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526392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000920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6032169" y="316201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506698" y="316201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981226" y="316201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7455755" y="316201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930283" y="316201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1.8</a:t>
              </a:r>
            </a:p>
          </p:txBody>
        </p:sp>
        <p:sp>
          <p:nvSpPr>
            <p:cNvPr id="135" name="pl135"/>
            <p:cNvSpPr/>
            <p:nvPr/>
          </p:nvSpPr>
          <p:spPr>
            <a:xfrm>
              <a:off x="8251497" y="3105082"/>
              <a:ext cx="2184733" cy="0"/>
            </a:xfrm>
            <a:custGeom>
              <a:avLst/>
              <a:pathLst>
                <a:path w="2184733" h="0">
                  <a:moveTo>
                    <a:pt x="0" y="0"/>
                  </a:moveTo>
                  <a:lnTo>
                    <a:pt x="218473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350803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825331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9299860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9774388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10248916" y="31050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tx141"/>
            <p:cNvSpPr/>
            <p:nvPr/>
          </p:nvSpPr>
          <p:spPr>
            <a:xfrm>
              <a:off x="8280165" y="316201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8754694" y="316201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9229222" y="316201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9703751" y="316201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0178279" y="316201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1.8</a:t>
              </a:r>
            </a:p>
          </p:txBody>
        </p:sp>
        <p:sp>
          <p:nvSpPr>
            <p:cNvPr id="146" name="pl146"/>
            <p:cNvSpPr/>
            <p:nvPr/>
          </p:nvSpPr>
          <p:spPr>
            <a:xfrm>
              <a:off x="6003501" y="911466"/>
              <a:ext cx="0" cy="2193616"/>
            </a:xfrm>
            <a:custGeom>
              <a:avLst/>
              <a:pathLst>
                <a:path w="0" h="2193616">
                  <a:moveTo>
                    <a:pt x="0" y="2193616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5545508" y="2657386"/>
              <a:ext cx="40105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Resident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658528" y="1971881"/>
              <a:ext cx="28803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Partial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308130" y="1286376"/>
              <a:ext cx="63843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Long-distance</a:t>
              </a:r>
            </a:p>
          </p:txBody>
        </p:sp>
        <p:sp>
          <p:nvSpPr>
            <p:cNvPr id="150" name="pl150"/>
            <p:cNvSpPr/>
            <p:nvPr/>
          </p:nvSpPr>
          <p:spPr>
            <a:xfrm>
              <a:off x="5971869" y="269377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971869" y="200827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971869" y="132276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tx153"/>
            <p:cNvSpPr/>
            <p:nvPr/>
          </p:nvSpPr>
          <p:spPr>
            <a:xfrm>
              <a:off x="7337149" y="3480511"/>
              <a:ext cx="17654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 (95% CI)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6003501" y="521126"/>
              <a:ext cx="3840571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Confidence intervals overlap heavily; no group is exempt from either driver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6003501" y="328384"/>
              <a:ext cx="274905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Both drivers act in every migratory group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283341" y="318315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57" name="rc157"/>
            <p:cNvSpPr/>
            <p:nvPr/>
          </p:nvSpPr>
          <p:spPr>
            <a:xfrm>
              <a:off x="252469" y="3674109"/>
              <a:ext cx="4954441" cy="33886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5206910" y="3674109"/>
              <a:ext cx="5330540" cy="33886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72960" y="4492764"/>
              <a:ext cx="4432729" cy="21936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72960" y="6686381"/>
              <a:ext cx="4432729" cy="0"/>
            </a:xfrm>
            <a:custGeom>
              <a:avLst/>
              <a:pathLst>
                <a:path w="4432729" h="0">
                  <a:moveTo>
                    <a:pt x="0" y="0"/>
                  </a:moveTo>
                  <a:lnTo>
                    <a:pt x="4432729" y="0"/>
                  </a:lnTo>
                  <a:lnTo>
                    <a:pt x="44327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72960" y="6086999"/>
              <a:ext cx="4432729" cy="0"/>
            </a:xfrm>
            <a:custGeom>
              <a:avLst/>
              <a:pathLst>
                <a:path w="4432729" h="0">
                  <a:moveTo>
                    <a:pt x="0" y="0"/>
                  </a:moveTo>
                  <a:lnTo>
                    <a:pt x="4432729" y="0"/>
                  </a:lnTo>
                  <a:lnTo>
                    <a:pt x="44327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2960" y="5487618"/>
              <a:ext cx="4432729" cy="0"/>
            </a:xfrm>
            <a:custGeom>
              <a:avLst/>
              <a:pathLst>
                <a:path w="4432729" h="0">
                  <a:moveTo>
                    <a:pt x="0" y="0"/>
                  </a:moveTo>
                  <a:lnTo>
                    <a:pt x="4432729" y="0"/>
                  </a:lnTo>
                  <a:lnTo>
                    <a:pt x="44327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72960" y="4888236"/>
              <a:ext cx="4432729" cy="0"/>
            </a:xfrm>
            <a:custGeom>
              <a:avLst/>
              <a:pathLst>
                <a:path w="4432729" h="0">
                  <a:moveTo>
                    <a:pt x="0" y="0"/>
                  </a:moveTo>
                  <a:lnTo>
                    <a:pt x="4432729" y="0"/>
                  </a:lnTo>
                  <a:lnTo>
                    <a:pt x="44327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880297" y="4831295"/>
              <a:ext cx="443272" cy="1855085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1595254" y="6686381"/>
              <a:ext cx="443272" cy="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2310210" y="5709389"/>
              <a:ext cx="443272" cy="976991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3025166" y="5757339"/>
              <a:ext cx="443272" cy="929041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3740123" y="4795332"/>
              <a:ext cx="443272" cy="1891048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4455079" y="5400707"/>
              <a:ext cx="443272" cy="1285673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tx170"/>
            <p:cNvSpPr/>
            <p:nvPr/>
          </p:nvSpPr>
          <p:spPr>
            <a:xfrm>
              <a:off x="1036691" y="4737203"/>
              <a:ext cx="130484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6.2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751648" y="6592289"/>
              <a:ext cx="130484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2466604" y="5615297"/>
              <a:ext cx="130484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3.3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3181560" y="5663248"/>
              <a:ext cx="130484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3.1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3896517" y="4701240"/>
              <a:ext cx="130484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6.3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4611473" y="5306616"/>
              <a:ext cx="130484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4.3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376993" y="6476848"/>
              <a:ext cx="309707" cy="594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4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P = 0.69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091949" y="6476848"/>
              <a:ext cx="309707" cy="594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4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P = 0.64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3806905" y="6476848"/>
              <a:ext cx="309707" cy="594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4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P = 0.79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4521862" y="6476848"/>
              <a:ext cx="309707" cy="594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4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P = 0.26</a:t>
              </a:r>
            </a:p>
          </p:txBody>
        </p:sp>
        <p:sp>
          <p:nvSpPr>
            <p:cNvPr id="180" name="pl180"/>
            <p:cNvSpPr/>
            <p:nvPr/>
          </p:nvSpPr>
          <p:spPr>
            <a:xfrm>
              <a:off x="672960" y="4492764"/>
              <a:ext cx="0" cy="2193616"/>
            </a:xfrm>
            <a:custGeom>
              <a:avLst/>
              <a:pathLst>
                <a:path w="0" h="2193616">
                  <a:moveTo>
                    <a:pt x="0" y="2193616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tx181"/>
            <p:cNvSpPr/>
            <p:nvPr/>
          </p:nvSpPr>
          <p:spPr>
            <a:xfrm>
              <a:off x="559514" y="6649988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559514" y="6050606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559514" y="5451225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559514" y="485184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85" name="pl185"/>
            <p:cNvSpPr/>
            <p:nvPr/>
          </p:nvSpPr>
          <p:spPr>
            <a:xfrm>
              <a:off x="641329" y="668638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641329" y="608699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641329" y="548761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641329" y="488823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672960" y="6686381"/>
              <a:ext cx="4432729" cy="0"/>
            </a:xfrm>
            <a:custGeom>
              <a:avLst/>
              <a:pathLst>
                <a:path w="4432729" h="0">
                  <a:moveTo>
                    <a:pt x="0" y="0"/>
                  </a:moveTo>
                  <a:lnTo>
                    <a:pt x="4432729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1101934" y="66863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1816890" y="66863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2531846" y="66863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3246803" y="66863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3961759" y="66863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4676715" y="66863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tx196"/>
            <p:cNvSpPr/>
            <p:nvPr/>
          </p:nvSpPr>
          <p:spPr>
            <a:xfrm>
              <a:off x="1031388" y="6743317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746344" y="6743317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M1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2461300" y="6743317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M2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3176257" y="6743317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M3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3891213" y="6743317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M4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4606170" y="6743317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M5</a:t>
              </a:r>
            </a:p>
          </p:txBody>
        </p:sp>
        <p:sp>
          <p:nvSpPr>
            <p:cNvPr id="202" name="tx202"/>
            <p:cNvSpPr/>
            <p:nvPr/>
          </p:nvSpPr>
          <p:spPr>
            <a:xfrm rot="-5400000">
              <a:off x="130895" y="5544081"/>
              <a:ext cx="53656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Delta AIC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672960" y="3942766"/>
              <a:ext cx="4980736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M0 main model | M1 + migratory main effect | M2 + warming x migratory | M3 + effort x migratory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672960" y="4068954"/>
              <a:ext cx="4694621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M4 + both | M5 + three-way warming x effort x migratory. Red: likelihood-ratio P against M1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672960" y="3750025"/>
              <a:ext cx="350224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Migratory strategy shifts the baseline, not the slopes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331546" y="3739460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07" name="rc207"/>
            <p:cNvSpPr/>
            <p:nvPr/>
          </p:nvSpPr>
          <p:spPr>
            <a:xfrm>
              <a:off x="6003501" y="4492764"/>
              <a:ext cx="4432729" cy="21936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569624" y="4492764"/>
              <a:ext cx="0" cy="2193616"/>
            </a:xfrm>
            <a:custGeom>
              <a:avLst/>
              <a:pathLst>
                <a:path w="0" h="2193616">
                  <a:moveTo>
                    <a:pt x="0" y="21936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7156325" y="6275078"/>
              <a:ext cx="2297010" cy="0"/>
            </a:xfrm>
            <a:custGeom>
              <a:avLst/>
              <a:pathLst>
                <a:path w="2297010" h="0">
                  <a:moveTo>
                    <a:pt x="0" y="0"/>
                  </a:moveTo>
                  <a:lnTo>
                    <a:pt x="2297010" y="0"/>
                  </a:lnTo>
                </a:path>
              </a:pathLst>
            </a:custGeom>
            <a:ln w="1626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7551071" y="5589573"/>
              <a:ext cx="2683671" cy="0"/>
            </a:xfrm>
            <a:custGeom>
              <a:avLst/>
              <a:pathLst>
                <a:path w="2683671" h="0">
                  <a:moveTo>
                    <a:pt x="0" y="0"/>
                  </a:moveTo>
                  <a:lnTo>
                    <a:pt x="2683671" y="0"/>
                  </a:lnTo>
                </a:path>
              </a:pathLst>
            </a:custGeom>
            <a:ln w="1626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6204988" y="4904067"/>
              <a:ext cx="1745606" cy="0"/>
            </a:xfrm>
            <a:custGeom>
              <a:avLst/>
              <a:pathLst>
                <a:path w="1745606" h="0">
                  <a:moveTo>
                    <a:pt x="0" y="0"/>
                  </a:moveTo>
                  <a:lnTo>
                    <a:pt x="1745606" y="0"/>
                  </a:lnTo>
                </a:path>
              </a:pathLst>
            </a:custGeom>
            <a:ln w="1626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8160153" y="6239820"/>
              <a:ext cx="70514" cy="7051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8721290" y="5554315"/>
              <a:ext cx="70514" cy="7051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6963439" y="4868810"/>
              <a:ext cx="70514" cy="7051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7884286" y="6150902"/>
              <a:ext cx="622249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0.94 (P = 0.533)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8445423" y="5465397"/>
              <a:ext cx="622249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1.03 (P = 0.780)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6687572" y="4779892"/>
              <a:ext cx="622249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0.75 (P = 0.002)</a:t>
              </a:r>
            </a:p>
          </p:txBody>
        </p:sp>
        <p:sp>
          <p:nvSpPr>
            <p:cNvPr id="218" name="pl218"/>
            <p:cNvSpPr/>
            <p:nvPr/>
          </p:nvSpPr>
          <p:spPr>
            <a:xfrm>
              <a:off x="6003501" y="4492764"/>
              <a:ext cx="0" cy="2193616"/>
            </a:xfrm>
            <a:custGeom>
              <a:avLst/>
              <a:pathLst>
                <a:path w="0" h="2193616">
                  <a:moveTo>
                    <a:pt x="0" y="2193616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tx219"/>
            <p:cNvSpPr/>
            <p:nvPr/>
          </p:nvSpPr>
          <p:spPr>
            <a:xfrm>
              <a:off x="5545508" y="6238685"/>
              <a:ext cx="40105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Resident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5658528" y="5553179"/>
              <a:ext cx="28803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Partial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5308130" y="4867674"/>
              <a:ext cx="63843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Long-distance</a:t>
              </a:r>
            </a:p>
          </p:txBody>
        </p:sp>
        <p:sp>
          <p:nvSpPr>
            <p:cNvPr id="222" name="pl222"/>
            <p:cNvSpPr/>
            <p:nvPr/>
          </p:nvSpPr>
          <p:spPr>
            <a:xfrm>
              <a:off x="5971869" y="627507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5971869" y="558957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5971869" y="490406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6003501" y="6686381"/>
              <a:ext cx="4432729" cy="0"/>
            </a:xfrm>
            <a:custGeom>
              <a:avLst/>
              <a:pathLst>
                <a:path w="4432729" h="0">
                  <a:moveTo>
                    <a:pt x="0" y="0"/>
                  </a:moveTo>
                  <a:lnTo>
                    <a:pt x="4432729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6030819" y="66863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300222" y="66863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8569624" y="66863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9839026" y="66863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tx230"/>
            <p:cNvSpPr/>
            <p:nvPr/>
          </p:nvSpPr>
          <p:spPr>
            <a:xfrm>
              <a:off x="5960182" y="67433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7229584" y="67433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8498986" y="67433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9768389" y="67433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7135844" y="6869132"/>
              <a:ext cx="216804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Warming x effort hazard ratio (95% CI)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6003501" y="3942766"/>
              <a:ext cx="3347526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The interaction is significant only among long-distance migrants, 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6003501" y="4068954"/>
              <a:ext cx="3453140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but the formal test for heterogeneity is not (three-way LR P = 0.26; 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6003501" y="4195141"/>
              <a:ext cx="3680094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long-distance vs resident contrast P = 0.078). With 156-218 events per 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6003501" y="4321328"/>
              <a:ext cx="3482583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group the design cannot resolve group differences in an interaction.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6003501" y="3750025"/>
              <a:ext cx="122145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 hint, not a result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5283341" y="3739460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2026-10-13T20:23:58Z</dcterms:modified>
  <cp:category/>
</cp:coreProperties>
</file>