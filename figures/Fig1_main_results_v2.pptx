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8229600" cy="6309360"/>
            <a:chOff x="182880" y="182880"/>
            <a:chExt cx="8229600" cy="63093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8229600" cy="63093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8229599" cy="63093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4459117" cy="276038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711586" y="252469"/>
              <a:ext cx="3631304" cy="276038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529028" y="680766"/>
              <a:ext cx="3081337" cy="19557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29028" y="2357117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9028" y="1891464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29028" y="1425811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529028" y="960158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710246" y="680766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575660" y="1053289"/>
              <a:ext cx="872156" cy="0"/>
            </a:xfrm>
            <a:custGeom>
              <a:avLst/>
              <a:pathLst>
                <a:path w="872156" h="0">
                  <a:moveTo>
                    <a:pt x="0" y="0"/>
                  </a:moveTo>
                  <a:lnTo>
                    <a:pt x="872156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577866" y="960158"/>
              <a:ext cx="875480" cy="0"/>
            </a:xfrm>
            <a:custGeom>
              <a:avLst/>
              <a:pathLst>
                <a:path w="875480" h="0">
                  <a:moveTo>
                    <a:pt x="0" y="0"/>
                  </a:moveTo>
                  <a:lnTo>
                    <a:pt x="875480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590701" y="867027"/>
              <a:ext cx="879604" cy="0"/>
            </a:xfrm>
            <a:custGeom>
              <a:avLst/>
              <a:pathLst>
                <a:path w="879604" h="0">
                  <a:moveTo>
                    <a:pt x="0" y="0"/>
                  </a:moveTo>
                  <a:lnTo>
                    <a:pt x="879604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431082" y="1518942"/>
              <a:ext cx="824459" cy="0"/>
            </a:xfrm>
            <a:custGeom>
              <a:avLst/>
              <a:pathLst>
                <a:path w="824459" h="0">
                  <a:moveTo>
                    <a:pt x="0" y="0"/>
                  </a:moveTo>
                  <a:lnTo>
                    <a:pt x="824459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460161" y="1425811"/>
              <a:ext cx="841655" cy="0"/>
            </a:xfrm>
            <a:custGeom>
              <a:avLst/>
              <a:pathLst>
                <a:path w="841655" h="0">
                  <a:moveTo>
                    <a:pt x="0" y="0"/>
                  </a:moveTo>
                  <a:lnTo>
                    <a:pt x="841655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38966" y="1332680"/>
              <a:ext cx="861224" cy="0"/>
            </a:xfrm>
            <a:custGeom>
              <a:avLst/>
              <a:pathLst>
                <a:path w="861224" h="0">
                  <a:moveTo>
                    <a:pt x="0" y="0"/>
                  </a:moveTo>
                  <a:lnTo>
                    <a:pt x="861224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58487" y="1984595"/>
              <a:ext cx="663549" cy="0"/>
            </a:xfrm>
            <a:custGeom>
              <a:avLst/>
              <a:pathLst>
                <a:path w="663549" h="0">
                  <a:moveTo>
                    <a:pt x="0" y="0"/>
                  </a:moveTo>
                  <a:lnTo>
                    <a:pt x="663549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57970" y="1891464"/>
              <a:ext cx="666561" cy="0"/>
            </a:xfrm>
            <a:custGeom>
              <a:avLst/>
              <a:pathLst>
                <a:path w="666561" h="0">
                  <a:moveTo>
                    <a:pt x="0" y="0"/>
                  </a:moveTo>
                  <a:lnTo>
                    <a:pt x="666561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357477" y="1798333"/>
              <a:ext cx="669150" cy="0"/>
            </a:xfrm>
            <a:custGeom>
              <a:avLst/>
              <a:pathLst>
                <a:path w="669150" h="0">
                  <a:moveTo>
                    <a:pt x="0" y="0"/>
                  </a:moveTo>
                  <a:lnTo>
                    <a:pt x="669150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9812" y="2450248"/>
              <a:ext cx="800996" cy="0"/>
            </a:xfrm>
            <a:custGeom>
              <a:avLst/>
              <a:pathLst>
                <a:path w="800996" h="0">
                  <a:moveTo>
                    <a:pt x="0" y="0"/>
                  </a:moveTo>
                  <a:lnTo>
                    <a:pt x="800996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73981" y="2357117"/>
              <a:ext cx="803624" cy="0"/>
            </a:xfrm>
            <a:custGeom>
              <a:avLst/>
              <a:pathLst>
                <a:path w="803624" h="0">
                  <a:moveTo>
                    <a:pt x="0" y="0"/>
                  </a:moveTo>
                  <a:lnTo>
                    <a:pt x="803624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69089" y="2263986"/>
              <a:ext cx="805418" cy="0"/>
            </a:xfrm>
            <a:custGeom>
              <a:avLst/>
              <a:pathLst>
                <a:path w="805418" h="0">
                  <a:moveTo>
                    <a:pt x="0" y="0"/>
                  </a:moveTo>
                  <a:lnTo>
                    <a:pt x="805418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981902" y="1023451"/>
              <a:ext cx="59674" cy="5967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985769" y="930321"/>
              <a:ext cx="59674" cy="5967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000666" y="837190"/>
              <a:ext cx="59674" cy="5967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13474" y="1489105"/>
              <a:ext cx="59674" cy="5967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51152" y="1395974"/>
              <a:ext cx="59674" cy="5967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839741" y="1302843"/>
              <a:ext cx="59674" cy="5967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660425" y="1954758"/>
              <a:ext cx="59674" cy="5967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661414" y="1861627"/>
              <a:ext cx="59674" cy="5967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662215" y="1768496"/>
              <a:ext cx="59674" cy="5967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040473" y="2420411"/>
              <a:ext cx="59674" cy="5967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045956" y="2327280"/>
              <a:ext cx="59674" cy="5967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41961" y="2234149"/>
              <a:ext cx="59674" cy="5967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29028" y="680766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732251" y="2320724"/>
              <a:ext cx="73984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Warming x effort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53689" y="1855071"/>
              <a:ext cx="111840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 climate variability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72561" y="1389418"/>
              <a:ext cx="99953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97757" y="923765"/>
              <a:ext cx="57433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42" name="pl42"/>
            <p:cNvSpPr/>
            <p:nvPr/>
          </p:nvSpPr>
          <p:spPr>
            <a:xfrm>
              <a:off x="1497397" y="235711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497397" y="18914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497397" y="142581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497397" y="9601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529028" y="2636509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897230" y="26365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326369" y="26365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710246" y="26365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74528" y="26365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936170" y="26365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22687" y="26365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3"/>
            <p:cNvSpPr/>
            <p:nvPr/>
          </p:nvSpPr>
          <p:spPr>
            <a:xfrm>
              <a:off x="1826593" y="2693445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255731" y="2693445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0.9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639608" y="2693445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303890" y="2693445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3865533" y="2693445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352049" y="2693445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186981" y="2819260"/>
              <a:ext cx="17654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 (95% CI)</a:t>
              </a:r>
            </a:p>
          </p:txBody>
        </p:sp>
        <p:sp>
          <p:nvSpPr>
            <p:cNvPr id="60" name="rc60"/>
            <p:cNvSpPr/>
            <p:nvPr/>
          </p:nvSpPr>
          <p:spPr>
            <a:xfrm>
              <a:off x="3629803" y="1825922"/>
              <a:ext cx="1098349" cy="7606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3693066" y="1901163"/>
              <a:ext cx="96514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Minimum suitable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693066" y="2024607"/>
              <a:ext cx="97182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cells per province</a:t>
              </a:r>
            </a:p>
          </p:txBody>
        </p:sp>
        <p:sp>
          <p:nvSpPr>
            <p:cNvPr id="63" name="rc63"/>
            <p:cNvSpPr/>
            <p:nvPr/>
          </p:nvSpPr>
          <p:spPr>
            <a:xfrm>
              <a:off x="3693066" y="2181687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704454" y="2238624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20166" y="2208787"/>
              <a:ext cx="59674" cy="5967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693066" y="2295560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704454" y="235249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720166" y="2322660"/>
              <a:ext cx="59674" cy="5967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693066" y="2409433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704454" y="2466370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20166" y="2436533"/>
              <a:ext cx="59674" cy="5967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3870202" y="2197704"/>
              <a:ext cx="38752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 cells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3870202" y="2311577"/>
              <a:ext cx="4510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 cells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870202" y="2425450"/>
              <a:ext cx="4510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 cells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529028" y="509330"/>
              <a:ext cx="2425994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Discrete-time proportional hazards, cloglog link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529028" y="328384"/>
              <a:ext cx="27097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Effort and warming contribute independently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29069" y="308396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5160332" y="680766"/>
              <a:ext cx="3081337" cy="19557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160332" y="2626874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5160332" y="2081187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5160332" y="1535501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160332" y="989814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300393" y="790153"/>
              <a:ext cx="2801215" cy="1757457"/>
            </a:xfrm>
            <a:custGeom>
              <a:avLst/>
              <a:pathLst>
                <a:path w="2801215" h="1757457">
                  <a:moveTo>
                    <a:pt x="0" y="1608336"/>
                  </a:moveTo>
                  <a:lnTo>
                    <a:pt x="47478" y="1602511"/>
                  </a:lnTo>
                  <a:lnTo>
                    <a:pt x="94956" y="1596518"/>
                  </a:lnTo>
                  <a:lnTo>
                    <a:pt x="142434" y="1590350"/>
                  </a:lnTo>
                  <a:lnTo>
                    <a:pt x="189912" y="1583999"/>
                  </a:lnTo>
                  <a:lnTo>
                    <a:pt x="237391" y="1577457"/>
                  </a:lnTo>
                  <a:lnTo>
                    <a:pt x="284869" y="1570716"/>
                  </a:lnTo>
                  <a:lnTo>
                    <a:pt x="332347" y="1563767"/>
                  </a:lnTo>
                  <a:lnTo>
                    <a:pt x="379825" y="1556601"/>
                  </a:lnTo>
                  <a:lnTo>
                    <a:pt x="427304" y="1549205"/>
                  </a:lnTo>
                  <a:lnTo>
                    <a:pt x="474782" y="1541570"/>
                  </a:lnTo>
                  <a:lnTo>
                    <a:pt x="522260" y="1533682"/>
                  </a:lnTo>
                  <a:lnTo>
                    <a:pt x="569738" y="1525529"/>
                  </a:lnTo>
                  <a:lnTo>
                    <a:pt x="617217" y="1517094"/>
                  </a:lnTo>
                  <a:lnTo>
                    <a:pt x="664695" y="1508363"/>
                  </a:lnTo>
                  <a:lnTo>
                    <a:pt x="712173" y="1499316"/>
                  </a:lnTo>
                  <a:lnTo>
                    <a:pt x="759651" y="1489936"/>
                  </a:lnTo>
                  <a:lnTo>
                    <a:pt x="807130" y="1480199"/>
                  </a:lnTo>
                  <a:lnTo>
                    <a:pt x="854608" y="1470083"/>
                  </a:lnTo>
                  <a:lnTo>
                    <a:pt x="902086" y="1459561"/>
                  </a:lnTo>
                  <a:lnTo>
                    <a:pt x="949564" y="1448605"/>
                  </a:lnTo>
                  <a:lnTo>
                    <a:pt x="997042" y="1437184"/>
                  </a:lnTo>
                  <a:lnTo>
                    <a:pt x="1044521" y="1425262"/>
                  </a:lnTo>
                  <a:lnTo>
                    <a:pt x="1091999" y="1412801"/>
                  </a:lnTo>
                  <a:lnTo>
                    <a:pt x="1139477" y="1399760"/>
                  </a:lnTo>
                  <a:lnTo>
                    <a:pt x="1186955" y="1386093"/>
                  </a:lnTo>
                  <a:lnTo>
                    <a:pt x="1234434" y="1371750"/>
                  </a:lnTo>
                  <a:lnTo>
                    <a:pt x="1281912" y="1356678"/>
                  </a:lnTo>
                  <a:lnTo>
                    <a:pt x="1329390" y="1340818"/>
                  </a:lnTo>
                  <a:lnTo>
                    <a:pt x="1376868" y="1324108"/>
                  </a:lnTo>
                  <a:lnTo>
                    <a:pt x="1424347" y="1306482"/>
                  </a:lnTo>
                  <a:lnTo>
                    <a:pt x="1471825" y="1287870"/>
                  </a:lnTo>
                  <a:lnTo>
                    <a:pt x="1519303" y="1268198"/>
                  </a:lnTo>
                  <a:lnTo>
                    <a:pt x="1566781" y="1247391"/>
                  </a:lnTo>
                  <a:lnTo>
                    <a:pt x="1614260" y="1225368"/>
                  </a:lnTo>
                  <a:lnTo>
                    <a:pt x="1661738" y="1202049"/>
                  </a:lnTo>
                  <a:lnTo>
                    <a:pt x="1709216" y="1177351"/>
                  </a:lnTo>
                  <a:lnTo>
                    <a:pt x="1756694" y="1151188"/>
                  </a:lnTo>
                  <a:lnTo>
                    <a:pt x="1804173" y="1123474"/>
                  </a:lnTo>
                  <a:lnTo>
                    <a:pt x="1851651" y="1094122"/>
                  </a:lnTo>
                  <a:lnTo>
                    <a:pt x="1899129" y="1063041"/>
                  </a:lnTo>
                  <a:lnTo>
                    <a:pt x="1946607" y="1030141"/>
                  </a:lnTo>
                  <a:lnTo>
                    <a:pt x="1994085" y="995328"/>
                  </a:lnTo>
                  <a:lnTo>
                    <a:pt x="2041564" y="958507"/>
                  </a:lnTo>
                  <a:lnTo>
                    <a:pt x="2089042" y="919577"/>
                  </a:lnTo>
                  <a:lnTo>
                    <a:pt x="2136520" y="878436"/>
                  </a:lnTo>
                  <a:lnTo>
                    <a:pt x="2183998" y="834978"/>
                  </a:lnTo>
                  <a:lnTo>
                    <a:pt x="2231477" y="789091"/>
                  </a:lnTo>
                  <a:lnTo>
                    <a:pt x="2278955" y="740658"/>
                  </a:lnTo>
                  <a:lnTo>
                    <a:pt x="2326433" y="689558"/>
                  </a:lnTo>
                  <a:lnTo>
                    <a:pt x="2373911" y="635662"/>
                  </a:lnTo>
                  <a:lnTo>
                    <a:pt x="2421390" y="578834"/>
                  </a:lnTo>
                  <a:lnTo>
                    <a:pt x="2468868" y="518935"/>
                  </a:lnTo>
                  <a:lnTo>
                    <a:pt x="2516346" y="455813"/>
                  </a:lnTo>
                  <a:lnTo>
                    <a:pt x="2563824" y="389311"/>
                  </a:lnTo>
                  <a:lnTo>
                    <a:pt x="2611303" y="319265"/>
                  </a:lnTo>
                  <a:lnTo>
                    <a:pt x="2658781" y="245499"/>
                  </a:lnTo>
                  <a:lnTo>
                    <a:pt x="2706259" y="167830"/>
                  </a:lnTo>
                  <a:lnTo>
                    <a:pt x="2753737" y="86065"/>
                  </a:lnTo>
                  <a:lnTo>
                    <a:pt x="2801215" y="0"/>
                  </a:lnTo>
                  <a:lnTo>
                    <a:pt x="2801215" y="1044726"/>
                  </a:lnTo>
                  <a:lnTo>
                    <a:pt x="2753737" y="1065231"/>
                  </a:lnTo>
                  <a:lnTo>
                    <a:pt x="2706259" y="1085333"/>
                  </a:lnTo>
                  <a:lnTo>
                    <a:pt x="2658781" y="1105044"/>
                  </a:lnTo>
                  <a:lnTo>
                    <a:pt x="2611303" y="1124379"/>
                  </a:lnTo>
                  <a:lnTo>
                    <a:pt x="2563824" y="1143352"/>
                  </a:lnTo>
                  <a:lnTo>
                    <a:pt x="2516346" y="1161977"/>
                  </a:lnTo>
                  <a:lnTo>
                    <a:pt x="2468868" y="1180268"/>
                  </a:lnTo>
                  <a:lnTo>
                    <a:pt x="2421390" y="1198238"/>
                  </a:lnTo>
                  <a:lnTo>
                    <a:pt x="2373911" y="1215901"/>
                  </a:lnTo>
                  <a:lnTo>
                    <a:pt x="2326433" y="1233270"/>
                  </a:lnTo>
                  <a:lnTo>
                    <a:pt x="2278955" y="1250359"/>
                  </a:lnTo>
                  <a:lnTo>
                    <a:pt x="2231477" y="1267179"/>
                  </a:lnTo>
                  <a:lnTo>
                    <a:pt x="2183998" y="1283744"/>
                  </a:lnTo>
                  <a:lnTo>
                    <a:pt x="2136520" y="1300065"/>
                  </a:lnTo>
                  <a:lnTo>
                    <a:pt x="2089042" y="1316151"/>
                  </a:lnTo>
                  <a:lnTo>
                    <a:pt x="2041564" y="1332014"/>
                  </a:lnTo>
                  <a:lnTo>
                    <a:pt x="1994085" y="1347660"/>
                  </a:lnTo>
                  <a:lnTo>
                    <a:pt x="1946607" y="1363096"/>
                  </a:lnTo>
                  <a:lnTo>
                    <a:pt x="1899129" y="1378326"/>
                  </a:lnTo>
                  <a:lnTo>
                    <a:pt x="1851651" y="1393354"/>
                  </a:lnTo>
                  <a:lnTo>
                    <a:pt x="1804173" y="1408180"/>
                  </a:lnTo>
                  <a:lnTo>
                    <a:pt x="1756694" y="1422799"/>
                  </a:lnTo>
                  <a:lnTo>
                    <a:pt x="1709216" y="1437209"/>
                  </a:lnTo>
                  <a:lnTo>
                    <a:pt x="1661738" y="1451402"/>
                  </a:lnTo>
                  <a:lnTo>
                    <a:pt x="1614260" y="1465368"/>
                  </a:lnTo>
                  <a:lnTo>
                    <a:pt x="1566781" y="1479095"/>
                  </a:lnTo>
                  <a:lnTo>
                    <a:pt x="1519303" y="1492571"/>
                  </a:lnTo>
                  <a:lnTo>
                    <a:pt x="1471825" y="1505783"/>
                  </a:lnTo>
                  <a:lnTo>
                    <a:pt x="1424347" y="1518715"/>
                  </a:lnTo>
                  <a:lnTo>
                    <a:pt x="1376868" y="1531355"/>
                  </a:lnTo>
                  <a:lnTo>
                    <a:pt x="1329390" y="1543688"/>
                  </a:lnTo>
                  <a:lnTo>
                    <a:pt x="1281912" y="1555702"/>
                  </a:lnTo>
                  <a:lnTo>
                    <a:pt x="1234434" y="1567386"/>
                  </a:lnTo>
                  <a:lnTo>
                    <a:pt x="1186955" y="1578733"/>
                  </a:lnTo>
                  <a:lnTo>
                    <a:pt x="1139477" y="1589733"/>
                  </a:lnTo>
                  <a:lnTo>
                    <a:pt x="1091999" y="1600383"/>
                  </a:lnTo>
                  <a:lnTo>
                    <a:pt x="1044521" y="1610680"/>
                  </a:lnTo>
                  <a:lnTo>
                    <a:pt x="997042" y="1620621"/>
                  </a:lnTo>
                  <a:lnTo>
                    <a:pt x="949564" y="1630208"/>
                  </a:lnTo>
                  <a:lnTo>
                    <a:pt x="902086" y="1639442"/>
                  </a:lnTo>
                  <a:lnTo>
                    <a:pt x="854608" y="1648329"/>
                  </a:lnTo>
                  <a:lnTo>
                    <a:pt x="807130" y="1656871"/>
                  </a:lnTo>
                  <a:lnTo>
                    <a:pt x="759651" y="1665077"/>
                  </a:lnTo>
                  <a:lnTo>
                    <a:pt x="712173" y="1672951"/>
                  </a:lnTo>
                  <a:lnTo>
                    <a:pt x="664695" y="1680503"/>
                  </a:lnTo>
                  <a:lnTo>
                    <a:pt x="617217" y="1687741"/>
                  </a:lnTo>
                  <a:lnTo>
                    <a:pt x="569738" y="1694673"/>
                  </a:lnTo>
                  <a:lnTo>
                    <a:pt x="522260" y="1701309"/>
                  </a:lnTo>
                  <a:lnTo>
                    <a:pt x="474782" y="1707658"/>
                  </a:lnTo>
                  <a:lnTo>
                    <a:pt x="427304" y="1713729"/>
                  </a:lnTo>
                  <a:lnTo>
                    <a:pt x="379825" y="1719533"/>
                  </a:lnTo>
                  <a:lnTo>
                    <a:pt x="332347" y="1725078"/>
                  </a:lnTo>
                  <a:lnTo>
                    <a:pt x="284869" y="1730375"/>
                  </a:lnTo>
                  <a:lnTo>
                    <a:pt x="237391" y="1735433"/>
                  </a:lnTo>
                  <a:lnTo>
                    <a:pt x="189912" y="1740262"/>
                  </a:lnTo>
                  <a:lnTo>
                    <a:pt x="142434" y="1744869"/>
                  </a:lnTo>
                  <a:lnTo>
                    <a:pt x="94956" y="1749265"/>
                  </a:lnTo>
                  <a:lnTo>
                    <a:pt x="47478" y="1753459"/>
                  </a:lnTo>
                  <a:lnTo>
                    <a:pt x="0" y="1757457"/>
                  </a:lnTo>
                  <a:close/>
                </a:path>
              </a:pathLst>
            </a:custGeom>
            <a:solidFill>
              <a:srgbClr val="56B4E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5300393" y="790153"/>
              <a:ext cx="2801215" cy="1608336"/>
            </a:xfrm>
            <a:custGeom>
              <a:avLst/>
              <a:pathLst>
                <a:path w="2801215" h="1608336">
                  <a:moveTo>
                    <a:pt x="0" y="1608336"/>
                  </a:moveTo>
                  <a:lnTo>
                    <a:pt x="47478" y="1602511"/>
                  </a:lnTo>
                  <a:lnTo>
                    <a:pt x="94956" y="1596518"/>
                  </a:lnTo>
                  <a:lnTo>
                    <a:pt x="142434" y="1590350"/>
                  </a:lnTo>
                  <a:lnTo>
                    <a:pt x="189912" y="1583999"/>
                  </a:lnTo>
                  <a:lnTo>
                    <a:pt x="237391" y="1577457"/>
                  </a:lnTo>
                  <a:lnTo>
                    <a:pt x="284869" y="1570716"/>
                  </a:lnTo>
                  <a:lnTo>
                    <a:pt x="332347" y="1563767"/>
                  </a:lnTo>
                  <a:lnTo>
                    <a:pt x="379825" y="1556601"/>
                  </a:lnTo>
                  <a:lnTo>
                    <a:pt x="427304" y="1549205"/>
                  </a:lnTo>
                  <a:lnTo>
                    <a:pt x="474782" y="1541570"/>
                  </a:lnTo>
                  <a:lnTo>
                    <a:pt x="522260" y="1533682"/>
                  </a:lnTo>
                  <a:lnTo>
                    <a:pt x="569738" y="1525529"/>
                  </a:lnTo>
                  <a:lnTo>
                    <a:pt x="617217" y="1517094"/>
                  </a:lnTo>
                  <a:lnTo>
                    <a:pt x="664695" y="1508363"/>
                  </a:lnTo>
                  <a:lnTo>
                    <a:pt x="712173" y="1499316"/>
                  </a:lnTo>
                  <a:lnTo>
                    <a:pt x="759651" y="1489936"/>
                  </a:lnTo>
                  <a:lnTo>
                    <a:pt x="807130" y="1480199"/>
                  </a:lnTo>
                  <a:lnTo>
                    <a:pt x="854608" y="1470083"/>
                  </a:lnTo>
                  <a:lnTo>
                    <a:pt x="902086" y="1459561"/>
                  </a:lnTo>
                  <a:lnTo>
                    <a:pt x="949564" y="1448605"/>
                  </a:lnTo>
                  <a:lnTo>
                    <a:pt x="997042" y="1437184"/>
                  </a:lnTo>
                  <a:lnTo>
                    <a:pt x="1044521" y="1425262"/>
                  </a:lnTo>
                  <a:lnTo>
                    <a:pt x="1091999" y="1412801"/>
                  </a:lnTo>
                  <a:lnTo>
                    <a:pt x="1139477" y="1399760"/>
                  </a:lnTo>
                  <a:lnTo>
                    <a:pt x="1186955" y="1386093"/>
                  </a:lnTo>
                  <a:lnTo>
                    <a:pt x="1234434" y="1371750"/>
                  </a:lnTo>
                  <a:lnTo>
                    <a:pt x="1281912" y="1356678"/>
                  </a:lnTo>
                  <a:lnTo>
                    <a:pt x="1329390" y="1340818"/>
                  </a:lnTo>
                  <a:lnTo>
                    <a:pt x="1376868" y="1324108"/>
                  </a:lnTo>
                  <a:lnTo>
                    <a:pt x="1424347" y="1306482"/>
                  </a:lnTo>
                  <a:lnTo>
                    <a:pt x="1471825" y="1287870"/>
                  </a:lnTo>
                  <a:lnTo>
                    <a:pt x="1519303" y="1268198"/>
                  </a:lnTo>
                  <a:lnTo>
                    <a:pt x="1566781" y="1247391"/>
                  </a:lnTo>
                  <a:lnTo>
                    <a:pt x="1614260" y="1225368"/>
                  </a:lnTo>
                  <a:lnTo>
                    <a:pt x="1661738" y="1202049"/>
                  </a:lnTo>
                  <a:lnTo>
                    <a:pt x="1709216" y="1177351"/>
                  </a:lnTo>
                  <a:lnTo>
                    <a:pt x="1756694" y="1151188"/>
                  </a:lnTo>
                  <a:lnTo>
                    <a:pt x="1804173" y="1123474"/>
                  </a:lnTo>
                  <a:lnTo>
                    <a:pt x="1851651" y="1094122"/>
                  </a:lnTo>
                  <a:lnTo>
                    <a:pt x="1899129" y="1063041"/>
                  </a:lnTo>
                  <a:lnTo>
                    <a:pt x="1946607" y="1030141"/>
                  </a:lnTo>
                  <a:lnTo>
                    <a:pt x="1994085" y="995328"/>
                  </a:lnTo>
                  <a:lnTo>
                    <a:pt x="2041564" y="958507"/>
                  </a:lnTo>
                  <a:lnTo>
                    <a:pt x="2089042" y="919577"/>
                  </a:lnTo>
                  <a:lnTo>
                    <a:pt x="2136520" y="878436"/>
                  </a:lnTo>
                  <a:lnTo>
                    <a:pt x="2183998" y="834978"/>
                  </a:lnTo>
                  <a:lnTo>
                    <a:pt x="2231477" y="789091"/>
                  </a:lnTo>
                  <a:lnTo>
                    <a:pt x="2278955" y="740658"/>
                  </a:lnTo>
                  <a:lnTo>
                    <a:pt x="2326433" y="689558"/>
                  </a:lnTo>
                  <a:lnTo>
                    <a:pt x="2373911" y="635662"/>
                  </a:lnTo>
                  <a:lnTo>
                    <a:pt x="2421390" y="578834"/>
                  </a:lnTo>
                  <a:lnTo>
                    <a:pt x="2468868" y="518935"/>
                  </a:lnTo>
                  <a:lnTo>
                    <a:pt x="2516346" y="455813"/>
                  </a:lnTo>
                  <a:lnTo>
                    <a:pt x="2563824" y="389311"/>
                  </a:lnTo>
                  <a:lnTo>
                    <a:pt x="2611303" y="319265"/>
                  </a:lnTo>
                  <a:lnTo>
                    <a:pt x="2658781" y="245499"/>
                  </a:lnTo>
                  <a:lnTo>
                    <a:pt x="2706259" y="167830"/>
                  </a:lnTo>
                  <a:lnTo>
                    <a:pt x="2753737" y="86065"/>
                  </a:lnTo>
                  <a:lnTo>
                    <a:pt x="280121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5300393" y="1834880"/>
              <a:ext cx="2801215" cy="712731"/>
            </a:xfrm>
            <a:custGeom>
              <a:avLst/>
              <a:pathLst>
                <a:path w="2801215" h="712731">
                  <a:moveTo>
                    <a:pt x="2801215" y="0"/>
                  </a:moveTo>
                  <a:lnTo>
                    <a:pt x="2753737" y="20505"/>
                  </a:lnTo>
                  <a:lnTo>
                    <a:pt x="2706259" y="40606"/>
                  </a:lnTo>
                  <a:lnTo>
                    <a:pt x="2658781" y="60317"/>
                  </a:lnTo>
                  <a:lnTo>
                    <a:pt x="2611303" y="79653"/>
                  </a:lnTo>
                  <a:lnTo>
                    <a:pt x="2563824" y="98626"/>
                  </a:lnTo>
                  <a:lnTo>
                    <a:pt x="2516346" y="117251"/>
                  </a:lnTo>
                  <a:lnTo>
                    <a:pt x="2468868" y="135542"/>
                  </a:lnTo>
                  <a:lnTo>
                    <a:pt x="2421390" y="153512"/>
                  </a:lnTo>
                  <a:lnTo>
                    <a:pt x="2373911" y="171175"/>
                  </a:lnTo>
                  <a:lnTo>
                    <a:pt x="2326433" y="188544"/>
                  </a:lnTo>
                  <a:lnTo>
                    <a:pt x="2278955" y="205632"/>
                  </a:lnTo>
                  <a:lnTo>
                    <a:pt x="2231477" y="222453"/>
                  </a:lnTo>
                  <a:lnTo>
                    <a:pt x="2183998" y="239018"/>
                  </a:lnTo>
                  <a:lnTo>
                    <a:pt x="2136520" y="255338"/>
                  </a:lnTo>
                  <a:lnTo>
                    <a:pt x="2089042" y="271425"/>
                  </a:lnTo>
                  <a:lnTo>
                    <a:pt x="2041564" y="287287"/>
                  </a:lnTo>
                  <a:lnTo>
                    <a:pt x="1994085" y="302933"/>
                  </a:lnTo>
                  <a:lnTo>
                    <a:pt x="1946607" y="318369"/>
                  </a:lnTo>
                  <a:lnTo>
                    <a:pt x="1899129" y="333600"/>
                  </a:lnTo>
                  <a:lnTo>
                    <a:pt x="1851651" y="348628"/>
                  </a:lnTo>
                  <a:lnTo>
                    <a:pt x="1804173" y="363453"/>
                  </a:lnTo>
                  <a:lnTo>
                    <a:pt x="1756694" y="378073"/>
                  </a:lnTo>
                  <a:lnTo>
                    <a:pt x="1709216" y="392483"/>
                  </a:lnTo>
                  <a:lnTo>
                    <a:pt x="1661738" y="406675"/>
                  </a:lnTo>
                  <a:lnTo>
                    <a:pt x="1614260" y="420641"/>
                  </a:lnTo>
                  <a:lnTo>
                    <a:pt x="1566781" y="434369"/>
                  </a:lnTo>
                  <a:lnTo>
                    <a:pt x="1519303" y="447845"/>
                  </a:lnTo>
                  <a:lnTo>
                    <a:pt x="1471825" y="461056"/>
                  </a:lnTo>
                  <a:lnTo>
                    <a:pt x="1424347" y="473989"/>
                  </a:lnTo>
                  <a:lnTo>
                    <a:pt x="1376868" y="486628"/>
                  </a:lnTo>
                  <a:lnTo>
                    <a:pt x="1329390" y="498961"/>
                  </a:lnTo>
                  <a:lnTo>
                    <a:pt x="1281912" y="510975"/>
                  </a:lnTo>
                  <a:lnTo>
                    <a:pt x="1234434" y="522660"/>
                  </a:lnTo>
                  <a:lnTo>
                    <a:pt x="1186955" y="534006"/>
                  </a:lnTo>
                  <a:lnTo>
                    <a:pt x="1139477" y="545007"/>
                  </a:lnTo>
                  <a:lnTo>
                    <a:pt x="1091999" y="555657"/>
                  </a:lnTo>
                  <a:lnTo>
                    <a:pt x="1044521" y="565953"/>
                  </a:lnTo>
                  <a:lnTo>
                    <a:pt x="997042" y="575894"/>
                  </a:lnTo>
                  <a:lnTo>
                    <a:pt x="949564" y="585481"/>
                  </a:lnTo>
                  <a:lnTo>
                    <a:pt x="902086" y="594716"/>
                  </a:lnTo>
                  <a:lnTo>
                    <a:pt x="854608" y="603602"/>
                  </a:lnTo>
                  <a:lnTo>
                    <a:pt x="807130" y="612145"/>
                  </a:lnTo>
                  <a:lnTo>
                    <a:pt x="759651" y="620350"/>
                  </a:lnTo>
                  <a:lnTo>
                    <a:pt x="712173" y="628225"/>
                  </a:lnTo>
                  <a:lnTo>
                    <a:pt x="664695" y="635777"/>
                  </a:lnTo>
                  <a:lnTo>
                    <a:pt x="617217" y="643015"/>
                  </a:lnTo>
                  <a:lnTo>
                    <a:pt x="569738" y="649947"/>
                  </a:lnTo>
                  <a:lnTo>
                    <a:pt x="522260" y="656583"/>
                  </a:lnTo>
                  <a:lnTo>
                    <a:pt x="474782" y="662931"/>
                  </a:lnTo>
                  <a:lnTo>
                    <a:pt x="427304" y="669003"/>
                  </a:lnTo>
                  <a:lnTo>
                    <a:pt x="379825" y="674806"/>
                  </a:lnTo>
                  <a:lnTo>
                    <a:pt x="332347" y="680352"/>
                  </a:lnTo>
                  <a:lnTo>
                    <a:pt x="284869" y="685649"/>
                  </a:lnTo>
                  <a:lnTo>
                    <a:pt x="237391" y="690707"/>
                  </a:lnTo>
                  <a:lnTo>
                    <a:pt x="189912" y="695535"/>
                  </a:lnTo>
                  <a:lnTo>
                    <a:pt x="142434" y="700143"/>
                  </a:lnTo>
                  <a:lnTo>
                    <a:pt x="94956" y="704539"/>
                  </a:lnTo>
                  <a:lnTo>
                    <a:pt x="47478" y="708732"/>
                  </a:lnTo>
                  <a:lnTo>
                    <a:pt x="0" y="712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300393" y="1008765"/>
              <a:ext cx="2801215" cy="1373783"/>
            </a:xfrm>
            <a:custGeom>
              <a:avLst/>
              <a:pathLst>
                <a:path w="2801215" h="1373783">
                  <a:moveTo>
                    <a:pt x="0" y="1153801"/>
                  </a:moveTo>
                  <a:lnTo>
                    <a:pt x="47478" y="1146519"/>
                  </a:lnTo>
                  <a:lnTo>
                    <a:pt x="94956" y="1139088"/>
                  </a:lnTo>
                  <a:lnTo>
                    <a:pt x="142434" y="1131504"/>
                  </a:lnTo>
                  <a:lnTo>
                    <a:pt x="189912" y="1123761"/>
                  </a:lnTo>
                  <a:lnTo>
                    <a:pt x="237391" y="1115853"/>
                  </a:lnTo>
                  <a:lnTo>
                    <a:pt x="284869" y="1107771"/>
                  </a:lnTo>
                  <a:lnTo>
                    <a:pt x="332347" y="1099511"/>
                  </a:lnTo>
                  <a:lnTo>
                    <a:pt x="379825" y="1091063"/>
                  </a:lnTo>
                  <a:lnTo>
                    <a:pt x="427304" y="1082419"/>
                  </a:lnTo>
                  <a:lnTo>
                    <a:pt x="474782" y="1073571"/>
                  </a:lnTo>
                  <a:lnTo>
                    <a:pt x="522260" y="1064508"/>
                  </a:lnTo>
                  <a:lnTo>
                    <a:pt x="569738" y="1055221"/>
                  </a:lnTo>
                  <a:lnTo>
                    <a:pt x="617217" y="1045699"/>
                  </a:lnTo>
                  <a:lnTo>
                    <a:pt x="664695" y="1035929"/>
                  </a:lnTo>
                  <a:lnTo>
                    <a:pt x="712173" y="1025899"/>
                  </a:lnTo>
                  <a:lnTo>
                    <a:pt x="759651" y="1015596"/>
                  </a:lnTo>
                  <a:lnTo>
                    <a:pt x="807130" y="1005004"/>
                  </a:lnTo>
                  <a:lnTo>
                    <a:pt x="854608" y="994109"/>
                  </a:lnTo>
                  <a:lnTo>
                    <a:pt x="902086" y="982893"/>
                  </a:lnTo>
                  <a:lnTo>
                    <a:pt x="949564" y="971340"/>
                  </a:lnTo>
                  <a:lnTo>
                    <a:pt x="997042" y="959429"/>
                  </a:lnTo>
                  <a:lnTo>
                    <a:pt x="1044521" y="947142"/>
                  </a:lnTo>
                  <a:lnTo>
                    <a:pt x="1091999" y="934458"/>
                  </a:lnTo>
                  <a:lnTo>
                    <a:pt x="1139477" y="921354"/>
                  </a:lnTo>
                  <a:lnTo>
                    <a:pt x="1186955" y="907807"/>
                  </a:lnTo>
                  <a:lnTo>
                    <a:pt x="1234434" y="893795"/>
                  </a:lnTo>
                  <a:lnTo>
                    <a:pt x="1281912" y="879292"/>
                  </a:lnTo>
                  <a:lnTo>
                    <a:pt x="1329390" y="864272"/>
                  </a:lnTo>
                  <a:lnTo>
                    <a:pt x="1376868" y="848710"/>
                  </a:lnTo>
                  <a:lnTo>
                    <a:pt x="1424347" y="832580"/>
                  </a:lnTo>
                  <a:lnTo>
                    <a:pt x="1471825" y="815854"/>
                  </a:lnTo>
                  <a:lnTo>
                    <a:pt x="1519303" y="798506"/>
                  </a:lnTo>
                  <a:lnTo>
                    <a:pt x="1566781" y="780508"/>
                  </a:lnTo>
                  <a:lnTo>
                    <a:pt x="1614260" y="761835"/>
                  </a:lnTo>
                  <a:lnTo>
                    <a:pt x="1661738" y="742458"/>
                  </a:lnTo>
                  <a:lnTo>
                    <a:pt x="1709216" y="722351"/>
                  </a:lnTo>
                  <a:lnTo>
                    <a:pt x="1756694" y="701490"/>
                  </a:lnTo>
                  <a:lnTo>
                    <a:pt x="1804173" y="679847"/>
                  </a:lnTo>
                  <a:lnTo>
                    <a:pt x="1851651" y="657397"/>
                  </a:lnTo>
                  <a:lnTo>
                    <a:pt x="1899129" y="634115"/>
                  </a:lnTo>
                  <a:lnTo>
                    <a:pt x="1946607" y="609978"/>
                  </a:lnTo>
                  <a:lnTo>
                    <a:pt x="1994085" y="584959"/>
                  </a:lnTo>
                  <a:lnTo>
                    <a:pt x="2041564" y="559034"/>
                  </a:lnTo>
                  <a:lnTo>
                    <a:pt x="2089042" y="532180"/>
                  </a:lnTo>
                  <a:lnTo>
                    <a:pt x="2136520" y="504371"/>
                  </a:lnTo>
                  <a:lnTo>
                    <a:pt x="2183998" y="475583"/>
                  </a:lnTo>
                  <a:lnTo>
                    <a:pt x="2231477" y="445791"/>
                  </a:lnTo>
                  <a:lnTo>
                    <a:pt x="2278955" y="414969"/>
                  </a:lnTo>
                  <a:lnTo>
                    <a:pt x="2326433" y="383092"/>
                  </a:lnTo>
                  <a:lnTo>
                    <a:pt x="2373911" y="350132"/>
                  </a:lnTo>
                  <a:lnTo>
                    <a:pt x="2421390" y="316063"/>
                  </a:lnTo>
                  <a:lnTo>
                    <a:pt x="2468868" y="280856"/>
                  </a:lnTo>
                  <a:lnTo>
                    <a:pt x="2516346" y="244482"/>
                  </a:lnTo>
                  <a:lnTo>
                    <a:pt x="2563824" y="206912"/>
                  </a:lnTo>
                  <a:lnTo>
                    <a:pt x="2611303" y="168115"/>
                  </a:lnTo>
                  <a:lnTo>
                    <a:pt x="2658781" y="128059"/>
                  </a:lnTo>
                  <a:lnTo>
                    <a:pt x="2706259" y="86710"/>
                  </a:lnTo>
                  <a:lnTo>
                    <a:pt x="2753737" y="44036"/>
                  </a:lnTo>
                  <a:lnTo>
                    <a:pt x="2801215" y="0"/>
                  </a:lnTo>
                  <a:lnTo>
                    <a:pt x="2801215" y="689304"/>
                  </a:lnTo>
                  <a:lnTo>
                    <a:pt x="2753737" y="704185"/>
                  </a:lnTo>
                  <a:lnTo>
                    <a:pt x="2706259" y="718926"/>
                  </a:lnTo>
                  <a:lnTo>
                    <a:pt x="2658781" y="733532"/>
                  </a:lnTo>
                  <a:lnTo>
                    <a:pt x="2611303" y="748008"/>
                  </a:lnTo>
                  <a:lnTo>
                    <a:pt x="2563824" y="762360"/>
                  </a:lnTo>
                  <a:lnTo>
                    <a:pt x="2516346" y="776594"/>
                  </a:lnTo>
                  <a:lnTo>
                    <a:pt x="2468868" y="790714"/>
                  </a:lnTo>
                  <a:lnTo>
                    <a:pt x="2421390" y="804726"/>
                  </a:lnTo>
                  <a:lnTo>
                    <a:pt x="2373911" y="818636"/>
                  </a:lnTo>
                  <a:lnTo>
                    <a:pt x="2326433" y="832448"/>
                  </a:lnTo>
                  <a:lnTo>
                    <a:pt x="2278955" y="846168"/>
                  </a:lnTo>
                  <a:lnTo>
                    <a:pt x="2231477" y="859801"/>
                  </a:lnTo>
                  <a:lnTo>
                    <a:pt x="2183998" y="873351"/>
                  </a:lnTo>
                  <a:lnTo>
                    <a:pt x="2136520" y="886823"/>
                  </a:lnTo>
                  <a:lnTo>
                    <a:pt x="2089042" y="900220"/>
                  </a:lnTo>
                  <a:lnTo>
                    <a:pt x="2041564" y="913546"/>
                  </a:lnTo>
                  <a:lnTo>
                    <a:pt x="1994085" y="926804"/>
                  </a:lnTo>
                  <a:lnTo>
                    <a:pt x="1946607" y="939996"/>
                  </a:lnTo>
                  <a:lnTo>
                    <a:pt x="1899129" y="953124"/>
                  </a:lnTo>
                  <a:lnTo>
                    <a:pt x="1851651" y="966187"/>
                  </a:lnTo>
                  <a:lnTo>
                    <a:pt x="1804173" y="979186"/>
                  </a:lnTo>
                  <a:lnTo>
                    <a:pt x="1756694" y="992120"/>
                  </a:lnTo>
                  <a:lnTo>
                    <a:pt x="1709216" y="1004986"/>
                  </a:lnTo>
                  <a:lnTo>
                    <a:pt x="1661738" y="1017781"/>
                  </a:lnTo>
                  <a:lnTo>
                    <a:pt x="1614260" y="1030501"/>
                  </a:lnTo>
                  <a:lnTo>
                    <a:pt x="1566781" y="1043140"/>
                  </a:lnTo>
                  <a:lnTo>
                    <a:pt x="1519303" y="1055693"/>
                  </a:lnTo>
                  <a:lnTo>
                    <a:pt x="1471825" y="1068153"/>
                  </a:lnTo>
                  <a:lnTo>
                    <a:pt x="1424347" y="1080512"/>
                  </a:lnTo>
                  <a:lnTo>
                    <a:pt x="1376868" y="1092762"/>
                  </a:lnTo>
                  <a:lnTo>
                    <a:pt x="1329390" y="1104896"/>
                  </a:lnTo>
                  <a:lnTo>
                    <a:pt x="1281912" y="1116904"/>
                  </a:lnTo>
                  <a:lnTo>
                    <a:pt x="1234434" y="1128779"/>
                  </a:lnTo>
                  <a:lnTo>
                    <a:pt x="1186955" y="1140512"/>
                  </a:lnTo>
                  <a:lnTo>
                    <a:pt x="1139477" y="1152094"/>
                  </a:lnTo>
                  <a:lnTo>
                    <a:pt x="1091999" y="1163518"/>
                  </a:lnTo>
                  <a:lnTo>
                    <a:pt x="1044521" y="1174777"/>
                  </a:lnTo>
                  <a:lnTo>
                    <a:pt x="997042" y="1185864"/>
                  </a:lnTo>
                  <a:lnTo>
                    <a:pt x="949564" y="1196773"/>
                  </a:lnTo>
                  <a:lnTo>
                    <a:pt x="902086" y="1207499"/>
                  </a:lnTo>
                  <a:lnTo>
                    <a:pt x="854608" y="1218036"/>
                  </a:lnTo>
                  <a:lnTo>
                    <a:pt x="807130" y="1228381"/>
                  </a:lnTo>
                  <a:lnTo>
                    <a:pt x="759651" y="1238530"/>
                  </a:lnTo>
                  <a:lnTo>
                    <a:pt x="712173" y="1248481"/>
                  </a:lnTo>
                  <a:lnTo>
                    <a:pt x="664695" y="1258232"/>
                  </a:lnTo>
                  <a:lnTo>
                    <a:pt x="617217" y="1267781"/>
                  </a:lnTo>
                  <a:lnTo>
                    <a:pt x="569738" y="1277127"/>
                  </a:lnTo>
                  <a:lnTo>
                    <a:pt x="522260" y="1286271"/>
                  </a:lnTo>
                  <a:lnTo>
                    <a:pt x="474782" y="1295212"/>
                  </a:lnTo>
                  <a:lnTo>
                    <a:pt x="427304" y="1303950"/>
                  </a:lnTo>
                  <a:lnTo>
                    <a:pt x="379825" y="1312488"/>
                  </a:lnTo>
                  <a:lnTo>
                    <a:pt x="332347" y="1320826"/>
                  </a:lnTo>
                  <a:lnTo>
                    <a:pt x="284869" y="1328967"/>
                  </a:lnTo>
                  <a:lnTo>
                    <a:pt x="237391" y="1336911"/>
                  </a:lnTo>
                  <a:lnTo>
                    <a:pt x="189912" y="1344662"/>
                  </a:lnTo>
                  <a:lnTo>
                    <a:pt x="142434" y="1352222"/>
                  </a:lnTo>
                  <a:lnTo>
                    <a:pt x="94956" y="1359594"/>
                  </a:lnTo>
                  <a:lnTo>
                    <a:pt x="47478" y="1366780"/>
                  </a:lnTo>
                  <a:lnTo>
                    <a:pt x="0" y="1373783"/>
                  </a:lnTo>
                  <a:close/>
                </a:path>
              </a:pathLst>
            </a:custGeom>
            <a:solidFill>
              <a:srgbClr val="0072B2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5300393" y="1008765"/>
              <a:ext cx="2801215" cy="1153801"/>
            </a:xfrm>
            <a:custGeom>
              <a:avLst/>
              <a:pathLst>
                <a:path w="2801215" h="1153801">
                  <a:moveTo>
                    <a:pt x="0" y="1153801"/>
                  </a:moveTo>
                  <a:lnTo>
                    <a:pt x="47478" y="1146519"/>
                  </a:lnTo>
                  <a:lnTo>
                    <a:pt x="94956" y="1139088"/>
                  </a:lnTo>
                  <a:lnTo>
                    <a:pt x="142434" y="1131504"/>
                  </a:lnTo>
                  <a:lnTo>
                    <a:pt x="189912" y="1123761"/>
                  </a:lnTo>
                  <a:lnTo>
                    <a:pt x="237391" y="1115853"/>
                  </a:lnTo>
                  <a:lnTo>
                    <a:pt x="284869" y="1107771"/>
                  </a:lnTo>
                  <a:lnTo>
                    <a:pt x="332347" y="1099511"/>
                  </a:lnTo>
                  <a:lnTo>
                    <a:pt x="379825" y="1091063"/>
                  </a:lnTo>
                  <a:lnTo>
                    <a:pt x="427304" y="1082419"/>
                  </a:lnTo>
                  <a:lnTo>
                    <a:pt x="474782" y="1073571"/>
                  </a:lnTo>
                  <a:lnTo>
                    <a:pt x="522260" y="1064508"/>
                  </a:lnTo>
                  <a:lnTo>
                    <a:pt x="569738" y="1055221"/>
                  </a:lnTo>
                  <a:lnTo>
                    <a:pt x="617217" y="1045699"/>
                  </a:lnTo>
                  <a:lnTo>
                    <a:pt x="664695" y="1035929"/>
                  </a:lnTo>
                  <a:lnTo>
                    <a:pt x="712173" y="1025899"/>
                  </a:lnTo>
                  <a:lnTo>
                    <a:pt x="759651" y="1015596"/>
                  </a:lnTo>
                  <a:lnTo>
                    <a:pt x="807130" y="1005004"/>
                  </a:lnTo>
                  <a:lnTo>
                    <a:pt x="854608" y="994109"/>
                  </a:lnTo>
                  <a:lnTo>
                    <a:pt x="902086" y="982893"/>
                  </a:lnTo>
                  <a:lnTo>
                    <a:pt x="949564" y="971340"/>
                  </a:lnTo>
                  <a:lnTo>
                    <a:pt x="997042" y="959429"/>
                  </a:lnTo>
                  <a:lnTo>
                    <a:pt x="1044521" y="947142"/>
                  </a:lnTo>
                  <a:lnTo>
                    <a:pt x="1091999" y="934458"/>
                  </a:lnTo>
                  <a:lnTo>
                    <a:pt x="1139477" y="921354"/>
                  </a:lnTo>
                  <a:lnTo>
                    <a:pt x="1186955" y="907807"/>
                  </a:lnTo>
                  <a:lnTo>
                    <a:pt x="1234434" y="893795"/>
                  </a:lnTo>
                  <a:lnTo>
                    <a:pt x="1281912" y="879292"/>
                  </a:lnTo>
                  <a:lnTo>
                    <a:pt x="1329390" y="864272"/>
                  </a:lnTo>
                  <a:lnTo>
                    <a:pt x="1376868" y="848710"/>
                  </a:lnTo>
                  <a:lnTo>
                    <a:pt x="1424347" y="832580"/>
                  </a:lnTo>
                  <a:lnTo>
                    <a:pt x="1471825" y="815854"/>
                  </a:lnTo>
                  <a:lnTo>
                    <a:pt x="1519303" y="798506"/>
                  </a:lnTo>
                  <a:lnTo>
                    <a:pt x="1566781" y="780508"/>
                  </a:lnTo>
                  <a:lnTo>
                    <a:pt x="1614260" y="761835"/>
                  </a:lnTo>
                  <a:lnTo>
                    <a:pt x="1661738" y="742458"/>
                  </a:lnTo>
                  <a:lnTo>
                    <a:pt x="1709216" y="722351"/>
                  </a:lnTo>
                  <a:lnTo>
                    <a:pt x="1756694" y="701490"/>
                  </a:lnTo>
                  <a:lnTo>
                    <a:pt x="1804173" y="679847"/>
                  </a:lnTo>
                  <a:lnTo>
                    <a:pt x="1851651" y="657397"/>
                  </a:lnTo>
                  <a:lnTo>
                    <a:pt x="1899129" y="634115"/>
                  </a:lnTo>
                  <a:lnTo>
                    <a:pt x="1946607" y="609978"/>
                  </a:lnTo>
                  <a:lnTo>
                    <a:pt x="1994085" y="584959"/>
                  </a:lnTo>
                  <a:lnTo>
                    <a:pt x="2041564" y="559034"/>
                  </a:lnTo>
                  <a:lnTo>
                    <a:pt x="2089042" y="532180"/>
                  </a:lnTo>
                  <a:lnTo>
                    <a:pt x="2136520" y="504371"/>
                  </a:lnTo>
                  <a:lnTo>
                    <a:pt x="2183998" y="475583"/>
                  </a:lnTo>
                  <a:lnTo>
                    <a:pt x="2231477" y="445791"/>
                  </a:lnTo>
                  <a:lnTo>
                    <a:pt x="2278955" y="414969"/>
                  </a:lnTo>
                  <a:lnTo>
                    <a:pt x="2326433" y="383092"/>
                  </a:lnTo>
                  <a:lnTo>
                    <a:pt x="2373911" y="350132"/>
                  </a:lnTo>
                  <a:lnTo>
                    <a:pt x="2421390" y="316063"/>
                  </a:lnTo>
                  <a:lnTo>
                    <a:pt x="2468868" y="280856"/>
                  </a:lnTo>
                  <a:lnTo>
                    <a:pt x="2516346" y="244482"/>
                  </a:lnTo>
                  <a:lnTo>
                    <a:pt x="2563824" y="206912"/>
                  </a:lnTo>
                  <a:lnTo>
                    <a:pt x="2611303" y="168115"/>
                  </a:lnTo>
                  <a:lnTo>
                    <a:pt x="2658781" y="128059"/>
                  </a:lnTo>
                  <a:lnTo>
                    <a:pt x="2706259" y="86710"/>
                  </a:lnTo>
                  <a:lnTo>
                    <a:pt x="2753737" y="44036"/>
                  </a:lnTo>
                  <a:lnTo>
                    <a:pt x="280121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5300393" y="1698069"/>
              <a:ext cx="2801215" cy="684479"/>
            </a:xfrm>
            <a:custGeom>
              <a:avLst/>
              <a:pathLst>
                <a:path w="2801215" h="684479">
                  <a:moveTo>
                    <a:pt x="2801215" y="0"/>
                  </a:moveTo>
                  <a:lnTo>
                    <a:pt x="2753737" y="14881"/>
                  </a:lnTo>
                  <a:lnTo>
                    <a:pt x="2706259" y="29621"/>
                  </a:lnTo>
                  <a:lnTo>
                    <a:pt x="2658781" y="44227"/>
                  </a:lnTo>
                  <a:lnTo>
                    <a:pt x="2611303" y="58704"/>
                  </a:lnTo>
                  <a:lnTo>
                    <a:pt x="2563824" y="73056"/>
                  </a:lnTo>
                  <a:lnTo>
                    <a:pt x="2516346" y="87289"/>
                  </a:lnTo>
                  <a:lnTo>
                    <a:pt x="2468868" y="101410"/>
                  </a:lnTo>
                  <a:lnTo>
                    <a:pt x="2421390" y="115422"/>
                  </a:lnTo>
                  <a:lnTo>
                    <a:pt x="2373911" y="129332"/>
                  </a:lnTo>
                  <a:lnTo>
                    <a:pt x="2326433" y="143144"/>
                  </a:lnTo>
                  <a:lnTo>
                    <a:pt x="2278955" y="156864"/>
                  </a:lnTo>
                  <a:lnTo>
                    <a:pt x="2231477" y="170497"/>
                  </a:lnTo>
                  <a:lnTo>
                    <a:pt x="2183998" y="184047"/>
                  </a:lnTo>
                  <a:lnTo>
                    <a:pt x="2136520" y="197518"/>
                  </a:lnTo>
                  <a:lnTo>
                    <a:pt x="2089042" y="210916"/>
                  </a:lnTo>
                  <a:lnTo>
                    <a:pt x="2041564" y="224242"/>
                  </a:lnTo>
                  <a:lnTo>
                    <a:pt x="1994085" y="237500"/>
                  </a:lnTo>
                  <a:lnTo>
                    <a:pt x="1946607" y="250692"/>
                  </a:lnTo>
                  <a:lnTo>
                    <a:pt x="1899129" y="263819"/>
                  </a:lnTo>
                  <a:lnTo>
                    <a:pt x="1851651" y="276883"/>
                  </a:lnTo>
                  <a:lnTo>
                    <a:pt x="1804173" y="289882"/>
                  </a:lnTo>
                  <a:lnTo>
                    <a:pt x="1756694" y="302816"/>
                  </a:lnTo>
                  <a:lnTo>
                    <a:pt x="1709216" y="315682"/>
                  </a:lnTo>
                  <a:lnTo>
                    <a:pt x="1661738" y="328477"/>
                  </a:lnTo>
                  <a:lnTo>
                    <a:pt x="1614260" y="341196"/>
                  </a:lnTo>
                  <a:lnTo>
                    <a:pt x="1566781" y="353836"/>
                  </a:lnTo>
                  <a:lnTo>
                    <a:pt x="1519303" y="366388"/>
                  </a:lnTo>
                  <a:lnTo>
                    <a:pt x="1471825" y="378848"/>
                  </a:lnTo>
                  <a:lnTo>
                    <a:pt x="1424347" y="391207"/>
                  </a:lnTo>
                  <a:lnTo>
                    <a:pt x="1376868" y="403458"/>
                  </a:lnTo>
                  <a:lnTo>
                    <a:pt x="1329390" y="415592"/>
                  </a:lnTo>
                  <a:lnTo>
                    <a:pt x="1281912" y="427600"/>
                  </a:lnTo>
                  <a:lnTo>
                    <a:pt x="1234434" y="439475"/>
                  </a:lnTo>
                  <a:lnTo>
                    <a:pt x="1186955" y="451207"/>
                  </a:lnTo>
                  <a:lnTo>
                    <a:pt x="1139477" y="462790"/>
                  </a:lnTo>
                  <a:lnTo>
                    <a:pt x="1091999" y="474214"/>
                  </a:lnTo>
                  <a:lnTo>
                    <a:pt x="1044521" y="485473"/>
                  </a:lnTo>
                  <a:lnTo>
                    <a:pt x="997042" y="496560"/>
                  </a:lnTo>
                  <a:lnTo>
                    <a:pt x="949564" y="507469"/>
                  </a:lnTo>
                  <a:lnTo>
                    <a:pt x="902086" y="518194"/>
                  </a:lnTo>
                  <a:lnTo>
                    <a:pt x="854608" y="528731"/>
                  </a:lnTo>
                  <a:lnTo>
                    <a:pt x="807130" y="539076"/>
                  </a:lnTo>
                  <a:lnTo>
                    <a:pt x="759651" y="549226"/>
                  </a:lnTo>
                  <a:lnTo>
                    <a:pt x="712173" y="559177"/>
                  </a:lnTo>
                  <a:lnTo>
                    <a:pt x="664695" y="568928"/>
                  </a:lnTo>
                  <a:lnTo>
                    <a:pt x="617217" y="578477"/>
                  </a:lnTo>
                  <a:lnTo>
                    <a:pt x="569738" y="587823"/>
                  </a:lnTo>
                  <a:lnTo>
                    <a:pt x="522260" y="596966"/>
                  </a:lnTo>
                  <a:lnTo>
                    <a:pt x="474782" y="605907"/>
                  </a:lnTo>
                  <a:lnTo>
                    <a:pt x="427304" y="614646"/>
                  </a:lnTo>
                  <a:lnTo>
                    <a:pt x="379825" y="623184"/>
                  </a:lnTo>
                  <a:lnTo>
                    <a:pt x="332347" y="631522"/>
                  </a:lnTo>
                  <a:lnTo>
                    <a:pt x="284869" y="639662"/>
                  </a:lnTo>
                  <a:lnTo>
                    <a:pt x="237391" y="647607"/>
                  </a:lnTo>
                  <a:lnTo>
                    <a:pt x="189912" y="655358"/>
                  </a:lnTo>
                  <a:lnTo>
                    <a:pt x="142434" y="662918"/>
                  </a:lnTo>
                  <a:lnTo>
                    <a:pt x="94956" y="670289"/>
                  </a:lnTo>
                  <a:lnTo>
                    <a:pt x="47478" y="677475"/>
                  </a:lnTo>
                  <a:lnTo>
                    <a:pt x="0" y="684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300393" y="769664"/>
              <a:ext cx="2801215" cy="1251484"/>
            </a:xfrm>
            <a:custGeom>
              <a:avLst/>
              <a:pathLst>
                <a:path w="2801215" h="1251484">
                  <a:moveTo>
                    <a:pt x="0" y="354093"/>
                  </a:moveTo>
                  <a:lnTo>
                    <a:pt x="47478" y="362343"/>
                  </a:lnTo>
                  <a:lnTo>
                    <a:pt x="94956" y="370409"/>
                  </a:lnTo>
                  <a:lnTo>
                    <a:pt x="142434" y="378285"/>
                  </a:lnTo>
                  <a:lnTo>
                    <a:pt x="189912" y="385962"/>
                  </a:lnTo>
                  <a:lnTo>
                    <a:pt x="237391" y="393433"/>
                  </a:lnTo>
                  <a:lnTo>
                    <a:pt x="284869" y="400686"/>
                  </a:lnTo>
                  <a:lnTo>
                    <a:pt x="332347" y="407713"/>
                  </a:lnTo>
                  <a:lnTo>
                    <a:pt x="379825" y="414501"/>
                  </a:lnTo>
                  <a:lnTo>
                    <a:pt x="427304" y="421039"/>
                  </a:lnTo>
                  <a:lnTo>
                    <a:pt x="474782" y="427312"/>
                  </a:lnTo>
                  <a:lnTo>
                    <a:pt x="522260" y="433307"/>
                  </a:lnTo>
                  <a:lnTo>
                    <a:pt x="569738" y="439007"/>
                  </a:lnTo>
                  <a:lnTo>
                    <a:pt x="617217" y="444395"/>
                  </a:lnTo>
                  <a:lnTo>
                    <a:pt x="664695" y="449451"/>
                  </a:lnTo>
                  <a:lnTo>
                    <a:pt x="712173" y="454157"/>
                  </a:lnTo>
                  <a:lnTo>
                    <a:pt x="759651" y="458488"/>
                  </a:lnTo>
                  <a:lnTo>
                    <a:pt x="807130" y="462422"/>
                  </a:lnTo>
                  <a:lnTo>
                    <a:pt x="854608" y="465933"/>
                  </a:lnTo>
                  <a:lnTo>
                    <a:pt x="902086" y="468994"/>
                  </a:lnTo>
                  <a:lnTo>
                    <a:pt x="949564" y="471577"/>
                  </a:lnTo>
                  <a:lnTo>
                    <a:pt x="997042" y="473650"/>
                  </a:lnTo>
                  <a:lnTo>
                    <a:pt x="1044521" y="475182"/>
                  </a:lnTo>
                  <a:lnTo>
                    <a:pt x="1091999" y="476141"/>
                  </a:lnTo>
                  <a:lnTo>
                    <a:pt x="1139477" y="476493"/>
                  </a:lnTo>
                  <a:lnTo>
                    <a:pt x="1186955" y="476204"/>
                  </a:lnTo>
                  <a:lnTo>
                    <a:pt x="1234434" y="475241"/>
                  </a:lnTo>
                  <a:lnTo>
                    <a:pt x="1281912" y="473570"/>
                  </a:lnTo>
                  <a:lnTo>
                    <a:pt x="1329390" y="471161"/>
                  </a:lnTo>
                  <a:lnTo>
                    <a:pt x="1376868" y="467983"/>
                  </a:lnTo>
                  <a:lnTo>
                    <a:pt x="1424347" y="464011"/>
                  </a:lnTo>
                  <a:lnTo>
                    <a:pt x="1471825" y="459219"/>
                  </a:lnTo>
                  <a:lnTo>
                    <a:pt x="1519303" y="453589"/>
                  </a:lnTo>
                  <a:lnTo>
                    <a:pt x="1566781" y="447106"/>
                  </a:lnTo>
                  <a:lnTo>
                    <a:pt x="1614260" y="439757"/>
                  </a:lnTo>
                  <a:lnTo>
                    <a:pt x="1661738" y="431538"/>
                  </a:lnTo>
                  <a:lnTo>
                    <a:pt x="1709216" y="422445"/>
                  </a:lnTo>
                  <a:lnTo>
                    <a:pt x="1756694" y="412481"/>
                  </a:lnTo>
                  <a:lnTo>
                    <a:pt x="1804173" y="401652"/>
                  </a:lnTo>
                  <a:lnTo>
                    <a:pt x="1851651" y="389967"/>
                  </a:lnTo>
                  <a:lnTo>
                    <a:pt x="1899129" y="377439"/>
                  </a:lnTo>
                  <a:lnTo>
                    <a:pt x="1946607" y="364083"/>
                  </a:lnTo>
                  <a:lnTo>
                    <a:pt x="1994085" y="349914"/>
                  </a:lnTo>
                  <a:lnTo>
                    <a:pt x="2041564" y="334950"/>
                  </a:lnTo>
                  <a:lnTo>
                    <a:pt x="2089042" y="319208"/>
                  </a:lnTo>
                  <a:lnTo>
                    <a:pt x="2136520" y="302706"/>
                  </a:lnTo>
                  <a:lnTo>
                    <a:pt x="2183998" y="285461"/>
                  </a:lnTo>
                  <a:lnTo>
                    <a:pt x="2231477" y="267491"/>
                  </a:lnTo>
                  <a:lnTo>
                    <a:pt x="2278955" y="248812"/>
                  </a:lnTo>
                  <a:lnTo>
                    <a:pt x="2326433" y="229439"/>
                  </a:lnTo>
                  <a:lnTo>
                    <a:pt x="2373911" y="209385"/>
                  </a:lnTo>
                  <a:lnTo>
                    <a:pt x="2421390" y="188664"/>
                  </a:lnTo>
                  <a:lnTo>
                    <a:pt x="2468868" y="167287"/>
                  </a:lnTo>
                  <a:lnTo>
                    <a:pt x="2516346" y="145264"/>
                  </a:lnTo>
                  <a:lnTo>
                    <a:pt x="2563824" y="122605"/>
                  </a:lnTo>
                  <a:lnTo>
                    <a:pt x="2611303" y="99318"/>
                  </a:lnTo>
                  <a:lnTo>
                    <a:pt x="2658781" y="75408"/>
                  </a:lnTo>
                  <a:lnTo>
                    <a:pt x="2706259" y="50883"/>
                  </a:lnTo>
                  <a:lnTo>
                    <a:pt x="2753737" y="25745"/>
                  </a:lnTo>
                  <a:lnTo>
                    <a:pt x="2801215" y="0"/>
                  </a:lnTo>
                  <a:lnTo>
                    <a:pt x="2801215" y="1017813"/>
                  </a:lnTo>
                  <a:lnTo>
                    <a:pt x="2753737" y="1013719"/>
                  </a:lnTo>
                  <a:lnTo>
                    <a:pt x="2706259" y="1009723"/>
                  </a:lnTo>
                  <a:lnTo>
                    <a:pt x="2658781" y="1005837"/>
                  </a:lnTo>
                  <a:lnTo>
                    <a:pt x="2611303" y="1002071"/>
                  </a:lnTo>
                  <a:lnTo>
                    <a:pt x="2563824" y="998439"/>
                  </a:lnTo>
                  <a:lnTo>
                    <a:pt x="2516346" y="994953"/>
                  </a:lnTo>
                  <a:lnTo>
                    <a:pt x="2468868" y="991628"/>
                  </a:lnTo>
                  <a:lnTo>
                    <a:pt x="2421390" y="988480"/>
                  </a:lnTo>
                  <a:lnTo>
                    <a:pt x="2373911" y="985525"/>
                  </a:lnTo>
                  <a:lnTo>
                    <a:pt x="2326433" y="982781"/>
                  </a:lnTo>
                  <a:lnTo>
                    <a:pt x="2278955" y="980267"/>
                  </a:lnTo>
                  <a:lnTo>
                    <a:pt x="2231477" y="978003"/>
                  </a:lnTo>
                  <a:lnTo>
                    <a:pt x="2183998" y="976010"/>
                  </a:lnTo>
                  <a:lnTo>
                    <a:pt x="2136520" y="974310"/>
                  </a:lnTo>
                  <a:lnTo>
                    <a:pt x="2089042" y="972925"/>
                  </a:lnTo>
                  <a:lnTo>
                    <a:pt x="2041564" y="971880"/>
                  </a:lnTo>
                  <a:lnTo>
                    <a:pt x="1994085" y="971196"/>
                  </a:lnTo>
                  <a:lnTo>
                    <a:pt x="1946607" y="970898"/>
                  </a:lnTo>
                  <a:lnTo>
                    <a:pt x="1899129" y="971007"/>
                  </a:lnTo>
                  <a:lnTo>
                    <a:pt x="1851651" y="971545"/>
                  </a:lnTo>
                  <a:lnTo>
                    <a:pt x="1804173" y="972531"/>
                  </a:lnTo>
                  <a:lnTo>
                    <a:pt x="1756694" y="973984"/>
                  </a:lnTo>
                  <a:lnTo>
                    <a:pt x="1709216" y="975917"/>
                  </a:lnTo>
                  <a:lnTo>
                    <a:pt x="1661738" y="978341"/>
                  </a:lnTo>
                  <a:lnTo>
                    <a:pt x="1614260" y="981263"/>
                  </a:lnTo>
                  <a:lnTo>
                    <a:pt x="1566781" y="984687"/>
                  </a:lnTo>
                  <a:lnTo>
                    <a:pt x="1519303" y="988609"/>
                  </a:lnTo>
                  <a:lnTo>
                    <a:pt x="1471825" y="993024"/>
                  </a:lnTo>
                  <a:lnTo>
                    <a:pt x="1424347" y="997921"/>
                  </a:lnTo>
                  <a:lnTo>
                    <a:pt x="1376868" y="1003284"/>
                  </a:lnTo>
                  <a:lnTo>
                    <a:pt x="1329390" y="1009094"/>
                  </a:lnTo>
                  <a:lnTo>
                    <a:pt x="1281912" y="1015328"/>
                  </a:lnTo>
                  <a:lnTo>
                    <a:pt x="1234434" y="1021961"/>
                  </a:lnTo>
                  <a:lnTo>
                    <a:pt x="1186955" y="1028966"/>
                  </a:lnTo>
                  <a:lnTo>
                    <a:pt x="1139477" y="1036313"/>
                  </a:lnTo>
                  <a:lnTo>
                    <a:pt x="1091999" y="1043972"/>
                  </a:lnTo>
                  <a:lnTo>
                    <a:pt x="1044521" y="1051915"/>
                  </a:lnTo>
                  <a:lnTo>
                    <a:pt x="997042" y="1060111"/>
                  </a:lnTo>
                  <a:lnTo>
                    <a:pt x="949564" y="1068530"/>
                  </a:lnTo>
                  <a:lnTo>
                    <a:pt x="902086" y="1077146"/>
                  </a:lnTo>
                  <a:lnTo>
                    <a:pt x="854608" y="1085931"/>
                  </a:lnTo>
                  <a:lnTo>
                    <a:pt x="807130" y="1094859"/>
                  </a:lnTo>
                  <a:lnTo>
                    <a:pt x="759651" y="1103908"/>
                  </a:lnTo>
                  <a:lnTo>
                    <a:pt x="712173" y="1113055"/>
                  </a:lnTo>
                  <a:lnTo>
                    <a:pt x="664695" y="1122279"/>
                  </a:lnTo>
                  <a:lnTo>
                    <a:pt x="617217" y="1131562"/>
                  </a:lnTo>
                  <a:lnTo>
                    <a:pt x="569738" y="1140886"/>
                  </a:lnTo>
                  <a:lnTo>
                    <a:pt x="522260" y="1150235"/>
                  </a:lnTo>
                  <a:lnTo>
                    <a:pt x="474782" y="1159596"/>
                  </a:lnTo>
                  <a:lnTo>
                    <a:pt x="427304" y="1168954"/>
                  </a:lnTo>
                  <a:lnTo>
                    <a:pt x="379825" y="1178299"/>
                  </a:lnTo>
                  <a:lnTo>
                    <a:pt x="332347" y="1187619"/>
                  </a:lnTo>
                  <a:lnTo>
                    <a:pt x="284869" y="1196905"/>
                  </a:lnTo>
                  <a:lnTo>
                    <a:pt x="237391" y="1206148"/>
                  </a:lnTo>
                  <a:lnTo>
                    <a:pt x="189912" y="1215341"/>
                  </a:lnTo>
                  <a:lnTo>
                    <a:pt x="142434" y="1224477"/>
                  </a:lnTo>
                  <a:lnTo>
                    <a:pt x="94956" y="1233549"/>
                  </a:lnTo>
                  <a:lnTo>
                    <a:pt x="47478" y="1242553"/>
                  </a:lnTo>
                  <a:lnTo>
                    <a:pt x="0" y="1251484"/>
                  </a:lnTo>
                  <a:close/>
                </a:path>
              </a:pathLst>
            </a:custGeom>
            <a:solidFill>
              <a:srgbClr val="D55E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300393" y="769664"/>
              <a:ext cx="2801215" cy="476493"/>
            </a:xfrm>
            <a:custGeom>
              <a:avLst/>
              <a:pathLst>
                <a:path w="2801215" h="476493">
                  <a:moveTo>
                    <a:pt x="0" y="354093"/>
                  </a:moveTo>
                  <a:lnTo>
                    <a:pt x="47478" y="362343"/>
                  </a:lnTo>
                  <a:lnTo>
                    <a:pt x="94956" y="370409"/>
                  </a:lnTo>
                  <a:lnTo>
                    <a:pt x="142434" y="378285"/>
                  </a:lnTo>
                  <a:lnTo>
                    <a:pt x="189912" y="385962"/>
                  </a:lnTo>
                  <a:lnTo>
                    <a:pt x="237391" y="393433"/>
                  </a:lnTo>
                  <a:lnTo>
                    <a:pt x="284869" y="400686"/>
                  </a:lnTo>
                  <a:lnTo>
                    <a:pt x="332347" y="407713"/>
                  </a:lnTo>
                  <a:lnTo>
                    <a:pt x="379825" y="414501"/>
                  </a:lnTo>
                  <a:lnTo>
                    <a:pt x="427304" y="421039"/>
                  </a:lnTo>
                  <a:lnTo>
                    <a:pt x="474782" y="427312"/>
                  </a:lnTo>
                  <a:lnTo>
                    <a:pt x="522260" y="433307"/>
                  </a:lnTo>
                  <a:lnTo>
                    <a:pt x="569738" y="439007"/>
                  </a:lnTo>
                  <a:lnTo>
                    <a:pt x="617217" y="444395"/>
                  </a:lnTo>
                  <a:lnTo>
                    <a:pt x="664695" y="449451"/>
                  </a:lnTo>
                  <a:lnTo>
                    <a:pt x="712173" y="454157"/>
                  </a:lnTo>
                  <a:lnTo>
                    <a:pt x="759651" y="458488"/>
                  </a:lnTo>
                  <a:lnTo>
                    <a:pt x="807130" y="462422"/>
                  </a:lnTo>
                  <a:lnTo>
                    <a:pt x="854608" y="465933"/>
                  </a:lnTo>
                  <a:lnTo>
                    <a:pt x="902086" y="468994"/>
                  </a:lnTo>
                  <a:lnTo>
                    <a:pt x="949564" y="471577"/>
                  </a:lnTo>
                  <a:lnTo>
                    <a:pt x="997042" y="473650"/>
                  </a:lnTo>
                  <a:lnTo>
                    <a:pt x="1044521" y="475182"/>
                  </a:lnTo>
                  <a:lnTo>
                    <a:pt x="1091999" y="476141"/>
                  </a:lnTo>
                  <a:lnTo>
                    <a:pt x="1139477" y="476493"/>
                  </a:lnTo>
                  <a:lnTo>
                    <a:pt x="1186955" y="476204"/>
                  </a:lnTo>
                  <a:lnTo>
                    <a:pt x="1234434" y="475241"/>
                  </a:lnTo>
                  <a:lnTo>
                    <a:pt x="1281912" y="473570"/>
                  </a:lnTo>
                  <a:lnTo>
                    <a:pt x="1329390" y="471161"/>
                  </a:lnTo>
                  <a:lnTo>
                    <a:pt x="1376868" y="467983"/>
                  </a:lnTo>
                  <a:lnTo>
                    <a:pt x="1424347" y="464011"/>
                  </a:lnTo>
                  <a:lnTo>
                    <a:pt x="1471825" y="459219"/>
                  </a:lnTo>
                  <a:lnTo>
                    <a:pt x="1519303" y="453589"/>
                  </a:lnTo>
                  <a:lnTo>
                    <a:pt x="1566781" y="447106"/>
                  </a:lnTo>
                  <a:lnTo>
                    <a:pt x="1614260" y="439757"/>
                  </a:lnTo>
                  <a:lnTo>
                    <a:pt x="1661738" y="431538"/>
                  </a:lnTo>
                  <a:lnTo>
                    <a:pt x="1709216" y="422445"/>
                  </a:lnTo>
                  <a:lnTo>
                    <a:pt x="1756694" y="412481"/>
                  </a:lnTo>
                  <a:lnTo>
                    <a:pt x="1804173" y="401652"/>
                  </a:lnTo>
                  <a:lnTo>
                    <a:pt x="1851651" y="389967"/>
                  </a:lnTo>
                  <a:lnTo>
                    <a:pt x="1899129" y="377439"/>
                  </a:lnTo>
                  <a:lnTo>
                    <a:pt x="1946607" y="364083"/>
                  </a:lnTo>
                  <a:lnTo>
                    <a:pt x="1994085" y="349914"/>
                  </a:lnTo>
                  <a:lnTo>
                    <a:pt x="2041564" y="334950"/>
                  </a:lnTo>
                  <a:lnTo>
                    <a:pt x="2089042" y="319208"/>
                  </a:lnTo>
                  <a:lnTo>
                    <a:pt x="2136520" y="302706"/>
                  </a:lnTo>
                  <a:lnTo>
                    <a:pt x="2183998" y="285461"/>
                  </a:lnTo>
                  <a:lnTo>
                    <a:pt x="2231477" y="267491"/>
                  </a:lnTo>
                  <a:lnTo>
                    <a:pt x="2278955" y="248812"/>
                  </a:lnTo>
                  <a:lnTo>
                    <a:pt x="2326433" y="229439"/>
                  </a:lnTo>
                  <a:lnTo>
                    <a:pt x="2373911" y="209385"/>
                  </a:lnTo>
                  <a:lnTo>
                    <a:pt x="2421390" y="188664"/>
                  </a:lnTo>
                  <a:lnTo>
                    <a:pt x="2468868" y="167287"/>
                  </a:lnTo>
                  <a:lnTo>
                    <a:pt x="2516346" y="145264"/>
                  </a:lnTo>
                  <a:lnTo>
                    <a:pt x="2563824" y="122605"/>
                  </a:lnTo>
                  <a:lnTo>
                    <a:pt x="2611303" y="99318"/>
                  </a:lnTo>
                  <a:lnTo>
                    <a:pt x="2658781" y="75408"/>
                  </a:lnTo>
                  <a:lnTo>
                    <a:pt x="2706259" y="50883"/>
                  </a:lnTo>
                  <a:lnTo>
                    <a:pt x="2753737" y="25745"/>
                  </a:lnTo>
                  <a:lnTo>
                    <a:pt x="280121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300393" y="1740562"/>
              <a:ext cx="2801215" cy="280586"/>
            </a:xfrm>
            <a:custGeom>
              <a:avLst/>
              <a:pathLst>
                <a:path w="2801215" h="280586">
                  <a:moveTo>
                    <a:pt x="2801215" y="46915"/>
                  </a:moveTo>
                  <a:lnTo>
                    <a:pt x="2753737" y="42821"/>
                  </a:lnTo>
                  <a:lnTo>
                    <a:pt x="2706259" y="38825"/>
                  </a:lnTo>
                  <a:lnTo>
                    <a:pt x="2658781" y="34939"/>
                  </a:lnTo>
                  <a:lnTo>
                    <a:pt x="2611303" y="31173"/>
                  </a:lnTo>
                  <a:lnTo>
                    <a:pt x="2563824" y="27541"/>
                  </a:lnTo>
                  <a:lnTo>
                    <a:pt x="2516346" y="24055"/>
                  </a:lnTo>
                  <a:lnTo>
                    <a:pt x="2468868" y="20730"/>
                  </a:lnTo>
                  <a:lnTo>
                    <a:pt x="2421390" y="17582"/>
                  </a:lnTo>
                  <a:lnTo>
                    <a:pt x="2373911" y="14627"/>
                  </a:lnTo>
                  <a:lnTo>
                    <a:pt x="2326433" y="11883"/>
                  </a:lnTo>
                  <a:lnTo>
                    <a:pt x="2278955" y="9369"/>
                  </a:lnTo>
                  <a:lnTo>
                    <a:pt x="2231477" y="7105"/>
                  </a:lnTo>
                  <a:lnTo>
                    <a:pt x="2183998" y="5112"/>
                  </a:lnTo>
                  <a:lnTo>
                    <a:pt x="2136520" y="3412"/>
                  </a:lnTo>
                  <a:lnTo>
                    <a:pt x="2089042" y="2027"/>
                  </a:lnTo>
                  <a:lnTo>
                    <a:pt x="2041564" y="982"/>
                  </a:lnTo>
                  <a:lnTo>
                    <a:pt x="1994085" y="298"/>
                  </a:lnTo>
                  <a:lnTo>
                    <a:pt x="1946607" y="0"/>
                  </a:lnTo>
                  <a:lnTo>
                    <a:pt x="1899129" y="109"/>
                  </a:lnTo>
                  <a:lnTo>
                    <a:pt x="1851651" y="647"/>
                  </a:lnTo>
                  <a:lnTo>
                    <a:pt x="1804173" y="1633"/>
                  </a:lnTo>
                  <a:lnTo>
                    <a:pt x="1756694" y="3086"/>
                  </a:lnTo>
                  <a:lnTo>
                    <a:pt x="1709216" y="5019"/>
                  </a:lnTo>
                  <a:lnTo>
                    <a:pt x="1661738" y="7443"/>
                  </a:lnTo>
                  <a:lnTo>
                    <a:pt x="1614260" y="10365"/>
                  </a:lnTo>
                  <a:lnTo>
                    <a:pt x="1566781" y="13789"/>
                  </a:lnTo>
                  <a:lnTo>
                    <a:pt x="1519303" y="17711"/>
                  </a:lnTo>
                  <a:lnTo>
                    <a:pt x="1471825" y="22126"/>
                  </a:lnTo>
                  <a:lnTo>
                    <a:pt x="1424347" y="27023"/>
                  </a:lnTo>
                  <a:lnTo>
                    <a:pt x="1376868" y="32386"/>
                  </a:lnTo>
                  <a:lnTo>
                    <a:pt x="1329390" y="38196"/>
                  </a:lnTo>
                  <a:lnTo>
                    <a:pt x="1281912" y="44430"/>
                  </a:lnTo>
                  <a:lnTo>
                    <a:pt x="1234434" y="51063"/>
                  </a:lnTo>
                  <a:lnTo>
                    <a:pt x="1186955" y="58068"/>
                  </a:lnTo>
                  <a:lnTo>
                    <a:pt x="1139477" y="65415"/>
                  </a:lnTo>
                  <a:lnTo>
                    <a:pt x="1091999" y="73074"/>
                  </a:lnTo>
                  <a:lnTo>
                    <a:pt x="1044521" y="81017"/>
                  </a:lnTo>
                  <a:lnTo>
                    <a:pt x="997042" y="89213"/>
                  </a:lnTo>
                  <a:lnTo>
                    <a:pt x="949564" y="97632"/>
                  </a:lnTo>
                  <a:lnTo>
                    <a:pt x="902086" y="106248"/>
                  </a:lnTo>
                  <a:lnTo>
                    <a:pt x="854608" y="115033"/>
                  </a:lnTo>
                  <a:lnTo>
                    <a:pt x="807130" y="123961"/>
                  </a:lnTo>
                  <a:lnTo>
                    <a:pt x="759651" y="133010"/>
                  </a:lnTo>
                  <a:lnTo>
                    <a:pt x="712173" y="142157"/>
                  </a:lnTo>
                  <a:lnTo>
                    <a:pt x="664695" y="151381"/>
                  </a:lnTo>
                  <a:lnTo>
                    <a:pt x="617217" y="160664"/>
                  </a:lnTo>
                  <a:lnTo>
                    <a:pt x="569738" y="169988"/>
                  </a:lnTo>
                  <a:lnTo>
                    <a:pt x="522260" y="179337"/>
                  </a:lnTo>
                  <a:lnTo>
                    <a:pt x="474782" y="188698"/>
                  </a:lnTo>
                  <a:lnTo>
                    <a:pt x="427304" y="198056"/>
                  </a:lnTo>
                  <a:lnTo>
                    <a:pt x="379825" y="207401"/>
                  </a:lnTo>
                  <a:lnTo>
                    <a:pt x="332347" y="216721"/>
                  </a:lnTo>
                  <a:lnTo>
                    <a:pt x="284869" y="226007"/>
                  </a:lnTo>
                  <a:lnTo>
                    <a:pt x="237391" y="235250"/>
                  </a:lnTo>
                  <a:lnTo>
                    <a:pt x="189912" y="244443"/>
                  </a:lnTo>
                  <a:lnTo>
                    <a:pt x="142434" y="253579"/>
                  </a:lnTo>
                  <a:lnTo>
                    <a:pt x="94956" y="262651"/>
                  </a:lnTo>
                  <a:lnTo>
                    <a:pt x="47478" y="271655"/>
                  </a:lnTo>
                  <a:lnTo>
                    <a:pt x="0" y="28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5300393" y="1420536"/>
              <a:ext cx="2801215" cy="1071788"/>
            </a:xfrm>
            <a:custGeom>
              <a:avLst/>
              <a:pathLst>
                <a:path w="2801215" h="1071788">
                  <a:moveTo>
                    <a:pt x="0" y="1071788"/>
                  </a:moveTo>
                  <a:lnTo>
                    <a:pt x="47478" y="1066689"/>
                  </a:lnTo>
                  <a:lnTo>
                    <a:pt x="94956" y="1061396"/>
                  </a:lnTo>
                  <a:lnTo>
                    <a:pt x="142434" y="1055903"/>
                  </a:lnTo>
                  <a:lnTo>
                    <a:pt x="189912" y="1050201"/>
                  </a:lnTo>
                  <a:lnTo>
                    <a:pt x="237391" y="1044284"/>
                  </a:lnTo>
                  <a:lnTo>
                    <a:pt x="284869" y="1038142"/>
                  </a:lnTo>
                  <a:lnTo>
                    <a:pt x="332347" y="1031767"/>
                  </a:lnTo>
                  <a:lnTo>
                    <a:pt x="379825" y="1025152"/>
                  </a:lnTo>
                  <a:lnTo>
                    <a:pt x="427304" y="1018285"/>
                  </a:lnTo>
                  <a:lnTo>
                    <a:pt x="474782" y="1011158"/>
                  </a:lnTo>
                  <a:lnTo>
                    <a:pt x="522260" y="1003762"/>
                  </a:lnTo>
                  <a:lnTo>
                    <a:pt x="569738" y="996085"/>
                  </a:lnTo>
                  <a:lnTo>
                    <a:pt x="617217" y="988117"/>
                  </a:lnTo>
                  <a:lnTo>
                    <a:pt x="664695" y="979848"/>
                  </a:lnTo>
                  <a:lnTo>
                    <a:pt x="712173" y="971265"/>
                  </a:lnTo>
                  <a:lnTo>
                    <a:pt x="759651" y="962357"/>
                  </a:lnTo>
                  <a:lnTo>
                    <a:pt x="807130" y="953112"/>
                  </a:lnTo>
                  <a:lnTo>
                    <a:pt x="854608" y="943517"/>
                  </a:lnTo>
                  <a:lnTo>
                    <a:pt x="902086" y="933558"/>
                  </a:lnTo>
                  <a:lnTo>
                    <a:pt x="949564" y="923222"/>
                  </a:lnTo>
                  <a:lnTo>
                    <a:pt x="997042" y="912495"/>
                  </a:lnTo>
                  <a:lnTo>
                    <a:pt x="1044521" y="901361"/>
                  </a:lnTo>
                  <a:lnTo>
                    <a:pt x="1091999" y="889806"/>
                  </a:lnTo>
                  <a:lnTo>
                    <a:pt x="1139477" y="877813"/>
                  </a:lnTo>
                  <a:lnTo>
                    <a:pt x="1186955" y="865366"/>
                  </a:lnTo>
                  <a:lnTo>
                    <a:pt x="1234434" y="852448"/>
                  </a:lnTo>
                  <a:lnTo>
                    <a:pt x="1281912" y="839041"/>
                  </a:lnTo>
                  <a:lnTo>
                    <a:pt x="1329390" y="825126"/>
                  </a:lnTo>
                  <a:lnTo>
                    <a:pt x="1376868" y="810684"/>
                  </a:lnTo>
                  <a:lnTo>
                    <a:pt x="1424347" y="795696"/>
                  </a:lnTo>
                  <a:lnTo>
                    <a:pt x="1471825" y="780141"/>
                  </a:lnTo>
                  <a:lnTo>
                    <a:pt x="1519303" y="763996"/>
                  </a:lnTo>
                  <a:lnTo>
                    <a:pt x="1566781" y="747241"/>
                  </a:lnTo>
                  <a:lnTo>
                    <a:pt x="1614260" y="729851"/>
                  </a:lnTo>
                  <a:lnTo>
                    <a:pt x="1661738" y="711804"/>
                  </a:lnTo>
                  <a:lnTo>
                    <a:pt x="1709216" y="693073"/>
                  </a:lnTo>
                  <a:lnTo>
                    <a:pt x="1756694" y="673634"/>
                  </a:lnTo>
                  <a:lnTo>
                    <a:pt x="1804173" y="653459"/>
                  </a:lnTo>
                  <a:lnTo>
                    <a:pt x="1851651" y="632521"/>
                  </a:lnTo>
                  <a:lnTo>
                    <a:pt x="1899129" y="610791"/>
                  </a:lnTo>
                  <a:lnTo>
                    <a:pt x="1946607" y="588239"/>
                  </a:lnTo>
                  <a:lnTo>
                    <a:pt x="1994085" y="564834"/>
                  </a:lnTo>
                  <a:lnTo>
                    <a:pt x="2041564" y="540544"/>
                  </a:lnTo>
                  <a:lnTo>
                    <a:pt x="2089042" y="515335"/>
                  </a:lnTo>
                  <a:lnTo>
                    <a:pt x="2136520" y="489173"/>
                  </a:lnTo>
                  <a:lnTo>
                    <a:pt x="2183998" y="462022"/>
                  </a:lnTo>
                  <a:lnTo>
                    <a:pt x="2231477" y="433844"/>
                  </a:lnTo>
                  <a:lnTo>
                    <a:pt x="2278955" y="404601"/>
                  </a:lnTo>
                  <a:lnTo>
                    <a:pt x="2326433" y="374253"/>
                  </a:lnTo>
                  <a:lnTo>
                    <a:pt x="2373911" y="342758"/>
                  </a:lnTo>
                  <a:lnTo>
                    <a:pt x="2421390" y="310073"/>
                  </a:lnTo>
                  <a:lnTo>
                    <a:pt x="2468868" y="276153"/>
                  </a:lnTo>
                  <a:lnTo>
                    <a:pt x="2516346" y="240951"/>
                  </a:lnTo>
                  <a:lnTo>
                    <a:pt x="2563824" y="204420"/>
                  </a:lnTo>
                  <a:lnTo>
                    <a:pt x="2611303" y="166509"/>
                  </a:lnTo>
                  <a:lnTo>
                    <a:pt x="2658781" y="127166"/>
                  </a:lnTo>
                  <a:lnTo>
                    <a:pt x="2706259" y="86338"/>
                  </a:lnTo>
                  <a:lnTo>
                    <a:pt x="2753737" y="43968"/>
                  </a:lnTo>
                  <a:lnTo>
                    <a:pt x="2801215" y="0"/>
                  </a:lnTo>
                </a:path>
              </a:pathLst>
            </a:custGeom>
            <a:ln w="18970" cap="flat">
              <a:solidFill>
                <a:srgbClr val="56B4E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5300393" y="1400835"/>
              <a:ext cx="2801215" cy="889216"/>
            </a:xfrm>
            <a:custGeom>
              <a:avLst/>
              <a:pathLst>
                <a:path w="2801215" h="889216">
                  <a:moveTo>
                    <a:pt x="0" y="889216"/>
                  </a:moveTo>
                  <a:lnTo>
                    <a:pt x="47478" y="881754"/>
                  </a:lnTo>
                  <a:lnTo>
                    <a:pt x="94956" y="874127"/>
                  </a:lnTo>
                  <a:lnTo>
                    <a:pt x="142434" y="866331"/>
                  </a:lnTo>
                  <a:lnTo>
                    <a:pt x="189912" y="858362"/>
                  </a:lnTo>
                  <a:lnTo>
                    <a:pt x="237391" y="850217"/>
                  </a:lnTo>
                  <a:lnTo>
                    <a:pt x="284869" y="841892"/>
                  </a:lnTo>
                  <a:lnTo>
                    <a:pt x="332347" y="833382"/>
                  </a:lnTo>
                  <a:lnTo>
                    <a:pt x="379825" y="824684"/>
                  </a:lnTo>
                  <a:lnTo>
                    <a:pt x="427304" y="815794"/>
                  </a:lnTo>
                  <a:lnTo>
                    <a:pt x="474782" y="806707"/>
                  </a:lnTo>
                  <a:lnTo>
                    <a:pt x="522260" y="797418"/>
                  </a:lnTo>
                  <a:lnTo>
                    <a:pt x="569738" y="787924"/>
                  </a:lnTo>
                  <a:lnTo>
                    <a:pt x="617217" y="778220"/>
                  </a:lnTo>
                  <a:lnTo>
                    <a:pt x="664695" y="768301"/>
                  </a:lnTo>
                  <a:lnTo>
                    <a:pt x="712173" y="758163"/>
                  </a:lnTo>
                  <a:lnTo>
                    <a:pt x="759651" y="747800"/>
                  </a:lnTo>
                  <a:lnTo>
                    <a:pt x="807130" y="737208"/>
                  </a:lnTo>
                  <a:lnTo>
                    <a:pt x="854608" y="726382"/>
                  </a:lnTo>
                  <a:lnTo>
                    <a:pt x="902086" y="715316"/>
                  </a:lnTo>
                  <a:lnTo>
                    <a:pt x="949564" y="704005"/>
                  </a:lnTo>
                  <a:lnTo>
                    <a:pt x="997042" y="692444"/>
                  </a:lnTo>
                  <a:lnTo>
                    <a:pt x="1044521" y="680627"/>
                  </a:lnTo>
                  <a:lnTo>
                    <a:pt x="1091999" y="668549"/>
                  </a:lnTo>
                  <a:lnTo>
                    <a:pt x="1139477" y="656203"/>
                  </a:lnTo>
                  <a:lnTo>
                    <a:pt x="1186955" y="643585"/>
                  </a:lnTo>
                  <a:lnTo>
                    <a:pt x="1234434" y="630687"/>
                  </a:lnTo>
                  <a:lnTo>
                    <a:pt x="1281912" y="617504"/>
                  </a:lnTo>
                  <a:lnTo>
                    <a:pt x="1329390" y="604029"/>
                  </a:lnTo>
                  <a:lnTo>
                    <a:pt x="1376868" y="590257"/>
                  </a:lnTo>
                  <a:lnTo>
                    <a:pt x="1424347" y="576180"/>
                  </a:lnTo>
                  <a:lnTo>
                    <a:pt x="1471825" y="561791"/>
                  </a:lnTo>
                  <a:lnTo>
                    <a:pt x="1519303" y="547085"/>
                  </a:lnTo>
                  <a:lnTo>
                    <a:pt x="1566781" y="532053"/>
                  </a:lnTo>
                  <a:lnTo>
                    <a:pt x="1614260" y="516689"/>
                  </a:lnTo>
                  <a:lnTo>
                    <a:pt x="1661738" y="500985"/>
                  </a:lnTo>
                  <a:lnTo>
                    <a:pt x="1709216" y="484934"/>
                  </a:lnTo>
                  <a:lnTo>
                    <a:pt x="1756694" y="468528"/>
                  </a:lnTo>
                  <a:lnTo>
                    <a:pt x="1804173" y="451759"/>
                  </a:lnTo>
                  <a:lnTo>
                    <a:pt x="1851651" y="434620"/>
                  </a:lnTo>
                  <a:lnTo>
                    <a:pt x="1899129" y="417102"/>
                  </a:lnTo>
                  <a:lnTo>
                    <a:pt x="1946607" y="399196"/>
                  </a:lnTo>
                  <a:lnTo>
                    <a:pt x="1994085" y="380896"/>
                  </a:lnTo>
                  <a:lnTo>
                    <a:pt x="2041564" y="362190"/>
                  </a:lnTo>
                  <a:lnTo>
                    <a:pt x="2089042" y="343071"/>
                  </a:lnTo>
                  <a:lnTo>
                    <a:pt x="2136520" y="323530"/>
                  </a:lnTo>
                  <a:lnTo>
                    <a:pt x="2183998" y="303557"/>
                  </a:lnTo>
                  <a:lnTo>
                    <a:pt x="2231477" y="283143"/>
                  </a:lnTo>
                  <a:lnTo>
                    <a:pt x="2278955" y="262278"/>
                  </a:lnTo>
                  <a:lnTo>
                    <a:pt x="2326433" y="240952"/>
                  </a:lnTo>
                  <a:lnTo>
                    <a:pt x="2373911" y="219155"/>
                  </a:lnTo>
                  <a:lnTo>
                    <a:pt x="2421390" y="196877"/>
                  </a:lnTo>
                  <a:lnTo>
                    <a:pt x="2468868" y="174107"/>
                  </a:lnTo>
                  <a:lnTo>
                    <a:pt x="2516346" y="150834"/>
                  </a:lnTo>
                  <a:lnTo>
                    <a:pt x="2563824" y="127047"/>
                  </a:lnTo>
                  <a:lnTo>
                    <a:pt x="2611303" y="102734"/>
                  </a:lnTo>
                  <a:lnTo>
                    <a:pt x="2658781" y="77886"/>
                  </a:lnTo>
                  <a:lnTo>
                    <a:pt x="2706259" y="52488"/>
                  </a:lnTo>
                  <a:lnTo>
                    <a:pt x="2753737" y="26530"/>
                  </a:lnTo>
                  <a:lnTo>
                    <a:pt x="2801215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300393" y="1378071"/>
              <a:ext cx="2801215" cy="294437"/>
            </a:xfrm>
            <a:custGeom>
              <a:avLst/>
              <a:pathLst>
                <a:path w="2801215" h="294437">
                  <a:moveTo>
                    <a:pt x="0" y="294437"/>
                  </a:moveTo>
                  <a:lnTo>
                    <a:pt x="47478" y="290077"/>
                  </a:lnTo>
                  <a:lnTo>
                    <a:pt x="94956" y="285696"/>
                  </a:lnTo>
                  <a:lnTo>
                    <a:pt x="142434" y="281296"/>
                  </a:lnTo>
                  <a:lnTo>
                    <a:pt x="189912" y="276875"/>
                  </a:lnTo>
                  <a:lnTo>
                    <a:pt x="237391" y="272435"/>
                  </a:lnTo>
                  <a:lnTo>
                    <a:pt x="284869" y="267974"/>
                  </a:lnTo>
                  <a:lnTo>
                    <a:pt x="332347" y="263492"/>
                  </a:lnTo>
                  <a:lnTo>
                    <a:pt x="379825" y="258991"/>
                  </a:lnTo>
                  <a:lnTo>
                    <a:pt x="427304" y="254468"/>
                  </a:lnTo>
                  <a:lnTo>
                    <a:pt x="474782" y="249926"/>
                  </a:lnTo>
                  <a:lnTo>
                    <a:pt x="522260" y="245362"/>
                  </a:lnTo>
                  <a:lnTo>
                    <a:pt x="569738" y="240778"/>
                  </a:lnTo>
                  <a:lnTo>
                    <a:pt x="617217" y="236172"/>
                  </a:lnTo>
                  <a:lnTo>
                    <a:pt x="664695" y="231546"/>
                  </a:lnTo>
                  <a:lnTo>
                    <a:pt x="712173" y="226899"/>
                  </a:lnTo>
                  <a:lnTo>
                    <a:pt x="759651" y="222230"/>
                  </a:lnTo>
                  <a:lnTo>
                    <a:pt x="807130" y="217540"/>
                  </a:lnTo>
                  <a:lnTo>
                    <a:pt x="854608" y="212829"/>
                  </a:lnTo>
                  <a:lnTo>
                    <a:pt x="902086" y="208096"/>
                  </a:lnTo>
                  <a:lnTo>
                    <a:pt x="949564" y="203342"/>
                  </a:lnTo>
                  <a:lnTo>
                    <a:pt x="997042" y="198566"/>
                  </a:lnTo>
                  <a:lnTo>
                    <a:pt x="1044521" y="193768"/>
                  </a:lnTo>
                  <a:lnTo>
                    <a:pt x="1091999" y="188948"/>
                  </a:lnTo>
                  <a:lnTo>
                    <a:pt x="1139477" y="184107"/>
                  </a:lnTo>
                  <a:lnTo>
                    <a:pt x="1186955" y="179243"/>
                  </a:lnTo>
                  <a:lnTo>
                    <a:pt x="1234434" y="174357"/>
                  </a:lnTo>
                  <a:lnTo>
                    <a:pt x="1281912" y="169449"/>
                  </a:lnTo>
                  <a:lnTo>
                    <a:pt x="1329390" y="164518"/>
                  </a:lnTo>
                  <a:lnTo>
                    <a:pt x="1376868" y="159565"/>
                  </a:lnTo>
                  <a:lnTo>
                    <a:pt x="1424347" y="154590"/>
                  </a:lnTo>
                  <a:lnTo>
                    <a:pt x="1471825" y="149591"/>
                  </a:lnTo>
                  <a:lnTo>
                    <a:pt x="1519303" y="144570"/>
                  </a:lnTo>
                  <a:lnTo>
                    <a:pt x="1566781" y="139526"/>
                  </a:lnTo>
                  <a:lnTo>
                    <a:pt x="1614260" y="134459"/>
                  </a:lnTo>
                  <a:lnTo>
                    <a:pt x="1661738" y="129369"/>
                  </a:lnTo>
                  <a:lnTo>
                    <a:pt x="1709216" y="124256"/>
                  </a:lnTo>
                  <a:lnTo>
                    <a:pt x="1756694" y="119120"/>
                  </a:lnTo>
                  <a:lnTo>
                    <a:pt x="1804173" y="113960"/>
                  </a:lnTo>
                  <a:lnTo>
                    <a:pt x="1851651" y="108776"/>
                  </a:lnTo>
                  <a:lnTo>
                    <a:pt x="1899129" y="103569"/>
                  </a:lnTo>
                  <a:lnTo>
                    <a:pt x="1946607" y="98338"/>
                  </a:lnTo>
                  <a:lnTo>
                    <a:pt x="1994085" y="93084"/>
                  </a:lnTo>
                  <a:lnTo>
                    <a:pt x="2041564" y="87805"/>
                  </a:lnTo>
                  <a:lnTo>
                    <a:pt x="2089042" y="82502"/>
                  </a:lnTo>
                  <a:lnTo>
                    <a:pt x="2136520" y="77175"/>
                  </a:lnTo>
                  <a:lnTo>
                    <a:pt x="2183998" y="71824"/>
                  </a:lnTo>
                  <a:lnTo>
                    <a:pt x="2231477" y="66449"/>
                  </a:lnTo>
                  <a:lnTo>
                    <a:pt x="2278955" y="61049"/>
                  </a:lnTo>
                  <a:lnTo>
                    <a:pt x="2326433" y="55624"/>
                  </a:lnTo>
                  <a:lnTo>
                    <a:pt x="2373911" y="50175"/>
                  </a:lnTo>
                  <a:lnTo>
                    <a:pt x="2421390" y="44701"/>
                  </a:lnTo>
                  <a:lnTo>
                    <a:pt x="2468868" y="39201"/>
                  </a:lnTo>
                  <a:lnTo>
                    <a:pt x="2516346" y="33677"/>
                  </a:lnTo>
                  <a:lnTo>
                    <a:pt x="2563824" y="28128"/>
                  </a:lnTo>
                  <a:lnTo>
                    <a:pt x="2611303" y="22553"/>
                  </a:lnTo>
                  <a:lnTo>
                    <a:pt x="2658781" y="16953"/>
                  </a:lnTo>
                  <a:lnTo>
                    <a:pt x="2706259" y="11328"/>
                  </a:lnTo>
                  <a:lnTo>
                    <a:pt x="2753737" y="5676"/>
                  </a:lnTo>
                  <a:lnTo>
                    <a:pt x="2801215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5160332" y="680766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4962121" y="2590480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4962121" y="204479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4962121" y="14991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4962121" y="953421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100" name="pl100"/>
            <p:cNvSpPr/>
            <p:nvPr/>
          </p:nvSpPr>
          <p:spPr>
            <a:xfrm>
              <a:off x="5128701" y="26268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128701" y="20811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5128701" y="153550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5128701" y="98981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160332" y="2636509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383757" y="26365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070031" y="26365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6756306" y="26365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7442580" y="26365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28854" y="26365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5338586" y="2693445"/>
              <a:ext cx="9034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024860" y="2693445"/>
              <a:ext cx="9034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728051" y="2693445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414325" y="2693445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8100599" y="2693445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5159689" y="2819260"/>
              <a:ext cx="308262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Accumulated warming relative to the species' range (z)</a:t>
              </a:r>
            </a:p>
          </p:txBody>
        </p:sp>
        <p:sp>
          <p:nvSpPr>
            <p:cNvPr id="116" name="tx116"/>
            <p:cNvSpPr/>
            <p:nvPr/>
          </p:nvSpPr>
          <p:spPr>
            <a:xfrm rot="-5400000">
              <a:off x="3876461" y="1613146"/>
              <a:ext cx="196367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Annual hazard of a new record (%)</a:t>
              </a:r>
            </a:p>
          </p:txBody>
        </p:sp>
        <p:sp>
          <p:nvSpPr>
            <p:cNvPr id="117" name="rc117"/>
            <p:cNvSpPr/>
            <p:nvPr/>
          </p:nvSpPr>
          <p:spPr>
            <a:xfrm>
              <a:off x="5351577" y="720498"/>
              <a:ext cx="1343059" cy="46814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5414840" y="78376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5426227" y="84069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56B4E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414840" y="897634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5426227" y="954570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414840" y="1011507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426227" y="1068443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tx124"/>
            <p:cNvSpPr/>
            <p:nvPr/>
          </p:nvSpPr>
          <p:spPr>
            <a:xfrm>
              <a:off x="5591976" y="799778"/>
              <a:ext cx="1013978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Low effort (10th pct)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5591976" y="913651"/>
              <a:ext cx="664768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Median effort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5591976" y="1027524"/>
              <a:ext cx="1039398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High effort (90th pct)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5160332" y="509330"/>
              <a:ext cx="3111977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Marginal predictions at fixed-effect level; ribbons are 95% CI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160332" y="328384"/>
              <a:ext cx="252237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Warming matters most where effort is low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4779522" y="308396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30" name="rc130"/>
            <p:cNvSpPr/>
            <p:nvPr/>
          </p:nvSpPr>
          <p:spPr>
            <a:xfrm>
              <a:off x="252469" y="3012858"/>
              <a:ext cx="4459117" cy="34097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4711586" y="3012858"/>
              <a:ext cx="3631304" cy="34097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1529028" y="3786247"/>
              <a:ext cx="675440" cy="19557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1594178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1767625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1941071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114518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1594178" y="5311261"/>
              <a:ext cx="579588" cy="302674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1594178" y="4845608"/>
              <a:ext cx="518932" cy="302674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1594178" y="4379955"/>
              <a:ext cx="135523" cy="302674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1559730" y="3914302"/>
              <a:ext cx="34447" cy="302674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594178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2330994" y="3786247"/>
              <a:ext cx="675440" cy="19557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361696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593607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2825518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2361696" y="5311261"/>
              <a:ext cx="382140" cy="302674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2361696" y="4845608"/>
              <a:ext cx="614036" cy="302674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2361696" y="4379955"/>
              <a:ext cx="25259" cy="302674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2361696" y="3914302"/>
              <a:ext cx="2456" cy="302674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2361696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3132960" y="3786247"/>
              <a:ext cx="675440" cy="19557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3178428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3439941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701454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3178428" y="5311261"/>
              <a:ext cx="33535" cy="302674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3178428" y="4845608"/>
              <a:ext cx="450256" cy="302674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3178428" y="4379955"/>
              <a:ext cx="599269" cy="302674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3163661" y="3914302"/>
              <a:ext cx="14766" cy="302674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3178428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3934925" y="3786247"/>
              <a:ext cx="675440" cy="19557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3965627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4137524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4309420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4481317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3965627" y="5311261"/>
              <a:ext cx="614036" cy="302674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3965627" y="4845608"/>
              <a:ext cx="534573" cy="302674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3965627" y="4379955"/>
              <a:ext cx="301917" cy="302674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3965627" y="3914302"/>
              <a:ext cx="9428" cy="302674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3965627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1579638" y="3631304"/>
              <a:ext cx="30998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ΔAIC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2381604" y="3631304"/>
              <a:ext cx="36640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ΔAUC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3183570" y="3631304"/>
              <a:ext cx="22530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ΔR²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3985536" y="3631304"/>
              <a:ext cx="14868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|β|</a:t>
              </a:r>
            </a:p>
          </p:txBody>
        </p:sp>
        <p:sp>
          <p:nvSpPr>
            <p:cNvPr id="174" name="pl174"/>
            <p:cNvSpPr/>
            <p:nvPr/>
          </p:nvSpPr>
          <p:spPr>
            <a:xfrm>
              <a:off x="1529028" y="5741990"/>
              <a:ext cx="675440" cy="0"/>
            </a:xfrm>
            <a:custGeom>
              <a:avLst/>
              <a:pathLst>
                <a:path w="675440" h="0">
                  <a:moveTo>
                    <a:pt x="0" y="0"/>
                  </a:moveTo>
                  <a:lnTo>
                    <a:pt x="67544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594178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767625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941071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2114518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1565923" y="5798926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711115" y="579892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884561" y="579892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2058008" y="579892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83" name="pl183"/>
            <p:cNvSpPr/>
            <p:nvPr/>
          </p:nvSpPr>
          <p:spPr>
            <a:xfrm>
              <a:off x="2330994" y="5741990"/>
              <a:ext cx="675440" cy="0"/>
            </a:xfrm>
            <a:custGeom>
              <a:avLst/>
              <a:pathLst>
                <a:path w="675440" h="0">
                  <a:moveTo>
                    <a:pt x="0" y="0"/>
                  </a:moveTo>
                  <a:lnTo>
                    <a:pt x="67544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2361696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2593607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2825518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tx187"/>
            <p:cNvSpPr/>
            <p:nvPr/>
          </p:nvSpPr>
          <p:spPr>
            <a:xfrm>
              <a:off x="2333441" y="5798926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494715" y="5798926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2726626" y="5798926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190" name="pl190"/>
            <p:cNvSpPr/>
            <p:nvPr/>
          </p:nvSpPr>
          <p:spPr>
            <a:xfrm>
              <a:off x="3132960" y="5741990"/>
              <a:ext cx="675440" cy="0"/>
            </a:xfrm>
            <a:custGeom>
              <a:avLst/>
              <a:pathLst>
                <a:path w="675440" h="0">
                  <a:moveTo>
                    <a:pt x="0" y="0"/>
                  </a:moveTo>
                  <a:lnTo>
                    <a:pt x="67544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3178428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3439941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3701454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tx194"/>
            <p:cNvSpPr/>
            <p:nvPr/>
          </p:nvSpPr>
          <p:spPr>
            <a:xfrm>
              <a:off x="3150173" y="5798926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3312794" y="5798926"/>
              <a:ext cx="2542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0.005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3602562" y="5798926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0.01</a:t>
              </a:r>
            </a:p>
          </p:txBody>
        </p:sp>
        <p:sp>
          <p:nvSpPr>
            <p:cNvPr id="197" name="pl197"/>
            <p:cNvSpPr/>
            <p:nvPr/>
          </p:nvSpPr>
          <p:spPr>
            <a:xfrm>
              <a:off x="3934925" y="5741990"/>
              <a:ext cx="675440" cy="0"/>
            </a:xfrm>
            <a:custGeom>
              <a:avLst/>
              <a:pathLst>
                <a:path w="675440" h="0">
                  <a:moveTo>
                    <a:pt x="0" y="0"/>
                  </a:moveTo>
                  <a:lnTo>
                    <a:pt x="67544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3965627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4137524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4309420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4481317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2"/>
            <p:cNvSpPr/>
            <p:nvPr/>
          </p:nvSpPr>
          <p:spPr>
            <a:xfrm>
              <a:off x="3937372" y="5798926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4066886" y="5798926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4238783" y="5798926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410679" y="5798926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206" name="pl206"/>
            <p:cNvSpPr/>
            <p:nvPr/>
          </p:nvSpPr>
          <p:spPr>
            <a:xfrm>
              <a:off x="1529028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tx207"/>
            <p:cNvSpPr/>
            <p:nvPr/>
          </p:nvSpPr>
          <p:spPr>
            <a:xfrm>
              <a:off x="914673" y="5426205"/>
              <a:ext cx="5574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483808" y="4960552"/>
              <a:ext cx="98828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813084" y="4494899"/>
              <a:ext cx="65900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climate x effort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715060" y="4029246"/>
              <a:ext cx="75703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 variability</a:t>
              </a:r>
            </a:p>
          </p:txBody>
        </p:sp>
        <p:sp>
          <p:nvSpPr>
            <p:cNvPr id="211" name="pl211"/>
            <p:cNvSpPr/>
            <p:nvPr/>
          </p:nvSpPr>
          <p:spPr>
            <a:xfrm>
              <a:off x="1497397" y="546259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497397" y="499694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497397" y="453129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497397" y="40656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1660561" y="6229052"/>
              <a:ext cx="281827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Loss when the term is dropped from the full model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1529028" y="3269720"/>
              <a:ext cx="2547792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ΔAIC and ΔAUC on fixed effects; ΔR² conditional;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1529028" y="3395907"/>
              <a:ext cx="2181209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|β| standardised. Larger = more important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1529028" y="3088774"/>
              <a:ext cx="205639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Warming and effort matter equally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329069" y="3078527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20" name="rc220"/>
            <p:cNvSpPr/>
            <p:nvPr/>
          </p:nvSpPr>
          <p:spPr>
            <a:xfrm>
              <a:off x="5160332" y="3786247"/>
              <a:ext cx="3081337" cy="19557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5160332" y="5534562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5160332" y="4941913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5160332" y="4349264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5160332" y="4941913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  <a:lnTo>
                    <a:pt x="3081337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5458526" y="4279469"/>
              <a:ext cx="2484949" cy="1194137"/>
            </a:xfrm>
            <a:custGeom>
              <a:avLst/>
              <a:pathLst>
                <a:path w="2484949" h="1194137">
                  <a:moveTo>
                    <a:pt x="0" y="1194137"/>
                  </a:moveTo>
                  <a:lnTo>
                    <a:pt x="496989" y="314364"/>
                  </a:lnTo>
                  <a:lnTo>
                    <a:pt x="993979" y="190852"/>
                  </a:lnTo>
                  <a:lnTo>
                    <a:pt x="1490969" y="11628"/>
                  </a:lnTo>
                  <a:lnTo>
                    <a:pt x="1987959" y="12910"/>
                  </a:lnTo>
                  <a:lnTo>
                    <a:pt x="2484949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5421914" y="5436994"/>
              <a:ext cx="73224" cy="7322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918904" y="4557221"/>
              <a:ext cx="73224" cy="7322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415894" y="4433708"/>
              <a:ext cx="73224" cy="7322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6912884" y="4254485"/>
              <a:ext cx="73224" cy="7322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09874" y="4255766"/>
              <a:ext cx="73224" cy="7322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906864" y="4242856"/>
              <a:ext cx="73224" cy="7322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tx232"/>
            <p:cNvSpPr/>
            <p:nvPr/>
          </p:nvSpPr>
          <p:spPr>
            <a:xfrm>
              <a:off x="5329962" y="5319027"/>
              <a:ext cx="25712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0.410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826952" y="4439254"/>
              <a:ext cx="25712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0.559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6323942" y="4315742"/>
              <a:ext cx="25712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0.580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6820932" y="4136518"/>
              <a:ext cx="25712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0.610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7317922" y="4137800"/>
              <a:ext cx="25712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0.610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7814911" y="4124889"/>
              <a:ext cx="25712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0.612</a:t>
              </a:r>
            </a:p>
          </p:txBody>
        </p:sp>
        <p:sp>
          <p:nvSpPr>
            <p:cNvPr id="238" name="pl238"/>
            <p:cNvSpPr/>
            <p:nvPr/>
          </p:nvSpPr>
          <p:spPr>
            <a:xfrm>
              <a:off x="5160332" y="3786247"/>
              <a:ext cx="0" cy="1955742"/>
            </a:xfrm>
            <a:custGeom>
              <a:avLst/>
              <a:pathLst>
                <a:path w="0" h="1955742">
                  <a:moveTo>
                    <a:pt x="0" y="1955742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tx239"/>
            <p:cNvSpPr/>
            <p:nvPr/>
          </p:nvSpPr>
          <p:spPr>
            <a:xfrm>
              <a:off x="4962121" y="549816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4962121" y="4905520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4962121" y="4312871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242" name="pl242"/>
            <p:cNvSpPr/>
            <p:nvPr/>
          </p:nvSpPr>
          <p:spPr>
            <a:xfrm>
              <a:off x="5128701" y="55345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5128701" y="49419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5128701" y="43492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5160332" y="5741990"/>
              <a:ext cx="3081337" cy="0"/>
            </a:xfrm>
            <a:custGeom>
              <a:avLst/>
              <a:pathLst>
                <a:path w="3081337" h="0">
                  <a:moveTo>
                    <a:pt x="0" y="0"/>
                  </a:moveTo>
                  <a:lnTo>
                    <a:pt x="308133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5458526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5955516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6452506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6949496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446486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43476" y="574199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tx252"/>
            <p:cNvSpPr/>
            <p:nvPr/>
          </p:nvSpPr>
          <p:spPr>
            <a:xfrm rot="-1200000">
              <a:off x="5317552" y="5823784"/>
              <a:ext cx="15819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null</a:t>
              </a:r>
            </a:p>
          </p:txBody>
        </p:sp>
        <p:sp>
          <p:nvSpPr>
            <p:cNvPr id="253" name="tx253"/>
            <p:cNvSpPr/>
            <p:nvPr/>
          </p:nvSpPr>
          <p:spPr>
            <a:xfrm rot="-1200000">
              <a:off x="5745104" y="5836028"/>
              <a:ext cx="22978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effort</a:t>
              </a:r>
            </a:p>
          </p:txBody>
        </p:sp>
        <p:sp>
          <p:nvSpPr>
            <p:cNvPr id="254" name="tx254"/>
            <p:cNvSpPr/>
            <p:nvPr/>
          </p:nvSpPr>
          <p:spPr>
            <a:xfrm rot="-1200000">
              <a:off x="6152790" y="5851774"/>
              <a:ext cx="32186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climate</a:t>
              </a:r>
            </a:p>
          </p:txBody>
        </p:sp>
        <p:sp>
          <p:nvSpPr>
            <p:cNvPr id="255" name="tx255"/>
            <p:cNvSpPr/>
            <p:nvPr/>
          </p:nvSpPr>
          <p:spPr>
            <a:xfrm rot="-1200000">
              <a:off x="6314559" y="5910883"/>
              <a:ext cx="66751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effort + climate</a:t>
              </a:r>
            </a:p>
          </p:txBody>
        </p:sp>
        <p:sp>
          <p:nvSpPr>
            <p:cNvPr id="256" name="tx256"/>
            <p:cNvSpPr/>
            <p:nvPr/>
          </p:nvSpPr>
          <p:spPr>
            <a:xfrm rot="-1200000">
              <a:off x="6639771" y="5941172"/>
              <a:ext cx="84463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annual variability</a:t>
              </a:r>
            </a:p>
          </p:txBody>
        </p:sp>
        <p:sp>
          <p:nvSpPr>
            <p:cNvPr id="257" name="tx257"/>
            <p:cNvSpPr/>
            <p:nvPr/>
          </p:nvSpPr>
          <p:spPr>
            <a:xfrm rot="-1200000">
              <a:off x="7076900" y="5951727"/>
              <a:ext cx="90635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interaction (MAIN)</a:t>
              </a:r>
            </a:p>
          </p:txBody>
        </p:sp>
        <p:sp>
          <p:nvSpPr>
            <p:cNvPr id="258" name="tx258"/>
            <p:cNvSpPr/>
            <p:nvPr/>
          </p:nvSpPr>
          <p:spPr>
            <a:xfrm rot="-5400000">
              <a:off x="4089745" y="4718627"/>
              <a:ext cx="153710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AUC from fixed effects only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5160332" y="3269720"/>
              <a:ext cx="2515240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Discrimination gained as fixed effects are added;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5160332" y="3395907"/>
              <a:ext cx="2128174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random structure held at the main model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5160332" y="3088774"/>
              <a:ext cx="193441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Neither factor alone is sufficient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4779522" y="3078527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2026-10-13T20:59:11Z</dcterms:modified>
  <cp:category/>
</cp:coreProperties>
</file>