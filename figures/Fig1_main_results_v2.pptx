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7315200"/>
            <a:chOff x="182880" y="182880"/>
            <a:chExt cx="10241280" cy="731520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79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422647" cy="33529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675116" y="252469"/>
              <a:ext cx="4679454" cy="33529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409217" y="656226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09217" y="288760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9217" y="2267774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09217" y="1647948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409217" y="1028122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001531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25991" y="1152087"/>
              <a:ext cx="1228651" cy="0"/>
            </a:xfrm>
            <a:custGeom>
              <a:avLst/>
              <a:pathLst>
                <a:path w="1228651" h="0">
                  <a:moveTo>
                    <a:pt x="0" y="0"/>
                  </a:moveTo>
                  <a:lnTo>
                    <a:pt x="1228651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28183" y="1028122"/>
              <a:ext cx="1233143" cy="0"/>
            </a:xfrm>
            <a:custGeom>
              <a:avLst/>
              <a:pathLst>
                <a:path w="1233143" h="0">
                  <a:moveTo>
                    <a:pt x="0" y="0"/>
                  </a:moveTo>
                  <a:lnTo>
                    <a:pt x="1233143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145487" y="904157"/>
              <a:ext cx="1239105" cy="0"/>
            </a:xfrm>
            <a:custGeom>
              <a:avLst/>
              <a:pathLst>
                <a:path w="1239105" h="0">
                  <a:moveTo>
                    <a:pt x="0" y="0"/>
                  </a:moveTo>
                  <a:lnTo>
                    <a:pt x="1239105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05277" y="1771913"/>
              <a:ext cx="1157385" cy="0"/>
            </a:xfrm>
            <a:custGeom>
              <a:avLst/>
              <a:pathLst>
                <a:path w="1157385" h="0">
                  <a:moveTo>
                    <a:pt x="0" y="0"/>
                  </a:moveTo>
                  <a:lnTo>
                    <a:pt x="1157385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46812" y="1647948"/>
              <a:ext cx="1181111" cy="0"/>
            </a:xfrm>
            <a:custGeom>
              <a:avLst/>
              <a:pathLst>
                <a:path w="1181111" h="0">
                  <a:moveTo>
                    <a:pt x="0" y="0"/>
                  </a:moveTo>
                  <a:lnTo>
                    <a:pt x="1181111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7542" y="1523983"/>
              <a:ext cx="1208433" cy="0"/>
            </a:xfrm>
            <a:custGeom>
              <a:avLst/>
              <a:pathLst>
                <a:path w="1208433" h="0">
                  <a:moveTo>
                    <a:pt x="0" y="0"/>
                  </a:moveTo>
                  <a:lnTo>
                    <a:pt x="1208433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09930" y="2391740"/>
              <a:ext cx="932796" cy="0"/>
            </a:xfrm>
            <a:custGeom>
              <a:avLst/>
              <a:pathLst>
                <a:path w="932796" h="0">
                  <a:moveTo>
                    <a:pt x="0" y="0"/>
                  </a:moveTo>
                  <a:lnTo>
                    <a:pt x="932796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09371" y="2267774"/>
              <a:ext cx="937027" cy="0"/>
            </a:xfrm>
            <a:custGeom>
              <a:avLst/>
              <a:pathLst>
                <a:path w="937027" h="0">
                  <a:moveTo>
                    <a:pt x="0" y="0"/>
                  </a:moveTo>
                  <a:lnTo>
                    <a:pt x="937027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08870" y="2143809"/>
              <a:ext cx="940644" cy="0"/>
            </a:xfrm>
            <a:custGeom>
              <a:avLst/>
              <a:pathLst>
                <a:path w="940644" h="0">
                  <a:moveTo>
                    <a:pt x="0" y="0"/>
                  </a:moveTo>
                  <a:lnTo>
                    <a:pt x="940644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102" y="3011566"/>
              <a:ext cx="1129568" cy="0"/>
            </a:xfrm>
            <a:custGeom>
              <a:avLst/>
              <a:pathLst>
                <a:path w="1129568" h="0">
                  <a:moveTo>
                    <a:pt x="0" y="0"/>
                  </a:moveTo>
                  <a:lnTo>
                    <a:pt x="1129568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06159" y="2887601"/>
              <a:ext cx="1133259" cy="0"/>
            </a:xfrm>
            <a:custGeom>
              <a:avLst/>
              <a:pathLst>
                <a:path w="1133259" h="0">
                  <a:moveTo>
                    <a:pt x="0" y="0"/>
                  </a:moveTo>
                  <a:lnTo>
                    <a:pt x="1133259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98521" y="2763635"/>
              <a:ext cx="1135959" cy="0"/>
            </a:xfrm>
            <a:custGeom>
              <a:avLst/>
              <a:pathLst>
                <a:path w="1135959" h="0">
                  <a:moveTo>
                    <a:pt x="0" y="0"/>
                  </a:moveTo>
                  <a:lnTo>
                    <a:pt x="1135959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710889" y="1122659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715327" y="998694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735612" y="874729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54542" y="1742485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07940" y="1618520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592331" y="1494555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946901" y="2362312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948456" y="2238346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9764" y="2114381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134458" y="2982138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43361" y="2858173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137073" y="2734207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09217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3846" y="2854911"/>
              <a:ext cx="6641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Warming x effort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53689" y="2235085"/>
              <a:ext cx="10042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climate variability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60308" y="1615258"/>
              <a:ext cx="8976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436" y="995432"/>
              <a:ext cx="5155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1380749" y="28876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380749" y="22677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80749" y="16479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380749" y="1028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409217" y="325949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857649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46143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001531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93615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72636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410871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1794235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398016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0.9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93811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87273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662946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4745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697720" y="3423698"/>
              <a:ext cx="1587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4663014" y="2383471"/>
              <a:ext cx="655654" cy="6066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4719950" y="2451106"/>
              <a:ext cx="54178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SDM buffer</a:t>
              </a:r>
            </a:p>
          </p:txBody>
        </p:sp>
        <p:sp>
          <p:nvSpPr>
            <p:cNvPr id="62" name="rc62"/>
            <p:cNvSpPr/>
            <p:nvPr/>
          </p:nvSpPr>
          <p:spPr>
            <a:xfrm>
              <a:off x="4719950" y="259152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31337" y="264846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747458" y="2619036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719950" y="270540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731337" y="276233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747458" y="2732909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719950" y="281927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31337" y="287621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747458" y="2846782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4890759" y="2612071"/>
              <a:ext cx="27669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 km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890759" y="2725944"/>
              <a:ext cx="3332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 km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890759" y="2839817"/>
              <a:ext cx="3332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 km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409217" y="503004"/>
              <a:ext cx="2161367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Discrete-time proportional hazards, cloglog link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409217" y="328384"/>
              <a:ext cx="2709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Effort and warming contribute independently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37408" y="32181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7" name="rc77"/>
            <p:cNvSpPr/>
            <p:nvPr/>
          </p:nvSpPr>
          <p:spPr>
            <a:xfrm>
              <a:off x="6088671" y="656226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6088671" y="325355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6088671" y="252305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088671" y="179254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088671" y="106204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6277975" y="826211"/>
              <a:ext cx="3786071" cy="2314954"/>
            </a:xfrm>
            <a:custGeom>
              <a:avLst/>
              <a:pathLst>
                <a:path w="3786071" h="2314954">
                  <a:moveTo>
                    <a:pt x="0" y="2103939"/>
                  </a:moveTo>
                  <a:lnTo>
                    <a:pt x="64170" y="2096094"/>
                  </a:lnTo>
                  <a:lnTo>
                    <a:pt x="128341" y="2088030"/>
                  </a:lnTo>
                  <a:lnTo>
                    <a:pt x="192512" y="2079739"/>
                  </a:lnTo>
                  <a:lnTo>
                    <a:pt x="256682" y="2071211"/>
                  </a:lnTo>
                  <a:lnTo>
                    <a:pt x="320853" y="2062436"/>
                  </a:lnTo>
                  <a:lnTo>
                    <a:pt x="385024" y="2053403"/>
                  </a:lnTo>
                  <a:lnTo>
                    <a:pt x="449194" y="2044101"/>
                  </a:lnTo>
                  <a:lnTo>
                    <a:pt x="513365" y="2034515"/>
                  </a:lnTo>
                  <a:lnTo>
                    <a:pt x="577536" y="2024634"/>
                  </a:lnTo>
                  <a:lnTo>
                    <a:pt x="641707" y="2014441"/>
                  </a:lnTo>
                  <a:lnTo>
                    <a:pt x="705877" y="2003921"/>
                  </a:lnTo>
                  <a:lnTo>
                    <a:pt x="770048" y="1993056"/>
                  </a:lnTo>
                  <a:lnTo>
                    <a:pt x="834219" y="1981826"/>
                  </a:lnTo>
                  <a:lnTo>
                    <a:pt x="898389" y="1970210"/>
                  </a:lnTo>
                  <a:lnTo>
                    <a:pt x="962560" y="1958185"/>
                  </a:lnTo>
                  <a:lnTo>
                    <a:pt x="1026731" y="1945724"/>
                  </a:lnTo>
                  <a:lnTo>
                    <a:pt x="1090901" y="1932801"/>
                  </a:lnTo>
                  <a:lnTo>
                    <a:pt x="1155072" y="1919383"/>
                  </a:lnTo>
                  <a:lnTo>
                    <a:pt x="1219243" y="1905436"/>
                  </a:lnTo>
                  <a:lnTo>
                    <a:pt x="1283414" y="1890922"/>
                  </a:lnTo>
                  <a:lnTo>
                    <a:pt x="1347584" y="1875800"/>
                  </a:lnTo>
                  <a:lnTo>
                    <a:pt x="1411755" y="1860024"/>
                  </a:lnTo>
                  <a:lnTo>
                    <a:pt x="1475926" y="1843544"/>
                  </a:lnTo>
                  <a:lnTo>
                    <a:pt x="1540096" y="1826303"/>
                  </a:lnTo>
                  <a:lnTo>
                    <a:pt x="1604267" y="1808242"/>
                  </a:lnTo>
                  <a:lnTo>
                    <a:pt x="1668438" y="1789295"/>
                  </a:lnTo>
                  <a:lnTo>
                    <a:pt x="1732609" y="1769391"/>
                  </a:lnTo>
                  <a:lnTo>
                    <a:pt x="1796779" y="1748454"/>
                  </a:lnTo>
                  <a:lnTo>
                    <a:pt x="1860950" y="1726401"/>
                  </a:lnTo>
                  <a:lnTo>
                    <a:pt x="1925121" y="1703146"/>
                  </a:lnTo>
                  <a:lnTo>
                    <a:pt x="1989291" y="1678597"/>
                  </a:lnTo>
                  <a:lnTo>
                    <a:pt x="2053462" y="1652658"/>
                  </a:lnTo>
                  <a:lnTo>
                    <a:pt x="2117633" y="1625230"/>
                  </a:lnTo>
                  <a:lnTo>
                    <a:pt x="2181803" y="1596210"/>
                  </a:lnTo>
                  <a:lnTo>
                    <a:pt x="2245974" y="1565493"/>
                  </a:lnTo>
                  <a:lnTo>
                    <a:pt x="2310145" y="1532972"/>
                  </a:lnTo>
                  <a:lnTo>
                    <a:pt x="2374316" y="1498539"/>
                  </a:lnTo>
                  <a:lnTo>
                    <a:pt x="2438486" y="1462083"/>
                  </a:lnTo>
                  <a:lnTo>
                    <a:pt x="2502657" y="1423493"/>
                  </a:lnTo>
                  <a:lnTo>
                    <a:pt x="2566828" y="1382655"/>
                  </a:lnTo>
                  <a:lnTo>
                    <a:pt x="2630998" y="1339455"/>
                  </a:lnTo>
                  <a:lnTo>
                    <a:pt x="2695169" y="1293776"/>
                  </a:lnTo>
                  <a:lnTo>
                    <a:pt x="2759340" y="1245497"/>
                  </a:lnTo>
                  <a:lnTo>
                    <a:pt x="2823510" y="1194495"/>
                  </a:lnTo>
                  <a:lnTo>
                    <a:pt x="2887681" y="1140641"/>
                  </a:lnTo>
                  <a:lnTo>
                    <a:pt x="2951852" y="1083802"/>
                  </a:lnTo>
                  <a:lnTo>
                    <a:pt x="3016023" y="1023840"/>
                  </a:lnTo>
                  <a:lnTo>
                    <a:pt x="3080193" y="960611"/>
                  </a:lnTo>
                  <a:lnTo>
                    <a:pt x="3144364" y="893962"/>
                  </a:lnTo>
                  <a:lnTo>
                    <a:pt x="3208535" y="823735"/>
                  </a:lnTo>
                  <a:lnTo>
                    <a:pt x="3272705" y="749762"/>
                  </a:lnTo>
                  <a:lnTo>
                    <a:pt x="3336876" y="671868"/>
                  </a:lnTo>
                  <a:lnTo>
                    <a:pt x="3401047" y="589868"/>
                  </a:lnTo>
                  <a:lnTo>
                    <a:pt x="3465218" y="503567"/>
                  </a:lnTo>
                  <a:lnTo>
                    <a:pt x="3529388" y="412760"/>
                  </a:lnTo>
                  <a:lnTo>
                    <a:pt x="3593559" y="317233"/>
                  </a:lnTo>
                  <a:lnTo>
                    <a:pt x="3657730" y="216758"/>
                  </a:lnTo>
                  <a:lnTo>
                    <a:pt x="3721900" y="111097"/>
                  </a:lnTo>
                  <a:lnTo>
                    <a:pt x="3786071" y="0"/>
                  </a:lnTo>
                  <a:lnTo>
                    <a:pt x="3786071" y="1381684"/>
                  </a:lnTo>
                  <a:lnTo>
                    <a:pt x="3721900" y="1407502"/>
                  </a:lnTo>
                  <a:lnTo>
                    <a:pt x="3657730" y="1432848"/>
                  </a:lnTo>
                  <a:lnTo>
                    <a:pt x="3593559" y="1457740"/>
                  </a:lnTo>
                  <a:lnTo>
                    <a:pt x="3529388" y="1482195"/>
                  </a:lnTo>
                  <a:lnTo>
                    <a:pt x="3465218" y="1506230"/>
                  </a:lnTo>
                  <a:lnTo>
                    <a:pt x="3401047" y="1529861"/>
                  </a:lnTo>
                  <a:lnTo>
                    <a:pt x="3336876" y="1553105"/>
                  </a:lnTo>
                  <a:lnTo>
                    <a:pt x="3272705" y="1575979"/>
                  </a:lnTo>
                  <a:lnTo>
                    <a:pt x="3208535" y="1598500"/>
                  </a:lnTo>
                  <a:lnTo>
                    <a:pt x="3144364" y="1620684"/>
                  </a:lnTo>
                  <a:lnTo>
                    <a:pt x="3080193" y="1642548"/>
                  </a:lnTo>
                  <a:lnTo>
                    <a:pt x="3016023" y="1664107"/>
                  </a:lnTo>
                  <a:lnTo>
                    <a:pt x="2951852" y="1685378"/>
                  </a:lnTo>
                  <a:lnTo>
                    <a:pt x="2887681" y="1706373"/>
                  </a:lnTo>
                  <a:lnTo>
                    <a:pt x="2823510" y="1727107"/>
                  </a:lnTo>
                  <a:lnTo>
                    <a:pt x="2759340" y="1747592"/>
                  </a:lnTo>
                  <a:lnTo>
                    <a:pt x="2695169" y="1767837"/>
                  </a:lnTo>
                  <a:lnTo>
                    <a:pt x="2630998" y="1787851"/>
                  </a:lnTo>
                  <a:lnTo>
                    <a:pt x="2566828" y="1807639"/>
                  </a:lnTo>
                  <a:lnTo>
                    <a:pt x="2502657" y="1827203"/>
                  </a:lnTo>
                  <a:lnTo>
                    <a:pt x="2438486" y="1846544"/>
                  </a:lnTo>
                  <a:lnTo>
                    <a:pt x="2374316" y="1865657"/>
                  </a:lnTo>
                  <a:lnTo>
                    <a:pt x="2310145" y="1884535"/>
                  </a:lnTo>
                  <a:lnTo>
                    <a:pt x="2245974" y="1903168"/>
                  </a:lnTo>
                  <a:lnTo>
                    <a:pt x="2181803" y="1921540"/>
                  </a:lnTo>
                  <a:lnTo>
                    <a:pt x="2117633" y="1939637"/>
                  </a:lnTo>
                  <a:lnTo>
                    <a:pt x="2053462" y="1957438"/>
                  </a:lnTo>
                  <a:lnTo>
                    <a:pt x="1989291" y="1974924"/>
                  </a:lnTo>
                  <a:lnTo>
                    <a:pt x="1925121" y="1992074"/>
                  </a:lnTo>
                  <a:lnTo>
                    <a:pt x="1860950" y="2008867"/>
                  </a:lnTo>
                  <a:lnTo>
                    <a:pt x="1796779" y="2025283"/>
                  </a:lnTo>
                  <a:lnTo>
                    <a:pt x="1732609" y="2041304"/>
                  </a:lnTo>
                  <a:lnTo>
                    <a:pt x="1668438" y="2056912"/>
                  </a:lnTo>
                  <a:lnTo>
                    <a:pt x="1604267" y="2072093"/>
                  </a:lnTo>
                  <a:lnTo>
                    <a:pt x="1540096" y="2086836"/>
                  </a:lnTo>
                  <a:lnTo>
                    <a:pt x="1475926" y="2101132"/>
                  </a:lnTo>
                  <a:lnTo>
                    <a:pt x="1411755" y="2114975"/>
                  </a:lnTo>
                  <a:lnTo>
                    <a:pt x="1347584" y="2128360"/>
                  </a:lnTo>
                  <a:lnTo>
                    <a:pt x="1283414" y="2141287"/>
                  </a:lnTo>
                  <a:lnTo>
                    <a:pt x="1219243" y="2153757"/>
                  </a:lnTo>
                  <a:lnTo>
                    <a:pt x="1155072" y="2165774"/>
                  </a:lnTo>
                  <a:lnTo>
                    <a:pt x="1090901" y="2177342"/>
                  </a:lnTo>
                  <a:lnTo>
                    <a:pt x="1026731" y="2188468"/>
                  </a:lnTo>
                  <a:lnTo>
                    <a:pt x="962560" y="2199161"/>
                  </a:lnTo>
                  <a:lnTo>
                    <a:pt x="898389" y="2209428"/>
                  </a:lnTo>
                  <a:lnTo>
                    <a:pt x="834219" y="2219282"/>
                  </a:lnTo>
                  <a:lnTo>
                    <a:pt x="770048" y="2228731"/>
                  </a:lnTo>
                  <a:lnTo>
                    <a:pt x="705877" y="2237788"/>
                  </a:lnTo>
                  <a:lnTo>
                    <a:pt x="641707" y="2246464"/>
                  </a:lnTo>
                  <a:lnTo>
                    <a:pt x="577536" y="2254772"/>
                  </a:lnTo>
                  <a:lnTo>
                    <a:pt x="513365" y="2262723"/>
                  </a:lnTo>
                  <a:lnTo>
                    <a:pt x="449194" y="2270331"/>
                  </a:lnTo>
                  <a:lnTo>
                    <a:pt x="385024" y="2277606"/>
                  </a:lnTo>
                  <a:lnTo>
                    <a:pt x="320853" y="2284561"/>
                  </a:lnTo>
                  <a:lnTo>
                    <a:pt x="256682" y="2291209"/>
                  </a:lnTo>
                  <a:lnTo>
                    <a:pt x="192512" y="2297560"/>
                  </a:lnTo>
                  <a:lnTo>
                    <a:pt x="128341" y="2303628"/>
                  </a:lnTo>
                  <a:lnTo>
                    <a:pt x="64170" y="2309422"/>
                  </a:lnTo>
                  <a:lnTo>
                    <a:pt x="0" y="2314954"/>
                  </a:lnTo>
                  <a:close/>
                </a:path>
              </a:pathLst>
            </a:custGeom>
            <a:solidFill>
              <a:srgbClr val="56B4E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277975" y="826211"/>
              <a:ext cx="3786071" cy="2103939"/>
            </a:xfrm>
            <a:custGeom>
              <a:avLst/>
              <a:pathLst>
                <a:path w="3786071" h="2103939">
                  <a:moveTo>
                    <a:pt x="0" y="2103939"/>
                  </a:moveTo>
                  <a:lnTo>
                    <a:pt x="64170" y="2096094"/>
                  </a:lnTo>
                  <a:lnTo>
                    <a:pt x="128341" y="2088030"/>
                  </a:lnTo>
                  <a:lnTo>
                    <a:pt x="192512" y="2079739"/>
                  </a:lnTo>
                  <a:lnTo>
                    <a:pt x="256682" y="2071211"/>
                  </a:lnTo>
                  <a:lnTo>
                    <a:pt x="320853" y="2062436"/>
                  </a:lnTo>
                  <a:lnTo>
                    <a:pt x="385024" y="2053403"/>
                  </a:lnTo>
                  <a:lnTo>
                    <a:pt x="449194" y="2044101"/>
                  </a:lnTo>
                  <a:lnTo>
                    <a:pt x="513365" y="2034515"/>
                  </a:lnTo>
                  <a:lnTo>
                    <a:pt x="577536" y="2024634"/>
                  </a:lnTo>
                  <a:lnTo>
                    <a:pt x="641707" y="2014441"/>
                  </a:lnTo>
                  <a:lnTo>
                    <a:pt x="705877" y="2003921"/>
                  </a:lnTo>
                  <a:lnTo>
                    <a:pt x="770048" y="1993056"/>
                  </a:lnTo>
                  <a:lnTo>
                    <a:pt x="834219" y="1981826"/>
                  </a:lnTo>
                  <a:lnTo>
                    <a:pt x="898389" y="1970210"/>
                  </a:lnTo>
                  <a:lnTo>
                    <a:pt x="962560" y="1958185"/>
                  </a:lnTo>
                  <a:lnTo>
                    <a:pt x="1026731" y="1945724"/>
                  </a:lnTo>
                  <a:lnTo>
                    <a:pt x="1090901" y="1932801"/>
                  </a:lnTo>
                  <a:lnTo>
                    <a:pt x="1155072" y="1919383"/>
                  </a:lnTo>
                  <a:lnTo>
                    <a:pt x="1219243" y="1905436"/>
                  </a:lnTo>
                  <a:lnTo>
                    <a:pt x="1283414" y="1890922"/>
                  </a:lnTo>
                  <a:lnTo>
                    <a:pt x="1347584" y="1875800"/>
                  </a:lnTo>
                  <a:lnTo>
                    <a:pt x="1411755" y="1860024"/>
                  </a:lnTo>
                  <a:lnTo>
                    <a:pt x="1475926" y="1843544"/>
                  </a:lnTo>
                  <a:lnTo>
                    <a:pt x="1540096" y="1826303"/>
                  </a:lnTo>
                  <a:lnTo>
                    <a:pt x="1604267" y="1808242"/>
                  </a:lnTo>
                  <a:lnTo>
                    <a:pt x="1668438" y="1789295"/>
                  </a:lnTo>
                  <a:lnTo>
                    <a:pt x="1732609" y="1769391"/>
                  </a:lnTo>
                  <a:lnTo>
                    <a:pt x="1796779" y="1748454"/>
                  </a:lnTo>
                  <a:lnTo>
                    <a:pt x="1860950" y="1726401"/>
                  </a:lnTo>
                  <a:lnTo>
                    <a:pt x="1925121" y="1703146"/>
                  </a:lnTo>
                  <a:lnTo>
                    <a:pt x="1989291" y="1678597"/>
                  </a:lnTo>
                  <a:lnTo>
                    <a:pt x="2053462" y="1652658"/>
                  </a:lnTo>
                  <a:lnTo>
                    <a:pt x="2117633" y="1625230"/>
                  </a:lnTo>
                  <a:lnTo>
                    <a:pt x="2181803" y="1596210"/>
                  </a:lnTo>
                  <a:lnTo>
                    <a:pt x="2245974" y="1565493"/>
                  </a:lnTo>
                  <a:lnTo>
                    <a:pt x="2310145" y="1532972"/>
                  </a:lnTo>
                  <a:lnTo>
                    <a:pt x="2374316" y="1498539"/>
                  </a:lnTo>
                  <a:lnTo>
                    <a:pt x="2438486" y="1462083"/>
                  </a:lnTo>
                  <a:lnTo>
                    <a:pt x="2502657" y="1423493"/>
                  </a:lnTo>
                  <a:lnTo>
                    <a:pt x="2566828" y="1382655"/>
                  </a:lnTo>
                  <a:lnTo>
                    <a:pt x="2630998" y="1339455"/>
                  </a:lnTo>
                  <a:lnTo>
                    <a:pt x="2695169" y="1293776"/>
                  </a:lnTo>
                  <a:lnTo>
                    <a:pt x="2759340" y="1245497"/>
                  </a:lnTo>
                  <a:lnTo>
                    <a:pt x="2823510" y="1194495"/>
                  </a:lnTo>
                  <a:lnTo>
                    <a:pt x="2887681" y="1140641"/>
                  </a:lnTo>
                  <a:lnTo>
                    <a:pt x="2951852" y="1083802"/>
                  </a:lnTo>
                  <a:lnTo>
                    <a:pt x="3016023" y="1023840"/>
                  </a:lnTo>
                  <a:lnTo>
                    <a:pt x="3080193" y="960611"/>
                  </a:lnTo>
                  <a:lnTo>
                    <a:pt x="3144364" y="893962"/>
                  </a:lnTo>
                  <a:lnTo>
                    <a:pt x="3208535" y="823735"/>
                  </a:lnTo>
                  <a:lnTo>
                    <a:pt x="3272705" y="749762"/>
                  </a:lnTo>
                  <a:lnTo>
                    <a:pt x="3336876" y="671868"/>
                  </a:lnTo>
                  <a:lnTo>
                    <a:pt x="3401047" y="589868"/>
                  </a:lnTo>
                  <a:lnTo>
                    <a:pt x="3465218" y="503567"/>
                  </a:lnTo>
                  <a:lnTo>
                    <a:pt x="3529388" y="412760"/>
                  </a:lnTo>
                  <a:lnTo>
                    <a:pt x="3593559" y="317233"/>
                  </a:lnTo>
                  <a:lnTo>
                    <a:pt x="3657730" y="216758"/>
                  </a:lnTo>
                  <a:lnTo>
                    <a:pt x="3721900" y="111097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277975" y="2207896"/>
              <a:ext cx="3786071" cy="933270"/>
            </a:xfrm>
            <a:custGeom>
              <a:avLst/>
              <a:pathLst>
                <a:path w="3786071" h="933270">
                  <a:moveTo>
                    <a:pt x="3786071" y="0"/>
                  </a:moveTo>
                  <a:lnTo>
                    <a:pt x="3721900" y="25817"/>
                  </a:lnTo>
                  <a:lnTo>
                    <a:pt x="3657730" y="51163"/>
                  </a:lnTo>
                  <a:lnTo>
                    <a:pt x="3593559" y="76056"/>
                  </a:lnTo>
                  <a:lnTo>
                    <a:pt x="3529388" y="100511"/>
                  </a:lnTo>
                  <a:lnTo>
                    <a:pt x="3465218" y="124545"/>
                  </a:lnTo>
                  <a:lnTo>
                    <a:pt x="3401047" y="148176"/>
                  </a:lnTo>
                  <a:lnTo>
                    <a:pt x="3336876" y="171420"/>
                  </a:lnTo>
                  <a:lnTo>
                    <a:pt x="3272705" y="194294"/>
                  </a:lnTo>
                  <a:lnTo>
                    <a:pt x="3208535" y="216815"/>
                  </a:lnTo>
                  <a:lnTo>
                    <a:pt x="3144364" y="238999"/>
                  </a:lnTo>
                  <a:lnTo>
                    <a:pt x="3080193" y="260863"/>
                  </a:lnTo>
                  <a:lnTo>
                    <a:pt x="3016023" y="282422"/>
                  </a:lnTo>
                  <a:lnTo>
                    <a:pt x="2951852" y="303693"/>
                  </a:lnTo>
                  <a:lnTo>
                    <a:pt x="2887681" y="324688"/>
                  </a:lnTo>
                  <a:lnTo>
                    <a:pt x="2823510" y="345422"/>
                  </a:lnTo>
                  <a:lnTo>
                    <a:pt x="2759340" y="365907"/>
                  </a:lnTo>
                  <a:lnTo>
                    <a:pt x="2695169" y="386152"/>
                  </a:lnTo>
                  <a:lnTo>
                    <a:pt x="2630998" y="406166"/>
                  </a:lnTo>
                  <a:lnTo>
                    <a:pt x="2566828" y="425954"/>
                  </a:lnTo>
                  <a:lnTo>
                    <a:pt x="2502657" y="445518"/>
                  </a:lnTo>
                  <a:lnTo>
                    <a:pt x="2438486" y="464859"/>
                  </a:lnTo>
                  <a:lnTo>
                    <a:pt x="2374316" y="483972"/>
                  </a:lnTo>
                  <a:lnTo>
                    <a:pt x="2310145" y="502851"/>
                  </a:lnTo>
                  <a:lnTo>
                    <a:pt x="2245974" y="521483"/>
                  </a:lnTo>
                  <a:lnTo>
                    <a:pt x="2181803" y="539856"/>
                  </a:lnTo>
                  <a:lnTo>
                    <a:pt x="2117633" y="557952"/>
                  </a:lnTo>
                  <a:lnTo>
                    <a:pt x="2053462" y="575753"/>
                  </a:lnTo>
                  <a:lnTo>
                    <a:pt x="1989291" y="593239"/>
                  </a:lnTo>
                  <a:lnTo>
                    <a:pt x="1925121" y="610389"/>
                  </a:lnTo>
                  <a:lnTo>
                    <a:pt x="1860950" y="627183"/>
                  </a:lnTo>
                  <a:lnTo>
                    <a:pt x="1796779" y="643599"/>
                  </a:lnTo>
                  <a:lnTo>
                    <a:pt x="1732609" y="659619"/>
                  </a:lnTo>
                  <a:lnTo>
                    <a:pt x="1668438" y="675227"/>
                  </a:lnTo>
                  <a:lnTo>
                    <a:pt x="1604267" y="690408"/>
                  </a:lnTo>
                  <a:lnTo>
                    <a:pt x="1540096" y="705152"/>
                  </a:lnTo>
                  <a:lnTo>
                    <a:pt x="1475926" y="719447"/>
                  </a:lnTo>
                  <a:lnTo>
                    <a:pt x="1411755" y="733290"/>
                  </a:lnTo>
                  <a:lnTo>
                    <a:pt x="1347584" y="746675"/>
                  </a:lnTo>
                  <a:lnTo>
                    <a:pt x="1283414" y="759602"/>
                  </a:lnTo>
                  <a:lnTo>
                    <a:pt x="1219243" y="772072"/>
                  </a:lnTo>
                  <a:lnTo>
                    <a:pt x="1155072" y="784089"/>
                  </a:lnTo>
                  <a:lnTo>
                    <a:pt x="1090901" y="795657"/>
                  </a:lnTo>
                  <a:lnTo>
                    <a:pt x="1026731" y="806783"/>
                  </a:lnTo>
                  <a:lnTo>
                    <a:pt x="962560" y="817476"/>
                  </a:lnTo>
                  <a:lnTo>
                    <a:pt x="898389" y="827744"/>
                  </a:lnTo>
                  <a:lnTo>
                    <a:pt x="834219" y="837597"/>
                  </a:lnTo>
                  <a:lnTo>
                    <a:pt x="770048" y="847046"/>
                  </a:lnTo>
                  <a:lnTo>
                    <a:pt x="705877" y="856103"/>
                  </a:lnTo>
                  <a:lnTo>
                    <a:pt x="641707" y="864780"/>
                  </a:lnTo>
                  <a:lnTo>
                    <a:pt x="577536" y="873087"/>
                  </a:lnTo>
                  <a:lnTo>
                    <a:pt x="513365" y="881039"/>
                  </a:lnTo>
                  <a:lnTo>
                    <a:pt x="449194" y="888646"/>
                  </a:lnTo>
                  <a:lnTo>
                    <a:pt x="385024" y="895921"/>
                  </a:lnTo>
                  <a:lnTo>
                    <a:pt x="320853" y="902876"/>
                  </a:lnTo>
                  <a:lnTo>
                    <a:pt x="256682" y="909524"/>
                  </a:lnTo>
                  <a:lnTo>
                    <a:pt x="192512" y="915875"/>
                  </a:lnTo>
                  <a:lnTo>
                    <a:pt x="128341" y="921943"/>
                  </a:lnTo>
                  <a:lnTo>
                    <a:pt x="64170" y="927737"/>
                  </a:lnTo>
                  <a:lnTo>
                    <a:pt x="0" y="933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6277975" y="1102114"/>
              <a:ext cx="3786071" cy="1820696"/>
            </a:xfrm>
            <a:custGeom>
              <a:avLst/>
              <a:pathLst>
                <a:path w="3786071" h="1820696">
                  <a:moveTo>
                    <a:pt x="0" y="1525061"/>
                  </a:moveTo>
                  <a:lnTo>
                    <a:pt x="64170" y="1515388"/>
                  </a:lnTo>
                  <a:lnTo>
                    <a:pt x="128341" y="1505520"/>
                  </a:lnTo>
                  <a:lnTo>
                    <a:pt x="192512" y="1495451"/>
                  </a:lnTo>
                  <a:lnTo>
                    <a:pt x="256682" y="1485171"/>
                  </a:lnTo>
                  <a:lnTo>
                    <a:pt x="320853" y="1474674"/>
                  </a:lnTo>
                  <a:lnTo>
                    <a:pt x="385024" y="1463949"/>
                  </a:lnTo>
                  <a:lnTo>
                    <a:pt x="449194" y="1452988"/>
                  </a:lnTo>
                  <a:lnTo>
                    <a:pt x="513365" y="1441780"/>
                  </a:lnTo>
                  <a:lnTo>
                    <a:pt x="577536" y="1430314"/>
                  </a:lnTo>
                  <a:lnTo>
                    <a:pt x="641707" y="1418578"/>
                  </a:lnTo>
                  <a:lnTo>
                    <a:pt x="705877" y="1406560"/>
                  </a:lnTo>
                  <a:lnTo>
                    <a:pt x="770048" y="1394246"/>
                  </a:lnTo>
                  <a:lnTo>
                    <a:pt x="834219" y="1381621"/>
                  </a:lnTo>
                  <a:lnTo>
                    <a:pt x="898389" y="1368670"/>
                  </a:lnTo>
                  <a:lnTo>
                    <a:pt x="962560" y="1355376"/>
                  </a:lnTo>
                  <a:lnTo>
                    <a:pt x="1026731" y="1341720"/>
                  </a:lnTo>
                  <a:lnTo>
                    <a:pt x="1090901" y="1327684"/>
                  </a:lnTo>
                  <a:lnTo>
                    <a:pt x="1155072" y="1313247"/>
                  </a:lnTo>
                  <a:lnTo>
                    <a:pt x="1219243" y="1298387"/>
                  </a:lnTo>
                  <a:lnTo>
                    <a:pt x="1283414" y="1283079"/>
                  </a:lnTo>
                  <a:lnTo>
                    <a:pt x="1347584" y="1267301"/>
                  </a:lnTo>
                  <a:lnTo>
                    <a:pt x="1411755" y="1251024"/>
                  </a:lnTo>
                  <a:lnTo>
                    <a:pt x="1475926" y="1234223"/>
                  </a:lnTo>
                  <a:lnTo>
                    <a:pt x="1540096" y="1216866"/>
                  </a:lnTo>
                  <a:lnTo>
                    <a:pt x="1604267" y="1198925"/>
                  </a:lnTo>
                  <a:lnTo>
                    <a:pt x="1668438" y="1180368"/>
                  </a:lnTo>
                  <a:lnTo>
                    <a:pt x="1732609" y="1161162"/>
                  </a:lnTo>
                  <a:lnTo>
                    <a:pt x="1796779" y="1141273"/>
                  </a:lnTo>
                  <a:lnTo>
                    <a:pt x="1860950" y="1120668"/>
                  </a:lnTo>
                  <a:lnTo>
                    <a:pt x="1925121" y="1099311"/>
                  </a:lnTo>
                  <a:lnTo>
                    <a:pt x="1989291" y="1077167"/>
                  </a:lnTo>
                  <a:lnTo>
                    <a:pt x="2053462" y="1054201"/>
                  </a:lnTo>
                  <a:lnTo>
                    <a:pt x="2117633" y="1030378"/>
                  </a:lnTo>
                  <a:lnTo>
                    <a:pt x="2181803" y="1005661"/>
                  </a:lnTo>
                  <a:lnTo>
                    <a:pt x="2245974" y="980017"/>
                  </a:lnTo>
                  <a:lnTo>
                    <a:pt x="2310145" y="953411"/>
                  </a:lnTo>
                  <a:lnTo>
                    <a:pt x="2374316" y="925808"/>
                  </a:lnTo>
                  <a:lnTo>
                    <a:pt x="2438486" y="897175"/>
                  </a:lnTo>
                  <a:lnTo>
                    <a:pt x="2502657" y="867480"/>
                  </a:lnTo>
                  <a:lnTo>
                    <a:pt x="2566828" y="836689"/>
                  </a:lnTo>
                  <a:lnTo>
                    <a:pt x="2630998" y="804771"/>
                  </a:lnTo>
                  <a:lnTo>
                    <a:pt x="2695169" y="771694"/>
                  </a:lnTo>
                  <a:lnTo>
                    <a:pt x="2759340" y="737426"/>
                  </a:lnTo>
                  <a:lnTo>
                    <a:pt x="2823510" y="701936"/>
                  </a:lnTo>
                  <a:lnTo>
                    <a:pt x="2887681" y="665192"/>
                  </a:lnTo>
                  <a:lnTo>
                    <a:pt x="2951852" y="627162"/>
                  </a:lnTo>
                  <a:lnTo>
                    <a:pt x="3016023" y="587814"/>
                  </a:lnTo>
                  <a:lnTo>
                    <a:pt x="3080193" y="547115"/>
                  </a:lnTo>
                  <a:lnTo>
                    <a:pt x="3144364" y="505032"/>
                  </a:lnTo>
                  <a:lnTo>
                    <a:pt x="3208535" y="461529"/>
                  </a:lnTo>
                  <a:lnTo>
                    <a:pt x="3272705" y="416574"/>
                  </a:lnTo>
                  <a:lnTo>
                    <a:pt x="3336876" y="370128"/>
                  </a:lnTo>
                  <a:lnTo>
                    <a:pt x="3401047" y="322155"/>
                  </a:lnTo>
                  <a:lnTo>
                    <a:pt x="3465218" y="272616"/>
                  </a:lnTo>
                  <a:lnTo>
                    <a:pt x="3529388" y="221472"/>
                  </a:lnTo>
                  <a:lnTo>
                    <a:pt x="3593559" y="168682"/>
                  </a:lnTo>
                  <a:lnTo>
                    <a:pt x="3657730" y="114202"/>
                  </a:lnTo>
                  <a:lnTo>
                    <a:pt x="3721900" y="57990"/>
                  </a:lnTo>
                  <a:lnTo>
                    <a:pt x="3786071" y="0"/>
                  </a:lnTo>
                  <a:lnTo>
                    <a:pt x="3786071" y="914180"/>
                  </a:lnTo>
                  <a:lnTo>
                    <a:pt x="3721900" y="933698"/>
                  </a:lnTo>
                  <a:lnTo>
                    <a:pt x="3657730" y="953038"/>
                  </a:lnTo>
                  <a:lnTo>
                    <a:pt x="3593559" y="972207"/>
                  </a:lnTo>
                  <a:lnTo>
                    <a:pt x="3529388" y="991212"/>
                  </a:lnTo>
                  <a:lnTo>
                    <a:pt x="3465218" y="1010060"/>
                  </a:lnTo>
                  <a:lnTo>
                    <a:pt x="3401047" y="1028758"/>
                  </a:lnTo>
                  <a:lnTo>
                    <a:pt x="3336876" y="1047313"/>
                  </a:lnTo>
                  <a:lnTo>
                    <a:pt x="3272705" y="1065732"/>
                  </a:lnTo>
                  <a:lnTo>
                    <a:pt x="3208535" y="1084023"/>
                  </a:lnTo>
                  <a:lnTo>
                    <a:pt x="3144364" y="1102191"/>
                  </a:lnTo>
                  <a:lnTo>
                    <a:pt x="3080193" y="1120245"/>
                  </a:lnTo>
                  <a:lnTo>
                    <a:pt x="3016023" y="1138191"/>
                  </a:lnTo>
                  <a:lnTo>
                    <a:pt x="2951852" y="1156034"/>
                  </a:lnTo>
                  <a:lnTo>
                    <a:pt x="2887681" y="1173780"/>
                  </a:lnTo>
                  <a:lnTo>
                    <a:pt x="2823510" y="1191436"/>
                  </a:lnTo>
                  <a:lnTo>
                    <a:pt x="2759340" y="1209004"/>
                  </a:lnTo>
                  <a:lnTo>
                    <a:pt x="2695169" y="1226490"/>
                  </a:lnTo>
                  <a:lnTo>
                    <a:pt x="2630998" y="1243895"/>
                  </a:lnTo>
                  <a:lnTo>
                    <a:pt x="2566828" y="1261223"/>
                  </a:lnTo>
                  <a:lnTo>
                    <a:pt x="2502657" y="1278473"/>
                  </a:lnTo>
                  <a:lnTo>
                    <a:pt x="2438486" y="1295646"/>
                  </a:lnTo>
                  <a:lnTo>
                    <a:pt x="2374316" y="1312740"/>
                  </a:lnTo>
                  <a:lnTo>
                    <a:pt x="2310145" y="1329752"/>
                  </a:lnTo>
                  <a:lnTo>
                    <a:pt x="2245974" y="1346677"/>
                  </a:lnTo>
                  <a:lnTo>
                    <a:pt x="2181803" y="1363511"/>
                  </a:lnTo>
                  <a:lnTo>
                    <a:pt x="2117633" y="1380245"/>
                  </a:lnTo>
                  <a:lnTo>
                    <a:pt x="2053462" y="1396873"/>
                  </a:lnTo>
                  <a:lnTo>
                    <a:pt x="1989291" y="1413384"/>
                  </a:lnTo>
                  <a:lnTo>
                    <a:pt x="1925121" y="1429769"/>
                  </a:lnTo>
                  <a:lnTo>
                    <a:pt x="1860950" y="1446018"/>
                  </a:lnTo>
                  <a:lnTo>
                    <a:pt x="1796779" y="1462119"/>
                  </a:lnTo>
                  <a:lnTo>
                    <a:pt x="1732609" y="1478060"/>
                  </a:lnTo>
                  <a:lnTo>
                    <a:pt x="1668438" y="1493831"/>
                  </a:lnTo>
                  <a:lnTo>
                    <a:pt x="1604267" y="1509419"/>
                  </a:lnTo>
                  <a:lnTo>
                    <a:pt x="1540096" y="1524814"/>
                  </a:lnTo>
                  <a:lnTo>
                    <a:pt x="1475926" y="1540005"/>
                  </a:lnTo>
                  <a:lnTo>
                    <a:pt x="1411755" y="1554983"/>
                  </a:lnTo>
                  <a:lnTo>
                    <a:pt x="1347584" y="1569737"/>
                  </a:lnTo>
                  <a:lnTo>
                    <a:pt x="1283414" y="1584260"/>
                  </a:lnTo>
                  <a:lnTo>
                    <a:pt x="1219243" y="1598543"/>
                  </a:lnTo>
                  <a:lnTo>
                    <a:pt x="1155072" y="1612582"/>
                  </a:lnTo>
                  <a:lnTo>
                    <a:pt x="1090901" y="1626369"/>
                  </a:lnTo>
                  <a:lnTo>
                    <a:pt x="1026731" y="1639900"/>
                  </a:lnTo>
                  <a:lnTo>
                    <a:pt x="962560" y="1653172"/>
                  </a:lnTo>
                  <a:lnTo>
                    <a:pt x="898389" y="1666181"/>
                  </a:lnTo>
                  <a:lnTo>
                    <a:pt x="834219" y="1678925"/>
                  </a:lnTo>
                  <a:lnTo>
                    <a:pt x="770048" y="1691402"/>
                  </a:lnTo>
                  <a:lnTo>
                    <a:pt x="705877" y="1703613"/>
                  </a:lnTo>
                  <a:lnTo>
                    <a:pt x="641707" y="1715557"/>
                  </a:lnTo>
                  <a:lnTo>
                    <a:pt x="577536" y="1727235"/>
                  </a:lnTo>
                  <a:lnTo>
                    <a:pt x="513365" y="1738648"/>
                  </a:lnTo>
                  <a:lnTo>
                    <a:pt x="449194" y="1749798"/>
                  </a:lnTo>
                  <a:lnTo>
                    <a:pt x="385024" y="1760686"/>
                  </a:lnTo>
                  <a:lnTo>
                    <a:pt x="320853" y="1771316"/>
                  </a:lnTo>
                  <a:lnTo>
                    <a:pt x="256682" y="1781690"/>
                  </a:lnTo>
                  <a:lnTo>
                    <a:pt x="192512" y="1791811"/>
                  </a:lnTo>
                  <a:lnTo>
                    <a:pt x="128341" y="1801684"/>
                  </a:lnTo>
                  <a:lnTo>
                    <a:pt x="64170" y="1811311"/>
                  </a:lnTo>
                  <a:lnTo>
                    <a:pt x="0" y="1820696"/>
                  </a:lnTo>
                  <a:close/>
                </a:path>
              </a:pathLst>
            </a:custGeom>
            <a:solidFill>
              <a:srgbClr val="0072B2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277975" y="1102114"/>
              <a:ext cx="3786071" cy="1525061"/>
            </a:xfrm>
            <a:custGeom>
              <a:avLst/>
              <a:pathLst>
                <a:path w="3786071" h="1525061">
                  <a:moveTo>
                    <a:pt x="0" y="1525061"/>
                  </a:moveTo>
                  <a:lnTo>
                    <a:pt x="64170" y="1515388"/>
                  </a:lnTo>
                  <a:lnTo>
                    <a:pt x="128341" y="1505520"/>
                  </a:lnTo>
                  <a:lnTo>
                    <a:pt x="192512" y="1495451"/>
                  </a:lnTo>
                  <a:lnTo>
                    <a:pt x="256682" y="1485171"/>
                  </a:lnTo>
                  <a:lnTo>
                    <a:pt x="320853" y="1474674"/>
                  </a:lnTo>
                  <a:lnTo>
                    <a:pt x="385024" y="1463949"/>
                  </a:lnTo>
                  <a:lnTo>
                    <a:pt x="449194" y="1452988"/>
                  </a:lnTo>
                  <a:lnTo>
                    <a:pt x="513365" y="1441780"/>
                  </a:lnTo>
                  <a:lnTo>
                    <a:pt x="577536" y="1430314"/>
                  </a:lnTo>
                  <a:lnTo>
                    <a:pt x="641707" y="1418578"/>
                  </a:lnTo>
                  <a:lnTo>
                    <a:pt x="705877" y="1406560"/>
                  </a:lnTo>
                  <a:lnTo>
                    <a:pt x="770048" y="1394246"/>
                  </a:lnTo>
                  <a:lnTo>
                    <a:pt x="834219" y="1381621"/>
                  </a:lnTo>
                  <a:lnTo>
                    <a:pt x="898389" y="1368670"/>
                  </a:lnTo>
                  <a:lnTo>
                    <a:pt x="962560" y="1355376"/>
                  </a:lnTo>
                  <a:lnTo>
                    <a:pt x="1026731" y="1341720"/>
                  </a:lnTo>
                  <a:lnTo>
                    <a:pt x="1090901" y="1327684"/>
                  </a:lnTo>
                  <a:lnTo>
                    <a:pt x="1155072" y="1313247"/>
                  </a:lnTo>
                  <a:lnTo>
                    <a:pt x="1219243" y="1298387"/>
                  </a:lnTo>
                  <a:lnTo>
                    <a:pt x="1283414" y="1283079"/>
                  </a:lnTo>
                  <a:lnTo>
                    <a:pt x="1347584" y="1267301"/>
                  </a:lnTo>
                  <a:lnTo>
                    <a:pt x="1411755" y="1251024"/>
                  </a:lnTo>
                  <a:lnTo>
                    <a:pt x="1475926" y="1234223"/>
                  </a:lnTo>
                  <a:lnTo>
                    <a:pt x="1540096" y="1216866"/>
                  </a:lnTo>
                  <a:lnTo>
                    <a:pt x="1604267" y="1198925"/>
                  </a:lnTo>
                  <a:lnTo>
                    <a:pt x="1668438" y="1180368"/>
                  </a:lnTo>
                  <a:lnTo>
                    <a:pt x="1732609" y="1161162"/>
                  </a:lnTo>
                  <a:lnTo>
                    <a:pt x="1796779" y="1141273"/>
                  </a:lnTo>
                  <a:lnTo>
                    <a:pt x="1860950" y="1120668"/>
                  </a:lnTo>
                  <a:lnTo>
                    <a:pt x="1925121" y="1099311"/>
                  </a:lnTo>
                  <a:lnTo>
                    <a:pt x="1989291" y="1077167"/>
                  </a:lnTo>
                  <a:lnTo>
                    <a:pt x="2053462" y="1054201"/>
                  </a:lnTo>
                  <a:lnTo>
                    <a:pt x="2117633" y="1030378"/>
                  </a:lnTo>
                  <a:lnTo>
                    <a:pt x="2181803" y="1005661"/>
                  </a:lnTo>
                  <a:lnTo>
                    <a:pt x="2245974" y="980017"/>
                  </a:lnTo>
                  <a:lnTo>
                    <a:pt x="2310145" y="953411"/>
                  </a:lnTo>
                  <a:lnTo>
                    <a:pt x="2374316" y="925808"/>
                  </a:lnTo>
                  <a:lnTo>
                    <a:pt x="2438486" y="897175"/>
                  </a:lnTo>
                  <a:lnTo>
                    <a:pt x="2502657" y="867480"/>
                  </a:lnTo>
                  <a:lnTo>
                    <a:pt x="2566828" y="836689"/>
                  </a:lnTo>
                  <a:lnTo>
                    <a:pt x="2630998" y="804771"/>
                  </a:lnTo>
                  <a:lnTo>
                    <a:pt x="2695169" y="771694"/>
                  </a:lnTo>
                  <a:lnTo>
                    <a:pt x="2759340" y="737426"/>
                  </a:lnTo>
                  <a:lnTo>
                    <a:pt x="2823510" y="701936"/>
                  </a:lnTo>
                  <a:lnTo>
                    <a:pt x="2887681" y="665192"/>
                  </a:lnTo>
                  <a:lnTo>
                    <a:pt x="2951852" y="627162"/>
                  </a:lnTo>
                  <a:lnTo>
                    <a:pt x="3016023" y="587814"/>
                  </a:lnTo>
                  <a:lnTo>
                    <a:pt x="3080193" y="547115"/>
                  </a:lnTo>
                  <a:lnTo>
                    <a:pt x="3144364" y="505032"/>
                  </a:lnTo>
                  <a:lnTo>
                    <a:pt x="3208535" y="461529"/>
                  </a:lnTo>
                  <a:lnTo>
                    <a:pt x="3272705" y="416574"/>
                  </a:lnTo>
                  <a:lnTo>
                    <a:pt x="3336876" y="370128"/>
                  </a:lnTo>
                  <a:lnTo>
                    <a:pt x="3401047" y="322155"/>
                  </a:lnTo>
                  <a:lnTo>
                    <a:pt x="3465218" y="272616"/>
                  </a:lnTo>
                  <a:lnTo>
                    <a:pt x="3529388" y="221472"/>
                  </a:lnTo>
                  <a:lnTo>
                    <a:pt x="3593559" y="168682"/>
                  </a:lnTo>
                  <a:lnTo>
                    <a:pt x="3657730" y="114202"/>
                  </a:lnTo>
                  <a:lnTo>
                    <a:pt x="3721900" y="57990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277975" y="2016294"/>
              <a:ext cx="3786071" cy="906516"/>
            </a:xfrm>
            <a:custGeom>
              <a:avLst/>
              <a:pathLst>
                <a:path w="3786071" h="906516">
                  <a:moveTo>
                    <a:pt x="3786071" y="0"/>
                  </a:moveTo>
                  <a:lnTo>
                    <a:pt x="3721900" y="19518"/>
                  </a:lnTo>
                  <a:lnTo>
                    <a:pt x="3657730" y="38858"/>
                  </a:lnTo>
                  <a:lnTo>
                    <a:pt x="3593559" y="58027"/>
                  </a:lnTo>
                  <a:lnTo>
                    <a:pt x="3529388" y="77032"/>
                  </a:lnTo>
                  <a:lnTo>
                    <a:pt x="3465218" y="95880"/>
                  </a:lnTo>
                  <a:lnTo>
                    <a:pt x="3401047" y="114577"/>
                  </a:lnTo>
                  <a:lnTo>
                    <a:pt x="3336876" y="133132"/>
                  </a:lnTo>
                  <a:lnTo>
                    <a:pt x="3272705" y="151552"/>
                  </a:lnTo>
                  <a:lnTo>
                    <a:pt x="3208535" y="169842"/>
                  </a:lnTo>
                  <a:lnTo>
                    <a:pt x="3144364" y="188011"/>
                  </a:lnTo>
                  <a:lnTo>
                    <a:pt x="3080193" y="206065"/>
                  </a:lnTo>
                  <a:lnTo>
                    <a:pt x="3016023" y="224011"/>
                  </a:lnTo>
                  <a:lnTo>
                    <a:pt x="2951852" y="241854"/>
                  </a:lnTo>
                  <a:lnTo>
                    <a:pt x="2887681" y="259600"/>
                  </a:lnTo>
                  <a:lnTo>
                    <a:pt x="2823510" y="277255"/>
                  </a:lnTo>
                  <a:lnTo>
                    <a:pt x="2759340" y="294824"/>
                  </a:lnTo>
                  <a:lnTo>
                    <a:pt x="2695169" y="312309"/>
                  </a:lnTo>
                  <a:lnTo>
                    <a:pt x="2630998" y="329715"/>
                  </a:lnTo>
                  <a:lnTo>
                    <a:pt x="2566828" y="347043"/>
                  </a:lnTo>
                  <a:lnTo>
                    <a:pt x="2502657" y="364293"/>
                  </a:lnTo>
                  <a:lnTo>
                    <a:pt x="2438486" y="381466"/>
                  </a:lnTo>
                  <a:lnTo>
                    <a:pt x="2374316" y="398560"/>
                  </a:lnTo>
                  <a:lnTo>
                    <a:pt x="2310145" y="415572"/>
                  </a:lnTo>
                  <a:lnTo>
                    <a:pt x="2245974" y="432497"/>
                  </a:lnTo>
                  <a:lnTo>
                    <a:pt x="2181803" y="449330"/>
                  </a:lnTo>
                  <a:lnTo>
                    <a:pt x="2117633" y="466065"/>
                  </a:lnTo>
                  <a:lnTo>
                    <a:pt x="2053462" y="482692"/>
                  </a:lnTo>
                  <a:lnTo>
                    <a:pt x="1989291" y="499204"/>
                  </a:lnTo>
                  <a:lnTo>
                    <a:pt x="1925121" y="515589"/>
                  </a:lnTo>
                  <a:lnTo>
                    <a:pt x="1860950" y="531838"/>
                  </a:lnTo>
                  <a:lnTo>
                    <a:pt x="1796779" y="547939"/>
                  </a:lnTo>
                  <a:lnTo>
                    <a:pt x="1732609" y="563880"/>
                  </a:lnTo>
                  <a:lnTo>
                    <a:pt x="1668438" y="579651"/>
                  </a:lnTo>
                  <a:lnTo>
                    <a:pt x="1604267" y="595239"/>
                  </a:lnTo>
                  <a:lnTo>
                    <a:pt x="1540096" y="610634"/>
                  </a:lnTo>
                  <a:lnTo>
                    <a:pt x="1475926" y="625825"/>
                  </a:lnTo>
                  <a:lnTo>
                    <a:pt x="1411755" y="640802"/>
                  </a:lnTo>
                  <a:lnTo>
                    <a:pt x="1347584" y="655557"/>
                  </a:lnTo>
                  <a:lnTo>
                    <a:pt x="1283414" y="670079"/>
                  </a:lnTo>
                  <a:lnTo>
                    <a:pt x="1219243" y="684363"/>
                  </a:lnTo>
                  <a:lnTo>
                    <a:pt x="1155072" y="698402"/>
                  </a:lnTo>
                  <a:lnTo>
                    <a:pt x="1090901" y="712189"/>
                  </a:lnTo>
                  <a:lnTo>
                    <a:pt x="1026731" y="725720"/>
                  </a:lnTo>
                  <a:lnTo>
                    <a:pt x="962560" y="738992"/>
                  </a:lnTo>
                  <a:lnTo>
                    <a:pt x="898389" y="752000"/>
                  </a:lnTo>
                  <a:lnTo>
                    <a:pt x="834219" y="764744"/>
                  </a:lnTo>
                  <a:lnTo>
                    <a:pt x="770048" y="777222"/>
                  </a:lnTo>
                  <a:lnTo>
                    <a:pt x="705877" y="789433"/>
                  </a:lnTo>
                  <a:lnTo>
                    <a:pt x="641707" y="801377"/>
                  </a:lnTo>
                  <a:lnTo>
                    <a:pt x="577536" y="813055"/>
                  </a:lnTo>
                  <a:lnTo>
                    <a:pt x="513365" y="824468"/>
                  </a:lnTo>
                  <a:lnTo>
                    <a:pt x="449194" y="835618"/>
                  </a:lnTo>
                  <a:lnTo>
                    <a:pt x="385024" y="846506"/>
                  </a:lnTo>
                  <a:lnTo>
                    <a:pt x="320853" y="857136"/>
                  </a:lnTo>
                  <a:lnTo>
                    <a:pt x="256682" y="867510"/>
                  </a:lnTo>
                  <a:lnTo>
                    <a:pt x="192512" y="877631"/>
                  </a:lnTo>
                  <a:lnTo>
                    <a:pt x="128341" y="887504"/>
                  </a:lnTo>
                  <a:lnTo>
                    <a:pt x="64170" y="897130"/>
                  </a:lnTo>
                  <a:lnTo>
                    <a:pt x="0" y="90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6277975" y="774557"/>
              <a:ext cx="3786071" cy="1725068"/>
            </a:xfrm>
            <a:custGeom>
              <a:avLst/>
              <a:pathLst>
                <a:path w="3786071" h="1725068">
                  <a:moveTo>
                    <a:pt x="0" y="616693"/>
                  </a:moveTo>
                  <a:lnTo>
                    <a:pt x="64170" y="624353"/>
                  </a:lnTo>
                  <a:lnTo>
                    <a:pt x="128341" y="631812"/>
                  </a:lnTo>
                  <a:lnTo>
                    <a:pt x="192512" y="639062"/>
                  </a:lnTo>
                  <a:lnTo>
                    <a:pt x="256682" y="646091"/>
                  </a:lnTo>
                  <a:lnTo>
                    <a:pt x="320853" y="652888"/>
                  </a:lnTo>
                  <a:lnTo>
                    <a:pt x="385024" y="659440"/>
                  </a:lnTo>
                  <a:lnTo>
                    <a:pt x="449194" y="665734"/>
                  </a:lnTo>
                  <a:lnTo>
                    <a:pt x="513365" y="671755"/>
                  </a:lnTo>
                  <a:lnTo>
                    <a:pt x="577536" y="677486"/>
                  </a:lnTo>
                  <a:lnTo>
                    <a:pt x="641707" y="682910"/>
                  </a:lnTo>
                  <a:lnTo>
                    <a:pt x="705877" y="688008"/>
                  </a:lnTo>
                  <a:lnTo>
                    <a:pt x="770048" y="692757"/>
                  </a:lnTo>
                  <a:lnTo>
                    <a:pt x="834219" y="697136"/>
                  </a:lnTo>
                  <a:lnTo>
                    <a:pt x="898389" y="701119"/>
                  </a:lnTo>
                  <a:lnTo>
                    <a:pt x="962560" y="704680"/>
                  </a:lnTo>
                  <a:lnTo>
                    <a:pt x="1026731" y="707788"/>
                  </a:lnTo>
                  <a:lnTo>
                    <a:pt x="1090901" y="710414"/>
                  </a:lnTo>
                  <a:lnTo>
                    <a:pt x="1155072" y="712523"/>
                  </a:lnTo>
                  <a:lnTo>
                    <a:pt x="1219243" y="714079"/>
                  </a:lnTo>
                  <a:lnTo>
                    <a:pt x="1283414" y="715044"/>
                  </a:lnTo>
                  <a:lnTo>
                    <a:pt x="1347584" y="715378"/>
                  </a:lnTo>
                  <a:lnTo>
                    <a:pt x="1411755" y="715038"/>
                  </a:lnTo>
                  <a:lnTo>
                    <a:pt x="1475926" y="713980"/>
                  </a:lnTo>
                  <a:lnTo>
                    <a:pt x="1540096" y="712160"/>
                  </a:lnTo>
                  <a:lnTo>
                    <a:pt x="1604267" y="709532"/>
                  </a:lnTo>
                  <a:lnTo>
                    <a:pt x="1668438" y="706049"/>
                  </a:lnTo>
                  <a:lnTo>
                    <a:pt x="1732609" y="701666"/>
                  </a:lnTo>
                  <a:lnTo>
                    <a:pt x="1796779" y="696339"/>
                  </a:lnTo>
                  <a:lnTo>
                    <a:pt x="1860950" y="690027"/>
                  </a:lnTo>
                  <a:lnTo>
                    <a:pt x="1925121" y="682691"/>
                  </a:lnTo>
                  <a:lnTo>
                    <a:pt x="1989291" y="674297"/>
                  </a:lnTo>
                  <a:lnTo>
                    <a:pt x="2053462" y="664813"/>
                  </a:lnTo>
                  <a:lnTo>
                    <a:pt x="2117633" y="654216"/>
                  </a:lnTo>
                  <a:lnTo>
                    <a:pt x="2181803" y="642485"/>
                  </a:lnTo>
                  <a:lnTo>
                    <a:pt x="2245974" y="629609"/>
                  </a:lnTo>
                  <a:lnTo>
                    <a:pt x="2310145" y="615577"/>
                  </a:lnTo>
                  <a:lnTo>
                    <a:pt x="2374316" y="600389"/>
                  </a:lnTo>
                  <a:lnTo>
                    <a:pt x="2438486" y="584047"/>
                  </a:lnTo>
                  <a:lnTo>
                    <a:pt x="2502657" y="566558"/>
                  </a:lnTo>
                  <a:lnTo>
                    <a:pt x="2566828" y="547934"/>
                  </a:lnTo>
                  <a:lnTo>
                    <a:pt x="2630998" y="528187"/>
                  </a:lnTo>
                  <a:lnTo>
                    <a:pt x="2695169" y="507335"/>
                  </a:lnTo>
                  <a:lnTo>
                    <a:pt x="2759340" y="485396"/>
                  </a:lnTo>
                  <a:lnTo>
                    <a:pt x="2823510" y="462388"/>
                  </a:lnTo>
                  <a:lnTo>
                    <a:pt x="2887681" y="438331"/>
                  </a:lnTo>
                  <a:lnTo>
                    <a:pt x="2951852" y="413243"/>
                  </a:lnTo>
                  <a:lnTo>
                    <a:pt x="3016023" y="387143"/>
                  </a:lnTo>
                  <a:lnTo>
                    <a:pt x="3080193" y="360049"/>
                  </a:lnTo>
                  <a:lnTo>
                    <a:pt x="3144364" y="331976"/>
                  </a:lnTo>
                  <a:lnTo>
                    <a:pt x="3208535" y="302940"/>
                  </a:lnTo>
                  <a:lnTo>
                    <a:pt x="3272705" y="272955"/>
                  </a:lnTo>
                  <a:lnTo>
                    <a:pt x="3336876" y="242031"/>
                  </a:lnTo>
                  <a:lnTo>
                    <a:pt x="3401047" y="210181"/>
                  </a:lnTo>
                  <a:lnTo>
                    <a:pt x="3465218" y="177412"/>
                  </a:lnTo>
                  <a:lnTo>
                    <a:pt x="3529388" y="143733"/>
                  </a:lnTo>
                  <a:lnTo>
                    <a:pt x="3593559" y="109148"/>
                  </a:lnTo>
                  <a:lnTo>
                    <a:pt x="3657730" y="73662"/>
                  </a:lnTo>
                  <a:lnTo>
                    <a:pt x="3721900" y="37279"/>
                  </a:lnTo>
                  <a:lnTo>
                    <a:pt x="3786071" y="0"/>
                  </a:lnTo>
                  <a:lnTo>
                    <a:pt x="3786071" y="1347980"/>
                  </a:lnTo>
                  <a:lnTo>
                    <a:pt x="3721900" y="1344068"/>
                  </a:lnTo>
                  <a:lnTo>
                    <a:pt x="3657730" y="1340302"/>
                  </a:lnTo>
                  <a:lnTo>
                    <a:pt x="3593559" y="1336697"/>
                  </a:lnTo>
                  <a:lnTo>
                    <a:pt x="3529388" y="1333266"/>
                  </a:lnTo>
                  <a:lnTo>
                    <a:pt x="3465218" y="1330027"/>
                  </a:lnTo>
                  <a:lnTo>
                    <a:pt x="3401047" y="1326995"/>
                  </a:lnTo>
                  <a:lnTo>
                    <a:pt x="3336876" y="1324189"/>
                  </a:lnTo>
                  <a:lnTo>
                    <a:pt x="3272705" y="1321630"/>
                  </a:lnTo>
                  <a:lnTo>
                    <a:pt x="3208535" y="1319338"/>
                  </a:lnTo>
                  <a:lnTo>
                    <a:pt x="3144364" y="1317336"/>
                  </a:lnTo>
                  <a:lnTo>
                    <a:pt x="3080193" y="1315648"/>
                  </a:lnTo>
                  <a:lnTo>
                    <a:pt x="3016023" y="1314298"/>
                  </a:lnTo>
                  <a:lnTo>
                    <a:pt x="2951852" y="1313314"/>
                  </a:lnTo>
                  <a:lnTo>
                    <a:pt x="2887681" y="1312723"/>
                  </a:lnTo>
                  <a:lnTo>
                    <a:pt x="2823510" y="1312552"/>
                  </a:lnTo>
                  <a:lnTo>
                    <a:pt x="2759340" y="1312830"/>
                  </a:lnTo>
                  <a:lnTo>
                    <a:pt x="2695169" y="1313586"/>
                  </a:lnTo>
                  <a:lnTo>
                    <a:pt x="2630998" y="1314847"/>
                  </a:lnTo>
                  <a:lnTo>
                    <a:pt x="2566828" y="1316641"/>
                  </a:lnTo>
                  <a:lnTo>
                    <a:pt x="2502657" y="1318993"/>
                  </a:lnTo>
                  <a:lnTo>
                    <a:pt x="2438486" y="1321924"/>
                  </a:lnTo>
                  <a:lnTo>
                    <a:pt x="2374316" y="1325456"/>
                  </a:lnTo>
                  <a:lnTo>
                    <a:pt x="2310145" y="1329602"/>
                  </a:lnTo>
                  <a:lnTo>
                    <a:pt x="2245974" y="1334375"/>
                  </a:lnTo>
                  <a:lnTo>
                    <a:pt x="2181803" y="1339780"/>
                  </a:lnTo>
                  <a:lnTo>
                    <a:pt x="2117633" y="1345817"/>
                  </a:lnTo>
                  <a:lnTo>
                    <a:pt x="2053462" y="1352480"/>
                  </a:lnTo>
                  <a:lnTo>
                    <a:pt x="1989291" y="1359758"/>
                  </a:lnTo>
                  <a:lnTo>
                    <a:pt x="1925121" y="1367632"/>
                  </a:lnTo>
                  <a:lnTo>
                    <a:pt x="1860950" y="1376082"/>
                  </a:lnTo>
                  <a:lnTo>
                    <a:pt x="1796779" y="1385077"/>
                  </a:lnTo>
                  <a:lnTo>
                    <a:pt x="1732609" y="1394589"/>
                  </a:lnTo>
                  <a:lnTo>
                    <a:pt x="1668438" y="1404580"/>
                  </a:lnTo>
                  <a:lnTo>
                    <a:pt x="1604267" y="1415015"/>
                  </a:lnTo>
                  <a:lnTo>
                    <a:pt x="1540096" y="1425855"/>
                  </a:lnTo>
                  <a:lnTo>
                    <a:pt x="1475926" y="1437061"/>
                  </a:lnTo>
                  <a:lnTo>
                    <a:pt x="1411755" y="1448592"/>
                  </a:lnTo>
                  <a:lnTo>
                    <a:pt x="1347584" y="1460410"/>
                  </a:lnTo>
                  <a:lnTo>
                    <a:pt x="1283414" y="1472478"/>
                  </a:lnTo>
                  <a:lnTo>
                    <a:pt x="1219243" y="1484760"/>
                  </a:lnTo>
                  <a:lnTo>
                    <a:pt x="1155072" y="1497220"/>
                  </a:lnTo>
                  <a:lnTo>
                    <a:pt x="1090901" y="1509827"/>
                  </a:lnTo>
                  <a:lnTo>
                    <a:pt x="1026731" y="1522550"/>
                  </a:lnTo>
                  <a:lnTo>
                    <a:pt x="962560" y="1535362"/>
                  </a:lnTo>
                  <a:lnTo>
                    <a:pt x="898389" y="1548237"/>
                  </a:lnTo>
                  <a:lnTo>
                    <a:pt x="834219" y="1561150"/>
                  </a:lnTo>
                  <a:lnTo>
                    <a:pt x="770048" y="1574081"/>
                  </a:lnTo>
                  <a:lnTo>
                    <a:pt x="705877" y="1587009"/>
                  </a:lnTo>
                  <a:lnTo>
                    <a:pt x="641707" y="1599917"/>
                  </a:lnTo>
                  <a:lnTo>
                    <a:pt x="577536" y="1612789"/>
                  </a:lnTo>
                  <a:lnTo>
                    <a:pt x="513365" y="1625610"/>
                  </a:lnTo>
                  <a:lnTo>
                    <a:pt x="449194" y="1638367"/>
                  </a:lnTo>
                  <a:lnTo>
                    <a:pt x="385024" y="1651050"/>
                  </a:lnTo>
                  <a:lnTo>
                    <a:pt x="320853" y="1663647"/>
                  </a:lnTo>
                  <a:lnTo>
                    <a:pt x="256682" y="1676149"/>
                  </a:lnTo>
                  <a:lnTo>
                    <a:pt x="192512" y="1688549"/>
                  </a:lnTo>
                  <a:lnTo>
                    <a:pt x="128341" y="1700840"/>
                  </a:lnTo>
                  <a:lnTo>
                    <a:pt x="64170" y="1713014"/>
                  </a:lnTo>
                  <a:lnTo>
                    <a:pt x="0" y="1725068"/>
                  </a:lnTo>
                  <a:close/>
                </a:path>
              </a:pathLst>
            </a:custGeom>
            <a:solidFill>
              <a:srgbClr val="D55E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277975" y="774557"/>
              <a:ext cx="3786071" cy="715378"/>
            </a:xfrm>
            <a:custGeom>
              <a:avLst/>
              <a:pathLst>
                <a:path w="3786071" h="715378">
                  <a:moveTo>
                    <a:pt x="0" y="616693"/>
                  </a:moveTo>
                  <a:lnTo>
                    <a:pt x="64170" y="624353"/>
                  </a:lnTo>
                  <a:lnTo>
                    <a:pt x="128341" y="631812"/>
                  </a:lnTo>
                  <a:lnTo>
                    <a:pt x="192512" y="639062"/>
                  </a:lnTo>
                  <a:lnTo>
                    <a:pt x="256682" y="646091"/>
                  </a:lnTo>
                  <a:lnTo>
                    <a:pt x="320853" y="652888"/>
                  </a:lnTo>
                  <a:lnTo>
                    <a:pt x="385024" y="659440"/>
                  </a:lnTo>
                  <a:lnTo>
                    <a:pt x="449194" y="665734"/>
                  </a:lnTo>
                  <a:lnTo>
                    <a:pt x="513365" y="671755"/>
                  </a:lnTo>
                  <a:lnTo>
                    <a:pt x="577536" y="677486"/>
                  </a:lnTo>
                  <a:lnTo>
                    <a:pt x="641707" y="682910"/>
                  </a:lnTo>
                  <a:lnTo>
                    <a:pt x="705877" y="688008"/>
                  </a:lnTo>
                  <a:lnTo>
                    <a:pt x="770048" y="692757"/>
                  </a:lnTo>
                  <a:lnTo>
                    <a:pt x="834219" y="697136"/>
                  </a:lnTo>
                  <a:lnTo>
                    <a:pt x="898389" y="701119"/>
                  </a:lnTo>
                  <a:lnTo>
                    <a:pt x="962560" y="704680"/>
                  </a:lnTo>
                  <a:lnTo>
                    <a:pt x="1026731" y="707788"/>
                  </a:lnTo>
                  <a:lnTo>
                    <a:pt x="1090901" y="710414"/>
                  </a:lnTo>
                  <a:lnTo>
                    <a:pt x="1155072" y="712523"/>
                  </a:lnTo>
                  <a:lnTo>
                    <a:pt x="1219243" y="714079"/>
                  </a:lnTo>
                  <a:lnTo>
                    <a:pt x="1283414" y="715044"/>
                  </a:lnTo>
                  <a:lnTo>
                    <a:pt x="1347584" y="715378"/>
                  </a:lnTo>
                  <a:lnTo>
                    <a:pt x="1411755" y="715038"/>
                  </a:lnTo>
                  <a:lnTo>
                    <a:pt x="1475926" y="713980"/>
                  </a:lnTo>
                  <a:lnTo>
                    <a:pt x="1540096" y="712160"/>
                  </a:lnTo>
                  <a:lnTo>
                    <a:pt x="1604267" y="709532"/>
                  </a:lnTo>
                  <a:lnTo>
                    <a:pt x="1668438" y="706049"/>
                  </a:lnTo>
                  <a:lnTo>
                    <a:pt x="1732609" y="701666"/>
                  </a:lnTo>
                  <a:lnTo>
                    <a:pt x="1796779" y="696339"/>
                  </a:lnTo>
                  <a:lnTo>
                    <a:pt x="1860950" y="690027"/>
                  </a:lnTo>
                  <a:lnTo>
                    <a:pt x="1925121" y="682691"/>
                  </a:lnTo>
                  <a:lnTo>
                    <a:pt x="1989291" y="674297"/>
                  </a:lnTo>
                  <a:lnTo>
                    <a:pt x="2053462" y="664813"/>
                  </a:lnTo>
                  <a:lnTo>
                    <a:pt x="2117633" y="654216"/>
                  </a:lnTo>
                  <a:lnTo>
                    <a:pt x="2181803" y="642485"/>
                  </a:lnTo>
                  <a:lnTo>
                    <a:pt x="2245974" y="629609"/>
                  </a:lnTo>
                  <a:lnTo>
                    <a:pt x="2310145" y="615577"/>
                  </a:lnTo>
                  <a:lnTo>
                    <a:pt x="2374316" y="600389"/>
                  </a:lnTo>
                  <a:lnTo>
                    <a:pt x="2438486" y="584047"/>
                  </a:lnTo>
                  <a:lnTo>
                    <a:pt x="2502657" y="566558"/>
                  </a:lnTo>
                  <a:lnTo>
                    <a:pt x="2566828" y="547934"/>
                  </a:lnTo>
                  <a:lnTo>
                    <a:pt x="2630998" y="528187"/>
                  </a:lnTo>
                  <a:lnTo>
                    <a:pt x="2695169" y="507335"/>
                  </a:lnTo>
                  <a:lnTo>
                    <a:pt x="2759340" y="485396"/>
                  </a:lnTo>
                  <a:lnTo>
                    <a:pt x="2823510" y="462388"/>
                  </a:lnTo>
                  <a:lnTo>
                    <a:pt x="2887681" y="438331"/>
                  </a:lnTo>
                  <a:lnTo>
                    <a:pt x="2951852" y="413243"/>
                  </a:lnTo>
                  <a:lnTo>
                    <a:pt x="3016023" y="387143"/>
                  </a:lnTo>
                  <a:lnTo>
                    <a:pt x="3080193" y="360049"/>
                  </a:lnTo>
                  <a:lnTo>
                    <a:pt x="3144364" y="331976"/>
                  </a:lnTo>
                  <a:lnTo>
                    <a:pt x="3208535" y="302940"/>
                  </a:lnTo>
                  <a:lnTo>
                    <a:pt x="3272705" y="272955"/>
                  </a:lnTo>
                  <a:lnTo>
                    <a:pt x="3336876" y="242031"/>
                  </a:lnTo>
                  <a:lnTo>
                    <a:pt x="3401047" y="210181"/>
                  </a:lnTo>
                  <a:lnTo>
                    <a:pt x="3465218" y="177412"/>
                  </a:lnTo>
                  <a:lnTo>
                    <a:pt x="3529388" y="143733"/>
                  </a:lnTo>
                  <a:lnTo>
                    <a:pt x="3593559" y="109148"/>
                  </a:lnTo>
                  <a:lnTo>
                    <a:pt x="3657730" y="73662"/>
                  </a:lnTo>
                  <a:lnTo>
                    <a:pt x="3721900" y="37279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277975" y="2087109"/>
              <a:ext cx="3786071" cy="412515"/>
            </a:xfrm>
            <a:custGeom>
              <a:avLst/>
              <a:pathLst>
                <a:path w="3786071" h="412515">
                  <a:moveTo>
                    <a:pt x="3786071" y="35427"/>
                  </a:moveTo>
                  <a:lnTo>
                    <a:pt x="3721900" y="31515"/>
                  </a:lnTo>
                  <a:lnTo>
                    <a:pt x="3657730" y="27750"/>
                  </a:lnTo>
                  <a:lnTo>
                    <a:pt x="3593559" y="24145"/>
                  </a:lnTo>
                  <a:lnTo>
                    <a:pt x="3529388" y="20714"/>
                  </a:lnTo>
                  <a:lnTo>
                    <a:pt x="3465218" y="17474"/>
                  </a:lnTo>
                  <a:lnTo>
                    <a:pt x="3401047" y="14442"/>
                  </a:lnTo>
                  <a:lnTo>
                    <a:pt x="3336876" y="11637"/>
                  </a:lnTo>
                  <a:lnTo>
                    <a:pt x="3272705" y="9078"/>
                  </a:lnTo>
                  <a:lnTo>
                    <a:pt x="3208535" y="6786"/>
                  </a:lnTo>
                  <a:lnTo>
                    <a:pt x="3144364" y="4784"/>
                  </a:lnTo>
                  <a:lnTo>
                    <a:pt x="3080193" y="3095"/>
                  </a:lnTo>
                  <a:lnTo>
                    <a:pt x="3016023" y="1746"/>
                  </a:lnTo>
                  <a:lnTo>
                    <a:pt x="2951852" y="762"/>
                  </a:lnTo>
                  <a:lnTo>
                    <a:pt x="2887681" y="170"/>
                  </a:lnTo>
                  <a:lnTo>
                    <a:pt x="2823510" y="0"/>
                  </a:lnTo>
                  <a:lnTo>
                    <a:pt x="2759340" y="278"/>
                  </a:lnTo>
                  <a:lnTo>
                    <a:pt x="2695169" y="1034"/>
                  </a:lnTo>
                  <a:lnTo>
                    <a:pt x="2630998" y="2295"/>
                  </a:lnTo>
                  <a:lnTo>
                    <a:pt x="2566828" y="4089"/>
                  </a:lnTo>
                  <a:lnTo>
                    <a:pt x="2502657" y="6440"/>
                  </a:lnTo>
                  <a:lnTo>
                    <a:pt x="2438486" y="9372"/>
                  </a:lnTo>
                  <a:lnTo>
                    <a:pt x="2374316" y="12903"/>
                  </a:lnTo>
                  <a:lnTo>
                    <a:pt x="2310145" y="17050"/>
                  </a:lnTo>
                  <a:lnTo>
                    <a:pt x="2245974" y="21823"/>
                  </a:lnTo>
                  <a:lnTo>
                    <a:pt x="2181803" y="27228"/>
                  </a:lnTo>
                  <a:lnTo>
                    <a:pt x="2117633" y="33265"/>
                  </a:lnTo>
                  <a:lnTo>
                    <a:pt x="2053462" y="39928"/>
                  </a:lnTo>
                  <a:lnTo>
                    <a:pt x="1989291" y="47205"/>
                  </a:lnTo>
                  <a:lnTo>
                    <a:pt x="1925121" y="55080"/>
                  </a:lnTo>
                  <a:lnTo>
                    <a:pt x="1860950" y="63529"/>
                  </a:lnTo>
                  <a:lnTo>
                    <a:pt x="1796779" y="72525"/>
                  </a:lnTo>
                  <a:lnTo>
                    <a:pt x="1732609" y="82036"/>
                  </a:lnTo>
                  <a:lnTo>
                    <a:pt x="1668438" y="92028"/>
                  </a:lnTo>
                  <a:lnTo>
                    <a:pt x="1604267" y="102463"/>
                  </a:lnTo>
                  <a:lnTo>
                    <a:pt x="1540096" y="113303"/>
                  </a:lnTo>
                  <a:lnTo>
                    <a:pt x="1475926" y="124508"/>
                  </a:lnTo>
                  <a:lnTo>
                    <a:pt x="1411755" y="136040"/>
                  </a:lnTo>
                  <a:lnTo>
                    <a:pt x="1347584" y="147858"/>
                  </a:lnTo>
                  <a:lnTo>
                    <a:pt x="1283414" y="159926"/>
                  </a:lnTo>
                  <a:lnTo>
                    <a:pt x="1219243" y="172207"/>
                  </a:lnTo>
                  <a:lnTo>
                    <a:pt x="1155072" y="184668"/>
                  </a:lnTo>
                  <a:lnTo>
                    <a:pt x="1090901" y="197275"/>
                  </a:lnTo>
                  <a:lnTo>
                    <a:pt x="1026731" y="209998"/>
                  </a:lnTo>
                  <a:lnTo>
                    <a:pt x="962560" y="222810"/>
                  </a:lnTo>
                  <a:lnTo>
                    <a:pt x="898389" y="235684"/>
                  </a:lnTo>
                  <a:lnTo>
                    <a:pt x="834219" y="248598"/>
                  </a:lnTo>
                  <a:lnTo>
                    <a:pt x="770048" y="261528"/>
                  </a:lnTo>
                  <a:lnTo>
                    <a:pt x="705877" y="274456"/>
                  </a:lnTo>
                  <a:lnTo>
                    <a:pt x="641707" y="287364"/>
                  </a:lnTo>
                  <a:lnTo>
                    <a:pt x="577536" y="300236"/>
                  </a:lnTo>
                  <a:lnTo>
                    <a:pt x="513365" y="313057"/>
                  </a:lnTo>
                  <a:lnTo>
                    <a:pt x="449194" y="325815"/>
                  </a:lnTo>
                  <a:lnTo>
                    <a:pt x="385024" y="338497"/>
                  </a:lnTo>
                  <a:lnTo>
                    <a:pt x="320853" y="351094"/>
                  </a:lnTo>
                  <a:lnTo>
                    <a:pt x="256682" y="363597"/>
                  </a:lnTo>
                  <a:lnTo>
                    <a:pt x="192512" y="375997"/>
                  </a:lnTo>
                  <a:lnTo>
                    <a:pt x="128341" y="388287"/>
                  </a:lnTo>
                  <a:lnTo>
                    <a:pt x="64170" y="400462"/>
                  </a:lnTo>
                  <a:lnTo>
                    <a:pt x="0" y="412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277975" y="1660076"/>
              <a:ext cx="3786071" cy="1402822"/>
            </a:xfrm>
            <a:custGeom>
              <a:avLst/>
              <a:pathLst>
                <a:path w="3786071" h="1402822">
                  <a:moveTo>
                    <a:pt x="0" y="1402822"/>
                  </a:moveTo>
                  <a:lnTo>
                    <a:pt x="64170" y="1395832"/>
                  </a:lnTo>
                  <a:lnTo>
                    <a:pt x="128341" y="1388585"/>
                  </a:lnTo>
                  <a:lnTo>
                    <a:pt x="192512" y="1381072"/>
                  </a:lnTo>
                  <a:lnTo>
                    <a:pt x="256682" y="1373285"/>
                  </a:lnTo>
                  <a:lnTo>
                    <a:pt x="320853" y="1365211"/>
                  </a:lnTo>
                  <a:lnTo>
                    <a:pt x="385024" y="1356842"/>
                  </a:lnTo>
                  <a:lnTo>
                    <a:pt x="449194" y="1348166"/>
                  </a:lnTo>
                  <a:lnTo>
                    <a:pt x="513365" y="1339172"/>
                  </a:lnTo>
                  <a:lnTo>
                    <a:pt x="577536" y="1329849"/>
                  </a:lnTo>
                  <a:lnTo>
                    <a:pt x="641707" y="1320184"/>
                  </a:lnTo>
                  <a:lnTo>
                    <a:pt x="705877" y="1310164"/>
                  </a:lnTo>
                  <a:lnTo>
                    <a:pt x="770048" y="1299778"/>
                  </a:lnTo>
                  <a:lnTo>
                    <a:pt x="834219" y="1289011"/>
                  </a:lnTo>
                  <a:lnTo>
                    <a:pt x="898389" y="1277849"/>
                  </a:lnTo>
                  <a:lnTo>
                    <a:pt x="962560" y="1266278"/>
                  </a:lnTo>
                  <a:lnTo>
                    <a:pt x="1026731" y="1254283"/>
                  </a:lnTo>
                  <a:lnTo>
                    <a:pt x="1090901" y="1241849"/>
                  </a:lnTo>
                  <a:lnTo>
                    <a:pt x="1155072" y="1228959"/>
                  </a:lnTo>
                  <a:lnTo>
                    <a:pt x="1219243" y="1215597"/>
                  </a:lnTo>
                  <a:lnTo>
                    <a:pt x="1283414" y="1201746"/>
                  </a:lnTo>
                  <a:lnTo>
                    <a:pt x="1347584" y="1187386"/>
                  </a:lnTo>
                  <a:lnTo>
                    <a:pt x="1411755" y="1172501"/>
                  </a:lnTo>
                  <a:lnTo>
                    <a:pt x="1475926" y="1157071"/>
                  </a:lnTo>
                  <a:lnTo>
                    <a:pt x="1540096" y="1141075"/>
                  </a:lnTo>
                  <a:lnTo>
                    <a:pt x="1604267" y="1124494"/>
                  </a:lnTo>
                  <a:lnTo>
                    <a:pt x="1668438" y="1107305"/>
                  </a:lnTo>
                  <a:lnTo>
                    <a:pt x="1732609" y="1089487"/>
                  </a:lnTo>
                  <a:lnTo>
                    <a:pt x="1796779" y="1071016"/>
                  </a:lnTo>
                  <a:lnTo>
                    <a:pt x="1860950" y="1051868"/>
                  </a:lnTo>
                  <a:lnTo>
                    <a:pt x="1925121" y="1032019"/>
                  </a:lnTo>
                  <a:lnTo>
                    <a:pt x="1989291" y="1011444"/>
                  </a:lnTo>
                  <a:lnTo>
                    <a:pt x="2053462" y="990115"/>
                  </a:lnTo>
                  <a:lnTo>
                    <a:pt x="2117633" y="968005"/>
                  </a:lnTo>
                  <a:lnTo>
                    <a:pt x="2181803" y="945086"/>
                  </a:lnTo>
                  <a:lnTo>
                    <a:pt x="2245974" y="921328"/>
                  </a:lnTo>
                  <a:lnTo>
                    <a:pt x="2310145" y="896700"/>
                  </a:lnTo>
                  <a:lnTo>
                    <a:pt x="2374316" y="871170"/>
                  </a:lnTo>
                  <a:lnTo>
                    <a:pt x="2438486" y="844706"/>
                  </a:lnTo>
                  <a:lnTo>
                    <a:pt x="2502657" y="817274"/>
                  </a:lnTo>
                  <a:lnTo>
                    <a:pt x="2566828" y="788838"/>
                  </a:lnTo>
                  <a:lnTo>
                    <a:pt x="2630998" y="759361"/>
                  </a:lnTo>
                  <a:lnTo>
                    <a:pt x="2695169" y="728805"/>
                  </a:lnTo>
                  <a:lnTo>
                    <a:pt x="2759340" y="697132"/>
                  </a:lnTo>
                  <a:lnTo>
                    <a:pt x="2823510" y="664299"/>
                  </a:lnTo>
                  <a:lnTo>
                    <a:pt x="2887681" y="630266"/>
                  </a:lnTo>
                  <a:lnTo>
                    <a:pt x="2951852" y="594988"/>
                  </a:lnTo>
                  <a:lnTo>
                    <a:pt x="3016023" y="558420"/>
                  </a:lnTo>
                  <a:lnTo>
                    <a:pt x="3080193" y="520514"/>
                  </a:lnTo>
                  <a:lnTo>
                    <a:pt x="3144364" y="481223"/>
                  </a:lnTo>
                  <a:lnTo>
                    <a:pt x="3208535" y="440495"/>
                  </a:lnTo>
                  <a:lnTo>
                    <a:pt x="3272705" y="398277"/>
                  </a:lnTo>
                  <a:lnTo>
                    <a:pt x="3336876" y="354517"/>
                  </a:lnTo>
                  <a:lnTo>
                    <a:pt x="3401047" y="309158"/>
                  </a:lnTo>
                  <a:lnTo>
                    <a:pt x="3465218" y="262140"/>
                  </a:lnTo>
                  <a:lnTo>
                    <a:pt x="3529388" y="213405"/>
                  </a:lnTo>
                  <a:lnTo>
                    <a:pt x="3593559" y="162889"/>
                  </a:lnTo>
                  <a:lnTo>
                    <a:pt x="3657730" y="110528"/>
                  </a:lnTo>
                  <a:lnTo>
                    <a:pt x="3721900" y="56255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277975" y="1621883"/>
              <a:ext cx="3786071" cy="1176496"/>
            </a:xfrm>
            <a:custGeom>
              <a:avLst/>
              <a:pathLst>
                <a:path w="3786071" h="1176496">
                  <a:moveTo>
                    <a:pt x="0" y="1176496"/>
                  </a:moveTo>
                  <a:lnTo>
                    <a:pt x="64170" y="1166533"/>
                  </a:lnTo>
                  <a:lnTo>
                    <a:pt x="128341" y="1156352"/>
                  </a:lnTo>
                  <a:lnTo>
                    <a:pt x="192512" y="1145948"/>
                  </a:lnTo>
                  <a:lnTo>
                    <a:pt x="256682" y="1135317"/>
                  </a:lnTo>
                  <a:lnTo>
                    <a:pt x="320853" y="1124453"/>
                  </a:lnTo>
                  <a:lnTo>
                    <a:pt x="385024" y="1113352"/>
                  </a:lnTo>
                  <a:lnTo>
                    <a:pt x="449194" y="1102007"/>
                  </a:lnTo>
                  <a:lnTo>
                    <a:pt x="513365" y="1090415"/>
                  </a:lnTo>
                  <a:lnTo>
                    <a:pt x="577536" y="1078569"/>
                  </a:lnTo>
                  <a:lnTo>
                    <a:pt x="641707" y="1066464"/>
                  </a:lnTo>
                  <a:lnTo>
                    <a:pt x="705877" y="1054095"/>
                  </a:lnTo>
                  <a:lnTo>
                    <a:pt x="770048" y="1041455"/>
                  </a:lnTo>
                  <a:lnTo>
                    <a:pt x="834219" y="1028538"/>
                  </a:lnTo>
                  <a:lnTo>
                    <a:pt x="898389" y="1015339"/>
                  </a:lnTo>
                  <a:lnTo>
                    <a:pt x="962560" y="1001852"/>
                  </a:lnTo>
                  <a:lnTo>
                    <a:pt x="1026731" y="988069"/>
                  </a:lnTo>
                  <a:lnTo>
                    <a:pt x="1090901" y="973986"/>
                  </a:lnTo>
                  <a:lnTo>
                    <a:pt x="1155072" y="959594"/>
                  </a:lnTo>
                  <a:lnTo>
                    <a:pt x="1219243" y="944888"/>
                  </a:lnTo>
                  <a:lnTo>
                    <a:pt x="1283414" y="929860"/>
                  </a:lnTo>
                  <a:lnTo>
                    <a:pt x="1347584" y="914504"/>
                  </a:lnTo>
                  <a:lnTo>
                    <a:pt x="1411755" y="898812"/>
                  </a:lnTo>
                  <a:lnTo>
                    <a:pt x="1475926" y="882777"/>
                  </a:lnTo>
                  <a:lnTo>
                    <a:pt x="1540096" y="866392"/>
                  </a:lnTo>
                  <a:lnTo>
                    <a:pt x="1604267" y="849648"/>
                  </a:lnTo>
                  <a:lnTo>
                    <a:pt x="1668438" y="832539"/>
                  </a:lnTo>
                  <a:lnTo>
                    <a:pt x="1732609" y="815056"/>
                  </a:lnTo>
                  <a:lnTo>
                    <a:pt x="1796779" y="797190"/>
                  </a:lnTo>
                  <a:lnTo>
                    <a:pt x="1860950" y="778934"/>
                  </a:lnTo>
                  <a:lnTo>
                    <a:pt x="1925121" y="760280"/>
                  </a:lnTo>
                  <a:lnTo>
                    <a:pt x="1989291" y="741217"/>
                  </a:lnTo>
                  <a:lnTo>
                    <a:pt x="2053462" y="721739"/>
                  </a:lnTo>
                  <a:lnTo>
                    <a:pt x="2117633" y="701834"/>
                  </a:lnTo>
                  <a:lnTo>
                    <a:pt x="2181803" y="681495"/>
                  </a:lnTo>
                  <a:lnTo>
                    <a:pt x="2245974" y="660712"/>
                  </a:lnTo>
                  <a:lnTo>
                    <a:pt x="2310145" y="639474"/>
                  </a:lnTo>
                  <a:lnTo>
                    <a:pt x="2374316" y="617773"/>
                  </a:lnTo>
                  <a:lnTo>
                    <a:pt x="2438486" y="595598"/>
                  </a:lnTo>
                  <a:lnTo>
                    <a:pt x="2502657" y="572938"/>
                  </a:lnTo>
                  <a:lnTo>
                    <a:pt x="2566828" y="549784"/>
                  </a:lnTo>
                  <a:lnTo>
                    <a:pt x="2630998" y="526124"/>
                  </a:lnTo>
                  <a:lnTo>
                    <a:pt x="2695169" y="501947"/>
                  </a:lnTo>
                  <a:lnTo>
                    <a:pt x="2759340" y="477243"/>
                  </a:lnTo>
                  <a:lnTo>
                    <a:pt x="2823510" y="451999"/>
                  </a:lnTo>
                  <a:lnTo>
                    <a:pt x="2887681" y="426204"/>
                  </a:lnTo>
                  <a:lnTo>
                    <a:pt x="2951852" y="399846"/>
                  </a:lnTo>
                  <a:lnTo>
                    <a:pt x="3016023" y="372913"/>
                  </a:lnTo>
                  <a:lnTo>
                    <a:pt x="3080193" y="345392"/>
                  </a:lnTo>
                  <a:lnTo>
                    <a:pt x="3144364" y="317270"/>
                  </a:lnTo>
                  <a:lnTo>
                    <a:pt x="3208535" y="288534"/>
                  </a:lnTo>
                  <a:lnTo>
                    <a:pt x="3272705" y="259172"/>
                  </a:lnTo>
                  <a:lnTo>
                    <a:pt x="3336876" y="229169"/>
                  </a:lnTo>
                  <a:lnTo>
                    <a:pt x="3401047" y="198511"/>
                  </a:lnTo>
                  <a:lnTo>
                    <a:pt x="3465218" y="167184"/>
                  </a:lnTo>
                  <a:lnTo>
                    <a:pt x="3529388" y="135174"/>
                  </a:lnTo>
                  <a:lnTo>
                    <a:pt x="3593559" y="102466"/>
                  </a:lnTo>
                  <a:lnTo>
                    <a:pt x="3657730" y="69045"/>
                  </a:lnTo>
                  <a:lnTo>
                    <a:pt x="3721900" y="34894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277975" y="1578801"/>
              <a:ext cx="3786071" cy="489627"/>
            </a:xfrm>
            <a:custGeom>
              <a:avLst/>
              <a:pathLst>
                <a:path w="3786071" h="489627">
                  <a:moveTo>
                    <a:pt x="0" y="489627"/>
                  </a:moveTo>
                  <a:lnTo>
                    <a:pt x="64170" y="482658"/>
                  </a:lnTo>
                  <a:lnTo>
                    <a:pt x="128341" y="475649"/>
                  </a:lnTo>
                  <a:lnTo>
                    <a:pt x="192512" y="468598"/>
                  </a:lnTo>
                  <a:lnTo>
                    <a:pt x="256682" y="461505"/>
                  </a:lnTo>
                  <a:lnTo>
                    <a:pt x="320853" y="454371"/>
                  </a:lnTo>
                  <a:lnTo>
                    <a:pt x="385024" y="447195"/>
                  </a:lnTo>
                  <a:lnTo>
                    <a:pt x="449194" y="439977"/>
                  </a:lnTo>
                  <a:lnTo>
                    <a:pt x="513365" y="432717"/>
                  </a:lnTo>
                  <a:lnTo>
                    <a:pt x="577536" y="425414"/>
                  </a:lnTo>
                  <a:lnTo>
                    <a:pt x="641707" y="418068"/>
                  </a:lnTo>
                  <a:lnTo>
                    <a:pt x="705877" y="410679"/>
                  </a:lnTo>
                  <a:lnTo>
                    <a:pt x="770048" y="403246"/>
                  </a:lnTo>
                  <a:lnTo>
                    <a:pt x="834219" y="395770"/>
                  </a:lnTo>
                  <a:lnTo>
                    <a:pt x="898389" y="388250"/>
                  </a:lnTo>
                  <a:lnTo>
                    <a:pt x="962560" y="380686"/>
                  </a:lnTo>
                  <a:lnTo>
                    <a:pt x="1026731" y="373078"/>
                  </a:lnTo>
                  <a:lnTo>
                    <a:pt x="1090901" y="365425"/>
                  </a:lnTo>
                  <a:lnTo>
                    <a:pt x="1155072" y="357727"/>
                  </a:lnTo>
                  <a:lnTo>
                    <a:pt x="1219243" y="349984"/>
                  </a:lnTo>
                  <a:lnTo>
                    <a:pt x="1283414" y="342195"/>
                  </a:lnTo>
                  <a:lnTo>
                    <a:pt x="1347584" y="334361"/>
                  </a:lnTo>
                  <a:lnTo>
                    <a:pt x="1411755" y="326480"/>
                  </a:lnTo>
                  <a:lnTo>
                    <a:pt x="1475926" y="318554"/>
                  </a:lnTo>
                  <a:lnTo>
                    <a:pt x="1540096" y="310581"/>
                  </a:lnTo>
                  <a:lnTo>
                    <a:pt x="1604267" y="302561"/>
                  </a:lnTo>
                  <a:lnTo>
                    <a:pt x="1668438" y="294494"/>
                  </a:lnTo>
                  <a:lnTo>
                    <a:pt x="1732609" y="286380"/>
                  </a:lnTo>
                  <a:lnTo>
                    <a:pt x="1796779" y="278218"/>
                  </a:lnTo>
                  <a:lnTo>
                    <a:pt x="1860950" y="270008"/>
                  </a:lnTo>
                  <a:lnTo>
                    <a:pt x="1925121" y="261750"/>
                  </a:lnTo>
                  <a:lnTo>
                    <a:pt x="1989291" y="253444"/>
                  </a:lnTo>
                  <a:lnTo>
                    <a:pt x="2053462" y="245089"/>
                  </a:lnTo>
                  <a:lnTo>
                    <a:pt x="2117633" y="236685"/>
                  </a:lnTo>
                  <a:lnTo>
                    <a:pt x="2181803" y="228231"/>
                  </a:lnTo>
                  <a:lnTo>
                    <a:pt x="2245974" y="219728"/>
                  </a:lnTo>
                  <a:lnTo>
                    <a:pt x="2310145" y="211175"/>
                  </a:lnTo>
                  <a:lnTo>
                    <a:pt x="2374316" y="202572"/>
                  </a:lnTo>
                  <a:lnTo>
                    <a:pt x="2438486" y="193919"/>
                  </a:lnTo>
                  <a:lnTo>
                    <a:pt x="2502657" y="185215"/>
                  </a:lnTo>
                  <a:lnTo>
                    <a:pt x="2566828" y="176459"/>
                  </a:lnTo>
                  <a:lnTo>
                    <a:pt x="2630998" y="167652"/>
                  </a:lnTo>
                  <a:lnTo>
                    <a:pt x="2695169" y="158794"/>
                  </a:lnTo>
                  <a:lnTo>
                    <a:pt x="2759340" y="149884"/>
                  </a:lnTo>
                  <a:lnTo>
                    <a:pt x="2823510" y="140921"/>
                  </a:lnTo>
                  <a:lnTo>
                    <a:pt x="2887681" y="131906"/>
                  </a:lnTo>
                  <a:lnTo>
                    <a:pt x="2951852" y="122838"/>
                  </a:lnTo>
                  <a:lnTo>
                    <a:pt x="3016023" y="113717"/>
                  </a:lnTo>
                  <a:lnTo>
                    <a:pt x="3080193" y="104542"/>
                  </a:lnTo>
                  <a:lnTo>
                    <a:pt x="3144364" y="95314"/>
                  </a:lnTo>
                  <a:lnTo>
                    <a:pt x="3208535" y="86031"/>
                  </a:lnTo>
                  <a:lnTo>
                    <a:pt x="3272705" y="76694"/>
                  </a:lnTo>
                  <a:lnTo>
                    <a:pt x="3336876" y="67302"/>
                  </a:lnTo>
                  <a:lnTo>
                    <a:pt x="3401047" y="57855"/>
                  </a:lnTo>
                  <a:lnTo>
                    <a:pt x="3465218" y="48353"/>
                  </a:lnTo>
                  <a:lnTo>
                    <a:pt x="3529388" y="38795"/>
                  </a:lnTo>
                  <a:lnTo>
                    <a:pt x="3593559" y="29181"/>
                  </a:lnTo>
                  <a:lnTo>
                    <a:pt x="3657730" y="19511"/>
                  </a:lnTo>
                  <a:lnTo>
                    <a:pt x="3721900" y="9784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088671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5910601" y="322086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5910601" y="249036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5910601" y="175985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910601" y="102935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99" name="pl99"/>
            <p:cNvSpPr/>
            <p:nvPr/>
          </p:nvSpPr>
          <p:spPr>
            <a:xfrm>
              <a:off x="6060203" y="32535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060203" y="2523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060203" y="1792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060203" y="10620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088671" y="325949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390398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317768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24513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17250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1009987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tx109"/>
            <p:cNvSpPr/>
            <p:nvPr/>
          </p:nvSpPr>
          <p:spPr>
            <a:xfrm>
              <a:off x="6349844" y="331073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277214" y="331073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8219763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147133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0074502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85009" y="3423698"/>
              <a:ext cx="27720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Accumulated warming relative to the species' range (z)</a:t>
              </a:r>
            </a:p>
          </p:txBody>
        </p:sp>
        <p:sp>
          <p:nvSpPr>
            <p:cNvPr id="115" name="tx115"/>
            <p:cNvSpPr/>
            <p:nvPr/>
          </p:nvSpPr>
          <p:spPr>
            <a:xfrm rot="-5400000">
              <a:off x="4677137" y="1916942"/>
              <a:ext cx="228023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Annual hazard of a new provincial record (%)</a:t>
              </a:r>
            </a:p>
          </p:txBody>
        </p:sp>
        <p:sp>
          <p:nvSpPr>
            <p:cNvPr id="116" name="rc116"/>
            <p:cNvSpPr/>
            <p:nvPr/>
          </p:nvSpPr>
          <p:spPr>
            <a:xfrm>
              <a:off x="6650165" y="792938"/>
              <a:ext cx="1209232" cy="4554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6707102" y="84987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6718489" y="90681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6707102" y="963748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18489" y="102068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707102" y="107762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718489" y="113455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tx123"/>
            <p:cNvSpPr/>
            <p:nvPr/>
          </p:nvSpPr>
          <p:spPr>
            <a:xfrm>
              <a:off x="6877911" y="870418"/>
              <a:ext cx="90196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Low effort (10th pct)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6877911" y="984291"/>
              <a:ext cx="59125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Median effort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877911" y="1098164"/>
              <a:ext cx="92454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High effort (90th pct)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088671" y="503004"/>
              <a:ext cx="2772003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Marginal predictions at fixed-effect level; ribbons are 95% CI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6088671" y="328384"/>
              <a:ext cx="252237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matters most where effort is low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752179" y="321811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29" name="rc129"/>
            <p:cNvSpPr/>
            <p:nvPr/>
          </p:nvSpPr>
          <p:spPr>
            <a:xfrm>
              <a:off x="252469" y="3605409"/>
              <a:ext cx="5422647" cy="38230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675116" y="3605409"/>
              <a:ext cx="4679454" cy="38230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409217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1506630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78016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2053695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32722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506630" y="6235992"/>
              <a:ext cx="785326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506630" y="5616166"/>
              <a:ext cx="805850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506630" y="4996340"/>
              <a:ext cx="176693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452230" y="4376514"/>
              <a:ext cx="54400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506630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482018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52503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5113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177237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2525031" y="6235992"/>
              <a:ext cx="860250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525031" y="5616166"/>
              <a:ext cx="525704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525031" y="4996340"/>
              <a:ext cx="36487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525031" y="4376514"/>
              <a:ext cx="2967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252503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3554819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65406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06094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46782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3654061" y="6235992"/>
              <a:ext cx="575197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597832" y="5616166"/>
              <a:ext cx="56228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654061" y="4996340"/>
              <a:ext cx="804021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633669" y="4376514"/>
              <a:ext cx="20391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365406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627621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67063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92424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17786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431479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670633" y="6235992"/>
              <a:ext cx="782898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670633" y="5616166"/>
              <a:ext cx="860250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670633" y="4996340"/>
              <a:ext cx="414417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670633" y="4376514"/>
              <a:ext cx="12468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467063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1454767" y="4066695"/>
              <a:ext cx="27898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ΔAIC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527568" y="4066695"/>
              <a:ext cx="32982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ΔAUC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600369" y="4066695"/>
              <a:ext cx="20272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ΔR²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673170" y="4066695"/>
              <a:ext cx="13377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|β|</a:t>
              </a:r>
            </a:p>
          </p:txBody>
        </p:sp>
        <p:sp>
          <p:nvSpPr>
            <p:cNvPr id="173" name="pl173"/>
            <p:cNvSpPr/>
            <p:nvPr/>
          </p:nvSpPr>
          <p:spPr>
            <a:xfrm>
              <a:off x="1409217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506630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780163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2053695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232722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148125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729414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002946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276479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2" name="pl182"/>
            <p:cNvSpPr/>
            <p:nvPr/>
          </p:nvSpPr>
          <p:spPr>
            <a:xfrm>
              <a:off x="2482018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2525031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285113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317723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249965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762346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3088449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89" name="pl189"/>
            <p:cNvSpPr/>
            <p:nvPr/>
          </p:nvSpPr>
          <p:spPr>
            <a:xfrm>
              <a:off x="3554819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654061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406094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46782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362868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3946781" y="6860574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4379039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96" name="pl196"/>
            <p:cNvSpPr/>
            <p:nvPr/>
          </p:nvSpPr>
          <p:spPr>
            <a:xfrm>
              <a:off x="4627621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4670633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92424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517786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5431479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tx201"/>
            <p:cNvSpPr/>
            <p:nvPr/>
          </p:nvSpPr>
          <p:spPr>
            <a:xfrm>
              <a:off x="4645258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4860835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5114450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368065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5" name="pl205"/>
            <p:cNvSpPr/>
            <p:nvPr/>
          </p:nvSpPr>
          <p:spPr>
            <a:xfrm>
              <a:off x="1409217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470458" y="6404746"/>
              <a:ext cx="8875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857706" y="5784920"/>
              <a:ext cx="50026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766449" y="5165094"/>
              <a:ext cx="5915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 x effort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678210" y="4545267"/>
              <a:ext cx="67976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210" name="pl210"/>
            <p:cNvSpPr/>
            <p:nvPr/>
          </p:nvSpPr>
          <p:spPr>
            <a:xfrm>
              <a:off x="1380749" y="64374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380749" y="58176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80749" y="51977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80749" y="45779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tx214"/>
            <p:cNvSpPr/>
            <p:nvPr/>
          </p:nvSpPr>
          <p:spPr>
            <a:xfrm>
              <a:off x="2224473" y="7246779"/>
              <a:ext cx="253416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Loss when the term is dropped from the full model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409217" y="3855944"/>
              <a:ext cx="4177253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ΔAIC and ΔAUC on fixed effects, ΔR² conditional, |β| standardised; larger = more important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409217" y="3681325"/>
              <a:ext cx="300929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and effort are of comparable importance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337408" y="3681804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18" name="rc218"/>
            <p:cNvSpPr/>
            <p:nvPr/>
          </p:nvSpPr>
          <p:spPr>
            <a:xfrm>
              <a:off x="6088671" y="4206062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6088671" y="653322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6088671" y="574435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088671" y="4955488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6088671" y="574435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6491705" y="4863363"/>
              <a:ext cx="3358611" cy="1581924"/>
            </a:xfrm>
            <a:custGeom>
              <a:avLst/>
              <a:pathLst>
                <a:path w="3358611" h="1581924">
                  <a:moveTo>
                    <a:pt x="0" y="1581924"/>
                  </a:moveTo>
                  <a:lnTo>
                    <a:pt x="671722" y="416625"/>
                  </a:lnTo>
                  <a:lnTo>
                    <a:pt x="1343444" y="248430"/>
                  </a:lnTo>
                  <a:lnTo>
                    <a:pt x="2015167" y="16013"/>
                  </a:lnTo>
                  <a:lnTo>
                    <a:pt x="2686889" y="17653"/>
                  </a:lnTo>
                  <a:lnTo>
                    <a:pt x="335861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455501" y="6409085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7127224" y="5243785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7798946" y="5075591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8470669" y="4843173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9142391" y="4844813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9814113" y="4827160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tx230"/>
            <p:cNvSpPr/>
            <p:nvPr/>
          </p:nvSpPr>
          <p:spPr>
            <a:xfrm>
              <a:off x="6382114" y="6309527"/>
              <a:ext cx="21918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0.411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7050499" y="5144227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0.559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7722221" y="4976033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0.580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8393943" y="4743616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0.610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9065666" y="4745255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0.609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9737388" y="4727602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0.612</a:t>
              </a:r>
            </a:p>
          </p:txBody>
        </p:sp>
        <p:sp>
          <p:nvSpPr>
            <p:cNvPr id="236" name="pl236"/>
            <p:cNvSpPr/>
            <p:nvPr/>
          </p:nvSpPr>
          <p:spPr>
            <a:xfrm>
              <a:off x="608867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tx237"/>
            <p:cNvSpPr/>
            <p:nvPr/>
          </p:nvSpPr>
          <p:spPr>
            <a:xfrm>
              <a:off x="5910601" y="650053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910601" y="571166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5910601" y="492279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40" name="pl240"/>
            <p:cNvSpPr/>
            <p:nvPr/>
          </p:nvSpPr>
          <p:spPr>
            <a:xfrm>
              <a:off x="6060203" y="65332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6060203" y="5744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6060203" y="49554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6088671" y="680933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6491705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16342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7835149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8506872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917859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985031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tx250"/>
            <p:cNvSpPr/>
            <p:nvPr/>
          </p:nvSpPr>
          <p:spPr>
            <a:xfrm rot="-1200000">
              <a:off x="6365072" y="6882903"/>
              <a:ext cx="14209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null</a:t>
              </a:r>
            </a:p>
          </p:txBody>
        </p:sp>
        <p:sp>
          <p:nvSpPr>
            <p:cNvPr id="251" name="tx251"/>
            <p:cNvSpPr/>
            <p:nvPr/>
          </p:nvSpPr>
          <p:spPr>
            <a:xfrm rot="-1200000">
              <a:off x="6974628" y="6893865"/>
              <a:ext cx="20619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</a:t>
              </a:r>
            </a:p>
          </p:txBody>
        </p:sp>
        <p:sp>
          <p:nvSpPr>
            <p:cNvPr id="252" name="tx252"/>
            <p:cNvSpPr/>
            <p:nvPr/>
          </p:nvSpPr>
          <p:spPr>
            <a:xfrm rot="-1200000">
              <a:off x="7566004" y="6908032"/>
              <a:ext cx="28904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</a:t>
              </a:r>
            </a:p>
          </p:txBody>
        </p:sp>
        <p:sp>
          <p:nvSpPr>
            <p:cNvPr id="253" name="tx253"/>
            <p:cNvSpPr/>
            <p:nvPr/>
          </p:nvSpPr>
          <p:spPr>
            <a:xfrm rot="-1200000">
              <a:off x="7936914" y="6961073"/>
              <a:ext cx="5992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 + climate</a:t>
              </a:r>
            </a:p>
          </p:txBody>
        </p:sp>
        <p:sp>
          <p:nvSpPr>
            <p:cNvPr id="254" name="tx254"/>
            <p:cNvSpPr/>
            <p:nvPr/>
          </p:nvSpPr>
          <p:spPr>
            <a:xfrm rot="-1200000">
              <a:off x="8454240" y="6988297"/>
              <a:ext cx="75840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annual variability</a:t>
              </a:r>
            </a:p>
          </p:txBody>
        </p:sp>
        <p:sp>
          <p:nvSpPr>
            <p:cNvPr id="255" name="tx255"/>
            <p:cNvSpPr/>
            <p:nvPr/>
          </p:nvSpPr>
          <p:spPr>
            <a:xfrm rot="-1200000">
              <a:off x="9072221" y="6997773"/>
              <a:ext cx="8138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interaction (MAIN)</a:t>
              </a:r>
            </a:p>
          </p:txBody>
        </p:sp>
        <p:sp>
          <p:nvSpPr>
            <p:cNvPr id="256" name="tx256"/>
            <p:cNvSpPr/>
            <p:nvPr/>
          </p:nvSpPr>
          <p:spPr>
            <a:xfrm rot="-5400000">
              <a:off x="5126061" y="5466777"/>
              <a:ext cx="138238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AUC from fixed effects only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088671" y="3855944"/>
              <a:ext cx="413564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Discrimination gained as fixed effects are added; random structure held at the main model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6088671" y="3681325"/>
              <a:ext cx="193441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Neither factor alone is sufficient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5752179" y="3681804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2026-07-26T19:00:55Z</dcterms:modified>
  <cp:category/>
</cp:coreProperties>
</file>