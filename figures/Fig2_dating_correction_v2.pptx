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8229600" cy="5852160"/>
            <a:chOff x="182880" y="182880"/>
            <a:chExt cx="8229600" cy="585216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8229600" cy="5852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8229600" cy="5852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3299618"/>
              <a:ext cx="8090421" cy="26658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52469" y="252469"/>
              <a:ext cx="3296245" cy="30471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548714" y="252469"/>
              <a:ext cx="4794176" cy="30471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729470" y="806953"/>
              <a:ext cx="2718023" cy="21163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29470" y="2827072"/>
              <a:ext cx="2718023" cy="0"/>
            </a:xfrm>
            <a:custGeom>
              <a:avLst/>
              <a:pathLst>
                <a:path w="2718023" h="0">
                  <a:moveTo>
                    <a:pt x="0" y="0"/>
                  </a:moveTo>
                  <a:lnTo>
                    <a:pt x="2718023" y="0"/>
                  </a:lnTo>
                  <a:lnTo>
                    <a:pt x="27180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9470" y="2344693"/>
              <a:ext cx="2718023" cy="0"/>
            </a:xfrm>
            <a:custGeom>
              <a:avLst/>
              <a:pathLst>
                <a:path w="2718023" h="0">
                  <a:moveTo>
                    <a:pt x="0" y="0"/>
                  </a:moveTo>
                  <a:lnTo>
                    <a:pt x="2718023" y="0"/>
                  </a:lnTo>
                  <a:lnTo>
                    <a:pt x="27180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29470" y="1862313"/>
              <a:ext cx="2718023" cy="0"/>
            </a:xfrm>
            <a:custGeom>
              <a:avLst/>
              <a:pathLst>
                <a:path w="2718023" h="0">
                  <a:moveTo>
                    <a:pt x="0" y="0"/>
                  </a:moveTo>
                  <a:lnTo>
                    <a:pt x="2718023" y="0"/>
                  </a:lnTo>
                  <a:lnTo>
                    <a:pt x="27180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29470" y="1379934"/>
              <a:ext cx="2718023" cy="0"/>
            </a:xfrm>
            <a:custGeom>
              <a:avLst/>
              <a:pathLst>
                <a:path w="2718023" h="0">
                  <a:moveTo>
                    <a:pt x="0" y="0"/>
                  </a:moveTo>
                  <a:lnTo>
                    <a:pt x="2718023" y="0"/>
                  </a:lnTo>
                  <a:lnTo>
                    <a:pt x="27180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29470" y="897554"/>
              <a:ext cx="2718023" cy="0"/>
            </a:xfrm>
            <a:custGeom>
              <a:avLst/>
              <a:pathLst>
                <a:path w="2718023" h="0">
                  <a:moveTo>
                    <a:pt x="0" y="0"/>
                  </a:moveTo>
                  <a:lnTo>
                    <a:pt x="2718023" y="0"/>
                  </a:lnTo>
                  <a:lnTo>
                    <a:pt x="27180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853016" y="2491143"/>
              <a:ext cx="79281" cy="335929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958725" y="2078226"/>
              <a:ext cx="79281" cy="748846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064433" y="2511789"/>
              <a:ext cx="79281" cy="315283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170141" y="2631805"/>
              <a:ext cx="79281" cy="195267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75849" y="2710723"/>
              <a:ext cx="79281" cy="116349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81558" y="2772660"/>
              <a:ext cx="79281" cy="54412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87266" y="2795235"/>
              <a:ext cx="79281" cy="31837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92974" y="2800831"/>
              <a:ext cx="79281" cy="26241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8682" y="2804497"/>
              <a:ext cx="79281" cy="22575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04391" y="2815881"/>
              <a:ext cx="79281" cy="11191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10099" y="2808356"/>
              <a:ext cx="79281" cy="18716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15807" y="2813952"/>
              <a:ext cx="79281" cy="13120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21515" y="2825143"/>
              <a:ext cx="79281" cy="1929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98365" y="903150"/>
              <a:ext cx="2325581" cy="829500"/>
            </a:xfrm>
            <a:custGeom>
              <a:avLst/>
              <a:pathLst>
                <a:path w="2325581" h="829500">
                  <a:moveTo>
                    <a:pt x="0" y="829500"/>
                  </a:moveTo>
                  <a:lnTo>
                    <a:pt x="105708" y="511322"/>
                  </a:lnTo>
                  <a:lnTo>
                    <a:pt x="211416" y="314318"/>
                  </a:lnTo>
                  <a:lnTo>
                    <a:pt x="317124" y="197003"/>
                  </a:lnTo>
                  <a:lnTo>
                    <a:pt x="422832" y="142012"/>
                  </a:lnTo>
                  <a:lnTo>
                    <a:pt x="528541" y="109982"/>
                  </a:lnTo>
                  <a:lnTo>
                    <a:pt x="634249" y="83355"/>
                  </a:lnTo>
                  <a:lnTo>
                    <a:pt x="739957" y="60586"/>
                  </a:lnTo>
                  <a:lnTo>
                    <a:pt x="845665" y="49395"/>
                  </a:lnTo>
                  <a:lnTo>
                    <a:pt x="951374" y="30293"/>
                  </a:lnTo>
                  <a:lnTo>
                    <a:pt x="1057082" y="17172"/>
                  </a:lnTo>
                  <a:lnTo>
                    <a:pt x="1162790" y="15243"/>
                  </a:lnTo>
                  <a:lnTo>
                    <a:pt x="1268498" y="9647"/>
                  </a:lnTo>
                  <a:lnTo>
                    <a:pt x="1374207" y="1929"/>
                  </a:lnTo>
                  <a:lnTo>
                    <a:pt x="1479915" y="1929"/>
                  </a:lnTo>
                  <a:lnTo>
                    <a:pt x="1585623" y="1929"/>
                  </a:lnTo>
                  <a:lnTo>
                    <a:pt x="1691331" y="1929"/>
                  </a:lnTo>
                  <a:lnTo>
                    <a:pt x="1797040" y="1929"/>
                  </a:lnTo>
                  <a:lnTo>
                    <a:pt x="1902748" y="1929"/>
                  </a:lnTo>
                  <a:lnTo>
                    <a:pt x="2008456" y="1929"/>
                  </a:lnTo>
                  <a:lnTo>
                    <a:pt x="2114164" y="1929"/>
                  </a:lnTo>
                  <a:lnTo>
                    <a:pt x="2219873" y="0"/>
                  </a:lnTo>
                  <a:lnTo>
                    <a:pt x="2325581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304950" y="884153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199242" y="884153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93534" y="886082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987825" y="886082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2117" y="886082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776409" y="886082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670701" y="886082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564992" y="886082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459284" y="886082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53576" y="886082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247868" y="893801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42159" y="899396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036451" y="901326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930743" y="914446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1825035" y="933549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19326" y="944740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613618" y="967508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507910" y="994135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402202" y="1026166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296493" y="1081157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190785" y="1198472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085077" y="1395475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979369" y="1713653"/>
              <a:ext cx="37993" cy="37993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8181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1685469" y="1015111"/>
              <a:ext cx="1285006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D55E00">
                      <a:alpha val="100000"/>
                    </a:srgbClr>
                  </a:solidFill>
                  <a:latin typeface="Arial"/>
                  <a:cs typeface="Arial"/>
                </a:rPr>
                <a:t>Reporting completeness c(t)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336632" y="2079378"/>
              <a:ext cx="668517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0072B2">
                      <a:alpha val="100000"/>
                    </a:srgbClr>
                  </a:solidFill>
                  <a:latin typeface="Arial"/>
                  <a:cs typeface="Arial"/>
                </a:rPr>
                <a:t>Publication lag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336632" y="2227676"/>
              <a:ext cx="64510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0072B2">
                      <a:alpha val="100000"/>
                    </a:srgbClr>
                  </a:solidFill>
                  <a:latin typeface="Arial"/>
                  <a:cs typeface="Arial"/>
                </a:rPr>
                <a:t>(% of records)</a:t>
              </a:r>
            </a:p>
          </p:txBody>
        </p:sp>
        <p:sp>
          <p:nvSpPr>
            <p:cNvPr id="54" name="pl54"/>
            <p:cNvSpPr/>
            <p:nvPr/>
          </p:nvSpPr>
          <p:spPr>
            <a:xfrm>
              <a:off x="729470" y="806953"/>
              <a:ext cx="0" cy="2116315"/>
            </a:xfrm>
            <a:custGeom>
              <a:avLst/>
              <a:pathLst>
                <a:path w="0" h="2116315">
                  <a:moveTo>
                    <a:pt x="0" y="2116315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616023" y="2790679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559514" y="2308300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59514" y="1825920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59514" y="1343540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03004" y="861161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60" name="pl60"/>
            <p:cNvSpPr/>
            <p:nvPr/>
          </p:nvSpPr>
          <p:spPr>
            <a:xfrm>
              <a:off x="697838" y="282707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697838" y="23446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697838" y="186231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97838" y="137993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97838" y="89755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29470" y="2923269"/>
              <a:ext cx="2718023" cy="0"/>
            </a:xfrm>
            <a:custGeom>
              <a:avLst/>
              <a:pathLst>
                <a:path w="2718023" h="0">
                  <a:moveTo>
                    <a:pt x="0" y="0"/>
                  </a:moveTo>
                  <a:lnTo>
                    <a:pt x="2718023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92657" y="292326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421198" y="292326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949739" y="292326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478281" y="292326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006822" y="292326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>
              <a:off x="864402" y="2980205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392943" y="2980205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893230" y="2980205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2421771" y="2980205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950312" y="2980205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939218" y="3106020"/>
              <a:ext cx="229852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Years between discovery and publication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162579" y="1819620"/>
              <a:ext cx="47320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Per cent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729470" y="509330"/>
              <a:ext cx="1570299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Median lag 1 yr, mean 2.09 yr;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729470" y="635517"/>
              <a:ext cx="1602943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81.7% lag by at least one year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29470" y="328384"/>
              <a:ext cx="250701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Records reach print years after discovery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23255" y="312698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3969205" y="806953"/>
              <a:ext cx="2718023" cy="21163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969205" y="2338457"/>
              <a:ext cx="2718023" cy="0"/>
            </a:xfrm>
            <a:custGeom>
              <a:avLst/>
              <a:pathLst>
                <a:path w="2718023" h="0">
                  <a:moveTo>
                    <a:pt x="0" y="0"/>
                  </a:moveTo>
                  <a:lnTo>
                    <a:pt x="2718023" y="0"/>
                  </a:lnTo>
                  <a:lnTo>
                    <a:pt x="27180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969205" y="1727688"/>
              <a:ext cx="2718023" cy="0"/>
            </a:xfrm>
            <a:custGeom>
              <a:avLst/>
              <a:pathLst>
                <a:path w="2718023" h="0">
                  <a:moveTo>
                    <a:pt x="0" y="0"/>
                  </a:moveTo>
                  <a:lnTo>
                    <a:pt x="2718023" y="0"/>
                  </a:lnTo>
                  <a:lnTo>
                    <a:pt x="27180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969205" y="1116919"/>
              <a:ext cx="2718023" cy="0"/>
            </a:xfrm>
            <a:custGeom>
              <a:avLst/>
              <a:pathLst>
                <a:path w="2718023" h="0">
                  <a:moveTo>
                    <a:pt x="0" y="0"/>
                  </a:moveTo>
                  <a:lnTo>
                    <a:pt x="2718023" y="0"/>
                  </a:lnTo>
                  <a:lnTo>
                    <a:pt x="27180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4092752" y="1208534"/>
              <a:ext cx="2416020" cy="1587999"/>
            </a:xfrm>
            <a:custGeom>
              <a:avLst/>
              <a:pathLst>
                <a:path w="2416020" h="1587999">
                  <a:moveTo>
                    <a:pt x="0" y="1465846"/>
                  </a:moveTo>
                  <a:lnTo>
                    <a:pt x="109819" y="1587999"/>
                  </a:lnTo>
                  <a:lnTo>
                    <a:pt x="219638" y="1160461"/>
                  </a:lnTo>
                  <a:lnTo>
                    <a:pt x="329457" y="1343692"/>
                  </a:lnTo>
                  <a:lnTo>
                    <a:pt x="439276" y="977230"/>
                  </a:lnTo>
                  <a:lnTo>
                    <a:pt x="549095" y="1099384"/>
                  </a:lnTo>
                  <a:lnTo>
                    <a:pt x="658914" y="1496384"/>
                  </a:lnTo>
                  <a:lnTo>
                    <a:pt x="768733" y="1068846"/>
                  </a:lnTo>
                  <a:lnTo>
                    <a:pt x="878553" y="855076"/>
                  </a:lnTo>
                  <a:lnTo>
                    <a:pt x="988372" y="824538"/>
                  </a:lnTo>
                  <a:lnTo>
                    <a:pt x="1098191" y="1038307"/>
                  </a:lnTo>
                  <a:lnTo>
                    <a:pt x="1208010" y="671846"/>
                  </a:lnTo>
                  <a:lnTo>
                    <a:pt x="1317829" y="641307"/>
                  </a:lnTo>
                  <a:lnTo>
                    <a:pt x="1427648" y="702384"/>
                  </a:lnTo>
                  <a:lnTo>
                    <a:pt x="1537467" y="366461"/>
                  </a:lnTo>
                  <a:lnTo>
                    <a:pt x="1647286" y="366461"/>
                  </a:lnTo>
                  <a:lnTo>
                    <a:pt x="1757106" y="855076"/>
                  </a:lnTo>
                  <a:lnTo>
                    <a:pt x="1866925" y="0"/>
                  </a:lnTo>
                  <a:lnTo>
                    <a:pt x="1976744" y="366461"/>
                  </a:lnTo>
                  <a:lnTo>
                    <a:pt x="2086563" y="519153"/>
                  </a:lnTo>
                  <a:lnTo>
                    <a:pt x="2196382" y="702384"/>
                  </a:lnTo>
                  <a:lnTo>
                    <a:pt x="2306201" y="549692"/>
                  </a:lnTo>
                  <a:lnTo>
                    <a:pt x="2416020" y="1313153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4092752" y="903150"/>
              <a:ext cx="2416020" cy="1923922"/>
            </a:xfrm>
            <a:custGeom>
              <a:avLst/>
              <a:pathLst>
                <a:path w="2416020" h="1923922">
                  <a:moveTo>
                    <a:pt x="0" y="1893384"/>
                  </a:moveTo>
                  <a:lnTo>
                    <a:pt x="109819" y="1771230"/>
                  </a:lnTo>
                  <a:lnTo>
                    <a:pt x="219638" y="1923922"/>
                  </a:lnTo>
                  <a:lnTo>
                    <a:pt x="329457" y="1893384"/>
                  </a:lnTo>
                  <a:lnTo>
                    <a:pt x="439276" y="1038307"/>
                  </a:lnTo>
                  <a:lnTo>
                    <a:pt x="549095" y="1526922"/>
                  </a:lnTo>
                  <a:lnTo>
                    <a:pt x="658914" y="1740692"/>
                  </a:lnTo>
                  <a:lnTo>
                    <a:pt x="768733" y="1557461"/>
                  </a:lnTo>
                  <a:lnTo>
                    <a:pt x="878553" y="977230"/>
                  </a:lnTo>
                  <a:lnTo>
                    <a:pt x="988372" y="1252076"/>
                  </a:lnTo>
                  <a:lnTo>
                    <a:pt x="1098191" y="1587999"/>
                  </a:lnTo>
                  <a:lnTo>
                    <a:pt x="1208010" y="1221538"/>
                  </a:lnTo>
                  <a:lnTo>
                    <a:pt x="1317829" y="1068846"/>
                  </a:lnTo>
                  <a:lnTo>
                    <a:pt x="1427648" y="1313153"/>
                  </a:lnTo>
                  <a:lnTo>
                    <a:pt x="1537467" y="1221538"/>
                  </a:lnTo>
                  <a:lnTo>
                    <a:pt x="1647286" y="671846"/>
                  </a:lnTo>
                  <a:lnTo>
                    <a:pt x="1757106" y="793999"/>
                  </a:lnTo>
                  <a:lnTo>
                    <a:pt x="1866925" y="641307"/>
                  </a:lnTo>
                  <a:lnTo>
                    <a:pt x="1976744" y="1007769"/>
                  </a:lnTo>
                  <a:lnTo>
                    <a:pt x="2086563" y="1038307"/>
                  </a:lnTo>
                  <a:lnTo>
                    <a:pt x="2196382" y="702384"/>
                  </a:lnTo>
                  <a:lnTo>
                    <a:pt x="2306201" y="213769"/>
                  </a:lnTo>
                  <a:lnTo>
                    <a:pt x="2416020" y="0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488421" y="2501336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719687" y="1554644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158963" y="1707336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280410" y="1860029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609868" y="1554644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950953" y="2043259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170591" y="2226490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829506" y="2043259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049144" y="1554644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511676" y="2165413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731315" y="2684567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060772" y="2012721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939325" y="1188182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268782" y="1890567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500049" y="1890567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378602" y="1737875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401857" y="2531875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41134" y="2257029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182219" y="2776182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621496" y="2287567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390229" y="1829490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292038" y="2348644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072400" y="2654029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488421" y="882798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939325" y="1524106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829506" y="1676798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719687" y="1554644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280410" y="2104336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500049" y="2195952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6049144" y="1890567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6378602" y="1096567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950953" y="1860029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6268782" y="1585182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731315" y="2623490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158963" y="1921106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621496" y="2409721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70591" y="2470798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511676" y="1921106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609868" y="2104336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292038" y="2806721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072400" y="2776182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41134" y="2440259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401857" y="2776182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390229" y="1951644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182219" y="2654029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060772" y="2134875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34225" y="806953"/>
              <a:ext cx="329457" cy="2116315"/>
            </a:xfrm>
            <a:prstGeom prst="rect">
              <a:avLst/>
            </a:prstGeom>
            <a:solidFill>
              <a:srgbClr val="B3B3B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35" name="tx135"/>
            <p:cNvSpPr/>
            <p:nvPr/>
          </p:nvSpPr>
          <p:spPr>
            <a:xfrm>
              <a:off x="5544465" y="853578"/>
              <a:ext cx="656813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right-censored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5407122" y="1001876"/>
              <a:ext cx="794156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by publication lag</a:t>
              </a:r>
            </a:p>
          </p:txBody>
        </p:sp>
        <p:sp>
          <p:nvSpPr>
            <p:cNvPr id="137" name="pl137"/>
            <p:cNvSpPr/>
            <p:nvPr/>
          </p:nvSpPr>
          <p:spPr>
            <a:xfrm>
              <a:off x="3969205" y="806953"/>
              <a:ext cx="0" cy="2116315"/>
            </a:xfrm>
            <a:custGeom>
              <a:avLst/>
              <a:pathLst>
                <a:path w="0" h="2116315">
                  <a:moveTo>
                    <a:pt x="0" y="2116315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tx138"/>
            <p:cNvSpPr/>
            <p:nvPr/>
          </p:nvSpPr>
          <p:spPr>
            <a:xfrm>
              <a:off x="3799249" y="2302064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3799249" y="1691295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3799249" y="108052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41" name="pl141"/>
            <p:cNvSpPr/>
            <p:nvPr/>
          </p:nvSpPr>
          <p:spPr>
            <a:xfrm>
              <a:off x="3937574" y="233845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3937574" y="172768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3937574" y="11169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3969205" y="2923269"/>
              <a:ext cx="2718023" cy="0"/>
            </a:xfrm>
            <a:custGeom>
              <a:avLst/>
              <a:pathLst>
                <a:path w="2718023" h="0">
                  <a:moveTo>
                    <a:pt x="0" y="0"/>
                  </a:moveTo>
                  <a:lnTo>
                    <a:pt x="2718023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4422209" y="292326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4971305" y="292326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5520400" y="292326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6069496" y="292326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6618591" y="292326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4309189" y="2980205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2005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4858285" y="2980205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2010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5407380" y="2980205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2015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5956476" y="2980205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6505572" y="2980205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2025</a:t>
              </a:r>
            </a:p>
          </p:txBody>
        </p:sp>
        <p:sp>
          <p:nvSpPr>
            <p:cNvPr id="155" name="tx155"/>
            <p:cNvSpPr/>
            <p:nvPr/>
          </p:nvSpPr>
          <p:spPr>
            <a:xfrm rot="-5400000">
              <a:off x="3052694" y="1819620"/>
              <a:ext cx="128546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New provincial records</a:t>
              </a:r>
            </a:p>
          </p:txBody>
        </p:sp>
        <p:sp>
          <p:nvSpPr>
            <p:cNvPr id="156" name="rc156"/>
            <p:cNvSpPr/>
            <p:nvPr/>
          </p:nvSpPr>
          <p:spPr>
            <a:xfrm>
              <a:off x="3948858" y="904939"/>
              <a:ext cx="1345345" cy="35427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4012121" y="968201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4023508" y="1025138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048705" y="1004786"/>
              <a:ext cx="40703" cy="40703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4012121" y="1082074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4023508" y="1139011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048705" y="1118659"/>
              <a:ext cx="40703" cy="40703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tx163"/>
            <p:cNvSpPr/>
            <p:nvPr/>
          </p:nvSpPr>
          <p:spPr>
            <a:xfrm>
              <a:off x="4189256" y="984218"/>
              <a:ext cx="98426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Discovery year (v2)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4189256" y="1098091"/>
              <a:ext cx="104168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Publication year (v1)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3969205" y="509330"/>
              <a:ext cx="1797161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The same events, dated two ways;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3969205" y="635517"/>
              <a:ext cx="1038392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83.1% change year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3969205" y="328384"/>
              <a:ext cx="278160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Publication-year dating fakes a terminal surge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622464" y="312698"/>
              <a:ext cx="100858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69" name="rc169"/>
            <p:cNvSpPr/>
            <p:nvPr/>
          </p:nvSpPr>
          <p:spPr>
            <a:xfrm>
              <a:off x="729470" y="3727916"/>
              <a:ext cx="5957758" cy="20104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729470" y="5722010"/>
              <a:ext cx="5957758" cy="0"/>
            </a:xfrm>
            <a:custGeom>
              <a:avLst/>
              <a:pathLst>
                <a:path w="5957758" h="0">
                  <a:moveTo>
                    <a:pt x="0" y="0"/>
                  </a:moveTo>
                  <a:lnTo>
                    <a:pt x="5957758" y="0"/>
                  </a:lnTo>
                  <a:lnTo>
                    <a:pt x="595775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729470" y="5336706"/>
              <a:ext cx="5957758" cy="0"/>
            </a:xfrm>
            <a:custGeom>
              <a:avLst/>
              <a:pathLst>
                <a:path w="5957758" h="0">
                  <a:moveTo>
                    <a:pt x="0" y="0"/>
                  </a:moveTo>
                  <a:lnTo>
                    <a:pt x="5957758" y="0"/>
                  </a:lnTo>
                  <a:lnTo>
                    <a:pt x="595775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729470" y="4951401"/>
              <a:ext cx="5957758" cy="0"/>
            </a:xfrm>
            <a:custGeom>
              <a:avLst/>
              <a:pathLst>
                <a:path w="5957758" h="0">
                  <a:moveTo>
                    <a:pt x="0" y="0"/>
                  </a:moveTo>
                  <a:lnTo>
                    <a:pt x="5957758" y="0"/>
                  </a:lnTo>
                  <a:lnTo>
                    <a:pt x="595775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729470" y="4566096"/>
              <a:ext cx="5957758" cy="0"/>
            </a:xfrm>
            <a:custGeom>
              <a:avLst/>
              <a:pathLst>
                <a:path w="5957758" h="0">
                  <a:moveTo>
                    <a:pt x="0" y="0"/>
                  </a:moveTo>
                  <a:lnTo>
                    <a:pt x="5957758" y="0"/>
                  </a:lnTo>
                  <a:lnTo>
                    <a:pt x="595775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729470" y="4180791"/>
              <a:ext cx="5957758" cy="0"/>
            </a:xfrm>
            <a:custGeom>
              <a:avLst/>
              <a:pathLst>
                <a:path w="5957758" h="0">
                  <a:moveTo>
                    <a:pt x="0" y="0"/>
                  </a:moveTo>
                  <a:lnTo>
                    <a:pt x="5957758" y="0"/>
                  </a:lnTo>
                  <a:lnTo>
                    <a:pt x="595775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729470" y="3795487"/>
              <a:ext cx="5957758" cy="0"/>
            </a:xfrm>
            <a:custGeom>
              <a:avLst/>
              <a:pathLst>
                <a:path w="5957758" h="0">
                  <a:moveTo>
                    <a:pt x="0" y="0"/>
                  </a:moveTo>
                  <a:lnTo>
                    <a:pt x="5957758" y="0"/>
                  </a:lnTo>
                  <a:lnTo>
                    <a:pt x="595775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729470" y="5336706"/>
              <a:ext cx="5957758" cy="0"/>
            </a:xfrm>
            <a:custGeom>
              <a:avLst/>
              <a:pathLst>
                <a:path w="5957758" h="0">
                  <a:moveTo>
                    <a:pt x="0" y="0"/>
                  </a:moveTo>
                  <a:lnTo>
                    <a:pt x="5957758" y="0"/>
                  </a:lnTo>
                  <a:lnTo>
                    <a:pt x="5957758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1306027" y="3819302"/>
              <a:ext cx="4804644" cy="995421"/>
            </a:xfrm>
            <a:custGeom>
              <a:avLst/>
              <a:pathLst>
                <a:path w="4804644" h="995421">
                  <a:moveTo>
                    <a:pt x="0" y="0"/>
                  </a:moveTo>
                  <a:lnTo>
                    <a:pt x="960928" y="921853"/>
                  </a:lnTo>
                  <a:lnTo>
                    <a:pt x="1921857" y="995421"/>
                  </a:lnTo>
                  <a:lnTo>
                    <a:pt x="2882786" y="939313"/>
                  </a:lnTo>
                  <a:lnTo>
                    <a:pt x="3843715" y="616823"/>
                  </a:lnTo>
                  <a:lnTo>
                    <a:pt x="4804644" y="690268"/>
                  </a:lnTo>
                </a:path>
              </a:pathLst>
            </a:custGeom>
            <a:ln w="1761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1306027" y="4489839"/>
              <a:ext cx="4804644" cy="144128"/>
            </a:xfrm>
            <a:custGeom>
              <a:avLst/>
              <a:pathLst>
                <a:path w="4804644" h="144128">
                  <a:moveTo>
                    <a:pt x="0" y="87874"/>
                  </a:moveTo>
                  <a:lnTo>
                    <a:pt x="960928" y="0"/>
                  </a:lnTo>
                  <a:lnTo>
                    <a:pt x="1921857" y="9375"/>
                  </a:lnTo>
                  <a:lnTo>
                    <a:pt x="2882786" y="10512"/>
                  </a:lnTo>
                  <a:lnTo>
                    <a:pt x="3843715" y="17563"/>
                  </a:lnTo>
                  <a:lnTo>
                    <a:pt x="4804644" y="144128"/>
                  </a:lnTo>
                </a:path>
              </a:pathLst>
            </a:custGeom>
            <a:ln w="1761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1306027" y="5347243"/>
              <a:ext cx="4804644" cy="277840"/>
            </a:xfrm>
            <a:custGeom>
              <a:avLst/>
              <a:pathLst>
                <a:path w="4804644" h="277840">
                  <a:moveTo>
                    <a:pt x="0" y="277840"/>
                  </a:moveTo>
                  <a:lnTo>
                    <a:pt x="960928" y="45564"/>
                  </a:lnTo>
                  <a:lnTo>
                    <a:pt x="1921857" y="70104"/>
                  </a:lnTo>
                  <a:lnTo>
                    <a:pt x="2882786" y="70605"/>
                  </a:lnTo>
                  <a:lnTo>
                    <a:pt x="3843715" y="64719"/>
                  </a:lnTo>
                  <a:lnTo>
                    <a:pt x="4804644" y="0"/>
                  </a:lnTo>
                </a:path>
              </a:pathLst>
            </a:custGeom>
            <a:ln w="1761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1306027" y="5575721"/>
              <a:ext cx="4804644" cy="71308"/>
            </a:xfrm>
            <a:custGeom>
              <a:avLst/>
              <a:pathLst>
                <a:path w="4804644" h="71308">
                  <a:moveTo>
                    <a:pt x="0" y="0"/>
                  </a:moveTo>
                  <a:lnTo>
                    <a:pt x="960928" y="46780"/>
                  </a:lnTo>
                  <a:lnTo>
                    <a:pt x="1921857" y="38646"/>
                  </a:lnTo>
                  <a:lnTo>
                    <a:pt x="2882786" y="39031"/>
                  </a:lnTo>
                  <a:lnTo>
                    <a:pt x="3843715" y="41582"/>
                  </a:lnTo>
                  <a:lnTo>
                    <a:pt x="4804644" y="71308"/>
                  </a:lnTo>
                </a:path>
              </a:pathLst>
            </a:custGeom>
            <a:ln w="17615" cap="flat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274835" y="3788110"/>
              <a:ext cx="62384" cy="6238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35764" y="4709963"/>
              <a:ext cx="62384" cy="6238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196693" y="4783531"/>
              <a:ext cx="62384" cy="6238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157621" y="4727424"/>
              <a:ext cx="62384" cy="6238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18550" y="4404934"/>
              <a:ext cx="62384" cy="6238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6079479" y="4478379"/>
              <a:ext cx="62384" cy="6238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274835" y="4546521"/>
              <a:ext cx="62384" cy="6238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235764" y="4458646"/>
              <a:ext cx="62384" cy="6238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196693" y="4468022"/>
              <a:ext cx="62384" cy="6238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157621" y="4469159"/>
              <a:ext cx="62384" cy="6238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118550" y="4476210"/>
              <a:ext cx="62384" cy="6238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6079479" y="4602775"/>
              <a:ext cx="62384" cy="6238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274835" y="5593892"/>
              <a:ext cx="62384" cy="6238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35764" y="5361616"/>
              <a:ext cx="62384" cy="6238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196693" y="5386156"/>
              <a:ext cx="62384" cy="6238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4157621" y="5386656"/>
              <a:ext cx="62384" cy="6238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118550" y="5380771"/>
              <a:ext cx="62384" cy="6238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6079479" y="5316051"/>
              <a:ext cx="62384" cy="6238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274835" y="5544529"/>
              <a:ext cx="62384" cy="62384"/>
            </a:xfrm>
            <a:prstGeom prst="ellipse">
              <a:avLst/>
            </a:prstGeom>
            <a:solidFill>
              <a:srgbClr val="CC79A7">
                <a:alpha val="100000"/>
              </a:srgbClr>
            </a:solidFill>
            <a:ln w="8181" cap="rnd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235764" y="5591309"/>
              <a:ext cx="62384" cy="62384"/>
            </a:xfrm>
            <a:prstGeom prst="ellipse">
              <a:avLst/>
            </a:prstGeom>
            <a:solidFill>
              <a:srgbClr val="CC79A7">
                <a:alpha val="100000"/>
              </a:srgbClr>
            </a:solidFill>
            <a:ln w="8181" cap="rnd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96693" y="5583175"/>
              <a:ext cx="62384" cy="62384"/>
            </a:xfrm>
            <a:prstGeom prst="ellipse">
              <a:avLst/>
            </a:prstGeom>
            <a:solidFill>
              <a:srgbClr val="CC79A7">
                <a:alpha val="100000"/>
              </a:srgbClr>
            </a:solidFill>
            <a:ln w="8181" cap="rnd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621" y="5583560"/>
              <a:ext cx="62384" cy="62384"/>
            </a:xfrm>
            <a:prstGeom prst="ellipse">
              <a:avLst/>
            </a:prstGeom>
            <a:solidFill>
              <a:srgbClr val="CC79A7">
                <a:alpha val="100000"/>
              </a:srgbClr>
            </a:solidFill>
            <a:ln w="8181" cap="rnd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118550" y="5586111"/>
              <a:ext cx="62384" cy="62384"/>
            </a:xfrm>
            <a:prstGeom prst="ellipse">
              <a:avLst/>
            </a:prstGeom>
            <a:solidFill>
              <a:srgbClr val="CC79A7">
                <a:alpha val="100000"/>
              </a:srgbClr>
            </a:solidFill>
            <a:ln w="8181" cap="rnd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6079479" y="5615837"/>
              <a:ext cx="62384" cy="62384"/>
            </a:xfrm>
            <a:prstGeom prst="ellipse">
              <a:avLst/>
            </a:prstGeom>
            <a:solidFill>
              <a:srgbClr val="CC79A7">
                <a:alpha val="100000"/>
              </a:srgbClr>
            </a:solidFill>
            <a:ln w="8181" cap="rnd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1786492" y="3727916"/>
              <a:ext cx="960928" cy="2010499"/>
            </a:xfrm>
            <a:prstGeom prst="rect">
              <a:avLst/>
            </a:prstGeom>
            <a:solidFill>
              <a:srgbClr val="D55E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6" name="tx206"/>
            <p:cNvSpPr/>
            <p:nvPr/>
          </p:nvSpPr>
          <p:spPr>
            <a:xfrm>
              <a:off x="2064188" y="3912804"/>
              <a:ext cx="405536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D55E00">
                      <a:alpha val="100000"/>
                    </a:srgbClr>
                  </a:solidFill>
                  <a:latin typeface="Arial"/>
                  <a:cs typeface="Arial"/>
                </a:rPr>
                <a:t>re-dating</a:t>
              </a:r>
            </a:p>
          </p:txBody>
        </p:sp>
        <p:sp>
          <p:nvSpPr>
            <p:cNvPr id="207" name="pl207"/>
            <p:cNvSpPr/>
            <p:nvPr/>
          </p:nvSpPr>
          <p:spPr>
            <a:xfrm>
              <a:off x="729470" y="3727916"/>
              <a:ext cx="0" cy="2010499"/>
            </a:xfrm>
            <a:custGeom>
              <a:avLst/>
              <a:pathLst>
                <a:path w="0" h="2010499">
                  <a:moveTo>
                    <a:pt x="0" y="201049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tx208"/>
            <p:cNvSpPr/>
            <p:nvPr/>
          </p:nvSpPr>
          <p:spPr>
            <a:xfrm>
              <a:off x="531259" y="568561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31259" y="530031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531259" y="4915008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531259" y="4529703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1.4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531259" y="4144398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1.6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531259" y="3759094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1.8</a:t>
              </a:r>
            </a:p>
          </p:txBody>
        </p:sp>
        <p:sp>
          <p:nvSpPr>
            <p:cNvPr id="214" name="pl214"/>
            <p:cNvSpPr/>
            <p:nvPr/>
          </p:nvSpPr>
          <p:spPr>
            <a:xfrm>
              <a:off x="697838" y="572201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697838" y="533670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697838" y="495140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697838" y="456609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697838" y="41807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697838" y="37954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29470" y="5738415"/>
              <a:ext cx="5957758" cy="0"/>
            </a:xfrm>
            <a:custGeom>
              <a:avLst/>
              <a:pathLst>
                <a:path w="5957758" h="0">
                  <a:moveTo>
                    <a:pt x="0" y="0"/>
                  </a:moveTo>
                  <a:lnTo>
                    <a:pt x="595775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1306027" y="5738415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2266956" y="5738415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3227885" y="5738415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4188814" y="5738415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5149742" y="5738415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6110671" y="5738415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tx227"/>
            <p:cNvSpPr/>
            <p:nvPr/>
          </p:nvSpPr>
          <p:spPr>
            <a:xfrm>
              <a:off x="1243894" y="5795352"/>
              <a:ext cx="12426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S0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2204822" y="5795352"/>
              <a:ext cx="12426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S1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3165751" y="5795352"/>
              <a:ext cx="12426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S2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4126680" y="5795352"/>
              <a:ext cx="12426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S3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5087609" y="5795352"/>
              <a:ext cx="12426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S4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6048538" y="5795352"/>
              <a:ext cx="12426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S5</a:t>
              </a:r>
            </a:p>
          </p:txBody>
        </p:sp>
        <p:sp>
          <p:nvSpPr>
            <p:cNvPr id="233" name="tx233"/>
            <p:cNvSpPr/>
            <p:nvPr/>
          </p:nvSpPr>
          <p:spPr>
            <a:xfrm rot="-5400000">
              <a:off x="-215250" y="4687674"/>
              <a:ext cx="12288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ratio per 1 SD</a:t>
              </a:r>
            </a:p>
          </p:txBody>
        </p:sp>
        <p:sp>
          <p:nvSpPr>
            <p:cNvPr id="234" name="rc234"/>
            <p:cNvSpPr/>
            <p:nvPr/>
          </p:nvSpPr>
          <p:spPr>
            <a:xfrm>
              <a:off x="6813754" y="4442157"/>
              <a:ext cx="1427916" cy="58201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6877017" y="4505420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6888404" y="4562356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761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902761" y="4531164"/>
              <a:ext cx="62384" cy="6238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6877017" y="4619293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6888404" y="4676229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761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902761" y="4645037"/>
              <a:ext cx="62384" cy="6238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6877017" y="4733166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6888404" y="4790102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761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6902761" y="4758910"/>
              <a:ext cx="62384" cy="62384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8181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6877017" y="4847039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6888404" y="4903975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7615" cap="flat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6902761" y="4872783"/>
              <a:ext cx="62384" cy="62384"/>
            </a:xfrm>
            <a:prstGeom prst="ellipse">
              <a:avLst/>
            </a:prstGeom>
            <a:solidFill>
              <a:srgbClr val="CC79A7">
                <a:alpha val="100000"/>
              </a:srgbClr>
            </a:solidFill>
            <a:ln w="8181" cap="rnd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tx247"/>
            <p:cNvSpPr/>
            <p:nvPr/>
          </p:nvSpPr>
          <p:spPr>
            <a:xfrm>
              <a:off x="7054152" y="4521437"/>
              <a:ext cx="645657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7054152" y="4635310"/>
              <a:ext cx="112425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7054152" y="4749183"/>
              <a:ext cx="864016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Annual variability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7054152" y="4863056"/>
              <a:ext cx="83182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Warming x effort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729470" y="3556480"/>
              <a:ext cx="5611032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S0 v1 published -&gt; S1 discovery-year -&gt; S2 effort gaps -&gt; S3 area weights -&gt; S4 offset -&gt; S5 province x year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729470" y="3375534"/>
              <a:ext cx="254852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Re-dating is the single decisive correction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347226" y="3354128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2026-10-13T20:59:13Z</dcterms:modified>
  <cp:category/>
</cp:coreProperties>
</file>