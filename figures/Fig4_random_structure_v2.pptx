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9144000" cy="3566160"/>
            <a:chOff x="182880" y="182880"/>
            <a:chExt cx="9144000" cy="35661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914400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9143999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2457856" cy="3426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710325" y="252469"/>
              <a:ext cx="2429601" cy="3426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139927" y="252469"/>
              <a:ext cx="4117363" cy="3426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729470" y="680766"/>
              <a:ext cx="1879635" cy="23090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29470" y="2884825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9470" y="2231143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9470" y="1577461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9470" y="923779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812841" y="785721"/>
              <a:ext cx="197058" cy="2099103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116008" y="1636815"/>
              <a:ext cx="197058" cy="1248009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419175" y="1929534"/>
              <a:ext cx="197058" cy="955290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722342" y="2841421"/>
              <a:ext cx="197058" cy="4340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025509" y="2850834"/>
              <a:ext cx="197058" cy="33991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328676" y="2884825"/>
              <a:ext cx="197058" cy="0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782805" y="675308"/>
              <a:ext cx="2571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160.6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114547" y="1526402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95.5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417714" y="1819120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73.1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749456" y="2731007"/>
              <a:ext cx="1428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3.3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052623" y="2740420"/>
              <a:ext cx="1428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2.6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55790" y="2774411"/>
              <a:ext cx="1428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729470" y="680766"/>
              <a:ext cx="0" cy="2309014"/>
            </a:xfrm>
            <a:custGeom>
              <a:avLst/>
              <a:pathLst>
                <a:path w="0" h="2309014">
                  <a:moveTo>
                    <a:pt x="0" y="230901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16023" y="2848432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59514" y="219475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03004" y="1541068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03004" y="887386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697838" y="288482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97838" y="22311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97838" y="157746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97838" y="92377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29470" y="2989780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11370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14537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517704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820871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124038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427205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 rot="-1500000">
              <a:off x="598258" y="3116132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</a:t>
              </a:r>
            </a:p>
          </p:txBody>
        </p:sp>
        <p:sp>
          <p:nvSpPr>
            <p:cNvPr id="42" name="tx42"/>
            <p:cNvSpPr/>
            <p:nvPr/>
          </p:nvSpPr>
          <p:spPr>
            <a:xfrm rot="-1500000">
              <a:off x="424854" y="3221785"/>
              <a:ext cx="84463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 + province</a:t>
              </a:r>
            </a:p>
          </p:txBody>
        </p:sp>
        <p:sp>
          <p:nvSpPr>
            <p:cNvPr id="43" name="tx43"/>
            <p:cNvSpPr/>
            <p:nvPr/>
          </p:nvSpPr>
          <p:spPr>
            <a:xfrm rot="-1500000">
              <a:off x="1109473" y="3179737"/>
              <a:ext cx="17501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(v1)</a:t>
              </a:r>
            </a:p>
          </p:txBody>
        </p:sp>
        <p:sp>
          <p:nvSpPr>
            <p:cNvPr id="44" name="tx44"/>
            <p:cNvSpPr/>
            <p:nvPr/>
          </p:nvSpPr>
          <p:spPr>
            <a:xfrm rot="-1500000">
              <a:off x="1261156" y="3103592"/>
              <a:ext cx="28529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year</a:t>
              </a:r>
            </a:p>
          </p:txBody>
        </p:sp>
        <p:sp>
          <p:nvSpPr>
            <p:cNvPr id="45" name="tx45"/>
            <p:cNvSpPr/>
            <p:nvPr/>
          </p:nvSpPr>
          <p:spPr>
            <a:xfrm rot="-1500000">
              <a:off x="1095858" y="3207448"/>
              <a:ext cx="77678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province x year</a:t>
              </a:r>
            </a:p>
          </p:txBody>
        </p:sp>
        <p:sp>
          <p:nvSpPr>
            <p:cNvPr id="46" name="tx46"/>
            <p:cNvSpPr/>
            <p:nvPr/>
          </p:nvSpPr>
          <p:spPr>
            <a:xfrm rot="-1500000">
              <a:off x="1576095" y="3210710"/>
              <a:ext cx="3215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(MAIN)</a:t>
              </a:r>
            </a:p>
          </p:txBody>
        </p:sp>
        <p:sp>
          <p:nvSpPr>
            <p:cNvPr id="47" name="tx47"/>
            <p:cNvSpPr/>
            <p:nvPr/>
          </p:nvSpPr>
          <p:spPr>
            <a:xfrm rot="-1500000">
              <a:off x="1076110" y="3279037"/>
              <a:ext cx="111556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species warming slope</a:t>
              </a:r>
            </a:p>
          </p:txBody>
        </p:sp>
        <p:sp>
          <p:nvSpPr>
            <p:cNvPr id="48" name="tx48"/>
            <p:cNvSpPr/>
            <p:nvPr/>
          </p:nvSpPr>
          <p:spPr>
            <a:xfrm rot="-1500000">
              <a:off x="1488484" y="3254826"/>
              <a:ext cx="100099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province effort slope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30895" y="1789782"/>
              <a:ext cx="5365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Delta AIC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9470" y="509330"/>
              <a:ext cx="765535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Lower is better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29470" y="328384"/>
              <a:ext cx="15517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19063" y="318395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3159072" y="680766"/>
              <a:ext cx="1879635" cy="23090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59072" y="2534900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59072" y="1914592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59072" y="1294284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340972" y="2184712"/>
              <a:ext cx="1515834" cy="700112"/>
            </a:xfrm>
            <a:custGeom>
              <a:avLst/>
              <a:pathLst>
                <a:path w="1515834" h="700112">
                  <a:moveTo>
                    <a:pt x="0" y="700112"/>
                  </a:moveTo>
                  <a:lnTo>
                    <a:pt x="303166" y="415554"/>
                  </a:lnTo>
                  <a:lnTo>
                    <a:pt x="606333" y="405355"/>
                  </a:lnTo>
                  <a:lnTo>
                    <a:pt x="909500" y="0"/>
                  </a:lnTo>
                  <a:lnTo>
                    <a:pt x="1212667" y="25096"/>
                  </a:lnTo>
                  <a:lnTo>
                    <a:pt x="1515834" y="38683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40972" y="785721"/>
              <a:ext cx="1515834" cy="544519"/>
            </a:xfrm>
            <a:custGeom>
              <a:avLst/>
              <a:pathLst>
                <a:path w="1515834" h="544519">
                  <a:moveTo>
                    <a:pt x="0" y="544519"/>
                  </a:moveTo>
                  <a:lnTo>
                    <a:pt x="303166" y="441815"/>
                  </a:lnTo>
                  <a:lnTo>
                    <a:pt x="606333" y="394068"/>
                  </a:lnTo>
                  <a:lnTo>
                    <a:pt x="909500" y="33200"/>
                  </a:lnTo>
                  <a:lnTo>
                    <a:pt x="1212667" y="0"/>
                  </a:lnTo>
                  <a:lnTo>
                    <a:pt x="1515834" y="38692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40972" y="1560470"/>
              <a:ext cx="1515834" cy="8693"/>
            </a:xfrm>
            <a:custGeom>
              <a:avLst/>
              <a:pathLst>
                <a:path w="1515834" h="8693">
                  <a:moveTo>
                    <a:pt x="0" y="0"/>
                  </a:moveTo>
                  <a:lnTo>
                    <a:pt x="303166" y="5100"/>
                  </a:lnTo>
                  <a:lnTo>
                    <a:pt x="606333" y="4672"/>
                  </a:lnTo>
                  <a:lnTo>
                    <a:pt x="909500" y="7441"/>
                  </a:lnTo>
                  <a:lnTo>
                    <a:pt x="1212667" y="7572"/>
                  </a:lnTo>
                  <a:lnTo>
                    <a:pt x="1515834" y="8693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309780" y="2853633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612947" y="2569074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916114" y="2558876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219281" y="2153520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522448" y="2178616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825615" y="2192204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09780" y="1299049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612947" y="1196344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916114" y="1148597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219281" y="787730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522448" y="754529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825615" y="793222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309780" y="1529278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612947" y="1534378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916114" y="1533951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219281" y="1536720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522448" y="1536850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825615" y="1537972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59072" y="680766"/>
              <a:ext cx="0" cy="2309014"/>
            </a:xfrm>
            <a:custGeom>
              <a:avLst/>
              <a:pathLst>
                <a:path w="0" h="2309014">
                  <a:moveTo>
                    <a:pt x="0" y="230901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2960861" y="2498506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960861" y="187819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960861" y="1257891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0.7</a:t>
              </a:r>
            </a:p>
          </p:txBody>
        </p:sp>
        <p:sp>
          <p:nvSpPr>
            <p:cNvPr id="82" name="pl82"/>
            <p:cNvSpPr/>
            <p:nvPr/>
          </p:nvSpPr>
          <p:spPr>
            <a:xfrm>
              <a:off x="3127440" y="253490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27440" y="191459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27440" y="129428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59072" y="2989780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40972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644139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947306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250473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553640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856807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 rot="-1500000">
              <a:off x="3027860" y="3116132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</a:t>
              </a:r>
            </a:p>
          </p:txBody>
        </p:sp>
        <p:sp>
          <p:nvSpPr>
            <p:cNvPr id="93" name="tx93"/>
            <p:cNvSpPr/>
            <p:nvPr/>
          </p:nvSpPr>
          <p:spPr>
            <a:xfrm rot="-1500000">
              <a:off x="2854456" y="3221785"/>
              <a:ext cx="84463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 + province</a:t>
              </a:r>
            </a:p>
          </p:txBody>
        </p:sp>
        <p:sp>
          <p:nvSpPr>
            <p:cNvPr id="94" name="tx94"/>
            <p:cNvSpPr/>
            <p:nvPr/>
          </p:nvSpPr>
          <p:spPr>
            <a:xfrm rot="-1500000">
              <a:off x="3539075" y="3179737"/>
              <a:ext cx="17501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(v1)</a:t>
              </a:r>
            </a:p>
          </p:txBody>
        </p:sp>
        <p:sp>
          <p:nvSpPr>
            <p:cNvPr id="95" name="tx95"/>
            <p:cNvSpPr/>
            <p:nvPr/>
          </p:nvSpPr>
          <p:spPr>
            <a:xfrm rot="-1500000">
              <a:off x="3690758" y="3103592"/>
              <a:ext cx="28529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year</a:t>
              </a:r>
            </a:p>
          </p:txBody>
        </p:sp>
        <p:sp>
          <p:nvSpPr>
            <p:cNvPr id="96" name="tx96"/>
            <p:cNvSpPr/>
            <p:nvPr/>
          </p:nvSpPr>
          <p:spPr>
            <a:xfrm rot="-1500000">
              <a:off x="3525460" y="3207448"/>
              <a:ext cx="77678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province x year</a:t>
              </a:r>
            </a:p>
          </p:txBody>
        </p:sp>
        <p:sp>
          <p:nvSpPr>
            <p:cNvPr id="97" name="tx97"/>
            <p:cNvSpPr/>
            <p:nvPr/>
          </p:nvSpPr>
          <p:spPr>
            <a:xfrm rot="-1500000">
              <a:off x="4005697" y="3210710"/>
              <a:ext cx="3215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(MAIN)</a:t>
              </a:r>
            </a:p>
          </p:txBody>
        </p:sp>
        <p:sp>
          <p:nvSpPr>
            <p:cNvPr id="98" name="tx98"/>
            <p:cNvSpPr/>
            <p:nvPr/>
          </p:nvSpPr>
          <p:spPr>
            <a:xfrm rot="-1500000">
              <a:off x="3505712" y="3279037"/>
              <a:ext cx="111556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species warming slope</a:t>
              </a:r>
            </a:p>
          </p:txBody>
        </p:sp>
        <p:sp>
          <p:nvSpPr>
            <p:cNvPr id="99" name="tx99"/>
            <p:cNvSpPr/>
            <p:nvPr/>
          </p:nvSpPr>
          <p:spPr>
            <a:xfrm rot="-1500000">
              <a:off x="3918086" y="3254826"/>
              <a:ext cx="100099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province effort slope</a:t>
              </a:r>
            </a:p>
          </p:txBody>
        </p:sp>
        <p:sp>
          <p:nvSpPr>
            <p:cNvPr id="100" name="tx100"/>
            <p:cNvSpPr/>
            <p:nvPr/>
          </p:nvSpPr>
          <p:spPr>
            <a:xfrm rot="-5400000">
              <a:off x="1878675" y="1789782"/>
              <a:ext cx="195672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Explained variation / discrimination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3114195" y="1601201"/>
              <a:ext cx="1142348" cy="46814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177458" y="1664464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188845" y="172140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203202" y="1690208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177458" y="1778337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188845" y="183527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203202" y="1804081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177458" y="189221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188845" y="1949146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203202" y="1917954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>
              <a:off x="3354594" y="1680481"/>
              <a:ext cx="74971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Conditional R2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354594" y="1794354"/>
              <a:ext cx="83868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Conditional AUC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3354594" y="1908227"/>
              <a:ext cx="70509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Marginal AUC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3159072" y="509330"/>
              <a:ext cx="1945751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Marginal AUC is flat across structures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3159072" y="328384"/>
              <a:ext cx="113641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Explanatory power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772253" y="318395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5588674" y="680766"/>
              <a:ext cx="1879635" cy="23090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588674" y="2884825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588674" y="2292193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588674" y="1699560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588674" y="1106928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  <a:lnTo>
                    <a:pt x="187963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5672045" y="2423757"/>
              <a:ext cx="197058" cy="461067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975212" y="1909352"/>
              <a:ext cx="197058" cy="442103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975212" y="2351456"/>
              <a:ext cx="197058" cy="533369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6278379" y="1508733"/>
              <a:ext cx="197058" cy="44684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278379" y="1955578"/>
              <a:ext cx="197058" cy="509663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6278379" y="2465241"/>
              <a:ext cx="197058" cy="419583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6581546" y="1066629"/>
              <a:ext cx="197058" cy="47884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581546" y="1545476"/>
              <a:ext cx="197058" cy="393507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6581546" y="1938984"/>
              <a:ext cx="197058" cy="945841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6884713" y="796389"/>
              <a:ext cx="197058" cy="44447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884713" y="1240863"/>
              <a:ext cx="197058" cy="368617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884713" y="1609480"/>
              <a:ext cx="197058" cy="952952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884713" y="2562433"/>
              <a:ext cx="197058" cy="322391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7187879" y="785721"/>
              <a:ext cx="197058" cy="475291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7187879" y="1261013"/>
              <a:ext cx="197058" cy="394693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187879" y="1655706"/>
              <a:ext cx="197058" cy="906727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187879" y="2562433"/>
              <a:ext cx="197058" cy="322391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588674" y="680766"/>
              <a:ext cx="0" cy="2309014"/>
            </a:xfrm>
            <a:custGeom>
              <a:avLst/>
              <a:pathLst>
                <a:path w="0" h="2309014">
                  <a:moveTo>
                    <a:pt x="0" y="230901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5390462" y="284843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5390462" y="225580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390462" y="166316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390462" y="107053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44" name="pl144"/>
            <p:cNvSpPr/>
            <p:nvPr/>
          </p:nvSpPr>
          <p:spPr>
            <a:xfrm>
              <a:off x="5557042" y="288482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557042" y="229219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57042" y="169956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57042" y="110692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588674" y="2989780"/>
              <a:ext cx="1879635" cy="0"/>
            </a:xfrm>
            <a:custGeom>
              <a:avLst/>
              <a:pathLst>
                <a:path w="1879635" h="0">
                  <a:moveTo>
                    <a:pt x="0" y="0"/>
                  </a:moveTo>
                  <a:lnTo>
                    <a:pt x="187963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770574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6073741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376908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6680075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983242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286409" y="298978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 rot="-1500000">
              <a:off x="5457462" y="3116132"/>
              <a:ext cx="34463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</a:t>
              </a:r>
            </a:p>
          </p:txBody>
        </p:sp>
        <p:sp>
          <p:nvSpPr>
            <p:cNvPr id="156" name="tx156"/>
            <p:cNvSpPr/>
            <p:nvPr/>
          </p:nvSpPr>
          <p:spPr>
            <a:xfrm rot="-1500000">
              <a:off x="5284058" y="3221785"/>
              <a:ext cx="84463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 + province</a:t>
              </a:r>
            </a:p>
          </p:txBody>
        </p:sp>
        <p:sp>
          <p:nvSpPr>
            <p:cNvPr id="157" name="tx157"/>
            <p:cNvSpPr/>
            <p:nvPr/>
          </p:nvSpPr>
          <p:spPr>
            <a:xfrm rot="-1500000">
              <a:off x="5968677" y="3179737"/>
              <a:ext cx="17501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(v1)</a:t>
              </a:r>
            </a:p>
          </p:txBody>
        </p:sp>
        <p:sp>
          <p:nvSpPr>
            <p:cNvPr id="158" name="tx158"/>
            <p:cNvSpPr/>
            <p:nvPr/>
          </p:nvSpPr>
          <p:spPr>
            <a:xfrm rot="-1500000">
              <a:off x="6120360" y="3103592"/>
              <a:ext cx="28529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year</a:t>
              </a:r>
            </a:p>
          </p:txBody>
        </p:sp>
        <p:sp>
          <p:nvSpPr>
            <p:cNvPr id="159" name="tx159"/>
            <p:cNvSpPr/>
            <p:nvPr/>
          </p:nvSpPr>
          <p:spPr>
            <a:xfrm rot="-1500000">
              <a:off x="5955062" y="3207448"/>
              <a:ext cx="77678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province x year</a:t>
              </a:r>
            </a:p>
          </p:txBody>
        </p:sp>
        <p:sp>
          <p:nvSpPr>
            <p:cNvPr id="160" name="tx160"/>
            <p:cNvSpPr/>
            <p:nvPr/>
          </p:nvSpPr>
          <p:spPr>
            <a:xfrm rot="-1500000">
              <a:off x="6435299" y="3210710"/>
              <a:ext cx="3215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(MAIN)</a:t>
              </a:r>
            </a:p>
          </p:txBody>
        </p:sp>
        <p:sp>
          <p:nvSpPr>
            <p:cNvPr id="161" name="tx161"/>
            <p:cNvSpPr/>
            <p:nvPr/>
          </p:nvSpPr>
          <p:spPr>
            <a:xfrm rot="-1500000">
              <a:off x="5935314" y="3279037"/>
              <a:ext cx="111556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species warming slope</a:t>
              </a:r>
            </a:p>
          </p:txBody>
        </p:sp>
        <p:sp>
          <p:nvSpPr>
            <p:cNvPr id="162" name="tx162"/>
            <p:cNvSpPr/>
            <p:nvPr/>
          </p:nvSpPr>
          <p:spPr>
            <a:xfrm rot="-1500000">
              <a:off x="6347688" y="3254826"/>
              <a:ext cx="100099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province effort slope</a:t>
              </a:r>
            </a:p>
          </p:txBody>
        </p:sp>
        <p:sp>
          <p:nvSpPr>
            <p:cNvPr id="163" name="tx163"/>
            <p:cNvSpPr/>
            <p:nvPr/>
          </p:nvSpPr>
          <p:spPr>
            <a:xfrm rot="-5400000">
              <a:off x="4383806" y="1789782"/>
              <a:ext cx="180566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Random-effect SD (latent scale)</a:t>
              </a:r>
            </a:p>
          </p:txBody>
        </p:sp>
        <p:sp>
          <p:nvSpPr>
            <p:cNvPr id="164" name="rc164"/>
            <p:cNvSpPr/>
            <p:nvPr/>
          </p:nvSpPr>
          <p:spPr>
            <a:xfrm>
              <a:off x="7594834" y="1345862"/>
              <a:ext cx="1561235" cy="9788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7658097" y="1421104"/>
              <a:ext cx="73664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Random term</a:t>
              </a:r>
            </a:p>
          </p:txBody>
        </p:sp>
        <p:sp>
          <p:nvSpPr>
            <p:cNvPr id="166" name="rc166"/>
            <p:cNvSpPr/>
            <p:nvPr/>
          </p:nvSpPr>
          <p:spPr>
            <a:xfrm>
              <a:off x="7658097" y="1578184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666279" y="1586366"/>
              <a:ext cx="97509" cy="97509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658097" y="1692057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666279" y="1700239"/>
              <a:ext cx="97509" cy="97509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658097" y="180593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666279" y="1814111"/>
              <a:ext cx="97509" cy="97509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658097" y="191980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666279" y="1927984"/>
              <a:ext cx="97509" cy="97509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658097" y="203367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666279" y="2041857"/>
              <a:ext cx="97509" cy="97509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658097" y="214754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666279" y="2155730"/>
              <a:ext cx="97509" cy="97509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7835233" y="1594201"/>
              <a:ext cx="87663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Species intercept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7835233" y="1708074"/>
              <a:ext cx="91467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Province intercept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835233" y="1821947"/>
              <a:ext cx="70088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 intercept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7835233" y="1935820"/>
              <a:ext cx="125757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Province x year intercept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835233" y="2049693"/>
              <a:ext cx="125126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Species slope (warming)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835233" y="2163566"/>
              <a:ext cx="111565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Province slope (effort)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588674" y="509330"/>
              <a:ext cx="1667408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 component collapses to zero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588674" y="328384"/>
              <a:ext cx="110871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Variance structure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214820" y="318395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2026-10-13T20:59:16Z</dcterms:modified>
  <cp:category/>
</cp:coreProperties>
</file>