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1430000" cy="4023360"/>
            <a:chOff x="182880" y="182880"/>
            <a:chExt cx="11430000" cy="402336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1430000" cy="40233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1429999" cy="40233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3274871" cy="38841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3527340" y="252469"/>
              <a:ext cx="3249450" cy="38841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6776790" y="252469"/>
              <a:ext cx="4766500" cy="38841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691444" y="656226"/>
              <a:ext cx="2734675" cy="285334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91444" y="3379873"/>
              <a:ext cx="2734675" cy="0"/>
            </a:xfrm>
            <a:custGeom>
              <a:avLst/>
              <a:pathLst>
                <a:path w="2734675" h="0">
                  <a:moveTo>
                    <a:pt x="0" y="0"/>
                  </a:moveTo>
                  <a:lnTo>
                    <a:pt x="2734675" y="0"/>
                  </a:lnTo>
                  <a:lnTo>
                    <a:pt x="27346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1444" y="2584866"/>
              <a:ext cx="2734675" cy="0"/>
            </a:xfrm>
            <a:custGeom>
              <a:avLst/>
              <a:pathLst>
                <a:path w="2734675" h="0">
                  <a:moveTo>
                    <a:pt x="0" y="0"/>
                  </a:moveTo>
                  <a:lnTo>
                    <a:pt x="2734675" y="0"/>
                  </a:lnTo>
                  <a:lnTo>
                    <a:pt x="27346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1444" y="1789859"/>
              <a:ext cx="2734675" cy="0"/>
            </a:xfrm>
            <a:custGeom>
              <a:avLst/>
              <a:pathLst>
                <a:path w="2734675" h="0">
                  <a:moveTo>
                    <a:pt x="0" y="0"/>
                  </a:moveTo>
                  <a:lnTo>
                    <a:pt x="2734675" y="0"/>
                  </a:lnTo>
                  <a:lnTo>
                    <a:pt x="27346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1444" y="994852"/>
              <a:ext cx="2734675" cy="0"/>
            </a:xfrm>
            <a:custGeom>
              <a:avLst/>
              <a:pathLst>
                <a:path w="2734675" h="0">
                  <a:moveTo>
                    <a:pt x="0" y="0"/>
                  </a:moveTo>
                  <a:lnTo>
                    <a:pt x="2734675" y="0"/>
                  </a:lnTo>
                  <a:lnTo>
                    <a:pt x="27346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812740" y="785924"/>
              <a:ext cx="286699" cy="2593949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253816" y="1810529"/>
              <a:ext cx="286699" cy="156934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694893" y="2190224"/>
              <a:ext cx="286699" cy="1189648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2135970" y="3296397"/>
              <a:ext cx="286699" cy="8347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2577047" y="3308640"/>
              <a:ext cx="286699" cy="71232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3018123" y="3379873"/>
              <a:ext cx="286699" cy="0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843161" y="688952"/>
              <a:ext cx="2258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163.1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1309338" y="1713557"/>
              <a:ext cx="1756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98.7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1750415" y="2093252"/>
              <a:ext cx="1756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74.8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216592" y="3199425"/>
              <a:ext cx="125455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5.2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657669" y="3211668"/>
              <a:ext cx="125455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4.5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3098745" y="3282901"/>
              <a:ext cx="125455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5" name="pl25"/>
            <p:cNvSpPr/>
            <p:nvPr/>
          </p:nvSpPr>
          <p:spPr>
            <a:xfrm>
              <a:off x="691444" y="656226"/>
              <a:ext cx="0" cy="2853344"/>
            </a:xfrm>
            <a:custGeom>
              <a:avLst/>
              <a:pathLst>
                <a:path w="0" h="2853344">
                  <a:moveTo>
                    <a:pt x="0" y="285334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589452" y="334718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38702" y="2552176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87953" y="1757169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87953" y="962162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662975" y="33798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62975" y="25848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2975" y="17898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662975" y="9948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91444" y="3509570"/>
              <a:ext cx="2734675" cy="0"/>
            </a:xfrm>
            <a:custGeom>
              <a:avLst/>
              <a:pathLst>
                <a:path w="2734675" h="0">
                  <a:moveTo>
                    <a:pt x="0" y="0"/>
                  </a:moveTo>
                  <a:lnTo>
                    <a:pt x="273467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56090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397166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38243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279320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720396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161473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 rot="-1500000">
              <a:off x="674968" y="3623137"/>
              <a:ext cx="30943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species</a:t>
              </a:r>
            </a:p>
          </p:txBody>
        </p:sp>
        <p:sp>
          <p:nvSpPr>
            <p:cNvPr id="42" name="tx42"/>
            <p:cNvSpPr/>
            <p:nvPr/>
          </p:nvSpPr>
          <p:spPr>
            <a:xfrm rot="-1500000">
              <a:off x="688194" y="3717989"/>
              <a:ext cx="75831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species + province</a:t>
              </a:r>
            </a:p>
          </p:txBody>
        </p:sp>
        <p:sp>
          <p:nvSpPr>
            <p:cNvPr id="43" name="tx43"/>
            <p:cNvSpPr/>
            <p:nvPr/>
          </p:nvSpPr>
          <p:spPr>
            <a:xfrm rot="-1500000">
              <a:off x="1302983" y="3680449"/>
              <a:ext cx="15709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(v1)</a:t>
              </a:r>
            </a:p>
          </p:txBody>
        </p:sp>
        <p:sp>
          <p:nvSpPr>
            <p:cNvPr id="44" name="tx44"/>
            <p:cNvSpPr/>
            <p:nvPr/>
          </p:nvSpPr>
          <p:spPr>
            <a:xfrm rot="-1500000">
              <a:off x="1607933" y="3611872"/>
              <a:ext cx="25612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year</a:t>
              </a:r>
            </a:p>
          </p:txBody>
        </p:sp>
        <p:sp>
          <p:nvSpPr>
            <p:cNvPr id="45" name="tx45"/>
            <p:cNvSpPr/>
            <p:nvPr/>
          </p:nvSpPr>
          <p:spPr>
            <a:xfrm rot="-1500000">
              <a:off x="1628480" y="3705101"/>
              <a:ext cx="69732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province x year</a:t>
              </a:r>
            </a:p>
          </p:txBody>
        </p:sp>
        <p:sp>
          <p:nvSpPr>
            <p:cNvPr id="46" name="tx46"/>
            <p:cNvSpPr/>
            <p:nvPr/>
          </p:nvSpPr>
          <p:spPr>
            <a:xfrm rot="-1500000">
              <a:off x="2059544" y="3708292"/>
              <a:ext cx="2888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(MAIN)</a:t>
              </a:r>
            </a:p>
          </p:txBody>
        </p:sp>
        <p:sp>
          <p:nvSpPr>
            <p:cNvPr id="47" name="tx47"/>
            <p:cNvSpPr/>
            <p:nvPr/>
          </p:nvSpPr>
          <p:spPr>
            <a:xfrm rot="-1500000">
              <a:off x="1779413" y="3769424"/>
              <a:ext cx="10017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species warming slope</a:t>
              </a:r>
            </a:p>
          </p:txBody>
        </p:sp>
        <p:sp>
          <p:nvSpPr>
            <p:cNvPr id="48" name="tx48"/>
            <p:cNvSpPr/>
            <p:nvPr/>
          </p:nvSpPr>
          <p:spPr>
            <a:xfrm rot="-1500000">
              <a:off x="2318803" y="3747629"/>
              <a:ext cx="89858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province effort slope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53207" y="2041979"/>
              <a:ext cx="48280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Delta AIC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1444" y="503004"/>
              <a:ext cx="681868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Lower is better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91444" y="328384"/>
              <a:ext cx="15517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Fit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326669" y="329779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3940894" y="656226"/>
              <a:ext cx="2734675" cy="285334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940894" y="2935321"/>
              <a:ext cx="2734675" cy="0"/>
            </a:xfrm>
            <a:custGeom>
              <a:avLst/>
              <a:pathLst>
                <a:path w="2734675" h="0">
                  <a:moveTo>
                    <a:pt x="0" y="0"/>
                  </a:moveTo>
                  <a:lnTo>
                    <a:pt x="2734675" y="0"/>
                  </a:lnTo>
                  <a:lnTo>
                    <a:pt x="27346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940894" y="2174566"/>
              <a:ext cx="2734675" cy="0"/>
            </a:xfrm>
            <a:custGeom>
              <a:avLst/>
              <a:pathLst>
                <a:path w="2734675" h="0">
                  <a:moveTo>
                    <a:pt x="0" y="0"/>
                  </a:moveTo>
                  <a:lnTo>
                    <a:pt x="2734675" y="0"/>
                  </a:lnTo>
                  <a:lnTo>
                    <a:pt x="27346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3940894" y="1413812"/>
              <a:ext cx="2734675" cy="0"/>
            </a:xfrm>
            <a:custGeom>
              <a:avLst/>
              <a:pathLst>
                <a:path w="2734675" h="0">
                  <a:moveTo>
                    <a:pt x="0" y="0"/>
                  </a:moveTo>
                  <a:lnTo>
                    <a:pt x="2734675" y="0"/>
                  </a:lnTo>
                  <a:lnTo>
                    <a:pt x="27346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205540" y="2514070"/>
              <a:ext cx="2205383" cy="865802"/>
            </a:xfrm>
            <a:custGeom>
              <a:avLst/>
              <a:pathLst>
                <a:path w="2205383" h="865802">
                  <a:moveTo>
                    <a:pt x="0" y="865802"/>
                  </a:moveTo>
                  <a:lnTo>
                    <a:pt x="441076" y="519566"/>
                  </a:lnTo>
                  <a:lnTo>
                    <a:pt x="882153" y="508896"/>
                  </a:lnTo>
                  <a:lnTo>
                    <a:pt x="1323230" y="0"/>
                  </a:lnTo>
                  <a:lnTo>
                    <a:pt x="1764306" y="30537"/>
                  </a:lnTo>
                  <a:lnTo>
                    <a:pt x="2205383" y="60256"/>
                  </a:lnTo>
                </a:path>
              </a:pathLst>
            </a:custGeom>
            <a:ln w="1626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4205540" y="785924"/>
              <a:ext cx="2205383" cy="676655"/>
            </a:xfrm>
            <a:custGeom>
              <a:avLst/>
              <a:pathLst>
                <a:path w="2205383" h="676655">
                  <a:moveTo>
                    <a:pt x="0" y="676655"/>
                  </a:moveTo>
                  <a:lnTo>
                    <a:pt x="441076" y="548947"/>
                  </a:lnTo>
                  <a:lnTo>
                    <a:pt x="882153" y="486050"/>
                  </a:lnTo>
                  <a:lnTo>
                    <a:pt x="1323230" y="40947"/>
                  </a:lnTo>
                  <a:lnTo>
                    <a:pt x="1764306" y="0"/>
                  </a:lnTo>
                  <a:lnTo>
                    <a:pt x="2205383" y="50348"/>
                  </a:lnTo>
                </a:path>
              </a:pathLst>
            </a:custGeom>
            <a:ln w="1626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205540" y="1743354"/>
              <a:ext cx="2205383" cy="25549"/>
            </a:xfrm>
            <a:custGeom>
              <a:avLst/>
              <a:pathLst>
                <a:path w="2205383" h="25549">
                  <a:moveTo>
                    <a:pt x="0" y="0"/>
                  </a:moveTo>
                  <a:lnTo>
                    <a:pt x="441076" y="5348"/>
                  </a:lnTo>
                  <a:lnTo>
                    <a:pt x="882153" y="25549"/>
                  </a:lnTo>
                  <a:lnTo>
                    <a:pt x="1323230" y="6414"/>
                  </a:lnTo>
                  <a:lnTo>
                    <a:pt x="1764306" y="6318"/>
                  </a:lnTo>
                  <a:lnTo>
                    <a:pt x="2205383" y="8751"/>
                  </a:lnTo>
                </a:path>
              </a:pathLst>
            </a:custGeom>
            <a:ln w="1626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174757" y="3349090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15834" y="3002854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56911" y="2992184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497987" y="2483287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939064" y="2513825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380141" y="2543544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74757" y="1431797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615834" y="1304088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056911" y="1241191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497987" y="796089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939064" y="755141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6380141" y="805489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74757" y="1712571"/>
              <a:ext cx="61566" cy="6156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615834" y="1717920"/>
              <a:ext cx="61566" cy="6156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056911" y="1738121"/>
              <a:ext cx="61566" cy="6156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497987" y="1718986"/>
              <a:ext cx="61566" cy="6156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939064" y="1718889"/>
              <a:ext cx="61566" cy="6156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6380141" y="1721323"/>
              <a:ext cx="61566" cy="6156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940894" y="656226"/>
              <a:ext cx="0" cy="2853344"/>
            </a:xfrm>
            <a:custGeom>
              <a:avLst/>
              <a:pathLst>
                <a:path w="0" h="2853344">
                  <a:moveTo>
                    <a:pt x="0" y="285334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3762824" y="2902631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762824" y="2141877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62824" y="138112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0.7</a:t>
              </a:r>
            </a:p>
          </p:txBody>
        </p:sp>
        <p:sp>
          <p:nvSpPr>
            <p:cNvPr id="82" name="pl82"/>
            <p:cNvSpPr/>
            <p:nvPr/>
          </p:nvSpPr>
          <p:spPr>
            <a:xfrm>
              <a:off x="3912426" y="293532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912426" y="21745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912426" y="14138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940894" y="3509570"/>
              <a:ext cx="2734675" cy="0"/>
            </a:xfrm>
            <a:custGeom>
              <a:avLst/>
              <a:pathLst>
                <a:path w="2734675" h="0">
                  <a:moveTo>
                    <a:pt x="0" y="0"/>
                  </a:moveTo>
                  <a:lnTo>
                    <a:pt x="273467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4205540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4646617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5087694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5528770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5969847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410924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tx92"/>
            <p:cNvSpPr/>
            <p:nvPr/>
          </p:nvSpPr>
          <p:spPr>
            <a:xfrm rot="-1500000">
              <a:off x="3924419" y="3623137"/>
              <a:ext cx="30943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species</a:t>
              </a:r>
            </a:p>
          </p:txBody>
        </p:sp>
        <p:sp>
          <p:nvSpPr>
            <p:cNvPr id="93" name="tx93"/>
            <p:cNvSpPr/>
            <p:nvPr/>
          </p:nvSpPr>
          <p:spPr>
            <a:xfrm rot="-1500000">
              <a:off x="3937644" y="3717989"/>
              <a:ext cx="75831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species + province</a:t>
              </a:r>
            </a:p>
          </p:txBody>
        </p:sp>
        <p:sp>
          <p:nvSpPr>
            <p:cNvPr id="94" name="tx94"/>
            <p:cNvSpPr/>
            <p:nvPr/>
          </p:nvSpPr>
          <p:spPr>
            <a:xfrm rot="-1500000">
              <a:off x="4552433" y="3680449"/>
              <a:ext cx="15709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(v1)</a:t>
              </a:r>
            </a:p>
          </p:txBody>
        </p:sp>
        <p:sp>
          <p:nvSpPr>
            <p:cNvPr id="95" name="tx95"/>
            <p:cNvSpPr/>
            <p:nvPr/>
          </p:nvSpPr>
          <p:spPr>
            <a:xfrm rot="-1500000">
              <a:off x="4857384" y="3611872"/>
              <a:ext cx="25612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year</a:t>
              </a:r>
            </a:p>
          </p:txBody>
        </p:sp>
        <p:sp>
          <p:nvSpPr>
            <p:cNvPr id="96" name="tx96"/>
            <p:cNvSpPr/>
            <p:nvPr/>
          </p:nvSpPr>
          <p:spPr>
            <a:xfrm rot="-1500000">
              <a:off x="4877931" y="3705101"/>
              <a:ext cx="69732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province x year</a:t>
              </a:r>
            </a:p>
          </p:txBody>
        </p:sp>
        <p:sp>
          <p:nvSpPr>
            <p:cNvPr id="97" name="tx97"/>
            <p:cNvSpPr/>
            <p:nvPr/>
          </p:nvSpPr>
          <p:spPr>
            <a:xfrm rot="-1500000">
              <a:off x="5308994" y="3708292"/>
              <a:ext cx="2888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(MAIN)</a:t>
              </a:r>
            </a:p>
          </p:txBody>
        </p:sp>
        <p:sp>
          <p:nvSpPr>
            <p:cNvPr id="98" name="tx98"/>
            <p:cNvSpPr/>
            <p:nvPr/>
          </p:nvSpPr>
          <p:spPr>
            <a:xfrm rot="-1500000">
              <a:off x="5028864" y="3769424"/>
              <a:ext cx="10017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species warming slope</a:t>
              </a:r>
            </a:p>
          </p:txBody>
        </p:sp>
        <p:sp>
          <p:nvSpPr>
            <p:cNvPr id="99" name="tx99"/>
            <p:cNvSpPr/>
            <p:nvPr/>
          </p:nvSpPr>
          <p:spPr>
            <a:xfrm rot="-1500000">
              <a:off x="5568253" y="3747629"/>
              <a:ext cx="89858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province effort slope</a:t>
              </a:r>
            </a:p>
          </p:txBody>
        </p:sp>
        <p:sp>
          <p:nvSpPr>
            <p:cNvPr id="100" name="tx100"/>
            <p:cNvSpPr/>
            <p:nvPr/>
          </p:nvSpPr>
          <p:spPr>
            <a:xfrm rot="-5400000">
              <a:off x="2789689" y="2041979"/>
              <a:ext cx="175957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Explained variation / discrimination</a:t>
              </a:r>
            </a:p>
          </p:txBody>
        </p:sp>
        <p:sp>
          <p:nvSpPr>
            <p:cNvPr id="101" name="rc101"/>
            <p:cNvSpPr/>
            <p:nvPr/>
          </p:nvSpPr>
          <p:spPr>
            <a:xfrm>
              <a:off x="4191507" y="1855153"/>
              <a:ext cx="1030192" cy="4554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4248444" y="1912089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4259831" y="1969025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626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74597" y="1938242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4248444" y="2025962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4259831" y="2082898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626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274597" y="2052115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4248444" y="2139835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4259831" y="2196771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626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274597" y="2165988"/>
              <a:ext cx="61566" cy="6156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tx111"/>
            <p:cNvSpPr/>
            <p:nvPr/>
          </p:nvSpPr>
          <p:spPr>
            <a:xfrm>
              <a:off x="4419253" y="1932632"/>
              <a:ext cx="66650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Conditional R2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4419253" y="2046505"/>
              <a:ext cx="74551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Conditional AUC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4419253" y="2160378"/>
              <a:ext cx="6267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Marginal AUC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3940894" y="503004"/>
              <a:ext cx="1733610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Marginal AUC is flat across structures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3940894" y="328384"/>
              <a:ext cx="113641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Explanatory power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3597252" y="329779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17" name="rc117"/>
            <p:cNvSpPr/>
            <p:nvPr/>
          </p:nvSpPr>
          <p:spPr>
            <a:xfrm>
              <a:off x="7190345" y="656226"/>
              <a:ext cx="2734675" cy="285334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7190345" y="3379873"/>
              <a:ext cx="2734675" cy="0"/>
            </a:xfrm>
            <a:custGeom>
              <a:avLst/>
              <a:pathLst>
                <a:path w="2734675" h="0">
                  <a:moveTo>
                    <a:pt x="0" y="0"/>
                  </a:moveTo>
                  <a:lnTo>
                    <a:pt x="2734675" y="0"/>
                  </a:lnTo>
                  <a:lnTo>
                    <a:pt x="27346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7190345" y="2656519"/>
              <a:ext cx="2734675" cy="0"/>
            </a:xfrm>
            <a:custGeom>
              <a:avLst/>
              <a:pathLst>
                <a:path w="2734675" h="0">
                  <a:moveTo>
                    <a:pt x="0" y="0"/>
                  </a:moveTo>
                  <a:lnTo>
                    <a:pt x="2734675" y="0"/>
                  </a:lnTo>
                  <a:lnTo>
                    <a:pt x="27346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7190345" y="1933164"/>
              <a:ext cx="2734675" cy="0"/>
            </a:xfrm>
            <a:custGeom>
              <a:avLst/>
              <a:pathLst>
                <a:path w="2734675" h="0">
                  <a:moveTo>
                    <a:pt x="0" y="0"/>
                  </a:moveTo>
                  <a:lnTo>
                    <a:pt x="2734675" y="0"/>
                  </a:lnTo>
                  <a:lnTo>
                    <a:pt x="27346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90345" y="1209810"/>
              <a:ext cx="2734675" cy="0"/>
            </a:xfrm>
            <a:custGeom>
              <a:avLst/>
              <a:pathLst>
                <a:path w="2734675" h="0">
                  <a:moveTo>
                    <a:pt x="0" y="0"/>
                  </a:moveTo>
                  <a:lnTo>
                    <a:pt x="2734675" y="0"/>
                  </a:lnTo>
                  <a:lnTo>
                    <a:pt x="27346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7311641" y="2817103"/>
              <a:ext cx="286699" cy="562769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7752718" y="2190678"/>
              <a:ext cx="286699" cy="539622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7752718" y="2730301"/>
              <a:ext cx="286699" cy="649572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8193795" y="1656843"/>
              <a:ext cx="286699" cy="545409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8193795" y="2202252"/>
              <a:ext cx="286699" cy="606171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8193795" y="2808423"/>
              <a:ext cx="286699" cy="571450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8634871" y="1159175"/>
              <a:ext cx="286699" cy="585917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8634871" y="1745092"/>
              <a:ext cx="286699" cy="471627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8634871" y="2216719"/>
              <a:ext cx="286699" cy="1163153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9075948" y="826432"/>
              <a:ext cx="286699" cy="543962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9075948" y="1370394"/>
              <a:ext cx="286699" cy="441246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9075948" y="1811641"/>
              <a:ext cx="286699" cy="1171834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9075948" y="2983475"/>
              <a:ext cx="286699" cy="396398"/>
            </a:xfrm>
            <a:prstGeom prst="rect">
              <a:avLst/>
            </a:prstGeom>
            <a:solidFill>
              <a:srgbClr val="CC79A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9517025" y="785924"/>
              <a:ext cx="286699" cy="58157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9517025" y="1367501"/>
              <a:ext cx="286699" cy="473073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9517025" y="1840575"/>
              <a:ext cx="286699" cy="1102392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9517025" y="2942967"/>
              <a:ext cx="286699" cy="436906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190345" y="656226"/>
              <a:ext cx="0" cy="2853344"/>
            </a:xfrm>
            <a:custGeom>
              <a:avLst/>
              <a:pathLst>
                <a:path w="0" h="2853344">
                  <a:moveTo>
                    <a:pt x="0" y="285334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tx140"/>
            <p:cNvSpPr/>
            <p:nvPr/>
          </p:nvSpPr>
          <p:spPr>
            <a:xfrm>
              <a:off x="7012275" y="334718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7012275" y="2623829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7012275" y="1900474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7012275" y="117712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144" name="pl144"/>
            <p:cNvSpPr/>
            <p:nvPr/>
          </p:nvSpPr>
          <p:spPr>
            <a:xfrm>
              <a:off x="7161877" y="33798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7161877" y="265651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7161877" y="19331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7161877" y="12098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7190345" y="3509570"/>
              <a:ext cx="2734675" cy="0"/>
            </a:xfrm>
            <a:custGeom>
              <a:avLst/>
              <a:pathLst>
                <a:path w="2734675" h="0">
                  <a:moveTo>
                    <a:pt x="0" y="0"/>
                  </a:moveTo>
                  <a:lnTo>
                    <a:pt x="273467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7454991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7896068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337144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778221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9219298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9660375" y="35095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tx155"/>
            <p:cNvSpPr/>
            <p:nvPr/>
          </p:nvSpPr>
          <p:spPr>
            <a:xfrm rot="-1500000">
              <a:off x="7173869" y="3623137"/>
              <a:ext cx="30943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species</a:t>
              </a:r>
            </a:p>
          </p:txBody>
        </p:sp>
        <p:sp>
          <p:nvSpPr>
            <p:cNvPr id="156" name="tx156"/>
            <p:cNvSpPr/>
            <p:nvPr/>
          </p:nvSpPr>
          <p:spPr>
            <a:xfrm rot="-1500000">
              <a:off x="7187095" y="3717989"/>
              <a:ext cx="75831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species + province</a:t>
              </a:r>
            </a:p>
          </p:txBody>
        </p:sp>
        <p:sp>
          <p:nvSpPr>
            <p:cNvPr id="157" name="tx157"/>
            <p:cNvSpPr/>
            <p:nvPr/>
          </p:nvSpPr>
          <p:spPr>
            <a:xfrm rot="-1500000">
              <a:off x="7801884" y="3680449"/>
              <a:ext cx="15709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(v1)</a:t>
              </a:r>
            </a:p>
          </p:txBody>
        </p:sp>
        <p:sp>
          <p:nvSpPr>
            <p:cNvPr id="158" name="tx158"/>
            <p:cNvSpPr/>
            <p:nvPr/>
          </p:nvSpPr>
          <p:spPr>
            <a:xfrm rot="-1500000">
              <a:off x="8106835" y="3611872"/>
              <a:ext cx="25612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year</a:t>
              </a:r>
            </a:p>
          </p:txBody>
        </p:sp>
        <p:sp>
          <p:nvSpPr>
            <p:cNvPr id="159" name="tx159"/>
            <p:cNvSpPr/>
            <p:nvPr/>
          </p:nvSpPr>
          <p:spPr>
            <a:xfrm rot="-1500000">
              <a:off x="8127382" y="3705101"/>
              <a:ext cx="69732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province x year</a:t>
              </a:r>
            </a:p>
          </p:txBody>
        </p:sp>
        <p:sp>
          <p:nvSpPr>
            <p:cNvPr id="160" name="tx160"/>
            <p:cNvSpPr/>
            <p:nvPr/>
          </p:nvSpPr>
          <p:spPr>
            <a:xfrm rot="-1500000">
              <a:off x="8558445" y="3708292"/>
              <a:ext cx="2888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(MAIN)</a:t>
              </a:r>
            </a:p>
          </p:txBody>
        </p:sp>
        <p:sp>
          <p:nvSpPr>
            <p:cNvPr id="161" name="tx161"/>
            <p:cNvSpPr/>
            <p:nvPr/>
          </p:nvSpPr>
          <p:spPr>
            <a:xfrm rot="-1500000">
              <a:off x="8278315" y="3769424"/>
              <a:ext cx="10017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species warming slope</a:t>
              </a:r>
            </a:p>
          </p:txBody>
        </p:sp>
        <p:sp>
          <p:nvSpPr>
            <p:cNvPr id="162" name="tx162"/>
            <p:cNvSpPr/>
            <p:nvPr/>
          </p:nvSpPr>
          <p:spPr>
            <a:xfrm rot="-1500000">
              <a:off x="8817704" y="3747629"/>
              <a:ext cx="89858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province effort slope</a:t>
              </a:r>
            </a:p>
          </p:txBody>
        </p:sp>
        <p:sp>
          <p:nvSpPr>
            <p:cNvPr id="163" name="tx163"/>
            <p:cNvSpPr/>
            <p:nvPr/>
          </p:nvSpPr>
          <p:spPr>
            <a:xfrm rot="-5400000">
              <a:off x="6107034" y="2041979"/>
              <a:ext cx="162379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Random-effect SD (latent scale)</a:t>
              </a:r>
            </a:p>
          </p:txBody>
        </p:sp>
        <p:sp>
          <p:nvSpPr>
            <p:cNvPr id="164" name="rc164"/>
            <p:cNvSpPr/>
            <p:nvPr/>
          </p:nvSpPr>
          <p:spPr>
            <a:xfrm>
              <a:off x="10038894" y="1608783"/>
              <a:ext cx="1403176" cy="9482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tx165"/>
            <p:cNvSpPr/>
            <p:nvPr/>
          </p:nvSpPr>
          <p:spPr>
            <a:xfrm>
              <a:off x="10095830" y="1676418"/>
              <a:ext cx="65489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Random term</a:t>
              </a:r>
            </a:p>
          </p:txBody>
        </p:sp>
        <p:sp>
          <p:nvSpPr>
            <p:cNvPr id="166" name="rc166"/>
            <p:cNvSpPr/>
            <p:nvPr/>
          </p:nvSpPr>
          <p:spPr>
            <a:xfrm>
              <a:off x="10095830" y="1816839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10103194" y="1824203"/>
              <a:ext cx="99145" cy="9914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10095830" y="1930712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10103194" y="1938076"/>
              <a:ext cx="99145" cy="99145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10095830" y="2044585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10103194" y="2051949"/>
              <a:ext cx="99145" cy="99145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10095830" y="2158458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10103194" y="2165822"/>
              <a:ext cx="99145" cy="99145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10095830" y="2272331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10103194" y="2279695"/>
              <a:ext cx="99145" cy="99145"/>
            </a:xfrm>
            <a:prstGeom prst="rect">
              <a:avLst/>
            </a:prstGeom>
            <a:solidFill>
              <a:srgbClr val="CC79A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10095830" y="2386204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10103194" y="2393568"/>
              <a:ext cx="99145" cy="99145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tx178"/>
            <p:cNvSpPr/>
            <p:nvPr/>
          </p:nvSpPr>
          <p:spPr>
            <a:xfrm>
              <a:off x="10266639" y="1837383"/>
              <a:ext cx="77961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Species intercept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10266639" y="1951256"/>
              <a:ext cx="81345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Province intercept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0266639" y="2065129"/>
              <a:ext cx="62334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 intercept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10266639" y="2179002"/>
              <a:ext cx="111849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Province x year intercept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10266639" y="2292875"/>
              <a:ext cx="111255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Species slope (warming)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10266639" y="2406748"/>
              <a:ext cx="99230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Province slope (effort)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190345" y="503004"/>
              <a:ext cx="1485168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No component collapses to zero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7190345" y="328384"/>
              <a:ext cx="110871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Variance structure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6858449" y="329779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2026-07-26T19:01:01Z</dcterms:modified>
  <cp:category/>
</cp:coreProperties>
</file>