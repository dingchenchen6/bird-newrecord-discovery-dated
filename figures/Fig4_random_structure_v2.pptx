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9144000" cy="3566160"/>
            <a:chOff x="182880" y="182880"/>
            <a:chExt cx="9144000" cy="356616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9144000" cy="35661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9143999" cy="35661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252469"/>
              <a:ext cx="2457856" cy="3426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710325" y="252469"/>
              <a:ext cx="2429601" cy="3426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5139927" y="252469"/>
              <a:ext cx="4117363" cy="34269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729470" y="680766"/>
              <a:ext cx="1879635" cy="23090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29470" y="2884825"/>
              <a:ext cx="1879635" cy="0"/>
            </a:xfrm>
            <a:custGeom>
              <a:avLst/>
              <a:pathLst>
                <a:path w="1879635" h="0">
                  <a:moveTo>
                    <a:pt x="0" y="0"/>
                  </a:moveTo>
                  <a:lnTo>
                    <a:pt x="1879635" y="0"/>
                  </a:lnTo>
                  <a:lnTo>
                    <a:pt x="187963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29470" y="2241481"/>
              <a:ext cx="1879635" cy="0"/>
            </a:xfrm>
            <a:custGeom>
              <a:avLst/>
              <a:pathLst>
                <a:path w="1879635" h="0">
                  <a:moveTo>
                    <a:pt x="0" y="0"/>
                  </a:moveTo>
                  <a:lnTo>
                    <a:pt x="1879635" y="0"/>
                  </a:lnTo>
                  <a:lnTo>
                    <a:pt x="187963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29470" y="1598137"/>
              <a:ext cx="1879635" cy="0"/>
            </a:xfrm>
            <a:custGeom>
              <a:avLst/>
              <a:pathLst>
                <a:path w="1879635" h="0">
                  <a:moveTo>
                    <a:pt x="0" y="0"/>
                  </a:moveTo>
                  <a:lnTo>
                    <a:pt x="1879635" y="0"/>
                  </a:lnTo>
                  <a:lnTo>
                    <a:pt x="187963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29470" y="954792"/>
              <a:ext cx="1879635" cy="0"/>
            </a:xfrm>
            <a:custGeom>
              <a:avLst/>
              <a:pathLst>
                <a:path w="1879635" h="0">
                  <a:moveTo>
                    <a:pt x="0" y="0"/>
                  </a:moveTo>
                  <a:lnTo>
                    <a:pt x="1879635" y="0"/>
                  </a:lnTo>
                  <a:lnTo>
                    <a:pt x="187963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812841" y="785721"/>
              <a:ext cx="197058" cy="209910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116008" y="1614863"/>
              <a:ext cx="197058" cy="1269961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419175" y="1922125"/>
              <a:ext cx="197058" cy="962700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722342" y="2817274"/>
              <a:ext cx="197058" cy="67551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2025509" y="2827181"/>
              <a:ext cx="197058" cy="57643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328676" y="2884825"/>
              <a:ext cx="197058" cy="0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782805" y="675308"/>
              <a:ext cx="25712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163.1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1114547" y="1504450"/>
              <a:ext cx="19997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98.7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1417714" y="1811711"/>
              <a:ext cx="19997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74.8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1749456" y="2706860"/>
              <a:ext cx="14282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5.2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052623" y="2716768"/>
              <a:ext cx="14282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4.5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355790" y="2774411"/>
              <a:ext cx="14282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5" name="pl25"/>
            <p:cNvSpPr/>
            <p:nvPr/>
          </p:nvSpPr>
          <p:spPr>
            <a:xfrm>
              <a:off x="729470" y="680766"/>
              <a:ext cx="0" cy="2309014"/>
            </a:xfrm>
            <a:custGeom>
              <a:avLst/>
              <a:pathLst>
                <a:path w="0" h="2309014">
                  <a:moveTo>
                    <a:pt x="0" y="2309014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16023" y="2848432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59514" y="2205088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3004" y="1561743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503004" y="918399"/>
              <a:ext cx="1695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150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697838" y="288482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97838" y="224148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97838" y="159813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697838" y="95479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29470" y="2989780"/>
              <a:ext cx="1879635" cy="0"/>
            </a:xfrm>
            <a:custGeom>
              <a:avLst/>
              <a:pathLst>
                <a:path w="1879635" h="0">
                  <a:moveTo>
                    <a:pt x="0" y="0"/>
                  </a:moveTo>
                  <a:lnTo>
                    <a:pt x="187963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11370" y="298978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14537" y="298978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17704" y="298978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820871" y="298978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124038" y="298978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427205" y="298978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 rot="-1500000">
              <a:off x="598258" y="3116132"/>
              <a:ext cx="34463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species</a:t>
              </a:r>
            </a:p>
          </p:txBody>
        </p:sp>
        <p:sp>
          <p:nvSpPr>
            <p:cNvPr id="42" name="tx42"/>
            <p:cNvSpPr/>
            <p:nvPr/>
          </p:nvSpPr>
          <p:spPr>
            <a:xfrm rot="-1500000">
              <a:off x="424854" y="3221785"/>
              <a:ext cx="84463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species + province</a:t>
              </a:r>
            </a:p>
          </p:txBody>
        </p:sp>
        <p:sp>
          <p:nvSpPr>
            <p:cNvPr id="43" name="tx43"/>
            <p:cNvSpPr/>
            <p:nvPr/>
          </p:nvSpPr>
          <p:spPr>
            <a:xfrm rot="-1500000">
              <a:off x="1109473" y="3179737"/>
              <a:ext cx="17501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(v1)</a:t>
              </a:r>
            </a:p>
          </p:txBody>
        </p:sp>
        <p:sp>
          <p:nvSpPr>
            <p:cNvPr id="44" name="tx44"/>
            <p:cNvSpPr/>
            <p:nvPr/>
          </p:nvSpPr>
          <p:spPr>
            <a:xfrm rot="-1500000">
              <a:off x="1261156" y="3103592"/>
              <a:ext cx="28529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year</a:t>
              </a:r>
            </a:p>
          </p:txBody>
        </p:sp>
        <p:sp>
          <p:nvSpPr>
            <p:cNvPr id="45" name="tx45"/>
            <p:cNvSpPr/>
            <p:nvPr/>
          </p:nvSpPr>
          <p:spPr>
            <a:xfrm rot="-1500000">
              <a:off x="1095858" y="3207448"/>
              <a:ext cx="77678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province x year</a:t>
              </a:r>
            </a:p>
          </p:txBody>
        </p:sp>
        <p:sp>
          <p:nvSpPr>
            <p:cNvPr id="46" name="tx46"/>
            <p:cNvSpPr/>
            <p:nvPr/>
          </p:nvSpPr>
          <p:spPr>
            <a:xfrm rot="-1500000">
              <a:off x="1576095" y="3210710"/>
              <a:ext cx="32159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(MAIN)</a:t>
              </a:r>
            </a:p>
          </p:txBody>
        </p:sp>
        <p:sp>
          <p:nvSpPr>
            <p:cNvPr id="47" name="tx47"/>
            <p:cNvSpPr/>
            <p:nvPr/>
          </p:nvSpPr>
          <p:spPr>
            <a:xfrm rot="-1500000">
              <a:off x="1076110" y="3279037"/>
              <a:ext cx="111556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species warming slope</a:t>
              </a:r>
            </a:p>
          </p:txBody>
        </p:sp>
        <p:sp>
          <p:nvSpPr>
            <p:cNvPr id="48" name="tx48"/>
            <p:cNvSpPr/>
            <p:nvPr/>
          </p:nvSpPr>
          <p:spPr>
            <a:xfrm rot="-1500000">
              <a:off x="1488484" y="3254826"/>
              <a:ext cx="100099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province effort slope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30895" y="1789782"/>
              <a:ext cx="53656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Delta AIC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9470" y="509330"/>
              <a:ext cx="765535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Lower is better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29470" y="328384"/>
              <a:ext cx="15517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Fit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319063" y="318395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53" name="rc53"/>
            <p:cNvSpPr/>
            <p:nvPr/>
          </p:nvSpPr>
          <p:spPr>
            <a:xfrm>
              <a:off x="3159072" y="680766"/>
              <a:ext cx="1879635" cy="23090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3159072" y="2525079"/>
              <a:ext cx="1879635" cy="0"/>
            </a:xfrm>
            <a:custGeom>
              <a:avLst/>
              <a:pathLst>
                <a:path w="1879635" h="0">
                  <a:moveTo>
                    <a:pt x="0" y="0"/>
                  </a:moveTo>
                  <a:lnTo>
                    <a:pt x="1879635" y="0"/>
                  </a:lnTo>
                  <a:lnTo>
                    <a:pt x="187963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3159072" y="1909454"/>
              <a:ext cx="1879635" cy="0"/>
            </a:xfrm>
            <a:custGeom>
              <a:avLst/>
              <a:pathLst>
                <a:path w="1879635" h="0">
                  <a:moveTo>
                    <a:pt x="0" y="0"/>
                  </a:moveTo>
                  <a:lnTo>
                    <a:pt x="1879635" y="0"/>
                  </a:lnTo>
                  <a:lnTo>
                    <a:pt x="187963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3159072" y="1293828"/>
              <a:ext cx="1879635" cy="0"/>
            </a:xfrm>
            <a:custGeom>
              <a:avLst/>
              <a:pathLst>
                <a:path w="1879635" h="0">
                  <a:moveTo>
                    <a:pt x="0" y="0"/>
                  </a:moveTo>
                  <a:lnTo>
                    <a:pt x="1879635" y="0"/>
                  </a:lnTo>
                  <a:lnTo>
                    <a:pt x="187963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340972" y="2184191"/>
              <a:ext cx="1515834" cy="700634"/>
            </a:xfrm>
            <a:custGeom>
              <a:avLst/>
              <a:pathLst>
                <a:path w="1515834" h="700634">
                  <a:moveTo>
                    <a:pt x="0" y="700634"/>
                  </a:moveTo>
                  <a:lnTo>
                    <a:pt x="303166" y="420449"/>
                  </a:lnTo>
                  <a:lnTo>
                    <a:pt x="606333" y="411815"/>
                  </a:lnTo>
                  <a:lnTo>
                    <a:pt x="909500" y="0"/>
                  </a:lnTo>
                  <a:lnTo>
                    <a:pt x="1212667" y="24712"/>
                  </a:lnTo>
                  <a:lnTo>
                    <a:pt x="1515834" y="48761"/>
                  </a:lnTo>
                </a:path>
              </a:pathLst>
            </a:custGeom>
            <a:ln w="1626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3340972" y="785721"/>
              <a:ext cx="1515834" cy="547570"/>
            </a:xfrm>
            <a:custGeom>
              <a:avLst/>
              <a:pathLst>
                <a:path w="1515834" h="547570">
                  <a:moveTo>
                    <a:pt x="0" y="547570"/>
                  </a:moveTo>
                  <a:lnTo>
                    <a:pt x="303166" y="444225"/>
                  </a:lnTo>
                  <a:lnTo>
                    <a:pt x="606333" y="393327"/>
                  </a:lnTo>
                  <a:lnTo>
                    <a:pt x="909500" y="33136"/>
                  </a:lnTo>
                  <a:lnTo>
                    <a:pt x="1212667" y="0"/>
                  </a:lnTo>
                  <a:lnTo>
                    <a:pt x="1515834" y="40743"/>
                  </a:lnTo>
                </a:path>
              </a:pathLst>
            </a:custGeom>
            <a:ln w="1626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3340972" y="1560503"/>
              <a:ext cx="1515834" cy="20675"/>
            </a:xfrm>
            <a:custGeom>
              <a:avLst/>
              <a:pathLst>
                <a:path w="1515834" h="20675">
                  <a:moveTo>
                    <a:pt x="0" y="0"/>
                  </a:moveTo>
                  <a:lnTo>
                    <a:pt x="303166" y="4328"/>
                  </a:lnTo>
                  <a:lnTo>
                    <a:pt x="606333" y="20675"/>
                  </a:lnTo>
                  <a:lnTo>
                    <a:pt x="909500" y="5190"/>
                  </a:lnTo>
                  <a:lnTo>
                    <a:pt x="1212667" y="5112"/>
                  </a:lnTo>
                  <a:lnTo>
                    <a:pt x="1515834" y="7082"/>
                  </a:lnTo>
                </a:path>
              </a:pathLst>
            </a:custGeom>
            <a:ln w="1626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309780" y="2853633"/>
              <a:ext cx="62384" cy="62384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12947" y="2573448"/>
              <a:ext cx="62384" cy="62384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916114" y="2564814"/>
              <a:ext cx="62384" cy="62384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19281" y="2152998"/>
              <a:ext cx="62384" cy="62384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522448" y="2177711"/>
              <a:ext cx="62384" cy="62384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825615" y="2201760"/>
              <a:ext cx="62384" cy="62384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09780" y="1302100"/>
              <a:ext cx="62384" cy="6238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612947" y="1198754"/>
              <a:ext cx="62384" cy="6238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916114" y="1147856"/>
              <a:ext cx="62384" cy="6238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219281" y="787666"/>
              <a:ext cx="62384" cy="6238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522448" y="754529"/>
              <a:ext cx="62384" cy="6238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825615" y="795273"/>
              <a:ext cx="62384" cy="6238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09780" y="1529311"/>
              <a:ext cx="62384" cy="62384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12947" y="1533640"/>
              <a:ext cx="62384" cy="62384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16114" y="1549987"/>
              <a:ext cx="62384" cy="62384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219281" y="1534502"/>
              <a:ext cx="62384" cy="62384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22448" y="1534424"/>
              <a:ext cx="62384" cy="62384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825615" y="1536393"/>
              <a:ext cx="62384" cy="62384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159072" y="680766"/>
              <a:ext cx="0" cy="2309014"/>
            </a:xfrm>
            <a:custGeom>
              <a:avLst/>
              <a:pathLst>
                <a:path w="0" h="2309014">
                  <a:moveTo>
                    <a:pt x="0" y="2309014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2960861" y="2488686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0.3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60861" y="1873061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2960861" y="1257435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0.7</a:t>
              </a:r>
            </a:p>
          </p:txBody>
        </p:sp>
        <p:sp>
          <p:nvSpPr>
            <p:cNvPr id="82" name="pl82"/>
            <p:cNvSpPr/>
            <p:nvPr/>
          </p:nvSpPr>
          <p:spPr>
            <a:xfrm>
              <a:off x="3127440" y="252507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127440" y="190945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127440" y="129382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159072" y="2989780"/>
              <a:ext cx="1879635" cy="0"/>
            </a:xfrm>
            <a:custGeom>
              <a:avLst/>
              <a:pathLst>
                <a:path w="1879635" h="0">
                  <a:moveTo>
                    <a:pt x="0" y="0"/>
                  </a:moveTo>
                  <a:lnTo>
                    <a:pt x="187963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340972" y="298978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644139" y="298978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947306" y="298978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4250473" y="298978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4553640" y="298978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4856807" y="298978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tx92"/>
            <p:cNvSpPr/>
            <p:nvPr/>
          </p:nvSpPr>
          <p:spPr>
            <a:xfrm rot="-1500000">
              <a:off x="3027860" y="3116132"/>
              <a:ext cx="34463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species</a:t>
              </a:r>
            </a:p>
          </p:txBody>
        </p:sp>
        <p:sp>
          <p:nvSpPr>
            <p:cNvPr id="93" name="tx93"/>
            <p:cNvSpPr/>
            <p:nvPr/>
          </p:nvSpPr>
          <p:spPr>
            <a:xfrm rot="-1500000">
              <a:off x="2854456" y="3221785"/>
              <a:ext cx="84463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species + province</a:t>
              </a:r>
            </a:p>
          </p:txBody>
        </p:sp>
        <p:sp>
          <p:nvSpPr>
            <p:cNvPr id="94" name="tx94"/>
            <p:cNvSpPr/>
            <p:nvPr/>
          </p:nvSpPr>
          <p:spPr>
            <a:xfrm rot="-1500000">
              <a:off x="3539075" y="3179737"/>
              <a:ext cx="17501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(v1)</a:t>
              </a:r>
            </a:p>
          </p:txBody>
        </p:sp>
        <p:sp>
          <p:nvSpPr>
            <p:cNvPr id="95" name="tx95"/>
            <p:cNvSpPr/>
            <p:nvPr/>
          </p:nvSpPr>
          <p:spPr>
            <a:xfrm rot="-1500000">
              <a:off x="3690758" y="3103592"/>
              <a:ext cx="28529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year</a:t>
              </a:r>
            </a:p>
          </p:txBody>
        </p:sp>
        <p:sp>
          <p:nvSpPr>
            <p:cNvPr id="96" name="tx96"/>
            <p:cNvSpPr/>
            <p:nvPr/>
          </p:nvSpPr>
          <p:spPr>
            <a:xfrm rot="-1500000">
              <a:off x="3525460" y="3207448"/>
              <a:ext cx="77678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province x year</a:t>
              </a:r>
            </a:p>
          </p:txBody>
        </p:sp>
        <p:sp>
          <p:nvSpPr>
            <p:cNvPr id="97" name="tx97"/>
            <p:cNvSpPr/>
            <p:nvPr/>
          </p:nvSpPr>
          <p:spPr>
            <a:xfrm rot="-1500000">
              <a:off x="4005697" y="3210710"/>
              <a:ext cx="32159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(MAIN)</a:t>
              </a:r>
            </a:p>
          </p:txBody>
        </p:sp>
        <p:sp>
          <p:nvSpPr>
            <p:cNvPr id="98" name="tx98"/>
            <p:cNvSpPr/>
            <p:nvPr/>
          </p:nvSpPr>
          <p:spPr>
            <a:xfrm rot="-1500000">
              <a:off x="3505712" y="3279037"/>
              <a:ext cx="111556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species warming slope</a:t>
              </a:r>
            </a:p>
          </p:txBody>
        </p:sp>
        <p:sp>
          <p:nvSpPr>
            <p:cNvPr id="99" name="tx99"/>
            <p:cNvSpPr/>
            <p:nvPr/>
          </p:nvSpPr>
          <p:spPr>
            <a:xfrm rot="-1500000">
              <a:off x="3918086" y="3254826"/>
              <a:ext cx="100099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province effort slope</a:t>
              </a:r>
            </a:p>
          </p:txBody>
        </p:sp>
        <p:sp>
          <p:nvSpPr>
            <p:cNvPr id="100" name="tx100"/>
            <p:cNvSpPr/>
            <p:nvPr/>
          </p:nvSpPr>
          <p:spPr>
            <a:xfrm rot="-5400000">
              <a:off x="1878675" y="1789782"/>
              <a:ext cx="195672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Explained variation / discrimination</a:t>
              </a:r>
            </a:p>
          </p:txBody>
        </p:sp>
        <p:sp>
          <p:nvSpPr>
            <p:cNvPr id="101" name="rc101"/>
            <p:cNvSpPr/>
            <p:nvPr/>
          </p:nvSpPr>
          <p:spPr>
            <a:xfrm>
              <a:off x="3114195" y="1601201"/>
              <a:ext cx="1142348" cy="46814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3177458" y="1664464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3188845" y="1721400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626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203202" y="1690208"/>
              <a:ext cx="62384" cy="62384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8181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177458" y="1778337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3188845" y="1835273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626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203202" y="1804081"/>
              <a:ext cx="62384" cy="62384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8181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77458" y="1892210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3188845" y="1949146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626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203202" y="1917954"/>
              <a:ext cx="62384" cy="62384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8181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tx111"/>
            <p:cNvSpPr/>
            <p:nvPr/>
          </p:nvSpPr>
          <p:spPr>
            <a:xfrm>
              <a:off x="3354594" y="1680481"/>
              <a:ext cx="749716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Conditional R2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3354594" y="1794354"/>
              <a:ext cx="838687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Conditional AUC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3354594" y="1908227"/>
              <a:ext cx="70509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Marginal AUC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3159072" y="509330"/>
              <a:ext cx="1945751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Marginal AUC is flat across structures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3159072" y="328384"/>
              <a:ext cx="113641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Explanatory power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2772253" y="318395"/>
              <a:ext cx="100858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17" name="rc117"/>
            <p:cNvSpPr/>
            <p:nvPr/>
          </p:nvSpPr>
          <p:spPr>
            <a:xfrm>
              <a:off x="5588674" y="680766"/>
              <a:ext cx="1879635" cy="230901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5588674" y="2884825"/>
              <a:ext cx="1879635" cy="0"/>
            </a:xfrm>
            <a:custGeom>
              <a:avLst/>
              <a:pathLst>
                <a:path w="1879635" h="0">
                  <a:moveTo>
                    <a:pt x="0" y="0"/>
                  </a:moveTo>
                  <a:lnTo>
                    <a:pt x="1879635" y="0"/>
                  </a:lnTo>
                  <a:lnTo>
                    <a:pt x="187963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5588674" y="2299464"/>
              <a:ext cx="1879635" cy="0"/>
            </a:xfrm>
            <a:custGeom>
              <a:avLst/>
              <a:pathLst>
                <a:path w="1879635" h="0">
                  <a:moveTo>
                    <a:pt x="0" y="0"/>
                  </a:moveTo>
                  <a:lnTo>
                    <a:pt x="1879635" y="0"/>
                  </a:lnTo>
                  <a:lnTo>
                    <a:pt x="187963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5588674" y="1714104"/>
              <a:ext cx="1879635" cy="0"/>
            </a:xfrm>
            <a:custGeom>
              <a:avLst/>
              <a:pathLst>
                <a:path w="1879635" h="0">
                  <a:moveTo>
                    <a:pt x="0" y="0"/>
                  </a:moveTo>
                  <a:lnTo>
                    <a:pt x="1879635" y="0"/>
                  </a:lnTo>
                  <a:lnTo>
                    <a:pt x="187963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5588674" y="1128743"/>
              <a:ext cx="1879635" cy="0"/>
            </a:xfrm>
            <a:custGeom>
              <a:avLst/>
              <a:pathLst>
                <a:path w="1879635" h="0">
                  <a:moveTo>
                    <a:pt x="0" y="0"/>
                  </a:moveTo>
                  <a:lnTo>
                    <a:pt x="1879635" y="0"/>
                  </a:lnTo>
                  <a:lnTo>
                    <a:pt x="187963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672045" y="2429414"/>
              <a:ext cx="197058" cy="455410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5975212" y="1922492"/>
              <a:ext cx="197058" cy="436679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975212" y="2359171"/>
              <a:ext cx="197058" cy="525653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6278379" y="1490496"/>
              <a:ext cx="197058" cy="441362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6278379" y="1931858"/>
              <a:ext cx="197058" cy="490532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6278379" y="2422390"/>
              <a:ext cx="197058" cy="462435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581546" y="1087768"/>
              <a:ext cx="197058" cy="474142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581546" y="1561910"/>
              <a:ext cx="197058" cy="381655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581546" y="1943565"/>
              <a:ext cx="197058" cy="941260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884713" y="818502"/>
              <a:ext cx="197058" cy="440191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884713" y="1258693"/>
              <a:ext cx="197058" cy="357070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884713" y="1615763"/>
              <a:ext cx="197058" cy="948284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884713" y="2564047"/>
              <a:ext cx="197058" cy="320777"/>
            </a:xfrm>
            <a:prstGeom prst="rect">
              <a:avLst/>
            </a:prstGeom>
            <a:solidFill>
              <a:srgbClr val="CC79A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7187879" y="785721"/>
              <a:ext cx="197058" cy="470630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7187879" y="1256351"/>
              <a:ext cx="197058" cy="382825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187879" y="1639177"/>
              <a:ext cx="197058" cy="892089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7187879" y="2531267"/>
              <a:ext cx="197058" cy="353557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5588674" y="680766"/>
              <a:ext cx="0" cy="2309014"/>
            </a:xfrm>
            <a:custGeom>
              <a:avLst/>
              <a:pathLst>
                <a:path w="0" h="2309014">
                  <a:moveTo>
                    <a:pt x="0" y="2309014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tx140"/>
            <p:cNvSpPr/>
            <p:nvPr/>
          </p:nvSpPr>
          <p:spPr>
            <a:xfrm>
              <a:off x="5390462" y="2848432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5390462" y="2263071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5390462" y="1677710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5390462" y="1092350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1.5</a:t>
              </a:r>
            </a:p>
          </p:txBody>
        </p:sp>
        <p:sp>
          <p:nvSpPr>
            <p:cNvPr id="144" name="pl144"/>
            <p:cNvSpPr/>
            <p:nvPr/>
          </p:nvSpPr>
          <p:spPr>
            <a:xfrm>
              <a:off x="5557042" y="288482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5557042" y="229946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557042" y="171410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5557042" y="112874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5588674" y="2989780"/>
              <a:ext cx="1879635" cy="0"/>
            </a:xfrm>
            <a:custGeom>
              <a:avLst/>
              <a:pathLst>
                <a:path w="1879635" h="0">
                  <a:moveTo>
                    <a:pt x="0" y="0"/>
                  </a:moveTo>
                  <a:lnTo>
                    <a:pt x="187963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5770574" y="298978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6073741" y="298978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6376908" y="298978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6680075" y="298978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6983242" y="298978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7286409" y="298978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tx155"/>
            <p:cNvSpPr/>
            <p:nvPr/>
          </p:nvSpPr>
          <p:spPr>
            <a:xfrm rot="-1500000">
              <a:off x="5457462" y="3116132"/>
              <a:ext cx="34463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species</a:t>
              </a:r>
            </a:p>
          </p:txBody>
        </p:sp>
        <p:sp>
          <p:nvSpPr>
            <p:cNvPr id="156" name="tx156"/>
            <p:cNvSpPr/>
            <p:nvPr/>
          </p:nvSpPr>
          <p:spPr>
            <a:xfrm rot="-1500000">
              <a:off x="5284058" y="3221785"/>
              <a:ext cx="84463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species + province</a:t>
              </a:r>
            </a:p>
          </p:txBody>
        </p:sp>
        <p:sp>
          <p:nvSpPr>
            <p:cNvPr id="157" name="tx157"/>
            <p:cNvSpPr/>
            <p:nvPr/>
          </p:nvSpPr>
          <p:spPr>
            <a:xfrm rot="-1500000">
              <a:off x="5968677" y="3179737"/>
              <a:ext cx="17501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(v1)</a:t>
              </a:r>
            </a:p>
          </p:txBody>
        </p:sp>
        <p:sp>
          <p:nvSpPr>
            <p:cNvPr id="158" name="tx158"/>
            <p:cNvSpPr/>
            <p:nvPr/>
          </p:nvSpPr>
          <p:spPr>
            <a:xfrm rot="-1500000">
              <a:off x="6120360" y="3103592"/>
              <a:ext cx="28529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year</a:t>
              </a:r>
            </a:p>
          </p:txBody>
        </p:sp>
        <p:sp>
          <p:nvSpPr>
            <p:cNvPr id="159" name="tx159"/>
            <p:cNvSpPr/>
            <p:nvPr/>
          </p:nvSpPr>
          <p:spPr>
            <a:xfrm rot="-1500000">
              <a:off x="5955062" y="3207448"/>
              <a:ext cx="77678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province x year</a:t>
              </a:r>
            </a:p>
          </p:txBody>
        </p:sp>
        <p:sp>
          <p:nvSpPr>
            <p:cNvPr id="160" name="tx160"/>
            <p:cNvSpPr/>
            <p:nvPr/>
          </p:nvSpPr>
          <p:spPr>
            <a:xfrm rot="-1500000">
              <a:off x="6435299" y="3210710"/>
              <a:ext cx="32159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(MAIN)</a:t>
              </a:r>
            </a:p>
          </p:txBody>
        </p:sp>
        <p:sp>
          <p:nvSpPr>
            <p:cNvPr id="161" name="tx161"/>
            <p:cNvSpPr/>
            <p:nvPr/>
          </p:nvSpPr>
          <p:spPr>
            <a:xfrm rot="-1500000">
              <a:off x="5935314" y="3279037"/>
              <a:ext cx="111556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species warming slope</a:t>
              </a:r>
            </a:p>
          </p:txBody>
        </p:sp>
        <p:sp>
          <p:nvSpPr>
            <p:cNvPr id="162" name="tx162"/>
            <p:cNvSpPr/>
            <p:nvPr/>
          </p:nvSpPr>
          <p:spPr>
            <a:xfrm rot="-1500000">
              <a:off x="6347688" y="3254826"/>
              <a:ext cx="100099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+ province effort slope</a:t>
              </a:r>
            </a:p>
          </p:txBody>
        </p:sp>
        <p:sp>
          <p:nvSpPr>
            <p:cNvPr id="163" name="tx163"/>
            <p:cNvSpPr/>
            <p:nvPr/>
          </p:nvSpPr>
          <p:spPr>
            <a:xfrm rot="-5400000">
              <a:off x="4383806" y="1789782"/>
              <a:ext cx="1805665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Random-effect SD (latent scale)</a:t>
              </a:r>
            </a:p>
          </p:txBody>
        </p:sp>
        <p:sp>
          <p:nvSpPr>
            <p:cNvPr id="164" name="rc164"/>
            <p:cNvSpPr/>
            <p:nvPr/>
          </p:nvSpPr>
          <p:spPr>
            <a:xfrm>
              <a:off x="7594834" y="1345862"/>
              <a:ext cx="1561235" cy="9788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tx165"/>
            <p:cNvSpPr/>
            <p:nvPr/>
          </p:nvSpPr>
          <p:spPr>
            <a:xfrm>
              <a:off x="7658097" y="1421104"/>
              <a:ext cx="7366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Random term</a:t>
              </a:r>
            </a:p>
          </p:txBody>
        </p:sp>
        <p:sp>
          <p:nvSpPr>
            <p:cNvPr id="166" name="rc166"/>
            <p:cNvSpPr/>
            <p:nvPr/>
          </p:nvSpPr>
          <p:spPr>
            <a:xfrm>
              <a:off x="7658097" y="1578184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666279" y="1586366"/>
              <a:ext cx="97509" cy="97509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658097" y="1692057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666279" y="1700239"/>
              <a:ext cx="97509" cy="97509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658097" y="1805930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666279" y="1814111"/>
              <a:ext cx="97509" cy="97509"/>
            </a:xfrm>
            <a:prstGeom prst="rect">
              <a:avLst/>
            </a:prstGeom>
            <a:solidFill>
              <a:srgbClr val="56B4E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58097" y="1919803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666279" y="1927984"/>
              <a:ext cx="97509" cy="97509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658097" y="2033676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666279" y="2041857"/>
              <a:ext cx="97509" cy="97509"/>
            </a:xfrm>
            <a:prstGeom prst="rect">
              <a:avLst/>
            </a:prstGeom>
            <a:solidFill>
              <a:srgbClr val="CC79A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7658097" y="2147549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7666279" y="2155730"/>
              <a:ext cx="97509" cy="97509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tx178"/>
            <p:cNvSpPr/>
            <p:nvPr/>
          </p:nvSpPr>
          <p:spPr>
            <a:xfrm>
              <a:off x="7835233" y="1594201"/>
              <a:ext cx="876635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Species intercept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7835233" y="1708074"/>
              <a:ext cx="91467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Province intercept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835233" y="1821947"/>
              <a:ext cx="700887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 intercept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835233" y="1935820"/>
              <a:ext cx="125757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Province x year intercept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835233" y="2049693"/>
              <a:ext cx="125126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Species slope (warming)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835233" y="2163566"/>
              <a:ext cx="1115659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Province slope (effort)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5588674" y="509330"/>
              <a:ext cx="1667408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No component collapses to zero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5588674" y="328384"/>
              <a:ext cx="110871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Variance structure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5214820" y="318395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2026-09-22T12:32:29Z</dcterms:modified>
  <cp:category/>
</cp:coreProperties>
</file>