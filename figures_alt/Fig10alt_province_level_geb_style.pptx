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7863840" cy="10424160"/>
            <a:chOff x="182880" y="182880"/>
            <a:chExt cx="7863840" cy="104241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7863839" cy="10424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7863839" cy="104241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834765"/>
              <a:ext cx="3434556" cy="23523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687025" y="834765"/>
              <a:ext cx="4290105" cy="23523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78791" y="898028"/>
              <a:ext cx="2919665" cy="1955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78791" y="2641314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78791" y="2245065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8791" y="1848815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78791" y="1452566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78791" y="1056317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72370" y="898028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583043" y="898028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093716" y="898028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04390" y="898028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15063" y="898028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811503" y="1476974"/>
              <a:ext cx="2654241" cy="877588"/>
            </a:xfrm>
            <a:custGeom>
              <a:avLst/>
              <a:pathLst>
                <a:path w="2654241" h="877588">
                  <a:moveTo>
                    <a:pt x="0" y="0"/>
                  </a:moveTo>
                  <a:lnTo>
                    <a:pt x="33597" y="9354"/>
                  </a:lnTo>
                  <a:lnTo>
                    <a:pt x="67195" y="18668"/>
                  </a:lnTo>
                  <a:lnTo>
                    <a:pt x="100793" y="27941"/>
                  </a:lnTo>
                  <a:lnTo>
                    <a:pt x="134391" y="37168"/>
                  </a:lnTo>
                  <a:lnTo>
                    <a:pt x="167989" y="46347"/>
                  </a:lnTo>
                  <a:lnTo>
                    <a:pt x="201587" y="55475"/>
                  </a:lnTo>
                  <a:lnTo>
                    <a:pt x="235185" y="64548"/>
                  </a:lnTo>
                  <a:lnTo>
                    <a:pt x="268783" y="73562"/>
                  </a:lnTo>
                  <a:lnTo>
                    <a:pt x="302381" y="82513"/>
                  </a:lnTo>
                  <a:lnTo>
                    <a:pt x="335979" y="91397"/>
                  </a:lnTo>
                  <a:lnTo>
                    <a:pt x="369577" y="100207"/>
                  </a:lnTo>
                  <a:lnTo>
                    <a:pt x="403175" y="108940"/>
                  </a:lnTo>
                  <a:lnTo>
                    <a:pt x="436773" y="117589"/>
                  </a:lnTo>
                  <a:lnTo>
                    <a:pt x="470371" y="126147"/>
                  </a:lnTo>
                  <a:lnTo>
                    <a:pt x="503969" y="134608"/>
                  </a:lnTo>
                  <a:lnTo>
                    <a:pt x="537567" y="142963"/>
                  </a:lnTo>
                  <a:lnTo>
                    <a:pt x="571165" y="151206"/>
                  </a:lnTo>
                  <a:lnTo>
                    <a:pt x="604763" y="159326"/>
                  </a:lnTo>
                  <a:lnTo>
                    <a:pt x="638361" y="167314"/>
                  </a:lnTo>
                  <a:lnTo>
                    <a:pt x="671959" y="175160"/>
                  </a:lnTo>
                  <a:lnTo>
                    <a:pt x="705557" y="182852"/>
                  </a:lnTo>
                  <a:lnTo>
                    <a:pt x="739155" y="190379"/>
                  </a:lnTo>
                  <a:lnTo>
                    <a:pt x="772753" y="197726"/>
                  </a:lnTo>
                  <a:lnTo>
                    <a:pt x="806351" y="204881"/>
                  </a:lnTo>
                  <a:lnTo>
                    <a:pt x="839949" y="211829"/>
                  </a:lnTo>
                  <a:lnTo>
                    <a:pt x="873547" y="218555"/>
                  </a:lnTo>
                  <a:lnTo>
                    <a:pt x="907145" y="225041"/>
                  </a:lnTo>
                  <a:lnTo>
                    <a:pt x="940743" y="231273"/>
                  </a:lnTo>
                  <a:lnTo>
                    <a:pt x="974341" y="237233"/>
                  </a:lnTo>
                  <a:lnTo>
                    <a:pt x="1007939" y="242904"/>
                  </a:lnTo>
                  <a:lnTo>
                    <a:pt x="1041537" y="248269"/>
                  </a:lnTo>
                  <a:lnTo>
                    <a:pt x="1075135" y="253313"/>
                  </a:lnTo>
                  <a:lnTo>
                    <a:pt x="1108733" y="258019"/>
                  </a:lnTo>
                  <a:lnTo>
                    <a:pt x="1142331" y="262374"/>
                  </a:lnTo>
                  <a:lnTo>
                    <a:pt x="1175929" y="266367"/>
                  </a:lnTo>
                  <a:lnTo>
                    <a:pt x="1209527" y="269985"/>
                  </a:lnTo>
                  <a:lnTo>
                    <a:pt x="1243125" y="273223"/>
                  </a:lnTo>
                  <a:lnTo>
                    <a:pt x="1276723" y="276075"/>
                  </a:lnTo>
                  <a:lnTo>
                    <a:pt x="1310321" y="278538"/>
                  </a:lnTo>
                  <a:lnTo>
                    <a:pt x="1343919" y="280615"/>
                  </a:lnTo>
                  <a:lnTo>
                    <a:pt x="1377517" y="282309"/>
                  </a:lnTo>
                  <a:lnTo>
                    <a:pt x="1411115" y="283627"/>
                  </a:lnTo>
                  <a:lnTo>
                    <a:pt x="1444713" y="284578"/>
                  </a:lnTo>
                  <a:lnTo>
                    <a:pt x="1478311" y="285173"/>
                  </a:lnTo>
                  <a:lnTo>
                    <a:pt x="1511909" y="285427"/>
                  </a:lnTo>
                  <a:lnTo>
                    <a:pt x="1545507" y="285354"/>
                  </a:lnTo>
                  <a:lnTo>
                    <a:pt x="1579105" y="284970"/>
                  </a:lnTo>
                  <a:lnTo>
                    <a:pt x="1612703" y="284292"/>
                  </a:lnTo>
                  <a:lnTo>
                    <a:pt x="1646301" y="283336"/>
                  </a:lnTo>
                  <a:lnTo>
                    <a:pt x="1679899" y="282119"/>
                  </a:lnTo>
                  <a:lnTo>
                    <a:pt x="1713497" y="280659"/>
                  </a:lnTo>
                  <a:lnTo>
                    <a:pt x="1747095" y="278971"/>
                  </a:lnTo>
                  <a:lnTo>
                    <a:pt x="1780693" y="277070"/>
                  </a:lnTo>
                  <a:lnTo>
                    <a:pt x="1814291" y="274973"/>
                  </a:lnTo>
                  <a:lnTo>
                    <a:pt x="1847889" y="272692"/>
                  </a:lnTo>
                  <a:lnTo>
                    <a:pt x="1881487" y="270241"/>
                  </a:lnTo>
                  <a:lnTo>
                    <a:pt x="1915085" y="267633"/>
                  </a:lnTo>
                  <a:lnTo>
                    <a:pt x="1948683" y="264879"/>
                  </a:lnTo>
                  <a:lnTo>
                    <a:pt x="1982281" y="261990"/>
                  </a:lnTo>
                  <a:lnTo>
                    <a:pt x="2015879" y="258975"/>
                  </a:lnTo>
                  <a:lnTo>
                    <a:pt x="2049477" y="255844"/>
                  </a:lnTo>
                  <a:lnTo>
                    <a:pt x="2083075" y="252606"/>
                  </a:lnTo>
                  <a:lnTo>
                    <a:pt x="2116673" y="249268"/>
                  </a:lnTo>
                  <a:lnTo>
                    <a:pt x="2150271" y="245837"/>
                  </a:lnTo>
                  <a:lnTo>
                    <a:pt x="2183869" y="242320"/>
                  </a:lnTo>
                  <a:lnTo>
                    <a:pt x="2217467" y="238723"/>
                  </a:lnTo>
                  <a:lnTo>
                    <a:pt x="2251065" y="235051"/>
                  </a:lnTo>
                  <a:lnTo>
                    <a:pt x="2284663" y="231311"/>
                  </a:lnTo>
                  <a:lnTo>
                    <a:pt x="2318261" y="227505"/>
                  </a:lnTo>
                  <a:lnTo>
                    <a:pt x="2351859" y="223640"/>
                  </a:lnTo>
                  <a:lnTo>
                    <a:pt x="2385457" y="219718"/>
                  </a:lnTo>
                  <a:lnTo>
                    <a:pt x="2419055" y="215744"/>
                  </a:lnTo>
                  <a:lnTo>
                    <a:pt x="2452653" y="211721"/>
                  </a:lnTo>
                  <a:lnTo>
                    <a:pt x="2486251" y="207652"/>
                  </a:lnTo>
                  <a:lnTo>
                    <a:pt x="2519849" y="203540"/>
                  </a:lnTo>
                  <a:lnTo>
                    <a:pt x="2553447" y="199387"/>
                  </a:lnTo>
                  <a:lnTo>
                    <a:pt x="2587045" y="195196"/>
                  </a:lnTo>
                  <a:lnTo>
                    <a:pt x="2620643" y="190970"/>
                  </a:lnTo>
                  <a:lnTo>
                    <a:pt x="2654241" y="186710"/>
                  </a:lnTo>
                  <a:lnTo>
                    <a:pt x="2654241" y="877588"/>
                  </a:lnTo>
                  <a:lnTo>
                    <a:pt x="2620643" y="868140"/>
                  </a:lnTo>
                  <a:lnTo>
                    <a:pt x="2587045" y="858724"/>
                  </a:lnTo>
                  <a:lnTo>
                    <a:pt x="2553447" y="849345"/>
                  </a:lnTo>
                  <a:lnTo>
                    <a:pt x="2519849" y="840003"/>
                  </a:lnTo>
                  <a:lnTo>
                    <a:pt x="2486251" y="830702"/>
                  </a:lnTo>
                  <a:lnTo>
                    <a:pt x="2452653" y="821444"/>
                  </a:lnTo>
                  <a:lnTo>
                    <a:pt x="2419055" y="812232"/>
                  </a:lnTo>
                  <a:lnTo>
                    <a:pt x="2385457" y="803069"/>
                  </a:lnTo>
                  <a:lnTo>
                    <a:pt x="2351859" y="793959"/>
                  </a:lnTo>
                  <a:lnTo>
                    <a:pt x="2318261" y="784905"/>
                  </a:lnTo>
                  <a:lnTo>
                    <a:pt x="2284663" y="775911"/>
                  </a:lnTo>
                  <a:lnTo>
                    <a:pt x="2251065" y="766981"/>
                  </a:lnTo>
                  <a:lnTo>
                    <a:pt x="2217467" y="758121"/>
                  </a:lnTo>
                  <a:lnTo>
                    <a:pt x="2183869" y="749335"/>
                  </a:lnTo>
                  <a:lnTo>
                    <a:pt x="2150271" y="740630"/>
                  </a:lnTo>
                  <a:lnTo>
                    <a:pt x="2116673" y="732010"/>
                  </a:lnTo>
                  <a:lnTo>
                    <a:pt x="2083075" y="723483"/>
                  </a:lnTo>
                  <a:lnTo>
                    <a:pt x="2049477" y="715055"/>
                  </a:lnTo>
                  <a:lnTo>
                    <a:pt x="2015879" y="706736"/>
                  </a:lnTo>
                  <a:lnTo>
                    <a:pt x="1982281" y="698532"/>
                  </a:lnTo>
                  <a:lnTo>
                    <a:pt x="1948683" y="690454"/>
                  </a:lnTo>
                  <a:lnTo>
                    <a:pt x="1915085" y="682511"/>
                  </a:lnTo>
                  <a:lnTo>
                    <a:pt x="1881487" y="674714"/>
                  </a:lnTo>
                  <a:lnTo>
                    <a:pt x="1847889" y="667075"/>
                  </a:lnTo>
                  <a:lnTo>
                    <a:pt x="1814291" y="659605"/>
                  </a:lnTo>
                  <a:lnTo>
                    <a:pt x="1780693" y="652319"/>
                  </a:lnTo>
                  <a:lnTo>
                    <a:pt x="1747095" y="645230"/>
                  </a:lnTo>
                  <a:lnTo>
                    <a:pt x="1713497" y="638353"/>
                  </a:lnTo>
                  <a:lnTo>
                    <a:pt x="1679899" y="631704"/>
                  </a:lnTo>
                  <a:lnTo>
                    <a:pt x="1646301" y="625299"/>
                  </a:lnTo>
                  <a:lnTo>
                    <a:pt x="1612703" y="619154"/>
                  </a:lnTo>
                  <a:lnTo>
                    <a:pt x="1579105" y="613287"/>
                  </a:lnTo>
                  <a:lnTo>
                    <a:pt x="1545507" y="607714"/>
                  </a:lnTo>
                  <a:lnTo>
                    <a:pt x="1511909" y="602452"/>
                  </a:lnTo>
                  <a:lnTo>
                    <a:pt x="1478311" y="597517"/>
                  </a:lnTo>
                  <a:lnTo>
                    <a:pt x="1444713" y="592924"/>
                  </a:lnTo>
                  <a:lnTo>
                    <a:pt x="1411115" y="588686"/>
                  </a:lnTo>
                  <a:lnTo>
                    <a:pt x="1377517" y="584815"/>
                  </a:lnTo>
                  <a:lnTo>
                    <a:pt x="1343919" y="581320"/>
                  </a:lnTo>
                  <a:lnTo>
                    <a:pt x="1310321" y="578208"/>
                  </a:lnTo>
                  <a:lnTo>
                    <a:pt x="1276723" y="575483"/>
                  </a:lnTo>
                  <a:lnTo>
                    <a:pt x="1243125" y="573146"/>
                  </a:lnTo>
                  <a:lnTo>
                    <a:pt x="1209527" y="571195"/>
                  </a:lnTo>
                  <a:lnTo>
                    <a:pt x="1175929" y="569625"/>
                  </a:lnTo>
                  <a:lnTo>
                    <a:pt x="1142331" y="568428"/>
                  </a:lnTo>
                  <a:lnTo>
                    <a:pt x="1108733" y="567594"/>
                  </a:lnTo>
                  <a:lnTo>
                    <a:pt x="1075135" y="567112"/>
                  </a:lnTo>
                  <a:lnTo>
                    <a:pt x="1041537" y="566967"/>
                  </a:lnTo>
                  <a:lnTo>
                    <a:pt x="1007939" y="567143"/>
                  </a:lnTo>
                  <a:lnTo>
                    <a:pt x="974341" y="567625"/>
                  </a:lnTo>
                  <a:lnTo>
                    <a:pt x="940743" y="568396"/>
                  </a:lnTo>
                  <a:lnTo>
                    <a:pt x="907145" y="569439"/>
                  </a:lnTo>
                  <a:lnTo>
                    <a:pt x="873547" y="570737"/>
                  </a:lnTo>
                  <a:lnTo>
                    <a:pt x="839949" y="572274"/>
                  </a:lnTo>
                  <a:lnTo>
                    <a:pt x="806351" y="574033"/>
                  </a:lnTo>
                  <a:lnTo>
                    <a:pt x="772753" y="575999"/>
                  </a:lnTo>
                  <a:lnTo>
                    <a:pt x="739155" y="578158"/>
                  </a:lnTo>
                  <a:lnTo>
                    <a:pt x="705557" y="580496"/>
                  </a:lnTo>
                  <a:lnTo>
                    <a:pt x="671959" y="582999"/>
                  </a:lnTo>
                  <a:lnTo>
                    <a:pt x="638361" y="585656"/>
                  </a:lnTo>
                  <a:lnTo>
                    <a:pt x="604763" y="588456"/>
                  </a:lnTo>
                  <a:lnTo>
                    <a:pt x="571165" y="591387"/>
                  </a:lnTo>
                  <a:lnTo>
                    <a:pt x="537567" y="594441"/>
                  </a:lnTo>
                  <a:lnTo>
                    <a:pt x="503969" y="597608"/>
                  </a:lnTo>
                  <a:lnTo>
                    <a:pt x="470371" y="600880"/>
                  </a:lnTo>
                  <a:lnTo>
                    <a:pt x="436773" y="604249"/>
                  </a:lnTo>
                  <a:lnTo>
                    <a:pt x="403175" y="607709"/>
                  </a:lnTo>
                  <a:lnTo>
                    <a:pt x="369577" y="611253"/>
                  </a:lnTo>
                  <a:lnTo>
                    <a:pt x="335979" y="614874"/>
                  </a:lnTo>
                  <a:lnTo>
                    <a:pt x="302381" y="618569"/>
                  </a:lnTo>
                  <a:lnTo>
                    <a:pt x="268783" y="622331"/>
                  </a:lnTo>
                  <a:lnTo>
                    <a:pt x="235185" y="626157"/>
                  </a:lnTo>
                  <a:lnTo>
                    <a:pt x="201587" y="630041"/>
                  </a:lnTo>
                  <a:lnTo>
                    <a:pt x="167989" y="633980"/>
                  </a:lnTo>
                  <a:lnTo>
                    <a:pt x="134391" y="637970"/>
                  </a:lnTo>
                  <a:lnTo>
                    <a:pt x="100793" y="642009"/>
                  </a:lnTo>
                  <a:lnTo>
                    <a:pt x="67195" y="646093"/>
                  </a:lnTo>
                  <a:lnTo>
                    <a:pt x="33597" y="650218"/>
                  </a:lnTo>
                  <a:lnTo>
                    <a:pt x="0" y="654384"/>
                  </a:lnTo>
                  <a:close/>
                </a:path>
              </a:pathLst>
            </a:custGeom>
            <a:solidFill>
              <a:srgbClr val="F6C445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1503" y="1476974"/>
              <a:ext cx="2654241" cy="285427"/>
            </a:xfrm>
            <a:custGeom>
              <a:avLst/>
              <a:pathLst>
                <a:path w="2654241" h="285427">
                  <a:moveTo>
                    <a:pt x="0" y="0"/>
                  </a:moveTo>
                  <a:lnTo>
                    <a:pt x="33597" y="9354"/>
                  </a:lnTo>
                  <a:lnTo>
                    <a:pt x="67195" y="18668"/>
                  </a:lnTo>
                  <a:lnTo>
                    <a:pt x="100793" y="27941"/>
                  </a:lnTo>
                  <a:lnTo>
                    <a:pt x="134391" y="37168"/>
                  </a:lnTo>
                  <a:lnTo>
                    <a:pt x="167989" y="46347"/>
                  </a:lnTo>
                  <a:lnTo>
                    <a:pt x="201587" y="55475"/>
                  </a:lnTo>
                  <a:lnTo>
                    <a:pt x="235185" y="64548"/>
                  </a:lnTo>
                  <a:lnTo>
                    <a:pt x="268783" y="73562"/>
                  </a:lnTo>
                  <a:lnTo>
                    <a:pt x="302381" y="82513"/>
                  </a:lnTo>
                  <a:lnTo>
                    <a:pt x="335979" y="91397"/>
                  </a:lnTo>
                  <a:lnTo>
                    <a:pt x="369577" y="100207"/>
                  </a:lnTo>
                  <a:lnTo>
                    <a:pt x="403175" y="108940"/>
                  </a:lnTo>
                  <a:lnTo>
                    <a:pt x="436773" y="117589"/>
                  </a:lnTo>
                  <a:lnTo>
                    <a:pt x="470371" y="126147"/>
                  </a:lnTo>
                  <a:lnTo>
                    <a:pt x="503969" y="134608"/>
                  </a:lnTo>
                  <a:lnTo>
                    <a:pt x="537567" y="142963"/>
                  </a:lnTo>
                  <a:lnTo>
                    <a:pt x="571165" y="151206"/>
                  </a:lnTo>
                  <a:lnTo>
                    <a:pt x="604763" y="159326"/>
                  </a:lnTo>
                  <a:lnTo>
                    <a:pt x="638361" y="167314"/>
                  </a:lnTo>
                  <a:lnTo>
                    <a:pt x="671959" y="175160"/>
                  </a:lnTo>
                  <a:lnTo>
                    <a:pt x="705557" y="182852"/>
                  </a:lnTo>
                  <a:lnTo>
                    <a:pt x="739155" y="190379"/>
                  </a:lnTo>
                  <a:lnTo>
                    <a:pt x="772753" y="197726"/>
                  </a:lnTo>
                  <a:lnTo>
                    <a:pt x="806351" y="204881"/>
                  </a:lnTo>
                  <a:lnTo>
                    <a:pt x="839949" y="211829"/>
                  </a:lnTo>
                  <a:lnTo>
                    <a:pt x="873547" y="218555"/>
                  </a:lnTo>
                  <a:lnTo>
                    <a:pt x="907145" y="225041"/>
                  </a:lnTo>
                  <a:lnTo>
                    <a:pt x="940743" y="231273"/>
                  </a:lnTo>
                  <a:lnTo>
                    <a:pt x="974341" y="237233"/>
                  </a:lnTo>
                  <a:lnTo>
                    <a:pt x="1007939" y="242904"/>
                  </a:lnTo>
                  <a:lnTo>
                    <a:pt x="1041537" y="248269"/>
                  </a:lnTo>
                  <a:lnTo>
                    <a:pt x="1075135" y="253313"/>
                  </a:lnTo>
                  <a:lnTo>
                    <a:pt x="1108733" y="258019"/>
                  </a:lnTo>
                  <a:lnTo>
                    <a:pt x="1142331" y="262374"/>
                  </a:lnTo>
                  <a:lnTo>
                    <a:pt x="1175929" y="266367"/>
                  </a:lnTo>
                  <a:lnTo>
                    <a:pt x="1209527" y="269985"/>
                  </a:lnTo>
                  <a:lnTo>
                    <a:pt x="1243125" y="273223"/>
                  </a:lnTo>
                  <a:lnTo>
                    <a:pt x="1276723" y="276075"/>
                  </a:lnTo>
                  <a:lnTo>
                    <a:pt x="1310321" y="278538"/>
                  </a:lnTo>
                  <a:lnTo>
                    <a:pt x="1343919" y="280615"/>
                  </a:lnTo>
                  <a:lnTo>
                    <a:pt x="1377517" y="282309"/>
                  </a:lnTo>
                  <a:lnTo>
                    <a:pt x="1411115" y="283627"/>
                  </a:lnTo>
                  <a:lnTo>
                    <a:pt x="1444713" y="284578"/>
                  </a:lnTo>
                  <a:lnTo>
                    <a:pt x="1478311" y="285173"/>
                  </a:lnTo>
                  <a:lnTo>
                    <a:pt x="1511909" y="285427"/>
                  </a:lnTo>
                  <a:lnTo>
                    <a:pt x="1545507" y="285354"/>
                  </a:lnTo>
                  <a:lnTo>
                    <a:pt x="1579105" y="284970"/>
                  </a:lnTo>
                  <a:lnTo>
                    <a:pt x="1612703" y="284292"/>
                  </a:lnTo>
                  <a:lnTo>
                    <a:pt x="1646301" y="283336"/>
                  </a:lnTo>
                  <a:lnTo>
                    <a:pt x="1679899" y="282119"/>
                  </a:lnTo>
                  <a:lnTo>
                    <a:pt x="1713497" y="280659"/>
                  </a:lnTo>
                  <a:lnTo>
                    <a:pt x="1747095" y="278971"/>
                  </a:lnTo>
                  <a:lnTo>
                    <a:pt x="1780693" y="277070"/>
                  </a:lnTo>
                  <a:lnTo>
                    <a:pt x="1814291" y="274973"/>
                  </a:lnTo>
                  <a:lnTo>
                    <a:pt x="1847889" y="272692"/>
                  </a:lnTo>
                  <a:lnTo>
                    <a:pt x="1881487" y="270241"/>
                  </a:lnTo>
                  <a:lnTo>
                    <a:pt x="1915085" y="267633"/>
                  </a:lnTo>
                  <a:lnTo>
                    <a:pt x="1948683" y="264879"/>
                  </a:lnTo>
                  <a:lnTo>
                    <a:pt x="1982281" y="261990"/>
                  </a:lnTo>
                  <a:lnTo>
                    <a:pt x="2015879" y="258975"/>
                  </a:lnTo>
                  <a:lnTo>
                    <a:pt x="2049477" y="255844"/>
                  </a:lnTo>
                  <a:lnTo>
                    <a:pt x="2083075" y="252606"/>
                  </a:lnTo>
                  <a:lnTo>
                    <a:pt x="2116673" y="249268"/>
                  </a:lnTo>
                  <a:lnTo>
                    <a:pt x="2150271" y="245837"/>
                  </a:lnTo>
                  <a:lnTo>
                    <a:pt x="2183869" y="242320"/>
                  </a:lnTo>
                  <a:lnTo>
                    <a:pt x="2217467" y="238723"/>
                  </a:lnTo>
                  <a:lnTo>
                    <a:pt x="2251065" y="235051"/>
                  </a:lnTo>
                  <a:lnTo>
                    <a:pt x="2284663" y="231311"/>
                  </a:lnTo>
                  <a:lnTo>
                    <a:pt x="2318261" y="227505"/>
                  </a:lnTo>
                  <a:lnTo>
                    <a:pt x="2351859" y="223640"/>
                  </a:lnTo>
                  <a:lnTo>
                    <a:pt x="2385457" y="219718"/>
                  </a:lnTo>
                  <a:lnTo>
                    <a:pt x="2419055" y="215744"/>
                  </a:lnTo>
                  <a:lnTo>
                    <a:pt x="2452653" y="211721"/>
                  </a:lnTo>
                  <a:lnTo>
                    <a:pt x="2486251" y="207652"/>
                  </a:lnTo>
                  <a:lnTo>
                    <a:pt x="2519849" y="203540"/>
                  </a:lnTo>
                  <a:lnTo>
                    <a:pt x="2553447" y="199387"/>
                  </a:lnTo>
                  <a:lnTo>
                    <a:pt x="2587045" y="195196"/>
                  </a:lnTo>
                  <a:lnTo>
                    <a:pt x="2620643" y="190970"/>
                  </a:lnTo>
                  <a:lnTo>
                    <a:pt x="2654241" y="1867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1503" y="2043941"/>
              <a:ext cx="2654241" cy="310621"/>
            </a:xfrm>
            <a:custGeom>
              <a:avLst/>
              <a:pathLst>
                <a:path w="2654241" h="310621">
                  <a:moveTo>
                    <a:pt x="2654241" y="310621"/>
                  </a:moveTo>
                  <a:lnTo>
                    <a:pt x="2620643" y="301172"/>
                  </a:lnTo>
                  <a:lnTo>
                    <a:pt x="2587045" y="291757"/>
                  </a:lnTo>
                  <a:lnTo>
                    <a:pt x="2553447" y="282378"/>
                  </a:lnTo>
                  <a:lnTo>
                    <a:pt x="2519849" y="273036"/>
                  </a:lnTo>
                  <a:lnTo>
                    <a:pt x="2486251" y="263735"/>
                  </a:lnTo>
                  <a:lnTo>
                    <a:pt x="2452653" y="254477"/>
                  </a:lnTo>
                  <a:lnTo>
                    <a:pt x="2419055" y="245265"/>
                  </a:lnTo>
                  <a:lnTo>
                    <a:pt x="2385457" y="236102"/>
                  </a:lnTo>
                  <a:lnTo>
                    <a:pt x="2351859" y="226992"/>
                  </a:lnTo>
                  <a:lnTo>
                    <a:pt x="2318261" y="217938"/>
                  </a:lnTo>
                  <a:lnTo>
                    <a:pt x="2284663" y="208944"/>
                  </a:lnTo>
                  <a:lnTo>
                    <a:pt x="2251065" y="200014"/>
                  </a:lnTo>
                  <a:lnTo>
                    <a:pt x="2217467" y="191154"/>
                  </a:lnTo>
                  <a:lnTo>
                    <a:pt x="2183869" y="182368"/>
                  </a:lnTo>
                  <a:lnTo>
                    <a:pt x="2150271" y="173662"/>
                  </a:lnTo>
                  <a:lnTo>
                    <a:pt x="2116673" y="165043"/>
                  </a:lnTo>
                  <a:lnTo>
                    <a:pt x="2083075" y="156516"/>
                  </a:lnTo>
                  <a:lnTo>
                    <a:pt x="2049477" y="148088"/>
                  </a:lnTo>
                  <a:lnTo>
                    <a:pt x="2015879" y="139769"/>
                  </a:lnTo>
                  <a:lnTo>
                    <a:pt x="1982281" y="131565"/>
                  </a:lnTo>
                  <a:lnTo>
                    <a:pt x="1948683" y="123487"/>
                  </a:lnTo>
                  <a:lnTo>
                    <a:pt x="1915085" y="115544"/>
                  </a:lnTo>
                  <a:lnTo>
                    <a:pt x="1881487" y="107747"/>
                  </a:lnTo>
                  <a:lnTo>
                    <a:pt x="1847889" y="100108"/>
                  </a:lnTo>
                  <a:lnTo>
                    <a:pt x="1814291" y="92638"/>
                  </a:lnTo>
                  <a:lnTo>
                    <a:pt x="1780693" y="85352"/>
                  </a:lnTo>
                  <a:lnTo>
                    <a:pt x="1747095" y="78263"/>
                  </a:lnTo>
                  <a:lnTo>
                    <a:pt x="1713497" y="71386"/>
                  </a:lnTo>
                  <a:lnTo>
                    <a:pt x="1679899" y="64737"/>
                  </a:lnTo>
                  <a:lnTo>
                    <a:pt x="1646301" y="58331"/>
                  </a:lnTo>
                  <a:lnTo>
                    <a:pt x="1612703" y="52187"/>
                  </a:lnTo>
                  <a:lnTo>
                    <a:pt x="1579105" y="46319"/>
                  </a:lnTo>
                  <a:lnTo>
                    <a:pt x="1545507" y="40747"/>
                  </a:lnTo>
                  <a:lnTo>
                    <a:pt x="1511909" y="35485"/>
                  </a:lnTo>
                  <a:lnTo>
                    <a:pt x="1478311" y="30550"/>
                  </a:lnTo>
                  <a:lnTo>
                    <a:pt x="1444713" y="25957"/>
                  </a:lnTo>
                  <a:lnTo>
                    <a:pt x="1411115" y="21719"/>
                  </a:lnTo>
                  <a:lnTo>
                    <a:pt x="1377517" y="17848"/>
                  </a:lnTo>
                  <a:lnTo>
                    <a:pt x="1343919" y="14353"/>
                  </a:lnTo>
                  <a:lnTo>
                    <a:pt x="1310321" y="11241"/>
                  </a:lnTo>
                  <a:lnTo>
                    <a:pt x="1276723" y="8516"/>
                  </a:lnTo>
                  <a:lnTo>
                    <a:pt x="1243125" y="6179"/>
                  </a:lnTo>
                  <a:lnTo>
                    <a:pt x="1209527" y="4227"/>
                  </a:lnTo>
                  <a:lnTo>
                    <a:pt x="1175929" y="2657"/>
                  </a:lnTo>
                  <a:lnTo>
                    <a:pt x="1142331" y="1461"/>
                  </a:lnTo>
                  <a:lnTo>
                    <a:pt x="1108733" y="627"/>
                  </a:lnTo>
                  <a:lnTo>
                    <a:pt x="1075135" y="145"/>
                  </a:lnTo>
                  <a:lnTo>
                    <a:pt x="1041537" y="0"/>
                  </a:lnTo>
                  <a:lnTo>
                    <a:pt x="1007939" y="176"/>
                  </a:lnTo>
                  <a:lnTo>
                    <a:pt x="974341" y="658"/>
                  </a:lnTo>
                  <a:lnTo>
                    <a:pt x="940743" y="1429"/>
                  </a:lnTo>
                  <a:lnTo>
                    <a:pt x="907145" y="2472"/>
                  </a:lnTo>
                  <a:lnTo>
                    <a:pt x="873547" y="3770"/>
                  </a:lnTo>
                  <a:lnTo>
                    <a:pt x="839949" y="5307"/>
                  </a:lnTo>
                  <a:lnTo>
                    <a:pt x="806351" y="7066"/>
                  </a:lnTo>
                  <a:lnTo>
                    <a:pt x="772753" y="9032"/>
                  </a:lnTo>
                  <a:lnTo>
                    <a:pt x="739155" y="11191"/>
                  </a:lnTo>
                  <a:lnTo>
                    <a:pt x="705557" y="13529"/>
                  </a:lnTo>
                  <a:lnTo>
                    <a:pt x="671959" y="16032"/>
                  </a:lnTo>
                  <a:lnTo>
                    <a:pt x="638361" y="18689"/>
                  </a:lnTo>
                  <a:lnTo>
                    <a:pt x="604763" y="21489"/>
                  </a:lnTo>
                  <a:lnTo>
                    <a:pt x="571165" y="24420"/>
                  </a:lnTo>
                  <a:lnTo>
                    <a:pt x="537567" y="27474"/>
                  </a:lnTo>
                  <a:lnTo>
                    <a:pt x="503969" y="30640"/>
                  </a:lnTo>
                  <a:lnTo>
                    <a:pt x="470371" y="33912"/>
                  </a:lnTo>
                  <a:lnTo>
                    <a:pt x="436773" y="37282"/>
                  </a:lnTo>
                  <a:lnTo>
                    <a:pt x="403175" y="40741"/>
                  </a:lnTo>
                  <a:lnTo>
                    <a:pt x="369577" y="44285"/>
                  </a:lnTo>
                  <a:lnTo>
                    <a:pt x="335979" y="47907"/>
                  </a:lnTo>
                  <a:lnTo>
                    <a:pt x="302381" y="51602"/>
                  </a:lnTo>
                  <a:lnTo>
                    <a:pt x="268783" y="55364"/>
                  </a:lnTo>
                  <a:lnTo>
                    <a:pt x="235185" y="59189"/>
                  </a:lnTo>
                  <a:lnTo>
                    <a:pt x="201587" y="63074"/>
                  </a:lnTo>
                  <a:lnTo>
                    <a:pt x="167989" y="67013"/>
                  </a:lnTo>
                  <a:lnTo>
                    <a:pt x="134391" y="71003"/>
                  </a:lnTo>
                  <a:lnTo>
                    <a:pt x="100793" y="75042"/>
                  </a:lnTo>
                  <a:lnTo>
                    <a:pt x="67195" y="79125"/>
                  </a:lnTo>
                  <a:lnTo>
                    <a:pt x="33597" y="83251"/>
                  </a:lnTo>
                  <a:lnTo>
                    <a:pt x="0" y="874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1503" y="1804166"/>
              <a:ext cx="2654241" cy="204957"/>
            </a:xfrm>
            <a:custGeom>
              <a:avLst/>
              <a:pathLst>
                <a:path w="2654241" h="204957">
                  <a:moveTo>
                    <a:pt x="0" y="0"/>
                  </a:moveTo>
                  <a:lnTo>
                    <a:pt x="33597" y="2594"/>
                  </a:lnTo>
                  <a:lnTo>
                    <a:pt x="67195" y="5188"/>
                  </a:lnTo>
                  <a:lnTo>
                    <a:pt x="100793" y="7783"/>
                  </a:lnTo>
                  <a:lnTo>
                    <a:pt x="134391" y="10377"/>
                  </a:lnTo>
                  <a:lnTo>
                    <a:pt x="167989" y="12971"/>
                  </a:lnTo>
                  <a:lnTo>
                    <a:pt x="201587" y="15566"/>
                  </a:lnTo>
                  <a:lnTo>
                    <a:pt x="235185" y="18160"/>
                  </a:lnTo>
                  <a:lnTo>
                    <a:pt x="268783" y="20755"/>
                  </a:lnTo>
                  <a:lnTo>
                    <a:pt x="302381" y="23349"/>
                  </a:lnTo>
                  <a:lnTo>
                    <a:pt x="335979" y="25943"/>
                  </a:lnTo>
                  <a:lnTo>
                    <a:pt x="369577" y="28538"/>
                  </a:lnTo>
                  <a:lnTo>
                    <a:pt x="403175" y="31132"/>
                  </a:lnTo>
                  <a:lnTo>
                    <a:pt x="436773" y="33727"/>
                  </a:lnTo>
                  <a:lnTo>
                    <a:pt x="470371" y="36321"/>
                  </a:lnTo>
                  <a:lnTo>
                    <a:pt x="503969" y="38915"/>
                  </a:lnTo>
                  <a:lnTo>
                    <a:pt x="537567" y="41510"/>
                  </a:lnTo>
                  <a:lnTo>
                    <a:pt x="571165" y="44104"/>
                  </a:lnTo>
                  <a:lnTo>
                    <a:pt x="604763" y="46699"/>
                  </a:lnTo>
                  <a:lnTo>
                    <a:pt x="638361" y="49293"/>
                  </a:lnTo>
                  <a:lnTo>
                    <a:pt x="671959" y="51887"/>
                  </a:lnTo>
                  <a:lnTo>
                    <a:pt x="705557" y="54482"/>
                  </a:lnTo>
                  <a:lnTo>
                    <a:pt x="739155" y="57076"/>
                  </a:lnTo>
                  <a:lnTo>
                    <a:pt x="772753" y="59671"/>
                  </a:lnTo>
                  <a:lnTo>
                    <a:pt x="806351" y="62265"/>
                  </a:lnTo>
                  <a:lnTo>
                    <a:pt x="839949" y="64859"/>
                  </a:lnTo>
                  <a:lnTo>
                    <a:pt x="873547" y="67454"/>
                  </a:lnTo>
                  <a:lnTo>
                    <a:pt x="907145" y="70048"/>
                  </a:lnTo>
                  <a:lnTo>
                    <a:pt x="940743" y="72643"/>
                  </a:lnTo>
                  <a:lnTo>
                    <a:pt x="974341" y="75237"/>
                  </a:lnTo>
                  <a:lnTo>
                    <a:pt x="1007939" y="77831"/>
                  </a:lnTo>
                  <a:lnTo>
                    <a:pt x="1041537" y="80426"/>
                  </a:lnTo>
                  <a:lnTo>
                    <a:pt x="1075135" y="83020"/>
                  </a:lnTo>
                  <a:lnTo>
                    <a:pt x="1108733" y="85615"/>
                  </a:lnTo>
                  <a:lnTo>
                    <a:pt x="1142331" y="88209"/>
                  </a:lnTo>
                  <a:lnTo>
                    <a:pt x="1175929" y="90803"/>
                  </a:lnTo>
                  <a:lnTo>
                    <a:pt x="1209527" y="93398"/>
                  </a:lnTo>
                  <a:lnTo>
                    <a:pt x="1243125" y="95992"/>
                  </a:lnTo>
                  <a:lnTo>
                    <a:pt x="1276723" y="98587"/>
                  </a:lnTo>
                  <a:lnTo>
                    <a:pt x="1310321" y="101181"/>
                  </a:lnTo>
                  <a:lnTo>
                    <a:pt x="1343919" y="103775"/>
                  </a:lnTo>
                  <a:lnTo>
                    <a:pt x="1377517" y="106370"/>
                  </a:lnTo>
                  <a:lnTo>
                    <a:pt x="1411115" y="108964"/>
                  </a:lnTo>
                  <a:lnTo>
                    <a:pt x="1444713" y="111559"/>
                  </a:lnTo>
                  <a:lnTo>
                    <a:pt x="1478311" y="114153"/>
                  </a:lnTo>
                  <a:lnTo>
                    <a:pt x="1511909" y="116747"/>
                  </a:lnTo>
                  <a:lnTo>
                    <a:pt x="1545507" y="119342"/>
                  </a:lnTo>
                  <a:lnTo>
                    <a:pt x="1579105" y="121936"/>
                  </a:lnTo>
                  <a:lnTo>
                    <a:pt x="1612703" y="124531"/>
                  </a:lnTo>
                  <a:lnTo>
                    <a:pt x="1646301" y="127125"/>
                  </a:lnTo>
                  <a:lnTo>
                    <a:pt x="1679899" y="129719"/>
                  </a:lnTo>
                  <a:lnTo>
                    <a:pt x="1713497" y="132314"/>
                  </a:lnTo>
                  <a:lnTo>
                    <a:pt x="1747095" y="134908"/>
                  </a:lnTo>
                  <a:lnTo>
                    <a:pt x="1780693" y="137503"/>
                  </a:lnTo>
                  <a:lnTo>
                    <a:pt x="1814291" y="140097"/>
                  </a:lnTo>
                  <a:lnTo>
                    <a:pt x="1847889" y="142691"/>
                  </a:lnTo>
                  <a:lnTo>
                    <a:pt x="1881487" y="145286"/>
                  </a:lnTo>
                  <a:lnTo>
                    <a:pt x="1915085" y="147880"/>
                  </a:lnTo>
                  <a:lnTo>
                    <a:pt x="1948683" y="150475"/>
                  </a:lnTo>
                  <a:lnTo>
                    <a:pt x="1982281" y="153069"/>
                  </a:lnTo>
                  <a:lnTo>
                    <a:pt x="2015879" y="155663"/>
                  </a:lnTo>
                  <a:lnTo>
                    <a:pt x="2049477" y="158258"/>
                  </a:lnTo>
                  <a:lnTo>
                    <a:pt x="2083075" y="160852"/>
                  </a:lnTo>
                  <a:lnTo>
                    <a:pt x="2116673" y="163447"/>
                  </a:lnTo>
                  <a:lnTo>
                    <a:pt x="2150271" y="166041"/>
                  </a:lnTo>
                  <a:lnTo>
                    <a:pt x="2183869" y="168635"/>
                  </a:lnTo>
                  <a:lnTo>
                    <a:pt x="2217467" y="171230"/>
                  </a:lnTo>
                  <a:lnTo>
                    <a:pt x="2251065" y="173824"/>
                  </a:lnTo>
                  <a:lnTo>
                    <a:pt x="2284663" y="176419"/>
                  </a:lnTo>
                  <a:lnTo>
                    <a:pt x="2318261" y="179013"/>
                  </a:lnTo>
                  <a:lnTo>
                    <a:pt x="2351859" y="181607"/>
                  </a:lnTo>
                  <a:lnTo>
                    <a:pt x="2385457" y="184202"/>
                  </a:lnTo>
                  <a:lnTo>
                    <a:pt x="2419055" y="186796"/>
                  </a:lnTo>
                  <a:lnTo>
                    <a:pt x="2452653" y="189391"/>
                  </a:lnTo>
                  <a:lnTo>
                    <a:pt x="2486251" y="191985"/>
                  </a:lnTo>
                  <a:lnTo>
                    <a:pt x="2519849" y="194579"/>
                  </a:lnTo>
                  <a:lnTo>
                    <a:pt x="2553447" y="197174"/>
                  </a:lnTo>
                  <a:lnTo>
                    <a:pt x="2587045" y="199768"/>
                  </a:lnTo>
                  <a:lnTo>
                    <a:pt x="2620643" y="202363"/>
                  </a:lnTo>
                  <a:lnTo>
                    <a:pt x="2654241" y="204957"/>
                  </a:lnTo>
                </a:path>
              </a:pathLst>
            </a:custGeom>
            <a:ln w="14905" cap="flat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409150" y="160688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528596" y="184464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348710" y="237496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293535" y="274228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314543" y="141434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028820" y="231993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927204" y="192358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430663" y="181571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410304" y="190117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162588" y="264616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816463" y="197191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117149" y="151164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088708" y="176820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633136" y="96427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901214" y="182217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200293" y="148470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631189" y="179531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417026" y="212710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163760" y="195287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629729" y="146819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275631" y="183555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746820" y="128944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353442" y="196967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443092" y="156944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351911" y="256574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135589" y="225859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788851" y="202350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712783" y="147702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359945" y="197203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482850" y="222529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099281" y="165385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162138" y="916114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29752" y="916114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97367" y="916114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356956" y="930471"/>
              <a:ext cx="216804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0.199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55934" y="1057133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1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331089" y="1042777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398703" y="1057133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0.49</a:t>
              </a:r>
            </a:p>
          </p:txBody>
        </p:sp>
        <p:sp>
          <p:nvSpPr>
            <p:cNvPr id="60" name="rc60"/>
            <p:cNvSpPr/>
            <p:nvPr/>
          </p:nvSpPr>
          <p:spPr>
            <a:xfrm>
              <a:off x="678791" y="898028"/>
              <a:ext cx="2919665" cy="1955805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546441" y="2608624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46441" y="2212375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76799" y="1816126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76799" y="1419876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76799" y="1023627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650323" y="264131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50323" y="224506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0323" y="184881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0323" y="145256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50323" y="105631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072370" y="285383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583043" y="285383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093716" y="285383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604390" y="285383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15063" y="285383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993777" y="2905076"/>
              <a:ext cx="1571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504450" y="2905076"/>
              <a:ext cx="1571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030303" y="2905076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540976" y="2905076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051650" y="2905076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345839" y="3018035"/>
              <a:ext cx="158556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(Early survey efforts)</a:t>
              </a:r>
            </a:p>
          </p:txBody>
        </p:sp>
        <p:sp>
          <p:nvSpPr>
            <p:cNvPr id="82" name="tx82"/>
            <p:cNvSpPr/>
            <p:nvPr/>
          </p:nvSpPr>
          <p:spPr>
            <a:xfrm rot="-5400000">
              <a:off x="-243630" y="1835011"/>
              <a:ext cx="12511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(New records)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41263" y="892526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84" name="rc84"/>
            <p:cNvSpPr/>
            <p:nvPr/>
          </p:nvSpPr>
          <p:spPr>
            <a:xfrm>
              <a:off x="4042207" y="898028"/>
              <a:ext cx="2919665" cy="1955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042207" y="2664244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042207" y="2245467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042207" y="1826689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042207" y="1407912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042207" y="989135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804413" y="898028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632397" y="898028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460381" y="898028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4174919" y="1504903"/>
              <a:ext cx="2654241" cy="704915"/>
            </a:xfrm>
            <a:custGeom>
              <a:avLst/>
              <a:pathLst>
                <a:path w="2654241" h="704915">
                  <a:moveTo>
                    <a:pt x="0" y="0"/>
                  </a:moveTo>
                  <a:lnTo>
                    <a:pt x="33597" y="6970"/>
                  </a:lnTo>
                  <a:lnTo>
                    <a:pt x="67195" y="13907"/>
                  </a:lnTo>
                  <a:lnTo>
                    <a:pt x="100793" y="20810"/>
                  </a:lnTo>
                  <a:lnTo>
                    <a:pt x="134391" y="27676"/>
                  </a:lnTo>
                  <a:lnTo>
                    <a:pt x="167989" y="34503"/>
                  </a:lnTo>
                  <a:lnTo>
                    <a:pt x="201587" y="41288"/>
                  </a:lnTo>
                  <a:lnTo>
                    <a:pt x="235185" y="48030"/>
                  </a:lnTo>
                  <a:lnTo>
                    <a:pt x="268783" y="54726"/>
                  </a:lnTo>
                  <a:lnTo>
                    <a:pt x="302381" y="61373"/>
                  </a:lnTo>
                  <a:lnTo>
                    <a:pt x="335979" y="67968"/>
                  </a:lnTo>
                  <a:lnTo>
                    <a:pt x="369577" y="74508"/>
                  </a:lnTo>
                  <a:lnTo>
                    <a:pt x="403175" y="80989"/>
                  </a:lnTo>
                  <a:lnTo>
                    <a:pt x="436773" y="87408"/>
                  </a:lnTo>
                  <a:lnTo>
                    <a:pt x="470371" y="93761"/>
                  </a:lnTo>
                  <a:lnTo>
                    <a:pt x="503969" y="100043"/>
                  </a:lnTo>
                  <a:lnTo>
                    <a:pt x="537567" y="106250"/>
                  </a:lnTo>
                  <a:lnTo>
                    <a:pt x="571165" y="112378"/>
                  </a:lnTo>
                  <a:lnTo>
                    <a:pt x="604763" y="118420"/>
                  </a:lnTo>
                  <a:lnTo>
                    <a:pt x="638361" y="124371"/>
                  </a:lnTo>
                  <a:lnTo>
                    <a:pt x="671959" y="130226"/>
                  </a:lnTo>
                  <a:lnTo>
                    <a:pt x="705557" y="135977"/>
                  </a:lnTo>
                  <a:lnTo>
                    <a:pt x="739155" y="141619"/>
                  </a:lnTo>
                  <a:lnTo>
                    <a:pt x="772753" y="147143"/>
                  </a:lnTo>
                  <a:lnTo>
                    <a:pt x="806351" y="152543"/>
                  </a:lnTo>
                  <a:lnTo>
                    <a:pt x="839949" y="157809"/>
                  </a:lnTo>
                  <a:lnTo>
                    <a:pt x="873547" y="162934"/>
                  </a:lnTo>
                  <a:lnTo>
                    <a:pt x="907145" y="167909"/>
                  </a:lnTo>
                  <a:lnTo>
                    <a:pt x="940743" y="172724"/>
                  </a:lnTo>
                  <a:lnTo>
                    <a:pt x="974341" y="177369"/>
                  </a:lnTo>
                  <a:lnTo>
                    <a:pt x="1007939" y="181834"/>
                  </a:lnTo>
                  <a:lnTo>
                    <a:pt x="1041537" y="186109"/>
                  </a:lnTo>
                  <a:lnTo>
                    <a:pt x="1075135" y="190184"/>
                  </a:lnTo>
                  <a:lnTo>
                    <a:pt x="1108733" y="194047"/>
                  </a:lnTo>
                  <a:lnTo>
                    <a:pt x="1142331" y="197689"/>
                  </a:lnTo>
                  <a:lnTo>
                    <a:pt x="1175929" y="201098"/>
                  </a:lnTo>
                  <a:lnTo>
                    <a:pt x="1209527" y="204265"/>
                  </a:lnTo>
                  <a:lnTo>
                    <a:pt x="1243125" y="207181"/>
                  </a:lnTo>
                  <a:lnTo>
                    <a:pt x="1276723" y="209836"/>
                  </a:lnTo>
                  <a:lnTo>
                    <a:pt x="1310321" y="212223"/>
                  </a:lnTo>
                  <a:lnTo>
                    <a:pt x="1343919" y="214334"/>
                  </a:lnTo>
                  <a:lnTo>
                    <a:pt x="1377517" y="216164"/>
                  </a:lnTo>
                  <a:lnTo>
                    <a:pt x="1411115" y="217709"/>
                  </a:lnTo>
                  <a:lnTo>
                    <a:pt x="1444713" y="218966"/>
                  </a:lnTo>
                  <a:lnTo>
                    <a:pt x="1478311" y="219932"/>
                  </a:lnTo>
                  <a:lnTo>
                    <a:pt x="1511909" y="220610"/>
                  </a:lnTo>
                  <a:lnTo>
                    <a:pt x="1545507" y="220999"/>
                  </a:lnTo>
                  <a:lnTo>
                    <a:pt x="1579105" y="221104"/>
                  </a:lnTo>
                  <a:lnTo>
                    <a:pt x="1612703" y="220929"/>
                  </a:lnTo>
                  <a:lnTo>
                    <a:pt x="1646301" y="220480"/>
                  </a:lnTo>
                  <a:lnTo>
                    <a:pt x="1679899" y="219765"/>
                  </a:lnTo>
                  <a:lnTo>
                    <a:pt x="1713497" y="218791"/>
                  </a:lnTo>
                  <a:lnTo>
                    <a:pt x="1747095" y="217568"/>
                  </a:lnTo>
                  <a:lnTo>
                    <a:pt x="1780693" y="216105"/>
                  </a:lnTo>
                  <a:lnTo>
                    <a:pt x="1814291" y="214412"/>
                  </a:lnTo>
                  <a:lnTo>
                    <a:pt x="1847889" y="212500"/>
                  </a:lnTo>
                  <a:lnTo>
                    <a:pt x="1881487" y="210379"/>
                  </a:lnTo>
                  <a:lnTo>
                    <a:pt x="1915085" y="208061"/>
                  </a:lnTo>
                  <a:lnTo>
                    <a:pt x="1948683" y="205554"/>
                  </a:lnTo>
                  <a:lnTo>
                    <a:pt x="1982281" y="202871"/>
                  </a:lnTo>
                  <a:lnTo>
                    <a:pt x="2015879" y="200020"/>
                  </a:lnTo>
                  <a:lnTo>
                    <a:pt x="2049477" y="197011"/>
                  </a:lnTo>
                  <a:lnTo>
                    <a:pt x="2083075" y="193854"/>
                  </a:lnTo>
                  <a:lnTo>
                    <a:pt x="2116673" y="190558"/>
                  </a:lnTo>
                  <a:lnTo>
                    <a:pt x="2150271" y="187131"/>
                  </a:lnTo>
                  <a:lnTo>
                    <a:pt x="2183869" y="183581"/>
                  </a:lnTo>
                  <a:lnTo>
                    <a:pt x="2217467" y="179915"/>
                  </a:lnTo>
                  <a:lnTo>
                    <a:pt x="2251065" y="176142"/>
                  </a:lnTo>
                  <a:lnTo>
                    <a:pt x="2284663" y="172266"/>
                  </a:lnTo>
                  <a:lnTo>
                    <a:pt x="2318261" y="168296"/>
                  </a:lnTo>
                  <a:lnTo>
                    <a:pt x="2351859" y="164236"/>
                  </a:lnTo>
                  <a:lnTo>
                    <a:pt x="2385457" y="160092"/>
                  </a:lnTo>
                  <a:lnTo>
                    <a:pt x="2419055" y="155870"/>
                  </a:lnTo>
                  <a:lnTo>
                    <a:pt x="2452653" y="151573"/>
                  </a:lnTo>
                  <a:lnTo>
                    <a:pt x="2486251" y="147207"/>
                  </a:lnTo>
                  <a:lnTo>
                    <a:pt x="2519849" y="142776"/>
                  </a:lnTo>
                  <a:lnTo>
                    <a:pt x="2553447" y="138283"/>
                  </a:lnTo>
                  <a:lnTo>
                    <a:pt x="2587045" y="133733"/>
                  </a:lnTo>
                  <a:lnTo>
                    <a:pt x="2620643" y="129128"/>
                  </a:lnTo>
                  <a:lnTo>
                    <a:pt x="2654241" y="124473"/>
                  </a:lnTo>
                  <a:lnTo>
                    <a:pt x="2654241" y="704915"/>
                  </a:lnTo>
                  <a:lnTo>
                    <a:pt x="2620643" y="698256"/>
                  </a:lnTo>
                  <a:lnTo>
                    <a:pt x="2587045" y="691648"/>
                  </a:lnTo>
                  <a:lnTo>
                    <a:pt x="2553447" y="685094"/>
                  </a:lnTo>
                  <a:lnTo>
                    <a:pt x="2519849" y="678599"/>
                  </a:lnTo>
                  <a:lnTo>
                    <a:pt x="2486251" y="672165"/>
                  </a:lnTo>
                  <a:lnTo>
                    <a:pt x="2452653" y="665796"/>
                  </a:lnTo>
                  <a:lnTo>
                    <a:pt x="2419055" y="659496"/>
                  </a:lnTo>
                  <a:lnTo>
                    <a:pt x="2385457" y="653270"/>
                  </a:lnTo>
                  <a:lnTo>
                    <a:pt x="2351859" y="647124"/>
                  </a:lnTo>
                  <a:lnTo>
                    <a:pt x="2318261" y="641061"/>
                  </a:lnTo>
                  <a:lnTo>
                    <a:pt x="2284663" y="635087"/>
                  </a:lnTo>
                  <a:lnTo>
                    <a:pt x="2251065" y="629208"/>
                  </a:lnTo>
                  <a:lnTo>
                    <a:pt x="2217467" y="623432"/>
                  </a:lnTo>
                  <a:lnTo>
                    <a:pt x="2183869" y="617763"/>
                  </a:lnTo>
                  <a:lnTo>
                    <a:pt x="2150271" y="612210"/>
                  </a:lnTo>
                  <a:lnTo>
                    <a:pt x="2116673" y="606780"/>
                  </a:lnTo>
                  <a:lnTo>
                    <a:pt x="2083075" y="601480"/>
                  </a:lnTo>
                  <a:lnTo>
                    <a:pt x="2049477" y="596320"/>
                  </a:lnTo>
                  <a:lnTo>
                    <a:pt x="2015879" y="591309"/>
                  </a:lnTo>
                  <a:lnTo>
                    <a:pt x="1982281" y="586455"/>
                  </a:lnTo>
                  <a:lnTo>
                    <a:pt x="1948683" y="581768"/>
                  </a:lnTo>
                  <a:lnTo>
                    <a:pt x="1915085" y="577259"/>
                  </a:lnTo>
                  <a:lnTo>
                    <a:pt x="1881487" y="572937"/>
                  </a:lnTo>
                  <a:lnTo>
                    <a:pt x="1847889" y="568813"/>
                  </a:lnTo>
                  <a:lnTo>
                    <a:pt x="1814291" y="564898"/>
                  </a:lnTo>
                  <a:lnTo>
                    <a:pt x="1780693" y="561202"/>
                  </a:lnTo>
                  <a:lnTo>
                    <a:pt x="1747095" y="557736"/>
                  </a:lnTo>
                  <a:lnTo>
                    <a:pt x="1713497" y="554510"/>
                  </a:lnTo>
                  <a:lnTo>
                    <a:pt x="1679899" y="551533"/>
                  </a:lnTo>
                  <a:lnTo>
                    <a:pt x="1646301" y="548814"/>
                  </a:lnTo>
                  <a:lnTo>
                    <a:pt x="1612703" y="546363"/>
                  </a:lnTo>
                  <a:lnTo>
                    <a:pt x="1579105" y="544184"/>
                  </a:lnTo>
                  <a:lnTo>
                    <a:pt x="1545507" y="542286"/>
                  </a:lnTo>
                  <a:lnTo>
                    <a:pt x="1511909" y="540673"/>
                  </a:lnTo>
                  <a:lnTo>
                    <a:pt x="1478311" y="539347"/>
                  </a:lnTo>
                  <a:lnTo>
                    <a:pt x="1444713" y="538310"/>
                  </a:lnTo>
                  <a:lnTo>
                    <a:pt x="1411115" y="537564"/>
                  </a:lnTo>
                  <a:lnTo>
                    <a:pt x="1377517" y="537105"/>
                  </a:lnTo>
                  <a:lnTo>
                    <a:pt x="1343919" y="536933"/>
                  </a:lnTo>
                  <a:lnTo>
                    <a:pt x="1310321" y="537041"/>
                  </a:lnTo>
                  <a:lnTo>
                    <a:pt x="1276723" y="537424"/>
                  </a:lnTo>
                  <a:lnTo>
                    <a:pt x="1243125" y="538076"/>
                  </a:lnTo>
                  <a:lnTo>
                    <a:pt x="1209527" y="538989"/>
                  </a:lnTo>
                  <a:lnTo>
                    <a:pt x="1175929" y="540153"/>
                  </a:lnTo>
                  <a:lnTo>
                    <a:pt x="1142331" y="541559"/>
                  </a:lnTo>
                  <a:lnTo>
                    <a:pt x="1108733" y="543198"/>
                  </a:lnTo>
                  <a:lnTo>
                    <a:pt x="1075135" y="545058"/>
                  </a:lnTo>
                  <a:lnTo>
                    <a:pt x="1041537" y="547130"/>
                  </a:lnTo>
                  <a:lnTo>
                    <a:pt x="1007939" y="549402"/>
                  </a:lnTo>
                  <a:lnTo>
                    <a:pt x="974341" y="551864"/>
                  </a:lnTo>
                  <a:lnTo>
                    <a:pt x="940743" y="554506"/>
                  </a:lnTo>
                  <a:lnTo>
                    <a:pt x="907145" y="557318"/>
                  </a:lnTo>
                  <a:lnTo>
                    <a:pt x="873547" y="560289"/>
                  </a:lnTo>
                  <a:lnTo>
                    <a:pt x="839949" y="563411"/>
                  </a:lnTo>
                  <a:lnTo>
                    <a:pt x="806351" y="566675"/>
                  </a:lnTo>
                  <a:lnTo>
                    <a:pt x="772753" y="570071"/>
                  </a:lnTo>
                  <a:lnTo>
                    <a:pt x="739155" y="573592"/>
                  </a:lnTo>
                  <a:lnTo>
                    <a:pt x="705557" y="577231"/>
                  </a:lnTo>
                  <a:lnTo>
                    <a:pt x="671959" y="580979"/>
                  </a:lnTo>
                  <a:lnTo>
                    <a:pt x="638361" y="584831"/>
                  </a:lnTo>
                  <a:lnTo>
                    <a:pt x="604763" y="588779"/>
                  </a:lnTo>
                  <a:lnTo>
                    <a:pt x="571165" y="592818"/>
                  </a:lnTo>
                  <a:lnTo>
                    <a:pt x="537567" y="596942"/>
                  </a:lnTo>
                  <a:lnTo>
                    <a:pt x="503969" y="601146"/>
                  </a:lnTo>
                  <a:lnTo>
                    <a:pt x="470371" y="605425"/>
                  </a:lnTo>
                  <a:lnTo>
                    <a:pt x="436773" y="609775"/>
                  </a:lnTo>
                  <a:lnTo>
                    <a:pt x="403175" y="614191"/>
                  </a:lnTo>
                  <a:lnTo>
                    <a:pt x="369577" y="618669"/>
                  </a:lnTo>
                  <a:lnTo>
                    <a:pt x="335979" y="623206"/>
                  </a:lnTo>
                  <a:lnTo>
                    <a:pt x="302381" y="627798"/>
                  </a:lnTo>
                  <a:lnTo>
                    <a:pt x="268783" y="632441"/>
                  </a:lnTo>
                  <a:lnTo>
                    <a:pt x="235185" y="637134"/>
                  </a:lnTo>
                  <a:lnTo>
                    <a:pt x="201587" y="641873"/>
                  </a:lnTo>
                  <a:lnTo>
                    <a:pt x="167989" y="646656"/>
                  </a:lnTo>
                  <a:lnTo>
                    <a:pt x="134391" y="651480"/>
                  </a:lnTo>
                  <a:lnTo>
                    <a:pt x="100793" y="656343"/>
                  </a:lnTo>
                  <a:lnTo>
                    <a:pt x="67195" y="661242"/>
                  </a:lnTo>
                  <a:lnTo>
                    <a:pt x="33597" y="666176"/>
                  </a:lnTo>
                  <a:lnTo>
                    <a:pt x="0" y="671144"/>
                  </a:lnTo>
                  <a:close/>
                </a:path>
              </a:pathLst>
            </a:custGeom>
            <a:solidFill>
              <a:srgbClr val="F4A582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174919" y="1504903"/>
              <a:ext cx="2654241" cy="221104"/>
            </a:xfrm>
            <a:custGeom>
              <a:avLst/>
              <a:pathLst>
                <a:path w="2654241" h="221104">
                  <a:moveTo>
                    <a:pt x="0" y="0"/>
                  </a:moveTo>
                  <a:lnTo>
                    <a:pt x="33597" y="6970"/>
                  </a:lnTo>
                  <a:lnTo>
                    <a:pt x="67195" y="13907"/>
                  </a:lnTo>
                  <a:lnTo>
                    <a:pt x="100793" y="20810"/>
                  </a:lnTo>
                  <a:lnTo>
                    <a:pt x="134391" y="27676"/>
                  </a:lnTo>
                  <a:lnTo>
                    <a:pt x="167989" y="34503"/>
                  </a:lnTo>
                  <a:lnTo>
                    <a:pt x="201587" y="41288"/>
                  </a:lnTo>
                  <a:lnTo>
                    <a:pt x="235185" y="48030"/>
                  </a:lnTo>
                  <a:lnTo>
                    <a:pt x="268783" y="54726"/>
                  </a:lnTo>
                  <a:lnTo>
                    <a:pt x="302381" y="61373"/>
                  </a:lnTo>
                  <a:lnTo>
                    <a:pt x="335979" y="67968"/>
                  </a:lnTo>
                  <a:lnTo>
                    <a:pt x="369577" y="74508"/>
                  </a:lnTo>
                  <a:lnTo>
                    <a:pt x="403175" y="80989"/>
                  </a:lnTo>
                  <a:lnTo>
                    <a:pt x="436773" y="87408"/>
                  </a:lnTo>
                  <a:lnTo>
                    <a:pt x="470371" y="93761"/>
                  </a:lnTo>
                  <a:lnTo>
                    <a:pt x="503969" y="100043"/>
                  </a:lnTo>
                  <a:lnTo>
                    <a:pt x="537567" y="106250"/>
                  </a:lnTo>
                  <a:lnTo>
                    <a:pt x="571165" y="112378"/>
                  </a:lnTo>
                  <a:lnTo>
                    <a:pt x="604763" y="118420"/>
                  </a:lnTo>
                  <a:lnTo>
                    <a:pt x="638361" y="124371"/>
                  </a:lnTo>
                  <a:lnTo>
                    <a:pt x="671959" y="130226"/>
                  </a:lnTo>
                  <a:lnTo>
                    <a:pt x="705557" y="135977"/>
                  </a:lnTo>
                  <a:lnTo>
                    <a:pt x="739155" y="141619"/>
                  </a:lnTo>
                  <a:lnTo>
                    <a:pt x="772753" y="147143"/>
                  </a:lnTo>
                  <a:lnTo>
                    <a:pt x="806351" y="152543"/>
                  </a:lnTo>
                  <a:lnTo>
                    <a:pt x="839949" y="157809"/>
                  </a:lnTo>
                  <a:lnTo>
                    <a:pt x="873547" y="162934"/>
                  </a:lnTo>
                  <a:lnTo>
                    <a:pt x="907145" y="167909"/>
                  </a:lnTo>
                  <a:lnTo>
                    <a:pt x="940743" y="172724"/>
                  </a:lnTo>
                  <a:lnTo>
                    <a:pt x="974341" y="177369"/>
                  </a:lnTo>
                  <a:lnTo>
                    <a:pt x="1007939" y="181834"/>
                  </a:lnTo>
                  <a:lnTo>
                    <a:pt x="1041537" y="186109"/>
                  </a:lnTo>
                  <a:lnTo>
                    <a:pt x="1075135" y="190184"/>
                  </a:lnTo>
                  <a:lnTo>
                    <a:pt x="1108733" y="194047"/>
                  </a:lnTo>
                  <a:lnTo>
                    <a:pt x="1142331" y="197689"/>
                  </a:lnTo>
                  <a:lnTo>
                    <a:pt x="1175929" y="201098"/>
                  </a:lnTo>
                  <a:lnTo>
                    <a:pt x="1209527" y="204265"/>
                  </a:lnTo>
                  <a:lnTo>
                    <a:pt x="1243125" y="207181"/>
                  </a:lnTo>
                  <a:lnTo>
                    <a:pt x="1276723" y="209836"/>
                  </a:lnTo>
                  <a:lnTo>
                    <a:pt x="1310321" y="212223"/>
                  </a:lnTo>
                  <a:lnTo>
                    <a:pt x="1343919" y="214334"/>
                  </a:lnTo>
                  <a:lnTo>
                    <a:pt x="1377517" y="216164"/>
                  </a:lnTo>
                  <a:lnTo>
                    <a:pt x="1411115" y="217709"/>
                  </a:lnTo>
                  <a:lnTo>
                    <a:pt x="1444713" y="218966"/>
                  </a:lnTo>
                  <a:lnTo>
                    <a:pt x="1478311" y="219932"/>
                  </a:lnTo>
                  <a:lnTo>
                    <a:pt x="1511909" y="220610"/>
                  </a:lnTo>
                  <a:lnTo>
                    <a:pt x="1545507" y="220999"/>
                  </a:lnTo>
                  <a:lnTo>
                    <a:pt x="1579105" y="221104"/>
                  </a:lnTo>
                  <a:lnTo>
                    <a:pt x="1612703" y="220929"/>
                  </a:lnTo>
                  <a:lnTo>
                    <a:pt x="1646301" y="220480"/>
                  </a:lnTo>
                  <a:lnTo>
                    <a:pt x="1679899" y="219765"/>
                  </a:lnTo>
                  <a:lnTo>
                    <a:pt x="1713497" y="218791"/>
                  </a:lnTo>
                  <a:lnTo>
                    <a:pt x="1747095" y="217568"/>
                  </a:lnTo>
                  <a:lnTo>
                    <a:pt x="1780693" y="216105"/>
                  </a:lnTo>
                  <a:lnTo>
                    <a:pt x="1814291" y="214412"/>
                  </a:lnTo>
                  <a:lnTo>
                    <a:pt x="1847889" y="212500"/>
                  </a:lnTo>
                  <a:lnTo>
                    <a:pt x="1881487" y="210379"/>
                  </a:lnTo>
                  <a:lnTo>
                    <a:pt x="1915085" y="208061"/>
                  </a:lnTo>
                  <a:lnTo>
                    <a:pt x="1948683" y="205554"/>
                  </a:lnTo>
                  <a:lnTo>
                    <a:pt x="1982281" y="202871"/>
                  </a:lnTo>
                  <a:lnTo>
                    <a:pt x="2015879" y="200020"/>
                  </a:lnTo>
                  <a:lnTo>
                    <a:pt x="2049477" y="197011"/>
                  </a:lnTo>
                  <a:lnTo>
                    <a:pt x="2083075" y="193854"/>
                  </a:lnTo>
                  <a:lnTo>
                    <a:pt x="2116673" y="190558"/>
                  </a:lnTo>
                  <a:lnTo>
                    <a:pt x="2150271" y="187131"/>
                  </a:lnTo>
                  <a:lnTo>
                    <a:pt x="2183869" y="183581"/>
                  </a:lnTo>
                  <a:lnTo>
                    <a:pt x="2217467" y="179915"/>
                  </a:lnTo>
                  <a:lnTo>
                    <a:pt x="2251065" y="176142"/>
                  </a:lnTo>
                  <a:lnTo>
                    <a:pt x="2284663" y="172266"/>
                  </a:lnTo>
                  <a:lnTo>
                    <a:pt x="2318261" y="168296"/>
                  </a:lnTo>
                  <a:lnTo>
                    <a:pt x="2351859" y="164236"/>
                  </a:lnTo>
                  <a:lnTo>
                    <a:pt x="2385457" y="160092"/>
                  </a:lnTo>
                  <a:lnTo>
                    <a:pt x="2419055" y="155870"/>
                  </a:lnTo>
                  <a:lnTo>
                    <a:pt x="2452653" y="151573"/>
                  </a:lnTo>
                  <a:lnTo>
                    <a:pt x="2486251" y="147207"/>
                  </a:lnTo>
                  <a:lnTo>
                    <a:pt x="2519849" y="142776"/>
                  </a:lnTo>
                  <a:lnTo>
                    <a:pt x="2553447" y="138283"/>
                  </a:lnTo>
                  <a:lnTo>
                    <a:pt x="2587045" y="133733"/>
                  </a:lnTo>
                  <a:lnTo>
                    <a:pt x="2620643" y="129128"/>
                  </a:lnTo>
                  <a:lnTo>
                    <a:pt x="2654241" y="1244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174919" y="2041836"/>
              <a:ext cx="2654241" cy="167982"/>
            </a:xfrm>
            <a:custGeom>
              <a:avLst/>
              <a:pathLst>
                <a:path w="2654241" h="167982">
                  <a:moveTo>
                    <a:pt x="2654241" y="167982"/>
                  </a:moveTo>
                  <a:lnTo>
                    <a:pt x="2620643" y="161323"/>
                  </a:lnTo>
                  <a:lnTo>
                    <a:pt x="2587045" y="154715"/>
                  </a:lnTo>
                  <a:lnTo>
                    <a:pt x="2553447" y="148161"/>
                  </a:lnTo>
                  <a:lnTo>
                    <a:pt x="2519849" y="141666"/>
                  </a:lnTo>
                  <a:lnTo>
                    <a:pt x="2486251" y="135231"/>
                  </a:lnTo>
                  <a:lnTo>
                    <a:pt x="2452653" y="128862"/>
                  </a:lnTo>
                  <a:lnTo>
                    <a:pt x="2419055" y="122563"/>
                  </a:lnTo>
                  <a:lnTo>
                    <a:pt x="2385457" y="116337"/>
                  </a:lnTo>
                  <a:lnTo>
                    <a:pt x="2351859" y="110190"/>
                  </a:lnTo>
                  <a:lnTo>
                    <a:pt x="2318261" y="104127"/>
                  </a:lnTo>
                  <a:lnTo>
                    <a:pt x="2284663" y="98154"/>
                  </a:lnTo>
                  <a:lnTo>
                    <a:pt x="2251065" y="92275"/>
                  </a:lnTo>
                  <a:lnTo>
                    <a:pt x="2217467" y="86499"/>
                  </a:lnTo>
                  <a:lnTo>
                    <a:pt x="2183869" y="80830"/>
                  </a:lnTo>
                  <a:lnTo>
                    <a:pt x="2150271" y="75277"/>
                  </a:lnTo>
                  <a:lnTo>
                    <a:pt x="2116673" y="69846"/>
                  </a:lnTo>
                  <a:lnTo>
                    <a:pt x="2083075" y="64547"/>
                  </a:lnTo>
                  <a:lnTo>
                    <a:pt x="2049477" y="59387"/>
                  </a:lnTo>
                  <a:lnTo>
                    <a:pt x="2015879" y="54376"/>
                  </a:lnTo>
                  <a:lnTo>
                    <a:pt x="1982281" y="49522"/>
                  </a:lnTo>
                  <a:lnTo>
                    <a:pt x="1948683" y="44835"/>
                  </a:lnTo>
                  <a:lnTo>
                    <a:pt x="1915085" y="40325"/>
                  </a:lnTo>
                  <a:lnTo>
                    <a:pt x="1881487" y="36004"/>
                  </a:lnTo>
                  <a:lnTo>
                    <a:pt x="1847889" y="31880"/>
                  </a:lnTo>
                  <a:lnTo>
                    <a:pt x="1814291" y="27965"/>
                  </a:lnTo>
                  <a:lnTo>
                    <a:pt x="1780693" y="24269"/>
                  </a:lnTo>
                  <a:lnTo>
                    <a:pt x="1747095" y="20803"/>
                  </a:lnTo>
                  <a:lnTo>
                    <a:pt x="1713497" y="17577"/>
                  </a:lnTo>
                  <a:lnTo>
                    <a:pt x="1679899" y="14600"/>
                  </a:lnTo>
                  <a:lnTo>
                    <a:pt x="1646301" y="11881"/>
                  </a:lnTo>
                  <a:lnTo>
                    <a:pt x="1612703" y="9429"/>
                  </a:lnTo>
                  <a:lnTo>
                    <a:pt x="1579105" y="7251"/>
                  </a:lnTo>
                  <a:lnTo>
                    <a:pt x="1545507" y="5353"/>
                  </a:lnTo>
                  <a:lnTo>
                    <a:pt x="1511909" y="3740"/>
                  </a:lnTo>
                  <a:lnTo>
                    <a:pt x="1478311" y="2414"/>
                  </a:lnTo>
                  <a:lnTo>
                    <a:pt x="1444713" y="1377"/>
                  </a:lnTo>
                  <a:lnTo>
                    <a:pt x="1411115" y="631"/>
                  </a:lnTo>
                  <a:lnTo>
                    <a:pt x="1377517" y="172"/>
                  </a:lnTo>
                  <a:lnTo>
                    <a:pt x="1343919" y="0"/>
                  </a:lnTo>
                  <a:lnTo>
                    <a:pt x="1310321" y="108"/>
                  </a:lnTo>
                  <a:lnTo>
                    <a:pt x="1276723" y="491"/>
                  </a:lnTo>
                  <a:lnTo>
                    <a:pt x="1243125" y="1143"/>
                  </a:lnTo>
                  <a:lnTo>
                    <a:pt x="1209527" y="2056"/>
                  </a:lnTo>
                  <a:lnTo>
                    <a:pt x="1175929" y="3220"/>
                  </a:lnTo>
                  <a:lnTo>
                    <a:pt x="1142331" y="4626"/>
                  </a:lnTo>
                  <a:lnTo>
                    <a:pt x="1108733" y="6265"/>
                  </a:lnTo>
                  <a:lnTo>
                    <a:pt x="1075135" y="8125"/>
                  </a:lnTo>
                  <a:lnTo>
                    <a:pt x="1041537" y="10197"/>
                  </a:lnTo>
                  <a:lnTo>
                    <a:pt x="1007939" y="12469"/>
                  </a:lnTo>
                  <a:lnTo>
                    <a:pt x="974341" y="14931"/>
                  </a:lnTo>
                  <a:lnTo>
                    <a:pt x="940743" y="17573"/>
                  </a:lnTo>
                  <a:lnTo>
                    <a:pt x="907145" y="20385"/>
                  </a:lnTo>
                  <a:lnTo>
                    <a:pt x="873547" y="23356"/>
                  </a:lnTo>
                  <a:lnTo>
                    <a:pt x="839949" y="26478"/>
                  </a:lnTo>
                  <a:lnTo>
                    <a:pt x="806351" y="29742"/>
                  </a:lnTo>
                  <a:lnTo>
                    <a:pt x="772753" y="33138"/>
                  </a:lnTo>
                  <a:lnTo>
                    <a:pt x="739155" y="36659"/>
                  </a:lnTo>
                  <a:lnTo>
                    <a:pt x="705557" y="40298"/>
                  </a:lnTo>
                  <a:lnTo>
                    <a:pt x="671959" y="44046"/>
                  </a:lnTo>
                  <a:lnTo>
                    <a:pt x="638361" y="47898"/>
                  </a:lnTo>
                  <a:lnTo>
                    <a:pt x="604763" y="51846"/>
                  </a:lnTo>
                  <a:lnTo>
                    <a:pt x="571165" y="55885"/>
                  </a:lnTo>
                  <a:lnTo>
                    <a:pt x="537567" y="60009"/>
                  </a:lnTo>
                  <a:lnTo>
                    <a:pt x="503969" y="64213"/>
                  </a:lnTo>
                  <a:lnTo>
                    <a:pt x="470371" y="68492"/>
                  </a:lnTo>
                  <a:lnTo>
                    <a:pt x="436773" y="72842"/>
                  </a:lnTo>
                  <a:lnTo>
                    <a:pt x="403175" y="77258"/>
                  </a:lnTo>
                  <a:lnTo>
                    <a:pt x="369577" y="81736"/>
                  </a:lnTo>
                  <a:lnTo>
                    <a:pt x="335979" y="86273"/>
                  </a:lnTo>
                  <a:lnTo>
                    <a:pt x="302381" y="90865"/>
                  </a:lnTo>
                  <a:lnTo>
                    <a:pt x="268783" y="95508"/>
                  </a:lnTo>
                  <a:lnTo>
                    <a:pt x="235185" y="100201"/>
                  </a:lnTo>
                  <a:lnTo>
                    <a:pt x="201587" y="104940"/>
                  </a:lnTo>
                  <a:lnTo>
                    <a:pt x="167989" y="109723"/>
                  </a:lnTo>
                  <a:lnTo>
                    <a:pt x="134391" y="114547"/>
                  </a:lnTo>
                  <a:lnTo>
                    <a:pt x="100793" y="119410"/>
                  </a:lnTo>
                  <a:lnTo>
                    <a:pt x="67195" y="124309"/>
                  </a:lnTo>
                  <a:lnTo>
                    <a:pt x="33597" y="129243"/>
                  </a:lnTo>
                  <a:lnTo>
                    <a:pt x="0" y="1342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174919" y="1840475"/>
              <a:ext cx="2654241" cy="79122"/>
            </a:xfrm>
            <a:custGeom>
              <a:avLst/>
              <a:pathLst>
                <a:path w="2654241" h="79122">
                  <a:moveTo>
                    <a:pt x="0" y="0"/>
                  </a:moveTo>
                  <a:lnTo>
                    <a:pt x="33597" y="1001"/>
                  </a:lnTo>
                  <a:lnTo>
                    <a:pt x="67195" y="2003"/>
                  </a:lnTo>
                  <a:lnTo>
                    <a:pt x="100793" y="3004"/>
                  </a:lnTo>
                  <a:lnTo>
                    <a:pt x="134391" y="4006"/>
                  </a:lnTo>
                  <a:lnTo>
                    <a:pt x="167989" y="5007"/>
                  </a:lnTo>
                  <a:lnTo>
                    <a:pt x="201587" y="6009"/>
                  </a:lnTo>
                  <a:lnTo>
                    <a:pt x="235185" y="7010"/>
                  </a:lnTo>
                  <a:lnTo>
                    <a:pt x="268783" y="8012"/>
                  </a:lnTo>
                  <a:lnTo>
                    <a:pt x="302381" y="9013"/>
                  </a:lnTo>
                  <a:lnTo>
                    <a:pt x="335979" y="10015"/>
                  </a:lnTo>
                  <a:lnTo>
                    <a:pt x="369577" y="11016"/>
                  </a:lnTo>
                  <a:lnTo>
                    <a:pt x="403175" y="12018"/>
                  </a:lnTo>
                  <a:lnTo>
                    <a:pt x="436773" y="13020"/>
                  </a:lnTo>
                  <a:lnTo>
                    <a:pt x="470371" y="14021"/>
                  </a:lnTo>
                  <a:lnTo>
                    <a:pt x="503969" y="15023"/>
                  </a:lnTo>
                  <a:lnTo>
                    <a:pt x="537567" y="16024"/>
                  </a:lnTo>
                  <a:lnTo>
                    <a:pt x="571165" y="17026"/>
                  </a:lnTo>
                  <a:lnTo>
                    <a:pt x="604763" y="18027"/>
                  </a:lnTo>
                  <a:lnTo>
                    <a:pt x="638361" y="19029"/>
                  </a:lnTo>
                  <a:lnTo>
                    <a:pt x="671959" y="20030"/>
                  </a:lnTo>
                  <a:lnTo>
                    <a:pt x="705557" y="21032"/>
                  </a:lnTo>
                  <a:lnTo>
                    <a:pt x="739155" y="22033"/>
                  </a:lnTo>
                  <a:lnTo>
                    <a:pt x="772753" y="23035"/>
                  </a:lnTo>
                  <a:lnTo>
                    <a:pt x="806351" y="24037"/>
                  </a:lnTo>
                  <a:lnTo>
                    <a:pt x="839949" y="25038"/>
                  </a:lnTo>
                  <a:lnTo>
                    <a:pt x="873547" y="26040"/>
                  </a:lnTo>
                  <a:lnTo>
                    <a:pt x="907145" y="27041"/>
                  </a:lnTo>
                  <a:lnTo>
                    <a:pt x="940743" y="28043"/>
                  </a:lnTo>
                  <a:lnTo>
                    <a:pt x="974341" y="29044"/>
                  </a:lnTo>
                  <a:lnTo>
                    <a:pt x="1007939" y="30046"/>
                  </a:lnTo>
                  <a:lnTo>
                    <a:pt x="1041537" y="31047"/>
                  </a:lnTo>
                  <a:lnTo>
                    <a:pt x="1075135" y="32049"/>
                  </a:lnTo>
                  <a:lnTo>
                    <a:pt x="1108733" y="33050"/>
                  </a:lnTo>
                  <a:lnTo>
                    <a:pt x="1142331" y="34052"/>
                  </a:lnTo>
                  <a:lnTo>
                    <a:pt x="1175929" y="35054"/>
                  </a:lnTo>
                  <a:lnTo>
                    <a:pt x="1209527" y="36055"/>
                  </a:lnTo>
                  <a:lnTo>
                    <a:pt x="1243125" y="37057"/>
                  </a:lnTo>
                  <a:lnTo>
                    <a:pt x="1276723" y="38058"/>
                  </a:lnTo>
                  <a:lnTo>
                    <a:pt x="1310321" y="39060"/>
                  </a:lnTo>
                  <a:lnTo>
                    <a:pt x="1343919" y="40061"/>
                  </a:lnTo>
                  <a:lnTo>
                    <a:pt x="1377517" y="41063"/>
                  </a:lnTo>
                  <a:lnTo>
                    <a:pt x="1411115" y="42064"/>
                  </a:lnTo>
                  <a:lnTo>
                    <a:pt x="1444713" y="43066"/>
                  </a:lnTo>
                  <a:lnTo>
                    <a:pt x="1478311" y="44067"/>
                  </a:lnTo>
                  <a:lnTo>
                    <a:pt x="1511909" y="45069"/>
                  </a:lnTo>
                  <a:lnTo>
                    <a:pt x="1545507" y="46071"/>
                  </a:lnTo>
                  <a:lnTo>
                    <a:pt x="1579105" y="47072"/>
                  </a:lnTo>
                  <a:lnTo>
                    <a:pt x="1612703" y="48074"/>
                  </a:lnTo>
                  <a:lnTo>
                    <a:pt x="1646301" y="49075"/>
                  </a:lnTo>
                  <a:lnTo>
                    <a:pt x="1679899" y="50077"/>
                  </a:lnTo>
                  <a:lnTo>
                    <a:pt x="1713497" y="51078"/>
                  </a:lnTo>
                  <a:lnTo>
                    <a:pt x="1747095" y="52080"/>
                  </a:lnTo>
                  <a:lnTo>
                    <a:pt x="1780693" y="53081"/>
                  </a:lnTo>
                  <a:lnTo>
                    <a:pt x="1814291" y="54083"/>
                  </a:lnTo>
                  <a:lnTo>
                    <a:pt x="1847889" y="55084"/>
                  </a:lnTo>
                  <a:lnTo>
                    <a:pt x="1881487" y="56086"/>
                  </a:lnTo>
                  <a:lnTo>
                    <a:pt x="1915085" y="57088"/>
                  </a:lnTo>
                  <a:lnTo>
                    <a:pt x="1948683" y="58089"/>
                  </a:lnTo>
                  <a:lnTo>
                    <a:pt x="1982281" y="59091"/>
                  </a:lnTo>
                  <a:lnTo>
                    <a:pt x="2015879" y="60092"/>
                  </a:lnTo>
                  <a:lnTo>
                    <a:pt x="2049477" y="61094"/>
                  </a:lnTo>
                  <a:lnTo>
                    <a:pt x="2083075" y="62095"/>
                  </a:lnTo>
                  <a:lnTo>
                    <a:pt x="2116673" y="63097"/>
                  </a:lnTo>
                  <a:lnTo>
                    <a:pt x="2150271" y="64098"/>
                  </a:lnTo>
                  <a:lnTo>
                    <a:pt x="2183869" y="65100"/>
                  </a:lnTo>
                  <a:lnTo>
                    <a:pt x="2217467" y="66101"/>
                  </a:lnTo>
                  <a:lnTo>
                    <a:pt x="2251065" y="67103"/>
                  </a:lnTo>
                  <a:lnTo>
                    <a:pt x="2284663" y="68105"/>
                  </a:lnTo>
                  <a:lnTo>
                    <a:pt x="2318261" y="69106"/>
                  </a:lnTo>
                  <a:lnTo>
                    <a:pt x="2351859" y="70108"/>
                  </a:lnTo>
                  <a:lnTo>
                    <a:pt x="2385457" y="71109"/>
                  </a:lnTo>
                  <a:lnTo>
                    <a:pt x="2419055" y="72111"/>
                  </a:lnTo>
                  <a:lnTo>
                    <a:pt x="2452653" y="73112"/>
                  </a:lnTo>
                  <a:lnTo>
                    <a:pt x="2486251" y="74114"/>
                  </a:lnTo>
                  <a:lnTo>
                    <a:pt x="2519849" y="75115"/>
                  </a:lnTo>
                  <a:lnTo>
                    <a:pt x="2553447" y="76117"/>
                  </a:lnTo>
                  <a:lnTo>
                    <a:pt x="2587045" y="77118"/>
                  </a:lnTo>
                  <a:lnTo>
                    <a:pt x="2620643" y="78120"/>
                  </a:lnTo>
                  <a:lnTo>
                    <a:pt x="2654241" y="79122"/>
                  </a:lnTo>
                </a:path>
              </a:pathLst>
            </a:custGeom>
            <a:ln w="14905" cap="flat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575857" y="161744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349902" y="182737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152267" y="231872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794820" y="274228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313665" y="145355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6734591" y="237579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407742" y="194025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888977" y="172675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792071" y="186361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535828" y="260867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609469" y="197913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6806508" y="159364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6464612" y="184946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6315393" y="96427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342744" y="176784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183170" y="154206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094870" y="182026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124501" y="208276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764099" y="193578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374203" y="133922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300957" y="171005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254838" y="110349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788415" y="201263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724774" y="138960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5235803" y="261817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490191" y="228345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6129835" y="211660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637989" y="132290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6526202" y="198525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028111" y="216653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6159667" y="164169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6532338" y="916114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6599953" y="916114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6667568" y="916114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727156" y="930471"/>
              <a:ext cx="210403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0.118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619351" y="1057133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1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694505" y="1042777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762119" y="1057133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135" name="rc135"/>
            <p:cNvSpPr/>
            <p:nvPr/>
          </p:nvSpPr>
          <p:spPr>
            <a:xfrm>
              <a:off x="4042207" y="898028"/>
              <a:ext cx="2919665" cy="1955805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tx136"/>
            <p:cNvSpPr/>
            <p:nvPr/>
          </p:nvSpPr>
          <p:spPr>
            <a:xfrm>
              <a:off x="3909857" y="2631554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3909857" y="2212777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3940215" y="179399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3940215" y="1375222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3940215" y="95644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1" name="pl141"/>
            <p:cNvSpPr/>
            <p:nvPr/>
          </p:nvSpPr>
          <p:spPr>
            <a:xfrm>
              <a:off x="4013739" y="266424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013739" y="224546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013739" y="182668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013739" y="140791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013739" y="98913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04413" y="285383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632397" y="285383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6460381" y="2853833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tx149"/>
            <p:cNvSpPr/>
            <p:nvPr/>
          </p:nvSpPr>
          <p:spPr>
            <a:xfrm>
              <a:off x="4725820" y="2905076"/>
              <a:ext cx="1571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5568983" y="2905076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6396967" y="2905076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648951" y="3018035"/>
              <a:ext cx="1706178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(Current survey efforts)</a:t>
              </a:r>
            </a:p>
          </p:txBody>
        </p:sp>
        <p:sp>
          <p:nvSpPr>
            <p:cNvPr id="153" name="tx153"/>
            <p:cNvSpPr/>
            <p:nvPr/>
          </p:nvSpPr>
          <p:spPr>
            <a:xfrm rot="-5400000">
              <a:off x="3190925" y="1835011"/>
              <a:ext cx="12511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(New records)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3782292" y="892526"/>
              <a:ext cx="8531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55" name="rc155"/>
            <p:cNvSpPr/>
            <p:nvPr/>
          </p:nvSpPr>
          <p:spPr>
            <a:xfrm>
              <a:off x="252469" y="3187094"/>
              <a:ext cx="3434556" cy="23523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3687025" y="3187094"/>
              <a:ext cx="4290105" cy="23523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678791" y="3250356"/>
              <a:ext cx="2919665" cy="1955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78791" y="5108714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78791" y="4650256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78791" y="4191799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8791" y="3733342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8791" y="3274884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790156" y="3250356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617397" y="3250356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444638" y="3250356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271879" y="3250356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811503" y="3696412"/>
              <a:ext cx="2654241" cy="1419176"/>
            </a:xfrm>
            <a:custGeom>
              <a:avLst/>
              <a:pathLst>
                <a:path w="2654241" h="1419176">
                  <a:moveTo>
                    <a:pt x="0" y="466285"/>
                  </a:moveTo>
                  <a:lnTo>
                    <a:pt x="33597" y="467064"/>
                  </a:lnTo>
                  <a:lnTo>
                    <a:pt x="67195" y="467820"/>
                  </a:lnTo>
                  <a:lnTo>
                    <a:pt x="100793" y="468553"/>
                  </a:lnTo>
                  <a:lnTo>
                    <a:pt x="134391" y="469260"/>
                  </a:lnTo>
                  <a:lnTo>
                    <a:pt x="167989" y="469939"/>
                  </a:lnTo>
                  <a:lnTo>
                    <a:pt x="201587" y="470591"/>
                  </a:lnTo>
                  <a:lnTo>
                    <a:pt x="235185" y="471212"/>
                  </a:lnTo>
                  <a:lnTo>
                    <a:pt x="268783" y="471801"/>
                  </a:lnTo>
                  <a:lnTo>
                    <a:pt x="302381" y="472355"/>
                  </a:lnTo>
                  <a:lnTo>
                    <a:pt x="335979" y="472874"/>
                  </a:lnTo>
                  <a:lnTo>
                    <a:pt x="369577" y="473353"/>
                  </a:lnTo>
                  <a:lnTo>
                    <a:pt x="403175" y="473792"/>
                  </a:lnTo>
                  <a:lnTo>
                    <a:pt x="436773" y="474186"/>
                  </a:lnTo>
                  <a:lnTo>
                    <a:pt x="470371" y="474533"/>
                  </a:lnTo>
                  <a:lnTo>
                    <a:pt x="503969" y="474829"/>
                  </a:lnTo>
                  <a:lnTo>
                    <a:pt x="537567" y="475072"/>
                  </a:lnTo>
                  <a:lnTo>
                    <a:pt x="571165" y="475256"/>
                  </a:lnTo>
                  <a:lnTo>
                    <a:pt x="604763" y="475378"/>
                  </a:lnTo>
                  <a:lnTo>
                    <a:pt x="638361" y="475434"/>
                  </a:lnTo>
                  <a:lnTo>
                    <a:pt x="671959" y="475417"/>
                  </a:lnTo>
                  <a:lnTo>
                    <a:pt x="705557" y="475323"/>
                  </a:lnTo>
                  <a:lnTo>
                    <a:pt x="739155" y="475146"/>
                  </a:lnTo>
                  <a:lnTo>
                    <a:pt x="772753" y="474878"/>
                  </a:lnTo>
                  <a:lnTo>
                    <a:pt x="806351" y="474512"/>
                  </a:lnTo>
                  <a:lnTo>
                    <a:pt x="839949" y="474042"/>
                  </a:lnTo>
                  <a:lnTo>
                    <a:pt x="873547" y="473456"/>
                  </a:lnTo>
                  <a:lnTo>
                    <a:pt x="907145" y="472747"/>
                  </a:lnTo>
                  <a:lnTo>
                    <a:pt x="940743" y="471904"/>
                  </a:lnTo>
                  <a:lnTo>
                    <a:pt x="974341" y="470915"/>
                  </a:lnTo>
                  <a:lnTo>
                    <a:pt x="1007939" y="469768"/>
                  </a:lnTo>
                  <a:lnTo>
                    <a:pt x="1041537" y="468448"/>
                  </a:lnTo>
                  <a:lnTo>
                    <a:pt x="1075135" y="466942"/>
                  </a:lnTo>
                  <a:lnTo>
                    <a:pt x="1108733" y="465232"/>
                  </a:lnTo>
                  <a:lnTo>
                    <a:pt x="1142331" y="463302"/>
                  </a:lnTo>
                  <a:lnTo>
                    <a:pt x="1175929" y="461133"/>
                  </a:lnTo>
                  <a:lnTo>
                    <a:pt x="1209527" y="458705"/>
                  </a:lnTo>
                  <a:lnTo>
                    <a:pt x="1243125" y="455996"/>
                  </a:lnTo>
                  <a:lnTo>
                    <a:pt x="1276723" y="452984"/>
                  </a:lnTo>
                  <a:lnTo>
                    <a:pt x="1310321" y="449646"/>
                  </a:lnTo>
                  <a:lnTo>
                    <a:pt x="1343919" y="445958"/>
                  </a:lnTo>
                  <a:lnTo>
                    <a:pt x="1377517" y="441896"/>
                  </a:lnTo>
                  <a:lnTo>
                    <a:pt x="1411115" y="437436"/>
                  </a:lnTo>
                  <a:lnTo>
                    <a:pt x="1444713" y="432556"/>
                  </a:lnTo>
                  <a:lnTo>
                    <a:pt x="1478311" y="427232"/>
                  </a:lnTo>
                  <a:lnTo>
                    <a:pt x="1511909" y="421446"/>
                  </a:lnTo>
                  <a:lnTo>
                    <a:pt x="1545507" y="415182"/>
                  </a:lnTo>
                  <a:lnTo>
                    <a:pt x="1579105" y="408424"/>
                  </a:lnTo>
                  <a:lnTo>
                    <a:pt x="1612703" y="401165"/>
                  </a:lnTo>
                  <a:lnTo>
                    <a:pt x="1646301" y="393399"/>
                  </a:lnTo>
                  <a:lnTo>
                    <a:pt x="1679899" y="385125"/>
                  </a:lnTo>
                  <a:lnTo>
                    <a:pt x="1713497" y="376348"/>
                  </a:lnTo>
                  <a:lnTo>
                    <a:pt x="1747095" y="367076"/>
                  </a:lnTo>
                  <a:lnTo>
                    <a:pt x="1780693" y="357322"/>
                  </a:lnTo>
                  <a:lnTo>
                    <a:pt x="1814291" y="347102"/>
                  </a:lnTo>
                  <a:lnTo>
                    <a:pt x="1847889" y="336434"/>
                  </a:lnTo>
                  <a:lnTo>
                    <a:pt x="1881487" y="325341"/>
                  </a:lnTo>
                  <a:lnTo>
                    <a:pt x="1915085" y="313845"/>
                  </a:lnTo>
                  <a:lnTo>
                    <a:pt x="1948683" y="301969"/>
                  </a:lnTo>
                  <a:lnTo>
                    <a:pt x="1982281" y="289738"/>
                  </a:lnTo>
                  <a:lnTo>
                    <a:pt x="2015879" y="277176"/>
                  </a:lnTo>
                  <a:lnTo>
                    <a:pt x="2049477" y="264307"/>
                  </a:lnTo>
                  <a:lnTo>
                    <a:pt x="2083075" y="251152"/>
                  </a:lnTo>
                  <a:lnTo>
                    <a:pt x="2116673" y="237733"/>
                  </a:lnTo>
                  <a:lnTo>
                    <a:pt x="2150271" y="224071"/>
                  </a:lnTo>
                  <a:lnTo>
                    <a:pt x="2183869" y="210184"/>
                  </a:lnTo>
                  <a:lnTo>
                    <a:pt x="2217467" y="196091"/>
                  </a:lnTo>
                  <a:lnTo>
                    <a:pt x="2251065" y="181807"/>
                  </a:lnTo>
                  <a:lnTo>
                    <a:pt x="2284663" y="167349"/>
                  </a:lnTo>
                  <a:lnTo>
                    <a:pt x="2318261" y="152729"/>
                  </a:lnTo>
                  <a:lnTo>
                    <a:pt x="2351859" y="137960"/>
                  </a:lnTo>
                  <a:lnTo>
                    <a:pt x="2385457" y="123055"/>
                  </a:lnTo>
                  <a:lnTo>
                    <a:pt x="2419055" y="108024"/>
                  </a:lnTo>
                  <a:lnTo>
                    <a:pt x="2452653" y="92876"/>
                  </a:lnTo>
                  <a:lnTo>
                    <a:pt x="2486251" y="77622"/>
                  </a:lnTo>
                  <a:lnTo>
                    <a:pt x="2519849" y="62268"/>
                  </a:lnTo>
                  <a:lnTo>
                    <a:pt x="2553447" y="46822"/>
                  </a:lnTo>
                  <a:lnTo>
                    <a:pt x="2587045" y="31291"/>
                  </a:lnTo>
                  <a:lnTo>
                    <a:pt x="2620643" y="15682"/>
                  </a:lnTo>
                  <a:lnTo>
                    <a:pt x="2654241" y="0"/>
                  </a:lnTo>
                  <a:lnTo>
                    <a:pt x="2654241" y="649727"/>
                  </a:lnTo>
                  <a:lnTo>
                    <a:pt x="2620643" y="649687"/>
                  </a:lnTo>
                  <a:lnTo>
                    <a:pt x="2587045" y="649720"/>
                  </a:lnTo>
                  <a:lnTo>
                    <a:pt x="2553447" y="649831"/>
                  </a:lnTo>
                  <a:lnTo>
                    <a:pt x="2519849" y="650028"/>
                  </a:lnTo>
                  <a:lnTo>
                    <a:pt x="2486251" y="650316"/>
                  </a:lnTo>
                  <a:lnTo>
                    <a:pt x="2452653" y="650703"/>
                  </a:lnTo>
                  <a:lnTo>
                    <a:pt x="2419055" y="651198"/>
                  </a:lnTo>
                  <a:lnTo>
                    <a:pt x="2385457" y="651809"/>
                  </a:lnTo>
                  <a:lnTo>
                    <a:pt x="2351859" y="652546"/>
                  </a:lnTo>
                  <a:lnTo>
                    <a:pt x="2318261" y="653420"/>
                  </a:lnTo>
                  <a:lnTo>
                    <a:pt x="2284663" y="654442"/>
                  </a:lnTo>
                  <a:lnTo>
                    <a:pt x="2251065" y="655626"/>
                  </a:lnTo>
                  <a:lnTo>
                    <a:pt x="2217467" y="656985"/>
                  </a:lnTo>
                  <a:lnTo>
                    <a:pt x="2183869" y="658533"/>
                  </a:lnTo>
                  <a:lnTo>
                    <a:pt x="2150271" y="660289"/>
                  </a:lnTo>
                  <a:lnTo>
                    <a:pt x="2116673" y="662269"/>
                  </a:lnTo>
                  <a:lnTo>
                    <a:pt x="2083075" y="664493"/>
                  </a:lnTo>
                  <a:lnTo>
                    <a:pt x="2049477" y="666980"/>
                  </a:lnTo>
                  <a:lnTo>
                    <a:pt x="2015879" y="669752"/>
                  </a:lnTo>
                  <a:lnTo>
                    <a:pt x="1982281" y="672833"/>
                  </a:lnTo>
                  <a:lnTo>
                    <a:pt x="1948683" y="676244"/>
                  </a:lnTo>
                  <a:lnTo>
                    <a:pt x="1915085" y="680011"/>
                  </a:lnTo>
                  <a:lnTo>
                    <a:pt x="1881487" y="684157"/>
                  </a:lnTo>
                  <a:lnTo>
                    <a:pt x="1847889" y="688706"/>
                  </a:lnTo>
                  <a:lnTo>
                    <a:pt x="1814291" y="693680"/>
                  </a:lnTo>
                  <a:lnTo>
                    <a:pt x="1780693" y="699102"/>
                  </a:lnTo>
                  <a:lnTo>
                    <a:pt x="1747095" y="704990"/>
                  </a:lnTo>
                  <a:lnTo>
                    <a:pt x="1713497" y="711360"/>
                  </a:lnTo>
                  <a:lnTo>
                    <a:pt x="1679899" y="718225"/>
                  </a:lnTo>
                  <a:lnTo>
                    <a:pt x="1646301" y="725594"/>
                  </a:lnTo>
                  <a:lnTo>
                    <a:pt x="1612703" y="733470"/>
                  </a:lnTo>
                  <a:lnTo>
                    <a:pt x="1579105" y="741853"/>
                  </a:lnTo>
                  <a:lnTo>
                    <a:pt x="1545507" y="750738"/>
                  </a:lnTo>
                  <a:lnTo>
                    <a:pt x="1511909" y="760115"/>
                  </a:lnTo>
                  <a:lnTo>
                    <a:pt x="1478311" y="769972"/>
                  </a:lnTo>
                  <a:lnTo>
                    <a:pt x="1444713" y="780291"/>
                  </a:lnTo>
                  <a:lnTo>
                    <a:pt x="1411115" y="791052"/>
                  </a:lnTo>
                  <a:lnTo>
                    <a:pt x="1377517" y="802234"/>
                  </a:lnTo>
                  <a:lnTo>
                    <a:pt x="1343919" y="813815"/>
                  </a:lnTo>
                  <a:lnTo>
                    <a:pt x="1310321" y="825769"/>
                  </a:lnTo>
                  <a:lnTo>
                    <a:pt x="1276723" y="838073"/>
                  </a:lnTo>
                  <a:lnTo>
                    <a:pt x="1243125" y="850704"/>
                  </a:lnTo>
                  <a:lnTo>
                    <a:pt x="1209527" y="863637"/>
                  </a:lnTo>
                  <a:lnTo>
                    <a:pt x="1175929" y="876851"/>
                  </a:lnTo>
                  <a:lnTo>
                    <a:pt x="1142331" y="890324"/>
                  </a:lnTo>
                  <a:lnTo>
                    <a:pt x="1108733" y="904036"/>
                  </a:lnTo>
                  <a:lnTo>
                    <a:pt x="1075135" y="917969"/>
                  </a:lnTo>
                  <a:lnTo>
                    <a:pt x="1041537" y="932105"/>
                  </a:lnTo>
                  <a:lnTo>
                    <a:pt x="1007939" y="946427"/>
                  </a:lnTo>
                  <a:lnTo>
                    <a:pt x="974341" y="960922"/>
                  </a:lnTo>
                  <a:lnTo>
                    <a:pt x="940743" y="975575"/>
                  </a:lnTo>
                  <a:lnTo>
                    <a:pt x="907145" y="990374"/>
                  </a:lnTo>
                  <a:lnTo>
                    <a:pt x="873547" y="1005307"/>
                  </a:lnTo>
                  <a:lnTo>
                    <a:pt x="839949" y="1020364"/>
                  </a:lnTo>
                  <a:lnTo>
                    <a:pt x="806351" y="1035536"/>
                  </a:lnTo>
                  <a:lnTo>
                    <a:pt x="772753" y="1050813"/>
                  </a:lnTo>
                  <a:lnTo>
                    <a:pt x="739155" y="1066187"/>
                  </a:lnTo>
                  <a:lnTo>
                    <a:pt x="705557" y="1081652"/>
                  </a:lnTo>
                  <a:lnTo>
                    <a:pt x="671959" y="1097200"/>
                  </a:lnTo>
                  <a:lnTo>
                    <a:pt x="638361" y="1112825"/>
                  </a:lnTo>
                  <a:lnTo>
                    <a:pt x="604763" y="1128523"/>
                  </a:lnTo>
                  <a:lnTo>
                    <a:pt x="571165" y="1144288"/>
                  </a:lnTo>
                  <a:lnTo>
                    <a:pt x="537567" y="1160114"/>
                  </a:lnTo>
                  <a:lnTo>
                    <a:pt x="503969" y="1175999"/>
                  </a:lnTo>
                  <a:lnTo>
                    <a:pt x="470371" y="1191938"/>
                  </a:lnTo>
                  <a:lnTo>
                    <a:pt x="436773" y="1207927"/>
                  </a:lnTo>
                  <a:lnTo>
                    <a:pt x="403175" y="1223963"/>
                  </a:lnTo>
                  <a:lnTo>
                    <a:pt x="369577" y="1240044"/>
                  </a:lnTo>
                  <a:lnTo>
                    <a:pt x="335979" y="1256165"/>
                  </a:lnTo>
                  <a:lnTo>
                    <a:pt x="302381" y="1272326"/>
                  </a:lnTo>
                  <a:lnTo>
                    <a:pt x="268783" y="1288523"/>
                  </a:lnTo>
                  <a:lnTo>
                    <a:pt x="235185" y="1304754"/>
                  </a:lnTo>
                  <a:lnTo>
                    <a:pt x="201587" y="1321017"/>
                  </a:lnTo>
                  <a:lnTo>
                    <a:pt x="167989" y="1337311"/>
                  </a:lnTo>
                  <a:lnTo>
                    <a:pt x="134391" y="1353633"/>
                  </a:lnTo>
                  <a:lnTo>
                    <a:pt x="100793" y="1369982"/>
                  </a:lnTo>
                  <a:lnTo>
                    <a:pt x="67195" y="1386356"/>
                  </a:lnTo>
                  <a:lnTo>
                    <a:pt x="33597" y="1402755"/>
                  </a:lnTo>
                  <a:lnTo>
                    <a:pt x="0" y="1419176"/>
                  </a:lnTo>
                  <a:close/>
                </a:path>
              </a:pathLst>
            </a:custGeom>
            <a:solidFill>
              <a:srgbClr val="4A2C2A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11503" y="3696412"/>
              <a:ext cx="2654241" cy="475434"/>
            </a:xfrm>
            <a:custGeom>
              <a:avLst/>
              <a:pathLst>
                <a:path w="2654241" h="475434">
                  <a:moveTo>
                    <a:pt x="0" y="466285"/>
                  </a:moveTo>
                  <a:lnTo>
                    <a:pt x="33597" y="467064"/>
                  </a:lnTo>
                  <a:lnTo>
                    <a:pt x="67195" y="467820"/>
                  </a:lnTo>
                  <a:lnTo>
                    <a:pt x="100793" y="468553"/>
                  </a:lnTo>
                  <a:lnTo>
                    <a:pt x="134391" y="469260"/>
                  </a:lnTo>
                  <a:lnTo>
                    <a:pt x="167989" y="469939"/>
                  </a:lnTo>
                  <a:lnTo>
                    <a:pt x="201587" y="470591"/>
                  </a:lnTo>
                  <a:lnTo>
                    <a:pt x="235185" y="471212"/>
                  </a:lnTo>
                  <a:lnTo>
                    <a:pt x="268783" y="471801"/>
                  </a:lnTo>
                  <a:lnTo>
                    <a:pt x="302381" y="472355"/>
                  </a:lnTo>
                  <a:lnTo>
                    <a:pt x="335979" y="472874"/>
                  </a:lnTo>
                  <a:lnTo>
                    <a:pt x="369577" y="473353"/>
                  </a:lnTo>
                  <a:lnTo>
                    <a:pt x="403175" y="473792"/>
                  </a:lnTo>
                  <a:lnTo>
                    <a:pt x="436773" y="474186"/>
                  </a:lnTo>
                  <a:lnTo>
                    <a:pt x="470371" y="474533"/>
                  </a:lnTo>
                  <a:lnTo>
                    <a:pt x="503969" y="474829"/>
                  </a:lnTo>
                  <a:lnTo>
                    <a:pt x="537567" y="475072"/>
                  </a:lnTo>
                  <a:lnTo>
                    <a:pt x="571165" y="475256"/>
                  </a:lnTo>
                  <a:lnTo>
                    <a:pt x="604763" y="475378"/>
                  </a:lnTo>
                  <a:lnTo>
                    <a:pt x="638361" y="475434"/>
                  </a:lnTo>
                  <a:lnTo>
                    <a:pt x="671959" y="475417"/>
                  </a:lnTo>
                  <a:lnTo>
                    <a:pt x="705557" y="475323"/>
                  </a:lnTo>
                  <a:lnTo>
                    <a:pt x="739155" y="475146"/>
                  </a:lnTo>
                  <a:lnTo>
                    <a:pt x="772753" y="474878"/>
                  </a:lnTo>
                  <a:lnTo>
                    <a:pt x="806351" y="474512"/>
                  </a:lnTo>
                  <a:lnTo>
                    <a:pt x="839949" y="474042"/>
                  </a:lnTo>
                  <a:lnTo>
                    <a:pt x="873547" y="473456"/>
                  </a:lnTo>
                  <a:lnTo>
                    <a:pt x="907145" y="472747"/>
                  </a:lnTo>
                  <a:lnTo>
                    <a:pt x="940743" y="471904"/>
                  </a:lnTo>
                  <a:lnTo>
                    <a:pt x="974341" y="470915"/>
                  </a:lnTo>
                  <a:lnTo>
                    <a:pt x="1007939" y="469768"/>
                  </a:lnTo>
                  <a:lnTo>
                    <a:pt x="1041537" y="468448"/>
                  </a:lnTo>
                  <a:lnTo>
                    <a:pt x="1075135" y="466942"/>
                  </a:lnTo>
                  <a:lnTo>
                    <a:pt x="1108733" y="465232"/>
                  </a:lnTo>
                  <a:lnTo>
                    <a:pt x="1142331" y="463302"/>
                  </a:lnTo>
                  <a:lnTo>
                    <a:pt x="1175929" y="461133"/>
                  </a:lnTo>
                  <a:lnTo>
                    <a:pt x="1209527" y="458705"/>
                  </a:lnTo>
                  <a:lnTo>
                    <a:pt x="1243125" y="455996"/>
                  </a:lnTo>
                  <a:lnTo>
                    <a:pt x="1276723" y="452984"/>
                  </a:lnTo>
                  <a:lnTo>
                    <a:pt x="1310321" y="449646"/>
                  </a:lnTo>
                  <a:lnTo>
                    <a:pt x="1343919" y="445958"/>
                  </a:lnTo>
                  <a:lnTo>
                    <a:pt x="1377517" y="441896"/>
                  </a:lnTo>
                  <a:lnTo>
                    <a:pt x="1411115" y="437436"/>
                  </a:lnTo>
                  <a:lnTo>
                    <a:pt x="1444713" y="432556"/>
                  </a:lnTo>
                  <a:lnTo>
                    <a:pt x="1478311" y="427232"/>
                  </a:lnTo>
                  <a:lnTo>
                    <a:pt x="1511909" y="421446"/>
                  </a:lnTo>
                  <a:lnTo>
                    <a:pt x="1545507" y="415182"/>
                  </a:lnTo>
                  <a:lnTo>
                    <a:pt x="1579105" y="408424"/>
                  </a:lnTo>
                  <a:lnTo>
                    <a:pt x="1612703" y="401165"/>
                  </a:lnTo>
                  <a:lnTo>
                    <a:pt x="1646301" y="393399"/>
                  </a:lnTo>
                  <a:lnTo>
                    <a:pt x="1679899" y="385125"/>
                  </a:lnTo>
                  <a:lnTo>
                    <a:pt x="1713497" y="376348"/>
                  </a:lnTo>
                  <a:lnTo>
                    <a:pt x="1747095" y="367076"/>
                  </a:lnTo>
                  <a:lnTo>
                    <a:pt x="1780693" y="357322"/>
                  </a:lnTo>
                  <a:lnTo>
                    <a:pt x="1814291" y="347102"/>
                  </a:lnTo>
                  <a:lnTo>
                    <a:pt x="1847889" y="336434"/>
                  </a:lnTo>
                  <a:lnTo>
                    <a:pt x="1881487" y="325341"/>
                  </a:lnTo>
                  <a:lnTo>
                    <a:pt x="1915085" y="313845"/>
                  </a:lnTo>
                  <a:lnTo>
                    <a:pt x="1948683" y="301969"/>
                  </a:lnTo>
                  <a:lnTo>
                    <a:pt x="1982281" y="289738"/>
                  </a:lnTo>
                  <a:lnTo>
                    <a:pt x="2015879" y="277176"/>
                  </a:lnTo>
                  <a:lnTo>
                    <a:pt x="2049477" y="264307"/>
                  </a:lnTo>
                  <a:lnTo>
                    <a:pt x="2083075" y="251152"/>
                  </a:lnTo>
                  <a:lnTo>
                    <a:pt x="2116673" y="237733"/>
                  </a:lnTo>
                  <a:lnTo>
                    <a:pt x="2150271" y="224071"/>
                  </a:lnTo>
                  <a:lnTo>
                    <a:pt x="2183869" y="210184"/>
                  </a:lnTo>
                  <a:lnTo>
                    <a:pt x="2217467" y="196091"/>
                  </a:lnTo>
                  <a:lnTo>
                    <a:pt x="2251065" y="181807"/>
                  </a:lnTo>
                  <a:lnTo>
                    <a:pt x="2284663" y="167349"/>
                  </a:lnTo>
                  <a:lnTo>
                    <a:pt x="2318261" y="152729"/>
                  </a:lnTo>
                  <a:lnTo>
                    <a:pt x="2351859" y="137960"/>
                  </a:lnTo>
                  <a:lnTo>
                    <a:pt x="2385457" y="123055"/>
                  </a:lnTo>
                  <a:lnTo>
                    <a:pt x="2419055" y="108024"/>
                  </a:lnTo>
                  <a:lnTo>
                    <a:pt x="2452653" y="92876"/>
                  </a:lnTo>
                  <a:lnTo>
                    <a:pt x="2486251" y="77622"/>
                  </a:lnTo>
                  <a:lnTo>
                    <a:pt x="2519849" y="62268"/>
                  </a:lnTo>
                  <a:lnTo>
                    <a:pt x="2553447" y="46822"/>
                  </a:lnTo>
                  <a:lnTo>
                    <a:pt x="2587045" y="31291"/>
                  </a:lnTo>
                  <a:lnTo>
                    <a:pt x="2620643" y="15682"/>
                  </a:lnTo>
                  <a:lnTo>
                    <a:pt x="265424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11503" y="4346100"/>
              <a:ext cx="2654241" cy="769489"/>
            </a:xfrm>
            <a:custGeom>
              <a:avLst/>
              <a:pathLst>
                <a:path w="2654241" h="769489">
                  <a:moveTo>
                    <a:pt x="2654241" y="40"/>
                  </a:moveTo>
                  <a:lnTo>
                    <a:pt x="2620643" y="0"/>
                  </a:lnTo>
                  <a:lnTo>
                    <a:pt x="2587045" y="32"/>
                  </a:lnTo>
                  <a:lnTo>
                    <a:pt x="2553447" y="144"/>
                  </a:lnTo>
                  <a:lnTo>
                    <a:pt x="2519849" y="340"/>
                  </a:lnTo>
                  <a:lnTo>
                    <a:pt x="2486251" y="629"/>
                  </a:lnTo>
                  <a:lnTo>
                    <a:pt x="2452653" y="1016"/>
                  </a:lnTo>
                  <a:lnTo>
                    <a:pt x="2419055" y="1511"/>
                  </a:lnTo>
                  <a:lnTo>
                    <a:pt x="2385457" y="2122"/>
                  </a:lnTo>
                  <a:lnTo>
                    <a:pt x="2351859" y="2859"/>
                  </a:lnTo>
                  <a:lnTo>
                    <a:pt x="2318261" y="3733"/>
                  </a:lnTo>
                  <a:lnTo>
                    <a:pt x="2284663" y="4755"/>
                  </a:lnTo>
                  <a:lnTo>
                    <a:pt x="2251065" y="5939"/>
                  </a:lnTo>
                  <a:lnTo>
                    <a:pt x="2217467" y="7297"/>
                  </a:lnTo>
                  <a:lnTo>
                    <a:pt x="2183869" y="8846"/>
                  </a:lnTo>
                  <a:lnTo>
                    <a:pt x="2150271" y="10602"/>
                  </a:lnTo>
                  <a:lnTo>
                    <a:pt x="2116673" y="12582"/>
                  </a:lnTo>
                  <a:lnTo>
                    <a:pt x="2083075" y="14805"/>
                  </a:lnTo>
                  <a:lnTo>
                    <a:pt x="2049477" y="17292"/>
                  </a:lnTo>
                  <a:lnTo>
                    <a:pt x="2015879" y="20065"/>
                  </a:lnTo>
                  <a:lnTo>
                    <a:pt x="1982281" y="23145"/>
                  </a:lnTo>
                  <a:lnTo>
                    <a:pt x="1948683" y="26557"/>
                  </a:lnTo>
                  <a:lnTo>
                    <a:pt x="1915085" y="30323"/>
                  </a:lnTo>
                  <a:lnTo>
                    <a:pt x="1881487" y="34469"/>
                  </a:lnTo>
                  <a:lnTo>
                    <a:pt x="1847889" y="39018"/>
                  </a:lnTo>
                  <a:lnTo>
                    <a:pt x="1814291" y="43993"/>
                  </a:lnTo>
                  <a:lnTo>
                    <a:pt x="1780693" y="49415"/>
                  </a:lnTo>
                  <a:lnTo>
                    <a:pt x="1747095" y="55303"/>
                  </a:lnTo>
                  <a:lnTo>
                    <a:pt x="1713497" y="61673"/>
                  </a:lnTo>
                  <a:lnTo>
                    <a:pt x="1679899" y="68538"/>
                  </a:lnTo>
                  <a:lnTo>
                    <a:pt x="1646301" y="75906"/>
                  </a:lnTo>
                  <a:lnTo>
                    <a:pt x="1612703" y="83782"/>
                  </a:lnTo>
                  <a:lnTo>
                    <a:pt x="1579105" y="92166"/>
                  </a:lnTo>
                  <a:lnTo>
                    <a:pt x="1545507" y="101050"/>
                  </a:lnTo>
                  <a:lnTo>
                    <a:pt x="1511909" y="110428"/>
                  </a:lnTo>
                  <a:lnTo>
                    <a:pt x="1478311" y="120284"/>
                  </a:lnTo>
                  <a:lnTo>
                    <a:pt x="1444713" y="130603"/>
                  </a:lnTo>
                  <a:lnTo>
                    <a:pt x="1411115" y="141365"/>
                  </a:lnTo>
                  <a:lnTo>
                    <a:pt x="1377517" y="152547"/>
                  </a:lnTo>
                  <a:lnTo>
                    <a:pt x="1343919" y="164127"/>
                  </a:lnTo>
                  <a:lnTo>
                    <a:pt x="1310321" y="176082"/>
                  </a:lnTo>
                  <a:lnTo>
                    <a:pt x="1276723" y="188386"/>
                  </a:lnTo>
                  <a:lnTo>
                    <a:pt x="1243125" y="201016"/>
                  </a:lnTo>
                  <a:lnTo>
                    <a:pt x="1209527" y="213950"/>
                  </a:lnTo>
                  <a:lnTo>
                    <a:pt x="1175929" y="227163"/>
                  </a:lnTo>
                  <a:lnTo>
                    <a:pt x="1142331" y="240636"/>
                  </a:lnTo>
                  <a:lnTo>
                    <a:pt x="1108733" y="254349"/>
                  </a:lnTo>
                  <a:lnTo>
                    <a:pt x="1075135" y="268281"/>
                  </a:lnTo>
                  <a:lnTo>
                    <a:pt x="1041537" y="282417"/>
                  </a:lnTo>
                  <a:lnTo>
                    <a:pt x="1007939" y="296740"/>
                  </a:lnTo>
                  <a:lnTo>
                    <a:pt x="974341" y="311235"/>
                  </a:lnTo>
                  <a:lnTo>
                    <a:pt x="940743" y="325888"/>
                  </a:lnTo>
                  <a:lnTo>
                    <a:pt x="907145" y="340687"/>
                  </a:lnTo>
                  <a:lnTo>
                    <a:pt x="873547" y="355620"/>
                  </a:lnTo>
                  <a:lnTo>
                    <a:pt x="839949" y="370677"/>
                  </a:lnTo>
                  <a:lnTo>
                    <a:pt x="806351" y="385848"/>
                  </a:lnTo>
                  <a:lnTo>
                    <a:pt x="772753" y="401125"/>
                  </a:lnTo>
                  <a:lnTo>
                    <a:pt x="739155" y="416500"/>
                  </a:lnTo>
                  <a:lnTo>
                    <a:pt x="705557" y="431964"/>
                  </a:lnTo>
                  <a:lnTo>
                    <a:pt x="671959" y="447512"/>
                  </a:lnTo>
                  <a:lnTo>
                    <a:pt x="638361" y="463138"/>
                  </a:lnTo>
                  <a:lnTo>
                    <a:pt x="604763" y="478836"/>
                  </a:lnTo>
                  <a:lnTo>
                    <a:pt x="571165" y="494600"/>
                  </a:lnTo>
                  <a:lnTo>
                    <a:pt x="537567" y="510427"/>
                  </a:lnTo>
                  <a:lnTo>
                    <a:pt x="503969" y="526312"/>
                  </a:lnTo>
                  <a:lnTo>
                    <a:pt x="470371" y="542250"/>
                  </a:lnTo>
                  <a:lnTo>
                    <a:pt x="436773" y="558239"/>
                  </a:lnTo>
                  <a:lnTo>
                    <a:pt x="403175" y="574276"/>
                  </a:lnTo>
                  <a:lnTo>
                    <a:pt x="369577" y="590356"/>
                  </a:lnTo>
                  <a:lnTo>
                    <a:pt x="335979" y="606478"/>
                  </a:lnTo>
                  <a:lnTo>
                    <a:pt x="302381" y="622638"/>
                  </a:lnTo>
                  <a:lnTo>
                    <a:pt x="268783" y="638835"/>
                  </a:lnTo>
                  <a:lnTo>
                    <a:pt x="235185" y="655066"/>
                  </a:lnTo>
                  <a:lnTo>
                    <a:pt x="201587" y="671330"/>
                  </a:lnTo>
                  <a:lnTo>
                    <a:pt x="167989" y="687623"/>
                  </a:lnTo>
                  <a:lnTo>
                    <a:pt x="134391" y="703945"/>
                  </a:lnTo>
                  <a:lnTo>
                    <a:pt x="100793" y="720294"/>
                  </a:lnTo>
                  <a:lnTo>
                    <a:pt x="67195" y="736669"/>
                  </a:lnTo>
                  <a:lnTo>
                    <a:pt x="33597" y="753067"/>
                  </a:lnTo>
                  <a:lnTo>
                    <a:pt x="0" y="7694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11503" y="4021276"/>
              <a:ext cx="2654241" cy="617867"/>
            </a:xfrm>
            <a:custGeom>
              <a:avLst/>
              <a:pathLst>
                <a:path w="2654241" h="617867">
                  <a:moveTo>
                    <a:pt x="0" y="617867"/>
                  </a:moveTo>
                  <a:lnTo>
                    <a:pt x="33597" y="610046"/>
                  </a:lnTo>
                  <a:lnTo>
                    <a:pt x="67195" y="602225"/>
                  </a:lnTo>
                  <a:lnTo>
                    <a:pt x="100793" y="594403"/>
                  </a:lnTo>
                  <a:lnTo>
                    <a:pt x="134391" y="586582"/>
                  </a:lnTo>
                  <a:lnTo>
                    <a:pt x="167989" y="578761"/>
                  </a:lnTo>
                  <a:lnTo>
                    <a:pt x="201587" y="570940"/>
                  </a:lnTo>
                  <a:lnTo>
                    <a:pt x="235185" y="563119"/>
                  </a:lnTo>
                  <a:lnTo>
                    <a:pt x="268783" y="555298"/>
                  </a:lnTo>
                  <a:lnTo>
                    <a:pt x="302381" y="547477"/>
                  </a:lnTo>
                  <a:lnTo>
                    <a:pt x="335979" y="539656"/>
                  </a:lnTo>
                  <a:lnTo>
                    <a:pt x="369577" y="531835"/>
                  </a:lnTo>
                  <a:lnTo>
                    <a:pt x="403175" y="524013"/>
                  </a:lnTo>
                  <a:lnTo>
                    <a:pt x="436773" y="516192"/>
                  </a:lnTo>
                  <a:lnTo>
                    <a:pt x="470371" y="508371"/>
                  </a:lnTo>
                  <a:lnTo>
                    <a:pt x="503969" y="500550"/>
                  </a:lnTo>
                  <a:lnTo>
                    <a:pt x="537567" y="492729"/>
                  </a:lnTo>
                  <a:lnTo>
                    <a:pt x="571165" y="484908"/>
                  </a:lnTo>
                  <a:lnTo>
                    <a:pt x="604763" y="477087"/>
                  </a:lnTo>
                  <a:lnTo>
                    <a:pt x="638361" y="469266"/>
                  </a:lnTo>
                  <a:lnTo>
                    <a:pt x="671959" y="461445"/>
                  </a:lnTo>
                  <a:lnTo>
                    <a:pt x="705557" y="453624"/>
                  </a:lnTo>
                  <a:lnTo>
                    <a:pt x="739155" y="445802"/>
                  </a:lnTo>
                  <a:lnTo>
                    <a:pt x="772753" y="437981"/>
                  </a:lnTo>
                  <a:lnTo>
                    <a:pt x="806351" y="430160"/>
                  </a:lnTo>
                  <a:lnTo>
                    <a:pt x="839949" y="422339"/>
                  </a:lnTo>
                  <a:lnTo>
                    <a:pt x="873547" y="414518"/>
                  </a:lnTo>
                  <a:lnTo>
                    <a:pt x="907145" y="406697"/>
                  </a:lnTo>
                  <a:lnTo>
                    <a:pt x="940743" y="398876"/>
                  </a:lnTo>
                  <a:lnTo>
                    <a:pt x="974341" y="391055"/>
                  </a:lnTo>
                  <a:lnTo>
                    <a:pt x="1007939" y="383234"/>
                  </a:lnTo>
                  <a:lnTo>
                    <a:pt x="1041537" y="375413"/>
                  </a:lnTo>
                  <a:lnTo>
                    <a:pt x="1075135" y="367591"/>
                  </a:lnTo>
                  <a:lnTo>
                    <a:pt x="1108733" y="359770"/>
                  </a:lnTo>
                  <a:lnTo>
                    <a:pt x="1142331" y="351949"/>
                  </a:lnTo>
                  <a:lnTo>
                    <a:pt x="1175929" y="344128"/>
                  </a:lnTo>
                  <a:lnTo>
                    <a:pt x="1209527" y="336307"/>
                  </a:lnTo>
                  <a:lnTo>
                    <a:pt x="1243125" y="328486"/>
                  </a:lnTo>
                  <a:lnTo>
                    <a:pt x="1276723" y="320665"/>
                  </a:lnTo>
                  <a:lnTo>
                    <a:pt x="1310321" y="312844"/>
                  </a:lnTo>
                  <a:lnTo>
                    <a:pt x="1343919" y="305023"/>
                  </a:lnTo>
                  <a:lnTo>
                    <a:pt x="1377517" y="297201"/>
                  </a:lnTo>
                  <a:lnTo>
                    <a:pt x="1411115" y="289380"/>
                  </a:lnTo>
                  <a:lnTo>
                    <a:pt x="1444713" y="281559"/>
                  </a:lnTo>
                  <a:lnTo>
                    <a:pt x="1478311" y="273738"/>
                  </a:lnTo>
                  <a:lnTo>
                    <a:pt x="1511909" y="265917"/>
                  </a:lnTo>
                  <a:lnTo>
                    <a:pt x="1545507" y="258096"/>
                  </a:lnTo>
                  <a:lnTo>
                    <a:pt x="1579105" y="250275"/>
                  </a:lnTo>
                  <a:lnTo>
                    <a:pt x="1612703" y="242454"/>
                  </a:lnTo>
                  <a:lnTo>
                    <a:pt x="1646301" y="234633"/>
                  </a:lnTo>
                  <a:lnTo>
                    <a:pt x="1679899" y="226812"/>
                  </a:lnTo>
                  <a:lnTo>
                    <a:pt x="1713497" y="218990"/>
                  </a:lnTo>
                  <a:lnTo>
                    <a:pt x="1747095" y="211169"/>
                  </a:lnTo>
                  <a:lnTo>
                    <a:pt x="1780693" y="203348"/>
                  </a:lnTo>
                  <a:lnTo>
                    <a:pt x="1814291" y="195527"/>
                  </a:lnTo>
                  <a:lnTo>
                    <a:pt x="1847889" y="187706"/>
                  </a:lnTo>
                  <a:lnTo>
                    <a:pt x="1881487" y="179885"/>
                  </a:lnTo>
                  <a:lnTo>
                    <a:pt x="1915085" y="172064"/>
                  </a:lnTo>
                  <a:lnTo>
                    <a:pt x="1948683" y="164243"/>
                  </a:lnTo>
                  <a:lnTo>
                    <a:pt x="1982281" y="156422"/>
                  </a:lnTo>
                  <a:lnTo>
                    <a:pt x="2015879" y="148600"/>
                  </a:lnTo>
                  <a:lnTo>
                    <a:pt x="2049477" y="140779"/>
                  </a:lnTo>
                  <a:lnTo>
                    <a:pt x="2083075" y="132958"/>
                  </a:lnTo>
                  <a:lnTo>
                    <a:pt x="2116673" y="125137"/>
                  </a:lnTo>
                  <a:lnTo>
                    <a:pt x="2150271" y="117316"/>
                  </a:lnTo>
                  <a:lnTo>
                    <a:pt x="2183869" y="109495"/>
                  </a:lnTo>
                  <a:lnTo>
                    <a:pt x="2217467" y="101674"/>
                  </a:lnTo>
                  <a:lnTo>
                    <a:pt x="2251065" y="93853"/>
                  </a:lnTo>
                  <a:lnTo>
                    <a:pt x="2284663" y="86032"/>
                  </a:lnTo>
                  <a:lnTo>
                    <a:pt x="2318261" y="78211"/>
                  </a:lnTo>
                  <a:lnTo>
                    <a:pt x="2351859" y="70389"/>
                  </a:lnTo>
                  <a:lnTo>
                    <a:pt x="2385457" y="62568"/>
                  </a:lnTo>
                  <a:lnTo>
                    <a:pt x="2419055" y="54747"/>
                  </a:lnTo>
                  <a:lnTo>
                    <a:pt x="2452653" y="46926"/>
                  </a:lnTo>
                  <a:lnTo>
                    <a:pt x="2486251" y="39105"/>
                  </a:lnTo>
                  <a:lnTo>
                    <a:pt x="2519849" y="31284"/>
                  </a:lnTo>
                  <a:lnTo>
                    <a:pt x="2553447" y="23463"/>
                  </a:lnTo>
                  <a:lnTo>
                    <a:pt x="2587045" y="15642"/>
                  </a:lnTo>
                  <a:lnTo>
                    <a:pt x="2620643" y="7821"/>
                  </a:lnTo>
                  <a:lnTo>
                    <a:pt x="2654241" y="0"/>
                  </a:lnTo>
                </a:path>
              </a:pathLst>
            </a:custGeom>
            <a:ln w="14905" cap="flat">
              <a:solidFill>
                <a:srgbClr val="4A2C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044664" y="380710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1618784" y="436017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206406" y="457817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043684" y="506469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559314" y="374298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994291" y="503067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474710" y="427945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881015" y="399750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016131" y="431114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037735" y="509460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914054" y="448724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2552082" y="387527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623996" y="413884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315620" y="331660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802942" y="411596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850892" y="377022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403210" y="417565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183427" y="453901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318430" y="433624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345328" y="401437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050277" y="423032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826380" y="339491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969059" y="425873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429410" y="376910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740779" y="496264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471758" y="464522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668104" y="439817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097255" y="355803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788851" y="474429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443092" y="433259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409852" y="399596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tx202"/>
            <p:cNvSpPr/>
            <p:nvPr/>
          </p:nvSpPr>
          <p:spPr>
            <a:xfrm>
              <a:off x="3276381" y="3268443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3343996" y="3268443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3411611" y="3282799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3202927" y="3409462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1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3278081" y="3395106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3345696" y="3409462"/>
              <a:ext cx="216804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0.092</a:t>
              </a:r>
            </a:p>
          </p:txBody>
        </p:sp>
        <p:sp>
          <p:nvSpPr>
            <p:cNvPr id="208" name="rc208"/>
            <p:cNvSpPr/>
            <p:nvPr/>
          </p:nvSpPr>
          <p:spPr>
            <a:xfrm>
              <a:off x="678791" y="3250356"/>
              <a:ext cx="2919665" cy="1955805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9"/>
            <p:cNvSpPr/>
            <p:nvPr/>
          </p:nvSpPr>
          <p:spPr>
            <a:xfrm>
              <a:off x="546441" y="5076024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546441" y="4617567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576799" y="415910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576799" y="3700652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576799" y="3242194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14" name="pl214"/>
            <p:cNvSpPr/>
            <p:nvPr/>
          </p:nvSpPr>
          <p:spPr>
            <a:xfrm>
              <a:off x="650323" y="510871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650323" y="465025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650323" y="419179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650323" y="373334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650323" y="327488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90156" y="520616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1617397" y="520616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2444638" y="520616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3271879" y="520616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tx223"/>
            <p:cNvSpPr/>
            <p:nvPr/>
          </p:nvSpPr>
          <p:spPr>
            <a:xfrm>
              <a:off x="749602" y="5257405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576843" y="5257405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2419263" y="525740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3246504" y="525740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401801" y="5370363"/>
              <a:ext cx="147364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(Species richness)</a:t>
              </a:r>
            </a:p>
          </p:txBody>
        </p:sp>
        <p:sp>
          <p:nvSpPr>
            <p:cNvPr id="228" name="tx228"/>
            <p:cNvSpPr/>
            <p:nvPr/>
          </p:nvSpPr>
          <p:spPr>
            <a:xfrm rot="-5400000">
              <a:off x="-243630" y="4187340"/>
              <a:ext cx="12511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(New records)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341263" y="3244855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30" name="rc230"/>
            <p:cNvSpPr/>
            <p:nvPr/>
          </p:nvSpPr>
          <p:spPr>
            <a:xfrm>
              <a:off x="4042207" y="3250356"/>
              <a:ext cx="2919665" cy="1955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4042207" y="5048631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4042207" y="4623042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4042207" y="4197453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4042207" y="3771863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042207" y="3346274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4586210" y="3250356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5150514" y="3250356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5714818" y="3250356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6279122" y="3250356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6843426" y="3250356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174919" y="3678562"/>
              <a:ext cx="2654241" cy="971309"/>
            </a:xfrm>
            <a:custGeom>
              <a:avLst/>
              <a:pathLst>
                <a:path w="2654241" h="971309">
                  <a:moveTo>
                    <a:pt x="0" y="318981"/>
                  </a:moveTo>
                  <a:lnTo>
                    <a:pt x="33597" y="324939"/>
                  </a:lnTo>
                  <a:lnTo>
                    <a:pt x="67195" y="330818"/>
                  </a:lnTo>
                  <a:lnTo>
                    <a:pt x="100793" y="336612"/>
                  </a:lnTo>
                  <a:lnTo>
                    <a:pt x="134391" y="342315"/>
                  </a:lnTo>
                  <a:lnTo>
                    <a:pt x="167989" y="347918"/>
                  </a:lnTo>
                  <a:lnTo>
                    <a:pt x="201587" y="353413"/>
                  </a:lnTo>
                  <a:lnTo>
                    <a:pt x="235185" y="358791"/>
                  </a:lnTo>
                  <a:lnTo>
                    <a:pt x="268783" y="364042"/>
                  </a:lnTo>
                  <a:lnTo>
                    <a:pt x="302381" y="369155"/>
                  </a:lnTo>
                  <a:lnTo>
                    <a:pt x="335979" y="374118"/>
                  </a:lnTo>
                  <a:lnTo>
                    <a:pt x="369577" y="378917"/>
                  </a:lnTo>
                  <a:lnTo>
                    <a:pt x="403175" y="383539"/>
                  </a:lnTo>
                  <a:lnTo>
                    <a:pt x="436773" y="387967"/>
                  </a:lnTo>
                  <a:lnTo>
                    <a:pt x="470371" y="392184"/>
                  </a:lnTo>
                  <a:lnTo>
                    <a:pt x="503969" y="396172"/>
                  </a:lnTo>
                  <a:lnTo>
                    <a:pt x="537567" y="399911"/>
                  </a:lnTo>
                  <a:lnTo>
                    <a:pt x="571165" y="403380"/>
                  </a:lnTo>
                  <a:lnTo>
                    <a:pt x="604763" y="406556"/>
                  </a:lnTo>
                  <a:lnTo>
                    <a:pt x="638361" y="409415"/>
                  </a:lnTo>
                  <a:lnTo>
                    <a:pt x="671959" y="411934"/>
                  </a:lnTo>
                  <a:lnTo>
                    <a:pt x="705557" y="414086"/>
                  </a:lnTo>
                  <a:lnTo>
                    <a:pt x="739155" y="415848"/>
                  </a:lnTo>
                  <a:lnTo>
                    <a:pt x="772753" y="417193"/>
                  </a:lnTo>
                  <a:lnTo>
                    <a:pt x="806351" y="418099"/>
                  </a:lnTo>
                  <a:lnTo>
                    <a:pt x="839949" y="418545"/>
                  </a:lnTo>
                  <a:lnTo>
                    <a:pt x="873547" y="418509"/>
                  </a:lnTo>
                  <a:lnTo>
                    <a:pt x="907145" y="417978"/>
                  </a:lnTo>
                  <a:lnTo>
                    <a:pt x="940743" y="416939"/>
                  </a:lnTo>
                  <a:lnTo>
                    <a:pt x="974341" y="415384"/>
                  </a:lnTo>
                  <a:lnTo>
                    <a:pt x="1007939" y="413311"/>
                  </a:lnTo>
                  <a:lnTo>
                    <a:pt x="1041537" y="410722"/>
                  </a:lnTo>
                  <a:lnTo>
                    <a:pt x="1075135" y="407624"/>
                  </a:lnTo>
                  <a:lnTo>
                    <a:pt x="1108733" y="404030"/>
                  </a:lnTo>
                  <a:lnTo>
                    <a:pt x="1142331" y="399953"/>
                  </a:lnTo>
                  <a:lnTo>
                    <a:pt x="1175929" y="395414"/>
                  </a:lnTo>
                  <a:lnTo>
                    <a:pt x="1209527" y="390434"/>
                  </a:lnTo>
                  <a:lnTo>
                    <a:pt x="1243125" y="385037"/>
                  </a:lnTo>
                  <a:lnTo>
                    <a:pt x="1276723" y="379246"/>
                  </a:lnTo>
                  <a:lnTo>
                    <a:pt x="1310321" y="373088"/>
                  </a:lnTo>
                  <a:lnTo>
                    <a:pt x="1343919" y="366586"/>
                  </a:lnTo>
                  <a:lnTo>
                    <a:pt x="1377517" y="359767"/>
                  </a:lnTo>
                  <a:lnTo>
                    <a:pt x="1411115" y="352653"/>
                  </a:lnTo>
                  <a:lnTo>
                    <a:pt x="1444713" y="345266"/>
                  </a:lnTo>
                  <a:lnTo>
                    <a:pt x="1478311" y="337630"/>
                  </a:lnTo>
                  <a:lnTo>
                    <a:pt x="1511909" y="329762"/>
                  </a:lnTo>
                  <a:lnTo>
                    <a:pt x="1545507" y="321683"/>
                  </a:lnTo>
                  <a:lnTo>
                    <a:pt x="1579105" y="313409"/>
                  </a:lnTo>
                  <a:lnTo>
                    <a:pt x="1612703" y="304956"/>
                  </a:lnTo>
                  <a:lnTo>
                    <a:pt x="1646301" y="296338"/>
                  </a:lnTo>
                  <a:lnTo>
                    <a:pt x="1679899" y="287569"/>
                  </a:lnTo>
                  <a:lnTo>
                    <a:pt x="1713497" y="278662"/>
                  </a:lnTo>
                  <a:lnTo>
                    <a:pt x="1747095" y="269626"/>
                  </a:lnTo>
                  <a:lnTo>
                    <a:pt x="1780693" y="260473"/>
                  </a:lnTo>
                  <a:lnTo>
                    <a:pt x="1814291" y="251211"/>
                  </a:lnTo>
                  <a:lnTo>
                    <a:pt x="1847889" y="241850"/>
                  </a:lnTo>
                  <a:lnTo>
                    <a:pt x="1881487" y="232396"/>
                  </a:lnTo>
                  <a:lnTo>
                    <a:pt x="1915085" y="222856"/>
                  </a:lnTo>
                  <a:lnTo>
                    <a:pt x="1948683" y="213237"/>
                  </a:lnTo>
                  <a:lnTo>
                    <a:pt x="1982281" y="203545"/>
                  </a:lnTo>
                  <a:lnTo>
                    <a:pt x="2015879" y="193785"/>
                  </a:lnTo>
                  <a:lnTo>
                    <a:pt x="2049477" y="183962"/>
                  </a:lnTo>
                  <a:lnTo>
                    <a:pt x="2083075" y="174080"/>
                  </a:lnTo>
                  <a:lnTo>
                    <a:pt x="2116673" y="164143"/>
                  </a:lnTo>
                  <a:lnTo>
                    <a:pt x="2150271" y="154155"/>
                  </a:lnTo>
                  <a:lnTo>
                    <a:pt x="2183869" y="144120"/>
                  </a:lnTo>
                  <a:lnTo>
                    <a:pt x="2217467" y="134040"/>
                  </a:lnTo>
                  <a:lnTo>
                    <a:pt x="2251065" y="123919"/>
                  </a:lnTo>
                  <a:lnTo>
                    <a:pt x="2284663" y="113758"/>
                  </a:lnTo>
                  <a:lnTo>
                    <a:pt x="2318261" y="103561"/>
                  </a:lnTo>
                  <a:lnTo>
                    <a:pt x="2351859" y="93330"/>
                  </a:lnTo>
                  <a:lnTo>
                    <a:pt x="2385457" y="83066"/>
                  </a:lnTo>
                  <a:lnTo>
                    <a:pt x="2419055" y="72772"/>
                  </a:lnTo>
                  <a:lnTo>
                    <a:pt x="2452653" y="62450"/>
                  </a:lnTo>
                  <a:lnTo>
                    <a:pt x="2486251" y="52100"/>
                  </a:lnTo>
                  <a:lnTo>
                    <a:pt x="2519849" y="41726"/>
                  </a:lnTo>
                  <a:lnTo>
                    <a:pt x="2553447" y="31327"/>
                  </a:lnTo>
                  <a:lnTo>
                    <a:pt x="2587045" y="20905"/>
                  </a:lnTo>
                  <a:lnTo>
                    <a:pt x="2620643" y="10463"/>
                  </a:lnTo>
                  <a:lnTo>
                    <a:pt x="2654241" y="0"/>
                  </a:lnTo>
                  <a:lnTo>
                    <a:pt x="2654241" y="971309"/>
                  </a:lnTo>
                  <a:lnTo>
                    <a:pt x="2620643" y="964512"/>
                  </a:lnTo>
                  <a:lnTo>
                    <a:pt x="2587045" y="957736"/>
                  </a:lnTo>
                  <a:lnTo>
                    <a:pt x="2553447" y="950981"/>
                  </a:lnTo>
                  <a:lnTo>
                    <a:pt x="2519849" y="944248"/>
                  </a:lnTo>
                  <a:lnTo>
                    <a:pt x="2486251" y="937540"/>
                  </a:lnTo>
                  <a:lnTo>
                    <a:pt x="2452653" y="930857"/>
                  </a:lnTo>
                  <a:lnTo>
                    <a:pt x="2419055" y="924201"/>
                  </a:lnTo>
                  <a:lnTo>
                    <a:pt x="2385457" y="917574"/>
                  </a:lnTo>
                  <a:lnTo>
                    <a:pt x="2351859" y="910976"/>
                  </a:lnTo>
                  <a:lnTo>
                    <a:pt x="2318261" y="904411"/>
                  </a:lnTo>
                  <a:lnTo>
                    <a:pt x="2284663" y="897881"/>
                  </a:lnTo>
                  <a:lnTo>
                    <a:pt x="2251065" y="891387"/>
                  </a:lnTo>
                  <a:lnTo>
                    <a:pt x="2217467" y="884932"/>
                  </a:lnTo>
                  <a:lnTo>
                    <a:pt x="2183869" y="878518"/>
                  </a:lnTo>
                  <a:lnTo>
                    <a:pt x="2150271" y="872149"/>
                  </a:lnTo>
                  <a:lnTo>
                    <a:pt x="2116673" y="865828"/>
                  </a:lnTo>
                  <a:lnTo>
                    <a:pt x="2083075" y="859558"/>
                  </a:lnTo>
                  <a:lnTo>
                    <a:pt x="2049477" y="853342"/>
                  </a:lnTo>
                  <a:lnTo>
                    <a:pt x="2015879" y="847185"/>
                  </a:lnTo>
                  <a:lnTo>
                    <a:pt x="1982281" y="841092"/>
                  </a:lnTo>
                  <a:lnTo>
                    <a:pt x="1948683" y="835066"/>
                  </a:lnTo>
                  <a:lnTo>
                    <a:pt x="1915085" y="829114"/>
                  </a:lnTo>
                  <a:lnTo>
                    <a:pt x="1881487" y="823241"/>
                  </a:lnTo>
                  <a:lnTo>
                    <a:pt x="1847889" y="817453"/>
                  </a:lnTo>
                  <a:lnTo>
                    <a:pt x="1814291" y="811758"/>
                  </a:lnTo>
                  <a:lnTo>
                    <a:pt x="1780693" y="806163"/>
                  </a:lnTo>
                  <a:lnTo>
                    <a:pt x="1747095" y="800676"/>
                  </a:lnTo>
                  <a:lnTo>
                    <a:pt x="1713497" y="795307"/>
                  </a:lnTo>
                  <a:lnTo>
                    <a:pt x="1679899" y="790066"/>
                  </a:lnTo>
                  <a:lnTo>
                    <a:pt x="1646301" y="784963"/>
                  </a:lnTo>
                  <a:lnTo>
                    <a:pt x="1612703" y="780012"/>
                  </a:lnTo>
                  <a:lnTo>
                    <a:pt x="1579105" y="775226"/>
                  </a:lnTo>
                  <a:lnTo>
                    <a:pt x="1545507" y="770618"/>
                  </a:lnTo>
                  <a:lnTo>
                    <a:pt x="1511909" y="766205"/>
                  </a:lnTo>
                  <a:lnTo>
                    <a:pt x="1478311" y="762004"/>
                  </a:lnTo>
                  <a:lnTo>
                    <a:pt x="1444713" y="758034"/>
                  </a:lnTo>
                  <a:lnTo>
                    <a:pt x="1411115" y="754314"/>
                  </a:lnTo>
                  <a:lnTo>
                    <a:pt x="1377517" y="750866"/>
                  </a:lnTo>
                  <a:lnTo>
                    <a:pt x="1343919" y="747713"/>
                  </a:lnTo>
                  <a:lnTo>
                    <a:pt x="1310321" y="744878"/>
                  </a:lnTo>
                  <a:lnTo>
                    <a:pt x="1276723" y="742386"/>
                  </a:lnTo>
                  <a:lnTo>
                    <a:pt x="1243125" y="740262"/>
                  </a:lnTo>
                  <a:lnTo>
                    <a:pt x="1209527" y="738531"/>
                  </a:lnTo>
                  <a:lnTo>
                    <a:pt x="1175929" y="737218"/>
                  </a:lnTo>
                  <a:lnTo>
                    <a:pt x="1142331" y="736345"/>
                  </a:lnTo>
                  <a:lnTo>
                    <a:pt x="1108733" y="735935"/>
                  </a:lnTo>
                  <a:lnTo>
                    <a:pt x="1075135" y="736006"/>
                  </a:lnTo>
                  <a:lnTo>
                    <a:pt x="1041537" y="736575"/>
                  </a:lnTo>
                  <a:lnTo>
                    <a:pt x="1007939" y="737653"/>
                  </a:lnTo>
                  <a:lnTo>
                    <a:pt x="974341" y="739246"/>
                  </a:lnTo>
                  <a:lnTo>
                    <a:pt x="940743" y="741358"/>
                  </a:lnTo>
                  <a:lnTo>
                    <a:pt x="907145" y="743985"/>
                  </a:lnTo>
                  <a:lnTo>
                    <a:pt x="873547" y="747120"/>
                  </a:lnTo>
                  <a:lnTo>
                    <a:pt x="839949" y="750752"/>
                  </a:lnTo>
                  <a:lnTo>
                    <a:pt x="806351" y="754863"/>
                  </a:lnTo>
                  <a:lnTo>
                    <a:pt x="772753" y="759436"/>
                  </a:lnTo>
                  <a:lnTo>
                    <a:pt x="739155" y="764448"/>
                  </a:lnTo>
                  <a:lnTo>
                    <a:pt x="705557" y="769876"/>
                  </a:lnTo>
                  <a:lnTo>
                    <a:pt x="671959" y="775694"/>
                  </a:lnTo>
                  <a:lnTo>
                    <a:pt x="638361" y="781879"/>
                  </a:lnTo>
                  <a:lnTo>
                    <a:pt x="604763" y="788405"/>
                  </a:lnTo>
                  <a:lnTo>
                    <a:pt x="571165" y="795247"/>
                  </a:lnTo>
                  <a:lnTo>
                    <a:pt x="537567" y="802383"/>
                  </a:lnTo>
                  <a:lnTo>
                    <a:pt x="503969" y="809788"/>
                  </a:lnTo>
                  <a:lnTo>
                    <a:pt x="470371" y="817443"/>
                  </a:lnTo>
                  <a:lnTo>
                    <a:pt x="436773" y="825327"/>
                  </a:lnTo>
                  <a:lnTo>
                    <a:pt x="403175" y="833421"/>
                  </a:lnTo>
                  <a:lnTo>
                    <a:pt x="369577" y="841709"/>
                  </a:lnTo>
                  <a:lnTo>
                    <a:pt x="335979" y="850175"/>
                  </a:lnTo>
                  <a:lnTo>
                    <a:pt x="302381" y="858804"/>
                  </a:lnTo>
                  <a:lnTo>
                    <a:pt x="268783" y="867584"/>
                  </a:lnTo>
                  <a:lnTo>
                    <a:pt x="235185" y="876501"/>
                  </a:lnTo>
                  <a:lnTo>
                    <a:pt x="201587" y="885546"/>
                  </a:lnTo>
                  <a:lnTo>
                    <a:pt x="167989" y="894707"/>
                  </a:lnTo>
                  <a:lnTo>
                    <a:pt x="134391" y="903977"/>
                  </a:lnTo>
                  <a:lnTo>
                    <a:pt x="100793" y="913346"/>
                  </a:lnTo>
                  <a:lnTo>
                    <a:pt x="67195" y="922806"/>
                  </a:lnTo>
                  <a:lnTo>
                    <a:pt x="33597" y="932352"/>
                  </a:lnTo>
                  <a:lnTo>
                    <a:pt x="0" y="941977"/>
                  </a:lnTo>
                  <a:close/>
                </a:path>
              </a:pathLst>
            </a:custGeom>
            <a:solidFill>
              <a:srgbClr val="D7301F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174919" y="3678562"/>
              <a:ext cx="2654241" cy="418545"/>
            </a:xfrm>
            <a:custGeom>
              <a:avLst/>
              <a:pathLst>
                <a:path w="2654241" h="418545">
                  <a:moveTo>
                    <a:pt x="0" y="318981"/>
                  </a:moveTo>
                  <a:lnTo>
                    <a:pt x="33597" y="324939"/>
                  </a:lnTo>
                  <a:lnTo>
                    <a:pt x="67195" y="330818"/>
                  </a:lnTo>
                  <a:lnTo>
                    <a:pt x="100793" y="336612"/>
                  </a:lnTo>
                  <a:lnTo>
                    <a:pt x="134391" y="342315"/>
                  </a:lnTo>
                  <a:lnTo>
                    <a:pt x="167989" y="347918"/>
                  </a:lnTo>
                  <a:lnTo>
                    <a:pt x="201587" y="353413"/>
                  </a:lnTo>
                  <a:lnTo>
                    <a:pt x="235185" y="358791"/>
                  </a:lnTo>
                  <a:lnTo>
                    <a:pt x="268783" y="364042"/>
                  </a:lnTo>
                  <a:lnTo>
                    <a:pt x="302381" y="369155"/>
                  </a:lnTo>
                  <a:lnTo>
                    <a:pt x="335979" y="374118"/>
                  </a:lnTo>
                  <a:lnTo>
                    <a:pt x="369577" y="378917"/>
                  </a:lnTo>
                  <a:lnTo>
                    <a:pt x="403175" y="383539"/>
                  </a:lnTo>
                  <a:lnTo>
                    <a:pt x="436773" y="387967"/>
                  </a:lnTo>
                  <a:lnTo>
                    <a:pt x="470371" y="392184"/>
                  </a:lnTo>
                  <a:lnTo>
                    <a:pt x="503969" y="396172"/>
                  </a:lnTo>
                  <a:lnTo>
                    <a:pt x="537567" y="399911"/>
                  </a:lnTo>
                  <a:lnTo>
                    <a:pt x="571165" y="403380"/>
                  </a:lnTo>
                  <a:lnTo>
                    <a:pt x="604763" y="406556"/>
                  </a:lnTo>
                  <a:lnTo>
                    <a:pt x="638361" y="409415"/>
                  </a:lnTo>
                  <a:lnTo>
                    <a:pt x="671959" y="411934"/>
                  </a:lnTo>
                  <a:lnTo>
                    <a:pt x="705557" y="414086"/>
                  </a:lnTo>
                  <a:lnTo>
                    <a:pt x="739155" y="415848"/>
                  </a:lnTo>
                  <a:lnTo>
                    <a:pt x="772753" y="417193"/>
                  </a:lnTo>
                  <a:lnTo>
                    <a:pt x="806351" y="418099"/>
                  </a:lnTo>
                  <a:lnTo>
                    <a:pt x="839949" y="418545"/>
                  </a:lnTo>
                  <a:lnTo>
                    <a:pt x="873547" y="418509"/>
                  </a:lnTo>
                  <a:lnTo>
                    <a:pt x="907145" y="417978"/>
                  </a:lnTo>
                  <a:lnTo>
                    <a:pt x="940743" y="416939"/>
                  </a:lnTo>
                  <a:lnTo>
                    <a:pt x="974341" y="415384"/>
                  </a:lnTo>
                  <a:lnTo>
                    <a:pt x="1007939" y="413311"/>
                  </a:lnTo>
                  <a:lnTo>
                    <a:pt x="1041537" y="410722"/>
                  </a:lnTo>
                  <a:lnTo>
                    <a:pt x="1075135" y="407624"/>
                  </a:lnTo>
                  <a:lnTo>
                    <a:pt x="1108733" y="404030"/>
                  </a:lnTo>
                  <a:lnTo>
                    <a:pt x="1142331" y="399953"/>
                  </a:lnTo>
                  <a:lnTo>
                    <a:pt x="1175929" y="395414"/>
                  </a:lnTo>
                  <a:lnTo>
                    <a:pt x="1209527" y="390434"/>
                  </a:lnTo>
                  <a:lnTo>
                    <a:pt x="1243125" y="385037"/>
                  </a:lnTo>
                  <a:lnTo>
                    <a:pt x="1276723" y="379246"/>
                  </a:lnTo>
                  <a:lnTo>
                    <a:pt x="1310321" y="373088"/>
                  </a:lnTo>
                  <a:lnTo>
                    <a:pt x="1343919" y="366586"/>
                  </a:lnTo>
                  <a:lnTo>
                    <a:pt x="1377517" y="359767"/>
                  </a:lnTo>
                  <a:lnTo>
                    <a:pt x="1411115" y="352653"/>
                  </a:lnTo>
                  <a:lnTo>
                    <a:pt x="1444713" y="345266"/>
                  </a:lnTo>
                  <a:lnTo>
                    <a:pt x="1478311" y="337630"/>
                  </a:lnTo>
                  <a:lnTo>
                    <a:pt x="1511909" y="329762"/>
                  </a:lnTo>
                  <a:lnTo>
                    <a:pt x="1545507" y="321683"/>
                  </a:lnTo>
                  <a:lnTo>
                    <a:pt x="1579105" y="313409"/>
                  </a:lnTo>
                  <a:lnTo>
                    <a:pt x="1612703" y="304956"/>
                  </a:lnTo>
                  <a:lnTo>
                    <a:pt x="1646301" y="296338"/>
                  </a:lnTo>
                  <a:lnTo>
                    <a:pt x="1679899" y="287569"/>
                  </a:lnTo>
                  <a:lnTo>
                    <a:pt x="1713497" y="278662"/>
                  </a:lnTo>
                  <a:lnTo>
                    <a:pt x="1747095" y="269626"/>
                  </a:lnTo>
                  <a:lnTo>
                    <a:pt x="1780693" y="260473"/>
                  </a:lnTo>
                  <a:lnTo>
                    <a:pt x="1814291" y="251211"/>
                  </a:lnTo>
                  <a:lnTo>
                    <a:pt x="1847889" y="241850"/>
                  </a:lnTo>
                  <a:lnTo>
                    <a:pt x="1881487" y="232396"/>
                  </a:lnTo>
                  <a:lnTo>
                    <a:pt x="1915085" y="222856"/>
                  </a:lnTo>
                  <a:lnTo>
                    <a:pt x="1948683" y="213237"/>
                  </a:lnTo>
                  <a:lnTo>
                    <a:pt x="1982281" y="203545"/>
                  </a:lnTo>
                  <a:lnTo>
                    <a:pt x="2015879" y="193785"/>
                  </a:lnTo>
                  <a:lnTo>
                    <a:pt x="2049477" y="183962"/>
                  </a:lnTo>
                  <a:lnTo>
                    <a:pt x="2083075" y="174080"/>
                  </a:lnTo>
                  <a:lnTo>
                    <a:pt x="2116673" y="164143"/>
                  </a:lnTo>
                  <a:lnTo>
                    <a:pt x="2150271" y="154155"/>
                  </a:lnTo>
                  <a:lnTo>
                    <a:pt x="2183869" y="144120"/>
                  </a:lnTo>
                  <a:lnTo>
                    <a:pt x="2217467" y="134040"/>
                  </a:lnTo>
                  <a:lnTo>
                    <a:pt x="2251065" y="123919"/>
                  </a:lnTo>
                  <a:lnTo>
                    <a:pt x="2284663" y="113758"/>
                  </a:lnTo>
                  <a:lnTo>
                    <a:pt x="2318261" y="103561"/>
                  </a:lnTo>
                  <a:lnTo>
                    <a:pt x="2351859" y="93330"/>
                  </a:lnTo>
                  <a:lnTo>
                    <a:pt x="2385457" y="83066"/>
                  </a:lnTo>
                  <a:lnTo>
                    <a:pt x="2419055" y="72772"/>
                  </a:lnTo>
                  <a:lnTo>
                    <a:pt x="2452653" y="62450"/>
                  </a:lnTo>
                  <a:lnTo>
                    <a:pt x="2486251" y="52100"/>
                  </a:lnTo>
                  <a:lnTo>
                    <a:pt x="2519849" y="41726"/>
                  </a:lnTo>
                  <a:lnTo>
                    <a:pt x="2553447" y="31327"/>
                  </a:lnTo>
                  <a:lnTo>
                    <a:pt x="2587045" y="20905"/>
                  </a:lnTo>
                  <a:lnTo>
                    <a:pt x="2620643" y="10463"/>
                  </a:lnTo>
                  <a:lnTo>
                    <a:pt x="265424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4174919" y="4414497"/>
              <a:ext cx="2654241" cy="235373"/>
            </a:xfrm>
            <a:custGeom>
              <a:avLst/>
              <a:pathLst>
                <a:path w="2654241" h="235373">
                  <a:moveTo>
                    <a:pt x="2654241" y="235373"/>
                  </a:moveTo>
                  <a:lnTo>
                    <a:pt x="2620643" y="228576"/>
                  </a:lnTo>
                  <a:lnTo>
                    <a:pt x="2587045" y="221800"/>
                  </a:lnTo>
                  <a:lnTo>
                    <a:pt x="2553447" y="215045"/>
                  </a:lnTo>
                  <a:lnTo>
                    <a:pt x="2519849" y="208313"/>
                  </a:lnTo>
                  <a:lnTo>
                    <a:pt x="2486251" y="201605"/>
                  </a:lnTo>
                  <a:lnTo>
                    <a:pt x="2452653" y="194922"/>
                  </a:lnTo>
                  <a:lnTo>
                    <a:pt x="2419055" y="188266"/>
                  </a:lnTo>
                  <a:lnTo>
                    <a:pt x="2385457" y="181638"/>
                  </a:lnTo>
                  <a:lnTo>
                    <a:pt x="2351859" y="175041"/>
                  </a:lnTo>
                  <a:lnTo>
                    <a:pt x="2318261" y="168476"/>
                  </a:lnTo>
                  <a:lnTo>
                    <a:pt x="2284663" y="161945"/>
                  </a:lnTo>
                  <a:lnTo>
                    <a:pt x="2251065" y="155451"/>
                  </a:lnTo>
                  <a:lnTo>
                    <a:pt x="2217467" y="148996"/>
                  </a:lnTo>
                  <a:lnTo>
                    <a:pt x="2183869" y="142583"/>
                  </a:lnTo>
                  <a:lnTo>
                    <a:pt x="2150271" y="136214"/>
                  </a:lnTo>
                  <a:lnTo>
                    <a:pt x="2116673" y="129893"/>
                  </a:lnTo>
                  <a:lnTo>
                    <a:pt x="2083075" y="123622"/>
                  </a:lnTo>
                  <a:lnTo>
                    <a:pt x="2049477" y="117407"/>
                  </a:lnTo>
                  <a:lnTo>
                    <a:pt x="2015879" y="111250"/>
                  </a:lnTo>
                  <a:lnTo>
                    <a:pt x="1982281" y="105156"/>
                  </a:lnTo>
                  <a:lnTo>
                    <a:pt x="1948683" y="99131"/>
                  </a:lnTo>
                  <a:lnTo>
                    <a:pt x="1915085" y="93179"/>
                  </a:lnTo>
                  <a:lnTo>
                    <a:pt x="1881487" y="87305"/>
                  </a:lnTo>
                  <a:lnTo>
                    <a:pt x="1847889" y="81518"/>
                  </a:lnTo>
                  <a:lnTo>
                    <a:pt x="1814291" y="75822"/>
                  </a:lnTo>
                  <a:lnTo>
                    <a:pt x="1780693" y="70227"/>
                  </a:lnTo>
                  <a:lnTo>
                    <a:pt x="1747095" y="64740"/>
                  </a:lnTo>
                  <a:lnTo>
                    <a:pt x="1713497" y="59371"/>
                  </a:lnTo>
                  <a:lnTo>
                    <a:pt x="1679899" y="54130"/>
                  </a:lnTo>
                  <a:lnTo>
                    <a:pt x="1646301" y="49028"/>
                  </a:lnTo>
                  <a:lnTo>
                    <a:pt x="1612703" y="44077"/>
                  </a:lnTo>
                  <a:lnTo>
                    <a:pt x="1579105" y="39290"/>
                  </a:lnTo>
                  <a:lnTo>
                    <a:pt x="1545507" y="34682"/>
                  </a:lnTo>
                  <a:lnTo>
                    <a:pt x="1511909" y="30269"/>
                  </a:lnTo>
                  <a:lnTo>
                    <a:pt x="1478311" y="26069"/>
                  </a:lnTo>
                  <a:lnTo>
                    <a:pt x="1444713" y="22098"/>
                  </a:lnTo>
                  <a:lnTo>
                    <a:pt x="1411115" y="18379"/>
                  </a:lnTo>
                  <a:lnTo>
                    <a:pt x="1377517" y="14931"/>
                  </a:lnTo>
                  <a:lnTo>
                    <a:pt x="1343919" y="11778"/>
                  </a:lnTo>
                  <a:lnTo>
                    <a:pt x="1310321" y="8943"/>
                  </a:lnTo>
                  <a:lnTo>
                    <a:pt x="1276723" y="6451"/>
                  </a:lnTo>
                  <a:lnTo>
                    <a:pt x="1243125" y="4327"/>
                  </a:lnTo>
                  <a:lnTo>
                    <a:pt x="1209527" y="2596"/>
                  </a:lnTo>
                  <a:lnTo>
                    <a:pt x="1175929" y="1282"/>
                  </a:lnTo>
                  <a:lnTo>
                    <a:pt x="1142331" y="409"/>
                  </a:lnTo>
                  <a:lnTo>
                    <a:pt x="1108733" y="0"/>
                  </a:lnTo>
                  <a:lnTo>
                    <a:pt x="1075135" y="71"/>
                  </a:lnTo>
                  <a:lnTo>
                    <a:pt x="1041537" y="640"/>
                  </a:lnTo>
                  <a:lnTo>
                    <a:pt x="1007939" y="1717"/>
                  </a:lnTo>
                  <a:lnTo>
                    <a:pt x="974341" y="3311"/>
                  </a:lnTo>
                  <a:lnTo>
                    <a:pt x="940743" y="5422"/>
                  </a:lnTo>
                  <a:lnTo>
                    <a:pt x="907145" y="8049"/>
                  </a:lnTo>
                  <a:lnTo>
                    <a:pt x="873547" y="11185"/>
                  </a:lnTo>
                  <a:lnTo>
                    <a:pt x="839949" y="14816"/>
                  </a:lnTo>
                  <a:lnTo>
                    <a:pt x="806351" y="18928"/>
                  </a:lnTo>
                  <a:lnTo>
                    <a:pt x="772753" y="23500"/>
                  </a:lnTo>
                  <a:lnTo>
                    <a:pt x="739155" y="28512"/>
                  </a:lnTo>
                  <a:lnTo>
                    <a:pt x="705557" y="33940"/>
                  </a:lnTo>
                  <a:lnTo>
                    <a:pt x="671959" y="39759"/>
                  </a:lnTo>
                  <a:lnTo>
                    <a:pt x="638361" y="45944"/>
                  </a:lnTo>
                  <a:lnTo>
                    <a:pt x="604763" y="52470"/>
                  </a:lnTo>
                  <a:lnTo>
                    <a:pt x="571165" y="59312"/>
                  </a:lnTo>
                  <a:lnTo>
                    <a:pt x="537567" y="66447"/>
                  </a:lnTo>
                  <a:lnTo>
                    <a:pt x="503969" y="73853"/>
                  </a:lnTo>
                  <a:lnTo>
                    <a:pt x="470371" y="81507"/>
                  </a:lnTo>
                  <a:lnTo>
                    <a:pt x="436773" y="89391"/>
                  </a:lnTo>
                  <a:lnTo>
                    <a:pt x="403175" y="97486"/>
                  </a:lnTo>
                  <a:lnTo>
                    <a:pt x="369577" y="105774"/>
                  </a:lnTo>
                  <a:lnTo>
                    <a:pt x="335979" y="114240"/>
                  </a:lnTo>
                  <a:lnTo>
                    <a:pt x="302381" y="122869"/>
                  </a:lnTo>
                  <a:lnTo>
                    <a:pt x="268783" y="131648"/>
                  </a:lnTo>
                  <a:lnTo>
                    <a:pt x="235185" y="140566"/>
                  </a:lnTo>
                  <a:lnTo>
                    <a:pt x="201587" y="149610"/>
                  </a:lnTo>
                  <a:lnTo>
                    <a:pt x="167989" y="158772"/>
                  </a:lnTo>
                  <a:lnTo>
                    <a:pt x="134391" y="168041"/>
                  </a:lnTo>
                  <a:lnTo>
                    <a:pt x="100793" y="177410"/>
                  </a:lnTo>
                  <a:lnTo>
                    <a:pt x="67195" y="186871"/>
                  </a:lnTo>
                  <a:lnTo>
                    <a:pt x="33597" y="196417"/>
                  </a:lnTo>
                  <a:lnTo>
                    <a:pt x="0" y="2060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4174919" y="4164216"/>
              <a:ext cx="2654241" cy="144824"/>
            </a:xfrm>
            <a:custGeom>
              <a:avLst/>
              <a:pathLst>
                <a:path w="2654241" h="144824">
                  <a:moveTo>
                    <a:pt x="0" y="144824"/>
                  </a:moveTo>
                  <a:lnTo>
                    <a:pt x="33597" y="142991"/>
                  </a:lnTo>
                  <a:lnTo>
                    <a:pt x="67195" y="141158"/>
                  </a:lnTo>
                  <a:lnTo>
                    <a:pt x="100793" y="139324"/>
                  </a:lnTo>
                  <a:lnTo>
                    <a:pt x="134391" y="137491"/>
                  </a:lnTo>
                  <a:lnTo>
                    <a:pt x="167989" y="135658"/>
                  </a:lnTo>
                  <a:lnTo>
                    <a:pt x="201587" y="133825"/>
                  </a:lnTo>
                  <a:lnTo>
                    <a:pt x="235185" y="131991"/>
                  </a:lnTo>
                  <a:lnTo>
                    <a:pt x="268783" y="130158"/>
                  </a:lnTo>
                  <a:lnTo>
                    <a:pt x="302381" y="128325"/>
                  </a:lnTo>
                  <a:lnTo>
                    <a:pt x="335979" y="126492"/>
                  </a:lnTo>
                  <a:lnTo>
                    <a:pt x="369577" y="124659"/>
                  </a:lnTo>
                  <a:lnTo>
                    <a:pt x="403175" y="122825"/>
                  </a:lnTo>
                  <a:lnTo>
                    <a:pt x="436773" y="120992"/>
                  </a:lnTo>
                  <a:lnTo>
                    <a:pt x="470371" y="119159"/>
                  </a:lnTo>
                  <a:lnTo>
                    <a:pt x="503969" y="117326"/>
                  </a:lnTo>
                  <a:lnTo>
                    <a:pt x="537567" y="115492"/>
                  </a:lnTo>
                  <a:lnTo>
                    <a:pt x="571165" y="113659"/>
                  </a:lnTo>
                  <a:lnTo>
                    <a:pt x="604763" y="111826"/>
                  </a:lnTo>
                  <a:lnTo>
                    <a:pt x="638361" y="109993"/>
                  </a:lnTo>
                  <a:lnTo>
                    <a:pt x="671959" y="108160"/>
                  </a:lnTo>
                  <a:lnTo>
                    <a:pt x="705557" y="106326"/>
                  </a:lnTo>
                  <a:lnTo>
                    <a:pt x="739155" y="104493"/>
                  </a:lnTo>
                  <a:lnTo>
                    <a:pt x="772753" y="102660"/>
                  </a:lnTo>
                  <a:lnTo>
                    <a:pt x="806351" y="100827"/>
                  </a:lnTo>
                  <a:lnTo>
                    <a:pt x="839949" y="98993"/>
                  </a:lnTo>
                  <a:lnTo>
                    <a:pt x="873547" y="97160"/>
                  </a:lnTo>
                  <a:lnTo>
                    <a:pt x="907145" y="95327"/>
                  </a:lnTo>
                  <a:lnTo>
                    <a:pt x="940743" y="93494"/>
                  </a:lnTo>
                  <a:lnTo>
                    <a:pt x="974341" y="91661"/>
                  </a:lnTo>
                  <a:lnTo>
                    <a:pt x="1007939" y="89827"/>
                  </a:lnTo>
                  <a:lnTo>
                    <a:pt x="1041537" y="87994"/>
                  </a:lnTo>
                  <a:lnTo>
                    <a:pt x="1075135" y="86161"/>
                  </a:lnTo>
                  <a:lnTo>
                    <a:pt x="1108733" y="84328"/>
                  </a:lnTo>
                  <a:lnTo>
                    <a:pt x="1142331" y="82494"/>
                  </a:lnTo>
                  <a:lnTo>
                    <a:pt x="1175929" y="80661"/>
                  </a:lnTo>
                  <a:lnTo>
                    <a:pt x="1209527" y="78828"/>
                  </a:lnTo>
                  <a:lnTo>
                    <a:pt x="1243125" y="76995"/>
                  </a:lnTo>
                  <a:lnTo>
                    <a:pt x="1276723" y="75162"/>
                  </a:lnTo>
                  <a:lnTo>
                    <a:pt x="1310321" y="73328"/>
                  </a:lnTo>
                  <a:lnTo>
                    <a:pt x="1343919" y="71495"/>
                  </a:lnTo>
                  <a:lnTo>
                    <a:pt x="1377517" y="69662"/>
                  </a:lnTo>
                  <a:lnTo>
                    <a:pt x="1411115" y="67829"/>
                  </a:lnTo>
                  <a:lnTo>
                    <a:pt x="1444713" y="65995"/>
                  </a:lnTo>
                  <a:lnTo>
                    <a:pt x="1478311" y="64162"/>
                  </a:lnTo>
                  <a:lnTo>
                    <a:pt x="1511909" y="62329"/>
                  </a:lnTo>
                  <a:lnTo>
                    <a:pt x="1545507" y="60496"/>
                  </a:lnTo>
                  <a:lnTo>
                    <a:pt x="1579105" y="58663"/>
                  </a:lnTo>
                  <a:lnTo>
                    <a:pt x="1612703" y="56829"/>
                  </a:lnTo>
                  <a:lnTo>
                    <a:pt x="1646301" y="54996"/>
                  </a:lnTo>
                  <a:lnTo>
                    <a:pt x="1679899" y="53163"/>
                  </a:lnTo>
                  <a:lnTo>
                    <a:pt x="1713497" y="51330"/>
                  </a:lnTo>
                  <a:lnTo>
                    <a:pt x="1747095" y="49496"/>
                  </a:lnTo>
                  <a:lnTo>
                    <a:pt x="1780693" y="47663"/>
                  </a:lnTo>
                  <a:lnTo>
                    <a:pt x="1814291" y="45830"/>
                  </a:lnTo>
                  <a:lnTo>
                    <a:pt x="1847889" y="43997"/>
                  </a:lnTo>
                  <a:lnTo>
                    <a:pt x="1881487" y="42164"/>
                  </a:lnTo>
                  <a:lnTo>
                    <a:pt x="1915085" y="40330"/>
                  </a:lnTo>
                  <a:lnTo>
                    <a:pt x="1948683" y="38497"/>
                  </a:lnTo>
                  <a:lnTo>
                    <a:pt x="1982281" y="36664"/>
                  </a:lnTo>
                  <a:lnTo>
                    <a:pt x="2015879" y="34831"/>
                  </a:lnTo>
                  <a:lnTo>
                    <a:pt x="2049477" y="32997"/>
                  </a:lnTo>
                  <a:lnTo>
                    <a:pt x="2083075" y="31164"/>
                  </a:lnTo>
                  <a:lnTo>
                    <a:pt x="2116673" y="29331"/>
                  </a:lnTo>
                  <a:lnTo>
                    <a:pt x="2150271" y="27498"/>
                  </a:lnTo>
                  <a:lnTo>
                    <a:pt x="2183869" y="25665"/>
                  </a:lnTo>
                  <a:lnTo>
                    <a:pt x="2217467" y="23831"/>
                  </a:lnTo>
                  <a:lnTo>
                    <a:pt x="2251065" y="21998"/>
                  </a:lnTo>
                  <a:lnTo>
                    <a:pt x="2284663" y="20165"/>
                  </a:lnTo>
                  <a:lnTo>
                    <a:pt x="2318261" y="18332"/>
                  </a:lnTo>
                  <a:lnTo>
                    <a:pt x="2351859" y="16498"/>
                  </a:lnTo>
                  <a:lnTo>
                    <a:pt x="2385457" y="14665"/>
                  </a:lnTo>
                  <a:lnTo>
                    <a:pt x="2419055" y="12832"/>
                  </a:lnTo>
                  <a:lnTo>
                    <a:pt x="2452653" y="10999"/>
                  </a:lnTo>
                  <a:lnTo>
                    <a:pt x="2486251" y="9166"/>
                  </a:lnTo>
                  <a:lnTo>
                    <a:pt x="2519849" y="7332"/>
                  </a:lnTo>
                  <a:lnTo>
                    <a:pt x="2553447" y="5499"/>
                  </a:lnTo>
                  <a:lnTo>
                    <a:pt x="2587045" y="3666"/>
                  </a:lnTo>
                  <a:lnTo>
                    <a:pt x="2620643" y="1833"/>
                  </a:lnTo>
                  <a:lnTo>
                    <a:pt x="2654241" y="0"/>
                  </a:lnTo>
                </a:path>
              </a:pathLst>
            </a:custGeom>
            <a:ln w="14905" cap="flat">
              <a:solidFill>
                <a:srgbClr val="D730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172174" y="398430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206219" y="415730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981947" y="470075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182776" y="509460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318933" y="385448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888146" y="472272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52267" y="435284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897567" y="415509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304306" y="428960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441346" y="503690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861720" y="437046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265579" y="397286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113814" y="417842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760514" y="331660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806508" y="406031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744264" y="382158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793005" y="419403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860985" y="449833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765769" y="432967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445464" y="373681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020678" y="410745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930310" y="347005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5303063" y="436468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623443" y="376185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456364" y="499299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594346" y="466265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5030477" y="447370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642151" y="370010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955610" y="432589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196776" y="456845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5247169" y="397225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tx276"/>
            <p:cNvSpPr/>
            <p:nvPr/>
          </p:nvSpPr>
          <p:spPr>
            <a:xfrm>
              <a:off x="6588717" y="3268443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6656332" y="3268443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6723947" y="3282799"/>
              <a:ext cx="216804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0.145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6619351" y="3409462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1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6694505" y="3395106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6762119" y="3409462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0.69</a:t>
              </a:r>
            </a:p>
          </p:txBody>
        </p:sp>
        <p:sp>
          <p:nvSpPr>
            <p:cNvPr id="282" name="rc282"/>
            <p:cNvSpPr/>
            <p:nvPr/>
          </p:nvSpPr>
          <p:spPr>
            <a:xfrm>
              <a:off x="4042207" y="3250356"/>
              <a:ext cx="2919665" cy="1955805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3"/>
            <p:cNvSpPr/>
            <p:nvPr/>
          </p:nvSpPr>
          <p:spPr>
            <a:xfrm>
              <a:off x="3909857" y="5015942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3909857" y="4590352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3940215" y="416476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3940215" y="3739174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3940215" y="3313584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8" name="pl288"/>
            <p:cNvSpPr/>
            <p:nvPr/>
          </p:nvSpPr>
          <p:spPr>
            <a:xfrm>
              <a:off x="4013739" y="504863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4013739" y="462304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013739" y="419745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4013739" y="377186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4013739" y="334627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4586210" y="520616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5150514" y="520616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5714818" y="520616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6279122" y="520616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6843426" y="5206162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tx298"/>
            <p:cNvSpPr/>
            <p:nvPr/>
          </p:nvSpPr>
          <p:spPr>
            <a:xfrm>
              <a:off x="4507617" y="5257405"/>
              <a:ext cx="1571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5087100" y="525740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5651404" y="525740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6215708" y="525740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6780012" y="5257405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4800193" y="5370363"/>
              <a:ext cx="140369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(Per capita GDP)</a:t>
              </a:r>
            </a:p>
          </p:txBody>
        </p:sp>
        <p:sp>
          <p:nvSpPr>
            <p:cNvPr id="304" name="tx304"/>
            <p:cNvSpPr/>
            <p:nvPr/>
          </p:nvSpPr>
          <p:spPr>
            <a:xfrm rot="-5400000">
              <a:off x="3190925" y="4187340"/>
              <a:ext cx="12511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(New records)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3782292" y="3244855"/>
              <a:ext cx="8531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306" name="rc306"/>
            <p:cNvSpPr/>
            <p:nvPr/>
          </p:nvSpPr>
          <p:spPr>
            <a:xfrm>
              <a:off x="252469" y="5539422"/>
              <a:ext cx="3434556" cy="23523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3687025" y="5539422"/>
              <a:ext cx="4290105" cy="23523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678791" y="5602685"/>
              <a:ext cx="2919665" cy="1955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678791" y="7412221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678791" y="6986685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678791" y="6561149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678791" y="6135612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678791" y="5710076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1189794" y="5602685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1945737" y="5602685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2701680" y="5602685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3457622" y="5602685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811503" y="5889943"/>
              <a:ext cx="2654241" cy="1292922"/>
            </a:xfrm>
            <a:custGeom>
              <a:avLst/>
              <a:pathLst>
                <a:path w="2654241" h="1292922">
                  <a:moveTo>
                    <a:pt x="0" y="578689"/>
                  </a:moveTo>
                  <a:lnTo>
                    <a:pt x="33597" y="581137"/>
                  </a:lnTo>
                  <a:lnTo>
                    <a:pt x="67195" y="583533"/>
                  </a:lnTo>
                  <a:lnTo>
                    <a:pt x="100793" y="585871"/>
                  </a:lnTo>
                  <a:lnTo>
                    <a:pt x="134391" y="588148"/>
                  </a:lnTo>
                  <a:lnTo>
                    <a:pt x="167989" y="590360"/>
                  </a:lnTo>
                  <a:lnTo>
                    <a:pt x="201587" y="592500"/>
                  </a:lnTo>
                  <a:lnTo>
                    <a:pt x="235185" y="594563"/>
                  </a:lnTo>
                  <a:lnTo>
                    <a:pt x="268783" y="596542"/>
                  </a:lnTo>
                  <a:lnTo>
                    <a:pt x="302381" y="598431"/>
                  </a:lnTo>
                  <a:lnTo>
                    <a:pt x="335979" y="600221"/>
                  </a:lnTo>
                  <a:lnTo>
                    <a:pt x="369577" y="601904"/>
                  </a:lnTo>
                  <a:lnTo>
                    <a:pt x="403175" y="603469"/>
                  </a:lnTo>
                  <a:lnTo>
                    <a:pt x="436773" y="604908"/>
                  </a:lnTo>
                  <a:lnTo>
                    <a:pt x="470371" y="606207"/>
                  </a:lnTo>
                  <a:lnTo>
                    <a:pt x="503969" y="607354"/>
                  </a:lnTo>
                  <a:lnTo>
                    <a:pt x="537567" y="608335"/>
                  </a:lnTo>
                  <a:lnTo>
                    <a:pt x="571165" y="609133"/>
                  </a:lnTo>
                  <a:lnTo>
                    <a:pt x="604763" y="609733"/>
                  </a:lnTo>
                  <a:lnTo>
                    <a:pt x="638361" y="610114"/>
                  </a:lnTo>
                  <a:lnTo>
                    <a:pt x="671959" y="610256"/>
                  </a:lnTo>
                  <a:lnTo>
                    <a:pt x="705557" y="610138"/>
                  </a:lnTo>
                  <a:lnTo>
                    <a:pt x="739155" y="609734"/>
                  </a:lnTo>
                  <a:lnTo>
                    <a:pt x="772753" y="609019"/>
                  </a:lnTo>
                  <a:lnTo>
                    <a:pt x="806351" y="607966"/>
                  </a:lnTo>
                  <a:lnTo>
                    <a:pt x="839949" y="606546"/>
                  </a:lnTo>
                  <a:lnTo>
                    <a:pt x="873547" y="604730"/>
                  </a:lnTo>
                  <a:lnTo>
                    <a:pt x="907145" y="602488"/>
                  </a:lnTo>
                  <a:lnTo>
                    <a:pt x="940743" y="599790"/>
                  </a:lnTo>
                  <a:lnTo>
                    <a:pt x="974341" y="596610"/>
                  </a:lnTo>
                  <a:lnTo>
                    <a:pt x="1007939" y="592921"/>
                  </a:lnTo>
                  <a:lnTo>
                    <a:pt x="1041537" y="588701"/>
                  </a:lnTo>
                  <a:lnTo>
                    <a:pt x="1075135" y="583930"/>
                  </a:lnTo>
                  <a:lnTo>
                    <a:pt x="1108733" y="578596"/>
                  </a:lnTo>
                  <a:lnTo>
                    <a:pt x="1142331" y="572690"/>
                  </a:lnTo>
                  <a:lnTo>
                    <a:pt x="1175929" y="566212"/>
                  </a:lnTo>
                  <a:lnTo>
                    <a:pt x="1209527" y="559165"/>
                  </a:lnTo>
                  <a:lnTo>
                    <a:pt x="1243125" y="551561"/>
                  </a:lnTo>
                  <a:lnTo>
                    <a:pt x="1276723" y="543415"/>
                  </a:lnTo>
                  <a:lnTo>
                    <a:pt x="1310321" y="534748"/>
                  </a:lnTo>
                  <a:lnTo>
                    <a:pt x="1343919" y="525584"/>
                  </a:lnTo>
                  <a:lnTo>
                    <a:pt x="1377517" y="515951"/>
                  </a:lnTo>
                  <a:lnTo>
                    <a:pt x="1411115" y="505876"/>
                  </a:lnTo>
                  <a:lnTo>
                    <a:pt x="1444713" y="495390"/>
                  </a:lnTo>
                  <a:lnTo>
                    <a:pt x="1478311" y="484521"/>
                  </a:lnTo>
                  <a:lnTo>
                    <a:pt x="1511909" y="473300"/>
                  </a:lnTo>
                  <a:lnTo>
                    <a:pt x="1545507" y="461754"/>
                  </a:lnTo>
                  <a:lnTo>
                    <a:pt x="1579105" y="449910"/>
                  </a:lnTo>
                  <a:lnTo>
                    <a:pt x="1612703" y="437792"/>
                  </a:lnTo>
                  <a:lnTo>
                    <a:pt x="1646301" y="425424"/>
                  </a:lnTo>
                  <a:lnTo>
                    <a:pt x="1679899" y="412827"/>
                  </a:lnTo>
                  <a:lnTo>
                    <a:pt x="1713497" y="400022"/>
                  </a:lnTo>
                  <a:lnTo>
                    <a:pt x="1747095" y="387026"/>
                  </a:lnTo>
                  <a:lnTo>
                    <a:pt x="1780693" y="373855"/>
                  </a:lnTo>
                  <a:lnTo>
                    <a:pt x="1814291" y="360525"/>
                  </a:lnTo>
                  <a:lnTo>
                    <a:pt x="1847889" y="347050"/>
                  </a:lnTo>
                  <a:lnTo>
                    <a:pt x="1881487" y="333441"/>
                  </a:lnTo>
                  <a:lnTo>
                    <a:pt x="1915085" y="319710"/>
                  </a:lnTo>
                  <a:lnTo>
                    <a:pt x="1948683" y="305866"/>
                  </a:lnTo>
                  <a:lnTo>
                    <a:pt x="1982281" y="291920"/>
                  </a:lnTo>
                  <a:lnTo>
                    <a:pt x="2015879" y="277879"/>
                  </a:lnTo>
                  <a:lnTo>
                    <a:pt x="2049477" y="263751"/>
                  </a:lnTo>
                  <a:lnTo>
                    <a:pt x="2083075" y="249542"/>
                  </a:lnTo>
                  <a:lnTo>
                    <a:pt x="2116673" y="235259"/>
                  </a:lnTo>
                  <a:lnTo>
                    <a:pt x="2150271" y="220907"/>
                  </a:lnTo>
                  <a:lnTo>
                    <a:pt x="2183869" y="206492"/>
                  </a:lnTo>
                  <a:lnTo>
                    <a:pt x="2217467" y="192018"/>
                  </a:lnTo>
                  <a:lnTo>
                    <a:pt x="2251065" y="177489"/>
                  </a:lnTo>
                  <a:lnTo>
                    <a:pt x="2284663" y="162910"/>
                  </a:lnTo>
                  <a:lnTo>
                    <a:pt x="2318261" y="148282"/>
                  </a:lnTo>
                  <a:lnTo>
                    <a:pt x="2351859" y="133611"/>
                  </a:lnTo>
                  <a:lnTo>
                    <a:pt x="2385457" y="118899"/>
                  </a:lnTo>
                  <a:lnTo>
                    <a:pt x="2419055" y="104148"/>
                  </a:lnTo>
                  <a:lnTo>
                    <a:pt x="2452653" y="89361"/>
                  </a:lnTo>
                  <a:lnTo>
                    <a:pt x="2486251" y="74540"/>
                  </a:lnTo>
                  <a:lnTo>
                    <a:pt x="2519849" y="59688"/>
                  </a:lnTo>
                  <a:lnTo>
                    <a:pt x="2553447" y="44806"/>
                  </a:lnTo>
                  <a:lnTo>
                    <a:pt x="2587045" y="29896"/>
                  </a:lnTo>
                  <a:lnTo>
                    <a:pt x="2620643" y="14960"/>
                  </a:lnTo>
                  <a:lnTo>
                    <a:pt x="2654241" y="0"/>
                  </a:lnTo>
                  <a:lnTo>
                    <a:pt x="2654241" y="915099"/>
                  </a:lnTo>
                  <a:lnTo>
                    <a:pt x="2620643" y="912246"/>
                  </a:lnTo>
                  <a:lnTo>
                    <a:pt x="2587045" y="909418"/>
                  </a:lnTo>
                  <a:lnTo>
                    <a:pt x="2553447" y="906616"/>
                  </a:lnTo>
                  <a:lnTo>
                    <a:pt x="2519849" y="903841"/>
                  </a:lnTo>
                  <a:lnTo>
                    <a:pt x="2486251" y="901097"/>
                  </a:lnTo>
                  <a:lnTo>
                    <a:pt x="2452653" y="898384"/>
                  </a:lnTo>
                  <a:lnTo>
                    <a:pt x="2419055" y="895705"/>
                  </a:lnTo>
                  <a:lnTo>
                    <a:pt x="2385457" y="893062"/>
                  </a:lnTo>
                  <a:lnTo>
                    <a:pt x="2351859" y="890457"/>
                  </a:lnTo>
                  <a:lnTo>
                    <a:pt x="2318261" y="887894"/>
                  </a:lnTo>
                  <a:lnTo>
                    <a:pt x="2284663" y="885374"/>
                  </a:lnTo>
                  <a:lnTo>
                    <a:pt x="2251065" y="882902"/>
                  </a:lnTo>
                  <a:lnTo>
                    <a:pt x="2217467" y="880481"/>
                  </a:lnTo>
                  <a:lnTo>
                    <a:pt x="2183869" y="878115"/>
                  </a:lnTo>
                  <a:lnTo>
                    <a:pt x="2150271" y="875807"/>
                  </a:lnTo>
                  <a:lnTo>
                    <a:pt x="2116673" y="873564"/>
                  </a:lnTo>
                  <a:lnTo>
                    <a:pt x="2083075" y="871388"/>
                  </a:lnTo>
                  <a:lnTo>
                    <a:pt x="2049477" y="869287"/>
                  </a:lnTo>
                  <a:lnTo>
                    <a:pt x="2015879" y="867267"/>
                  </a:lnTo>
                  <a:lnTo>
                    <a:pt x="1982281" y="865334"/>
                  </a:lnTo>
                  <a:lnTo>
                    <a:pt x="1948683" y="863495"/>
                  </a:lnTo>
                  <a:lnTo>
                    <a:pt x="1915085" y="861760"/>
                  </a:lnTo>
                  <a:lnTo>
                    <a:pt x="1881487" y="860136"/>
                  </a:lnTo>
                  <a:lnTo>
                    <a:pt x="1847889" y="858635"/>
                  </a:lnTo>
                  <a:lnTo>
                    <a:pt x="1814291" y="857267"/>
                  </a:lnTo>
                  <a:lnTo>
                    <a:pt x="1780693" y="856045"/>
                  </a:lnTo>
                  <a:lnTo>
                    <a:pt x="1747095" y="854982"/>
                  </a:lnTo>
                  <a:lnTo>
                    <a:pt x="1713497" y="854094"/>
                  </a:lnTo>
                  <a:lnTo>
                    <a:pt x="1679899" y="853396"/>
                  </a:lnTo>
                  <a:lnTo>
                    <a:pt x="1646301" y="852907"/>
                  </a:lnTo>
                  <a:lnTo>
                    <a:pt x="1612703" y="852647"/>
                  </a:lnTo>
                  <a:lnTo>
                    <a:pt x="1579105" y="852637"/>
                  </a:lnTo>
                  <a:lnTo>
                    <a:pt x="1545507" y="852900"/>
                  </a:lnTo>
                  <a:lnTo>
                    <a:pt x="1511909" y="853462"/>
                  </a:lnTo>
                  <a:lnTo>
                    <a:pt x="1478311" y="854349"/>
                  </a:lnTo>
                  <a:lnTo>
                    <a:pt x="1444713" y="855588"/>
                  </a:lnTo>
                  <a:lnTo>
                    <a:pt x="1411115" y="857210"/>
                  </a:lnTo>
                  <a:lnTo>
                    <a:pt x="1377517" y="859243"/>
                  </a:lnTo>
                  <a:lnTo>
                    <a:pt x="1343919" y="861717"/>
                  </a:lnTo>
                  <a:lnTo>
                    <a:pt x="1310321" y="864661"/>
                  </a:lnTo>
                  <a:lnTo>
                    <a:pt x="1276723" y="868101"/>
                  </a:lnTo>
                  <a:lnTo>
                    <a:pt x="1243125" y="872063"/>
                  </a:lnTo>
                  <a:lnTo>
                    <a:pt x="1209527" y="876567"/>
                  </a:lnTo>
                  <a:lnTo>
                    <a:pt x="1175929" y="881628"/>
                  </a:lnTo>
                  <a:lnTo>
                    <a:pt x="1142331" y="887257"/>
                  </a:lnTo>
                  <a:lnTo>
                    <a:pt x="1108733" y="893460"/>
                  </a:lnTo>
                  <a:lnTo>
                    <a:pt x="1075135" y="900233"/>
                  </a:lnTo>
                  <a:lnTo>
                    <a:pt x="1041537" y="907570"/>
                  </a:lnTo>
                  <a:lnTo>
                    <a:pt x="1007939" y="915457"/>
                  </a:lnTo>
                  <a:lnTo>
                    <a:pt x="974341" y="923876"/>
                  </a:lnTo>
                  <a:lnTo>
                    <a:pt x="940743" y="932804"/>
                  </a:lnTo>
                  <a:lnTo>
                    <a:pt x="907145" y="942214"/>
                  </a:lnTo>
                  <a:lnTo>
                    <a:pt x="873547" y="952080"/>
                  </a:lnTo>
                  <a:lnTo>
                    <a:pt x="839949" y="962372"/>
                  </a:lnTo>
                  <a:lnTo>
                    <a:pt x="806351" y="973059"/>
                  </a:lnTo>
                  <a:lnTo>
                    <a:pt x="772753" y="984114"/>
                  </a:lnTo>
                  <a:lnTo>
                    <a:pt x="739155" y="995507"/>
                  </a:lnTo>
                  <a:lnTo>
                    <a:pt x="705557" y="1007211"/>
                  </a:lnTo>
                  <a:lnTo>
                    <a:pt x="671959" y="1019200"/>
                  </a:lnTo>
                  <a:lnTo>
                    <a:pt x="638361" y="1031450"/>
                  </a:lnTo>
                  <a:lnTo>
                    <a:pt x="604763" y="1043939"/>
                  </a:lnTo>
                  <a:lnTo>
                    <a:pt x="571165" y="1056646"/>
                  </a:lnTo>
                  <a:lnTo>
                    <a:pt x="537567" y="1069552"/>
                  </a:lnTo>
                  <a:lnTo>
                    <a:pt x="503969" y="1082641"/>
                  </a:lnTo>
                  <a:lnTo>
                    <a:pt x="470371" y="1095896"/>
                  </a:lnTo>
                  <a:lnTo>
                    <a:pt x="436773" y="1109303"/>
                  </a:lnTo>
                  <a:lnTo>
                    <a:pt x="403175" y="1122849"/>
                  </a:lnTo>
                  <a:lnTo>
                    <a:pt x="369577" y="1136522"/>
                  </a:lnTo>
                  <a:lnTo>
                    <a:pt x="335979" y="1150313"/>
                  </a:lnTo>
                  <a:lnTo>
                    <a:pt x="302381" y="1164210"/>
                  </a:lnTo>
                  <a:lnTo>
                    <a:pt x="268783" y="1178207"/>
                  </a:lnTo>
                  <a:lnTo>
                    <a:pt x="235185" y="1192294"/>
                  </a:lnTo>
                  <a:lnTo>
                    <a:pt x="201587" y="1206465"/>
                  </a:lnTo>
                  <a:lnTo>
                    <a:pt x="167989" y="1220712"/>
                  </a:lnTo>
                  <a:lnTo>
                    <a:pt x="134391" y="1235032"/>
                  </a:lnTo>
                  <a:lnTo>
                    <a:pt x="100793" y="1249417"/>
                  </a:lnTo>
                  <a:lnTo>
                    <a:pt x="67195" y="1263863"/>
                  </a:lnTo>
                  <a:lnTo>
                    <a:pt x="33597" y="1278366"/>
                  </a:lnTo>
                  <a:lnTo>
                    <a:pt x="0" y="1292922"/>
                  </a:lnTo>
                  <a:close/>
                </a:path>
              </a:pathLst>
            </a:custGeom>
            <a:solidFill>
              <a:srgbClr val="E7298A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811503" y="5889943"/>
              <a:ext cx="2654241" cy="610256"/>
            </a:xfrm>
            <a:custGeom>
              <a:avLst/>
              <a:pathLst>
                <a:path w="2654241" h="610256">
                  <a:moveTo>
                    <a:pt x="0" y="578689"/>
                  </a:moveTo>
                  <a:lnTo>
                    <a:pt x="33597" y="581137"/>
                  </a:lnTo>
                  <a:lnTo>
                    <a:pt x="67195" y="583533"/>
                  </a:lnTo>
                  <a:lnTo>
                    <a:pt x="100793" y="585871"/>
                  </a:lnTo>
                  <a:lnTo>
                    <a:pt x="134391" y="588148"/>
                  </a:lnTo>
                  <a:lnTo>
                    <a:pt x="167989" y="590360"/>
                  </a:lnTo>
                  <a:lnTo>
                    <a:pt x="201587" y="592500"/>
                  </a:lnTo>
                  <a:lnTo>
                    <a:pt x="235185" y="594563"/>
                  </a:lnTo>
                  <a:lnTo>
                    <a:pt x="268783" y="596542"/>
                  </a:lnTo>
                  <a:lnTo>
                    <a:pt x="302381" y="598431"/>
                  </a:lnTo>
                  <a:lnTo>
                    <a:pt x="335979" y="600221"/>
                  </a:lnTo>
                  <a:lnTo>
                    <a:pt x="369577" y="601904"/>
                  </a:lnTo>
                  <a:lnTo>
                    <a:pt x="403175" y="603469"/>
                  </a:lnTo>
                  <a:lnTo>
                    <a:pt x="436773" y="604908"/>
                  </a:lnTo>
                  <a:lnTo>
                    <a:pt x="470371" y="606207"/>
                  </a:lnTo>
                  <a:lnTo>
                    <a:pt x="503969" y="607354"/>
                  </a:lnTo>
                  <a:lnTo>
                    <a:pt x="537567" y="608335"/>
                  </a:lnTo>
                  <a:lnTo>
                    <a:pt x="571165" y="609133"/>
                  </a:lnTo>
                  <a:lnTo>
                    <a:pt x="604763" y="609733"/>
                  </a:lnTo>
                  <a:lnTo>
                    <a:pt x="638361" y="610114"/>
                  </a:lnTo>
                  <a:lnTo>
                    <a:pt x="671959" y="610256"/>
                  </a:lnTo>
                  <a:lnTo>
                    <a:pt x="705557" y="610138"/>
                  </a:lnTo>
                  <a:lnTo>
                    <a:pt x="739155" y="609734"/>
                  </a:lnTo>
                  <a:lnTo>
                    <a:pt x="772753" y="609019"/>
                  </a:lnTo>
                  <a:lnTo>
                    <a:pt x="806351" y="607966"/>
                  </a:lnTo>
                  <a:lnTo>
                    <a:pt x="839949" y="606546"/>
                  </a:lnTo>
                  <a:lnTo>
                    <a:pt x="873547" y="604730"/>
                  </a:lnTo>
                  <a:lnTo>
                    <a:pt x="907145" y="602488"/>
                  </a:lnTo>
                  <a:lnTo>
                    <a:pt x="940743" y="599790"/>
                  </a:lnTo>
                  <a:lnTo>
                    <a:pt x="974341" y="596610"/>
                  </a:lnTo>
                  <a:lnTo>
                    <a:pt x="1007939" y="592921"/>
                  </a:lnTo>
                  <a:lnTo>
                    <a:pt x="1041537" y="588701"/>
                  </a:lnTo>
                  <a:lnTo>
                    <a:pt x="1075135" y="583930"/>
                  </a:lnTo>
                  <a:lnTo>
                    <a:pt x="1108733" y="578596"/>
                  </a:lnTo>
                  <a:lnTo>
                    <a:pt x="1142331" y="572690"/>
                  </a:lnTo>
                  <a:lnTo>
                    <a:pt x="1175929" y="566212"/>
                  </a:lnTo>
                  <a:lnTo>
                    <a:pt x="1209527" y="559165"/>
                  </a:lnTo>
                  <a:lnTo>
                    <a:pt x="1243125" y="551561"/>
                  </a:lnTo>
                  <a:lnTo>
                    <a:pt x="1276723" y="543415"/>
                  </a:lnTo>
                  <a:lnTo>
                    <a:pt x="1310321" y="534748"/>
                  </a:lnTo>
                  <a:lnTo>
                    <a:pt x="1343919" y="525584"/>
                  </a:lnTo>
                  <a:lnTo>
                    <a:pt x="1377517" y="515951"/>
                  </a:lnTo>
                  <a:lnTo>
                    <a:pt x="1411115" y="505876"/>
                  </a:lnTo>
                  <a:lnTo>
                    <a:pt x="1444713" y="495390"/>
                  </a:lnTo>
                  <a:lnTo>
                    <a:pt x="1478311" y="484521"/>
                  </a:lnTo>
                  <a:lnTo>
                    <a:pt x="1511909" y="473300"/>
                  </a:lnTo>
                  <a:lnTo>
                    <a:pt x="1545507" y="461754"/>
                  </a:lnTo>
                  <a:lnTo>
                    <a:pt x="1579105" y="449910"/>
                  </a:lnTo>
                  <a:lnTo>
                    <a:pt x="1612703" y="437792"/>
                  </a:lnTo>
                  <a:lnTo>
                    <a:pt x="1646301" y="425424"/>
                  </a:lnTo>
                  <a:lnTo>
                    <a:pt x="1679899" y="412827"/>
                  </a:lnTo>
                  <a:lnTo>
                    <a:pt x="1713497" y="400022"/>
                  </a:lnTo>
                  <a:lnTo>
                    <a:pt x="1747095" y="387026"/>
                  </a:lnTo>
                  <a:lnTo>
                    <a:pt x="1780693" y="373855"/>
                  </a:lnTo>
                  <a:lnTo>
                    <a:pt x="1814291" y="360525"/>
                  </a:lnTo>
                  <a:lnTo>
                    <a:pt x="1847889" y="347050"/>
                  </a:lnTo>
                  <a:lnTo>
                    <a:pt x="1881487" y="333441"/>
                  </a:lnTo>
                  <a:lnTo>
                    <a:pt x="1915085" y="319710"/>
                  </a:lnTo>
                  <a:lnTo>
                    <a:pt x="1948683" y="305866"/>
                  </a:lnTo>
                  <a:lnTo>
                    <a:pt x="1982281" y="291920"/>
                  </a:lnTo>
                  <a:lnTo>
                    <a:pt x="2015879" y="277879"/>
                  </a:lnTo>
                  <a:lnTo>
                    <a:pt x="2049477" y="263751"/>
                  </a:lnTo>
                  <a:lnTo>
                    <a:pt x="2083075" y="249542"/>
                  </a:lnTo>
                  <a:lnTo>
                    <a:pt x="2116673" y="235259"/>
                  </a:lnTo>
                  <a:lnTo>
                    <a:pt x="2150271" y="220907"/>
                  </a:lnTo>
                  <a:lnTo>
                    <a:pt x="2183869" y="206492"/>
                  </a:lnTo>
                  <a:lnTo>
                    <a:pt x="2217467" y="192018"/>
                  </a:lnTo>
                  <a:lnTo>
                    <a:pt x="2251065" y="177489"/>
                  </a:lnTo>
                  <a:lnTo>
                    <a:pt x="2284663" y="162910"/>
                  </a:lnTo>
                  <a:lnTo>
                    <a:pt x="2318261" y="148282"/>
                  </a:lnTo>
                  <a:lnTo>
                    <a:pt x="2351859" y="133611"/>
                  </a:lnTo>
                  <a:lnTo>
                    <a:pt x="2385457" y="118899"/>
                  </a:lnTo>
                  <a:lnTo>
                    <a:pt x="2419055" y="104148"/>
                  </a:lnTo>
                  <a:lnTo>
                    <a:pt x="2452653" y="89361"/>
                  </a:lnTo>
                  <a:lnTo>
                    <a:pt x="2486251" y="74540"/>
                  </a:lnTo>
                  <a:lnTo>
                    <a:pt x="2519849" y="59688"/>
                  </a:lnTo>
                  <a:lnTo>
                    <a:pt x="2553447" y="44806"/>
                  </a:lnTo>
                  <a:lnTo>
                    <a:pt x="2587045" y="29896"/>
                  </a:lnTo>
                  <a:lnTo>
                    <a:pt x="2620643" y="14960"/>
                  </a:lnTo>
                  <a:lnTo>
                    <a:pt x="265424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811503" y="6742581"/>
              <a:ext cx="2654241" cy="440284"/>
            </a:xfrm>
            <a:custGeom>
              <a:avLst/>
              <a:pathLst>
                <a:path w="2654241" h="440284">
                  <a:moveTo>
                    <a:pt x="2654241" y="62462"/>
                  </a:moveTo>
                  <a:lnTo>
                    <a:pt x="2620643" y="59608"/>
                  </a:lnTo>
                  <a:lnTo>
                    <a:pt x="2587045" y="56780"/>
                  </a:lnTo>
                  <a:lnTo>
                    <a:pt x="2553447" y="53978"/>
                  </a:lnTo>
                  <a:lnTo>
                    <a:pt x="2519849" y="51204"/>
                  </a:lnTo>
                  <a:lnTo>
                    <a:pt x="2486251" y="48459"/>
                  </a:lnTo>
                  <a:lnTo>
                    <a:pt x="2452653" y="45747"/>
                  </a:lnTo>
                  <a:lnTo>
                    <a:pt x="2419055" y="43067"/>
                  </a:lnTo>
                  <a:lnTo>
                    <a:pt x="2385457" y="40424"/>
                  </a:lnTo>
                  <a:lnTo>
                    <a:pt x="2351859" y="37820"/>
                  </a:lnTo>
                  <a:lnTo>
                    <a:pt x="2318261" y="35256"/>
                  </a:lnTo>
                  <a:lnTo>
                    <a:pt x="2284663" y="32737"/>
                  </a:lnTo>
                  <a:lnTo>
                    <a:pt x="2251065" y="30265"/>
                  </a:lnTo>
                  <a:lnTo>
                    <a:pt x="2217467" y="27844"/>
                  </a:lnTo>
                  <a:lnTo>
                    <a:pt x="2183869" y="25477"/>
                  </a:lnTo>
                  <a:lnTo>
                    <a:pt x="2150271" y="23170"/>
                  </a:lnTo>
                  <a:lnTo>
                    <a:pt x="2116673" y="20926"/>
                  </a:lnTo>
                  <a:lnTo>
                    <a:pt x="2083075" y="18751"/>
                  </a:lnTo>
                  <a:lnTo>
                    <a:pt x="2049477" y="16650"/>
                  </a:lnTo>
                  <a:lnTo>
                    <a:pt x="2015879" y="14629"/>
                  </a:lnTo>
                  <a:lnTo>
                    <a:pt x="1982281" y="12696"/>
                  </a:lnTo>
                  <a:lnTo>
                    <a:pt x="1948683" y="10858"/>
                  </a:lnTo>
                  <a:lnTo>
                    <a:pt x="1915085" y="9122"/>
                  </a:lnTo>
                  <a:lnTo>
                    <a:pt x="1881487" y="7499"/>
                  </a:lnTo>
                  <a:lnTo>
                    <a:pt x="1847889" y="5997"/>
                  </a:lnTo>
                  <a:lnTo>
                    <a:pt x="1814291" y="4630"/>
                  </a:lnTo>
                  <a:lnTo>
                    <a:pt x="1780693" y="3408"/>
                  </a:lnTo>
                  <a:lnTo>
                    <a:pt x="1747095" y="2345"/>
                  </a:lnTo>
                  <a:lnTo>
                    <a:pt x="1713497" y="1456"/>
                  </a:lnTo>
                  <a:lnTo>
                    <a:pt x="1679899" y="759"/>
                  </a:lnTo>
                  <a:lnTo>
                    <a:pt x="1646301" y="270"/>
                  </a:lnTo>
                  <a:lnTo>
                    <a:pt x="1612703" y="10"/>
                  </a:lnTo>
                  <a:lnTo>
                    <a:pt x="1579105" y="0"/>
                  </a:lnTo>
                  <a:lnTo>
                    <a:pt x="1545507" y="263"/>
                  </a:lnTo>
                  <a:lnTo>
                    <a:pt x="1511909" y="824"/>
                  </a:lnTo>
                  <a:lnTo>
                    <a:pt x="1478311" y="1711"/>
                  </a:lnTo>
                  <a:lnTo>
                    <a:pt x="1444713" y="2951"/>
                  </a:lnTo>
                  <a:lnTo>
                    <a:pt x="1411115" y="4572"/>
                  </a:lnTo>
                  <a:lnTo>
                    <a:pt x="1377517" y="6605"/>
                  </a:lnTo>
                  <a:lnTo>
                    <a:pt x="1343919" y="9079"/>
                  </a:lnTo>
                  <a:lnTo>
                    <a:pt x="1310321" y="12023"/>
                  </a:lnTo>
                  <a:lnTo>
                    <a:pt x="1276723" y="15464"/>
                  </a:lnTo>
                  <a:lnTo>
                    <a:pt x="1243125" y="19425"/>
                  </a:lnTo>
                  <a:lnTo>
                    <a:pt x="1209527" y="23929"/>
                  </a:lnTo>
                  <a:lnTo>
                    <a:pt x="1175929" y="28990"/>
                  </a:lnTo>
                  <a:lnTo>
                    <a:pt x="1142331" y="34620"/>
                  </a:lnTo>
                  <a:lnTo>
                    <a:pt x="1108733" y="40822"/>
                  </a:lnTo>
                  <a:lnTo>
                    <a:pt x="1075135" y="47596"/>
                  </a:lnTo>
                  <a:lnTo>
                    <a:pt x="1041537" y="54933"/>
                  </a:lnTo>
                  <a:lnTo>
                    <a:pt x="1007939" y="62820"/>
                  </a:lnTo>
                  <a:lnTo>
                    <a:pt x="974341" y="71238"/>
                  </a:lnTo>
                  <a:lnTo>
                    <a:pt x="940743" y="80166"/>
                  </a:lnTo>
                  <a:lnTo>
                    <a:pt x="907145" y="89577"/>
                  </a:lnTo>
                  <a:lnTo>
                    <a:pt x="873547" y="99442"/>
                  </a:lnTo>
                  <a:lnTo>
                    <a:pt x="839949" y="109734"/>
                  </a:lnTo>
                  <a:lnTo>
                    <a:pt x="806351" y="120422"/>
                  </a:lnTo>
                  <a:lnTo>
                    <a:pt x="772753" y="131476"/>
                  </a:lnTo>
                  <a:lnTo>
                    <a:pt x="739155" y="142869"/>
                  </a:lnTo>
                  <a:lnTo>
                    <a:pt x="705557" y="154573"/>
                  </a:lnTo>
                  <a:lnTo>
                    <a:pt x="671959" y="166562"/>
                  </a:lnTo>
                  <a:lnTo>
                    <a:pt x="638361" y="178812"/>
                  </a:lnTo>
                  <a:lnTo>
                    <a:pt x="604763" y="191301"/>
                  </a:lnTo>
                  <a:lnTo>
                    <a:pt x="571165" y="204009"/>
                  </a:lnTo>
                  <a:lnTo>
                    <a:pt x="537567" y="216915"/>
                  </a:lnTo>
                  <a:lnTo>
                    <a:pt x="503969" y="230003"/>
                  </a:lnTo>
                  <a:lnTo>
                    <a:pt x="470371" y="243258"/>
                  </a:lnTo>
                  <a:lnTo>
                    <a:pt x="436773" y="256665"/>
                  </a:lnTo>
                  <a:lnTo>
                    <a:pt x="403175" y="270211"/>
                  </a:lnTo>
                  <a:lnTo>
                    <a:pt x="369577" y="283885"/>
                  </a:lnTo>
                  <a:lnTo>
                    <a:pt x="335979" y="297675"/>
                  </a:lnTo>
                  <a:lnTo>
                    <a:pt x="302381" y="311573"/>
                  </a:lnTo>
                  <a:lnTo>
                    <a:pt x="268783" y="325569"/>
                  </a:lnTo>
                  <a:lnTo>
                    <a:pt x="235185" y="339656"/>
                  </a:lnTo>
                  <a:lnTo>
                    <a:pt x="201587" y="353827"/>
                  </a:lnTo>
                  <a:lnTo>
                    <a:pt x="167989" y="368075"/>
                  </a:lnTo>
                  <a:lnTo>
                    <a:pt x="134391" y="382394"/>
                  </a:lnTo>
                  <a:lnTo>
                    <a:pt x="100793" y="396779"/>
                  </a:lnTo>
                  <a:lnTo>
                    <a:pt x="67195" y="411225"/>
                  </a:lnTo>
                  <a:lnTo>
                    <a:pt x="33597" y="425728"/>
                  </a:lnTo>
                  <a:lnTo>
                    <a:pt x="0" y="4402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811503" y="6347493"/>
              <a:ext cx="2654241" cy="478256"/>
            </a:xfrm>
            <a:custGeom>
              <a:avLst/>
              <a:pathLst>
                <a:path w="2654241" h="478256">
                  <a:moveTo>
                    <a:pt x="0" y="478256"/>
                  </a:moveTo>
                  <a:lnTo>
                    <a:pt x="33597" y="472202"/>
                  </a:lnTo>
                  <a:lnTo>
                    <a:pt x="67195" y="466148"/>
                  </a:lnTo>
                  <a:lnTo>
                    <a:pt x="100793" y="460094"/>
                  </a:lnTo>
                  <a:lnTo>
                    <a:pt x="134391" y="454040"/>
                  </a:lnTo>
                  <a:lnTo>
                    <a:pt x="167989" y="447986"/>
                  </a:lnTo>
                  <a:lnTo>
                    <a:pt x="201587" y="441933"/>
                  </a:lnTo>
                  <a:lnTo>
                    <a:pt x="235185" y="435879"/>
                  </a:lnTo>
                  <a:lnTo>
                    <a:pt x="268783" y="429825"/>
                  </a:lnTo>
                  <a:lnTo>
                    <a:pt x="302381" y="423771"/>
                  </a:lnTo>
                  <a:lnTo>
                    <a:pt x="335979" y="417717"/>
                  </a:lnTo>
                  <a:lnTo>
                    <a:pt x="369577" y="411663"/>
                  </a:lnTo>
                  <a:lnTo>
                    <a:pt x="403175" y="405609"/>
                  </a:lnTo>
                  <a:lnTo>
                    <a:pt x="436773" y="399555"/>
                  </a:lnTo>
                  <a:lnTo>
                    <a:pt x="470371" y="393501"/>
                  </a:lnTo>
                  <a:lnTo>
                    <a:pt x="503969" y="387448"/>
                  </a:lnTo>
                  <a:lnTo>
                    <a:pt x="537567" y="381394"/>
                  </a:lnTo>
                  <a:lnTo>
                    <a:pt x="571165" y="375340"/>
                  </a:lnTo>
                  <a:lnTo>
                    <a:pt x="604763" y="369286"/>
                  </a:lnTo>
                  <a:lnTo>
                    <a:pt x="638361" y="363232"/>
                  </a:lnTo>
                  <a:lnTo>
                    <a:pt x="671959" y="357178"/>
                  </a:lnTo>
                  <a:lnTo>
                    <a:pt x="705557" y="351124"/>
                  </a:lnTo>
                  <a:lnTo>
                    <a:pt x="739155" y="345070"/>
                  </a:lnTo>
                  <a:lnTo>
                    <a:pt x="772753" y="339017"/>
                  </a:lnTo>
                  <a:lnTo>
                    <a:pt x="806351" y="332963"/>
                  </a:lnTo>
                  <a:lnTo>
                    <a:pt x="839949" y="326909"/>
                  </a:lnTo>
                  <a:lnTo>
                    <a:pt x="873547" y="320855"/>
                  </a:lnTo>
                  <a:lnTo>
                    <a:pt x="907145" y="314801"/>
                  </a:lnTo>
                  <a:lnTo>
                    <a:pt x="940743" y="308747"/>
                  </a:lnTo>
                  <a:lnTo>
                    <a:pt x="974341" y="302693"/>
                  </a:lnTo>
                  <a:lnTo>
                    <a:pt x="1007939" y="296639"/>
                  </a:lnTo>
                  <a:lnTo>
                    <a:pt x="1041537" y="290586"/>
                  </a:lnTo>
                  <a:lnTo>
                    <a:pt x="1075135" y="284532"/>
                  </a:lnTo>
                  <a:lnTo>
                    <a:pt x="1108733" y="278478"/>
                  </a:lnTo>
                  <a:lnTo>
                    <a:pt x="1142331" y="272424"/>
                  </a:lnTo>
                  <a:lnTo>
                    <a:pt x="1175929" y="266370"/>
                  </a:lnTo>
                  <a:lnTo>
                    <a:pt x="1209527" y="260316"/>
                  </a:lnTo>
                  <a:lnTo>
                    <a:pt x="1243125" y="254262"/>
                  </a:lnTo>
                  <a:lnTo>
                    <a:pt x="1276723" y="248208"/>
                  </a:lnTo>
                  <a:lnTo>
                    <a:pt x="1310321" y="242155"/>
                  </a:lnTo>
                  <a:lnTo>
                    <a:pt x="1343919" y="236101"/>
                  </a:lnTo>
                  <a:lnTo>
                    <a:pt x="1377517" y="230047"/>
                  </a:lnTo>
                  <a:lnTo>
                    <a:pt x="1411115" y="223993"/>
                  </a:lnTo>
                  <a:lnTo>
                    <a:pt x="1444713" y="217939"/>
                  </a:lnTo>
                  <a:lnTo>
                    <a:pt x="1478311" y="211885"/>
                  </a:lnTo>
                  <a:lnTo>
                    <a:pt x="1511909" y="205831"/>
                  </a:lnTo>
                  <a:lnTo>
                    <a:pt x="1545507" y="199777"/>
                  </a:lnTo>
                  <a:lnTo>
                    <a:pt x="1579105" y="193724"/>
                  </a:lnTo>
                  <a:lnTo>
                    <a:pt x="1612703" y="187670"/>
                  </a:lnTo>
                  <a:lnTo>
                    <a:pt x="1646301" y="181616"/>
                  </a:lnTo>
                  <a:lnTo>
                    <a:pt x="1679899" y="175562"/>
                  </a:lnTo>
                  <a:lnTo>
                    <a:pt x="1713497" y="169508"/>
                  </a:lnTo>
                  <a:lnTo>
                    <a:pt x="1747095" y="163454"/>
                  </a:lnTo>
                  <a:lnTo>
                    <a:pt x="1780693" y="157400"/>
                  </a:lnTo>
                  <a:lnTo>
                    <a:pt x="1814291" y="151346"/>
                  </a:lnTo>
                  <a:lnTo>
                    <a:pt x="1847889" y="145293"/>
                  </a:lnTo>
                  <a:lnTo>
                    <a:pt x="1881487" y="139239"/>
                  </a:lnTo>
                  <a:lnTo>
                    <a:pt x="1915085" y="133185"/>
                  </a:lnTo>
                  <a:lnTo>
                    <a:pt x="1948683" y="127131"/>
                  </a:lnTo>
                  <a:lnTo>
                    <a:pt x="1982281" y="121077"/>
                  </a:lnTo>
                  <a:lnTo>
                    <a:pt x="2015879" y="115023"/>
                  </a:lnTo>
                  <a:lnTo>
                    <a:pt x="2049477" y="108969"/>
                  </a:lnTo>
                  <a:lnTo>
                    <a:pt x="2083075" y="102915"/>
                  </a:lnTo>
                  <a:lnTo>
                    <a:pt x="2116673" y="96862"/>
                  </a:lnTo>
                  <a:lnTo>
                    <a:pt x="2150271" y="90808"/>
                  </a:lnTo>
                  <a:lnTo>
                    <a:pt x="2183869" y="84754"/>
                  </a:lnTo>
                  <a:lnTo>
                    <a:pt x="2217467" y="78700"/>
                  </a:lnTo>
                  <a:lnTo>
                    <a:pt x="2251065" y="72646"/>
                  </a:lnTo>
                  <a:lnTo>
                    <a:pt x="2284663" y="66592"/>
                  </a:lnTo>
                  <a:lnTo>
                    <a:pt x="2318261" y="60538"/>
                  </a:lnTo>
                  <a:lnTo>
                    <a:pt x="2351859" y="54484"/>
                  </a:lnTo>
                  <a:lnTo>
                    <a:pt x="2385457" y="48431"/>
                  </a:lnTo>
                  <a:lnTo>
                    <a:pt x="2419055" y="42377"/>
                  </a:lnTo>
                  <a:lnTo>
                    <a:pt x="2452653" y="36323"/>
                  </a:lnTo>
                  <a:lnTo>
                    <a:pt x="2486251" y="30269"/>
                  </a:lnTo>
                  <a:lnTo>
                    <a:pt x="2519849" y="24215"/>
                  </a:lnTo>
                  <a:lnTo>
                    <a:pt x="2553447" y="18161"/>
                  </a:lnTo>
                  <a:lnTo>
                    <a:pt x="2587045" y="12107"/>
                  </a:lnTo>
                  <a:lnTo>
                    <a:pt x="2620643" y="6053"/>
                  </a:lnTo>
                  <a:lnTo>
                    <a:pt x="2654241" y="0"/>
                  </a:lnTo>
                </a:path>
              </a:pathLst>
            </a:custGeom>
            <a:ln w="1490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884334" y="638521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1490030" y="658842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1718757" y="715093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2333514" y="744693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1776828" y="620023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2310075" y="698408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1541769" y="671599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384143" y="661757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788851" y="678768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358339" y="741632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206067" y="666231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764751" y="631679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2204291" y="649469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937399" y="566893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443092" y="626917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2538034" y="613113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767927" y="656509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1670042" y="688272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1699814" y="670756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1492471" y="621223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391301" y="637293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2001763" y="592210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229506" y="669921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933030" y="637215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1985377" y="735593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032172" y="695950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209001" y="695159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2633104" y="598409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122661" y="643568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1795203" y="696310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1971960" y="634004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tx353"/>
            <p:cNvSpPr/>
            <p:nvPr/>
          </p:nvSpPr>
          <p:spPr>
            <a:xfrm>
              <a:off x="3276381" y="5620772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3343996" y="5620772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3411611" y="5635128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0.32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3308942" y="5761791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1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3384096" y="5747435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3451711" y="5761791"/>
              <a:ext cx="120426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359" name="rc359"/>
            <p:cNvSpPr/>
            <p:nvPr/>
          </p:nvSpPr>
          <p:spPr>
            <a:xfrm>
              <a:off x="678791" y="5602685"/>
              <a:ext cx="2919665" cy="1955805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546441" y="7379531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546441" y="6953995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576799" y="652845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576799" y="610292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576799" y="5677386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65" name="pl365"/>
            <p:cNvSpPr/>
            <p:nvPr/>
          </p:nvSpPr>
          <p:spPr>
            <a:xfrm>
              <a:off x="650323" y="741222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650323" y="698668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650323" y="656114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650323" y="613561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650323" y="571007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189794" y="75584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1945737" y="75584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2701680" y="75584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3457622" y="75584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tx374"/>
            <p:cNvSpPr/>
            <p:nvPr/>
          </p:nvSpPr>
          <p:spPr>
            <a:xfrm>
              <a:off x="1149240" y="7609733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1920362" y="760973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2676305" y="760973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3432248" y="760973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1713062" y="7722692"/>
              <a:ext cx="85112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(Area)</a:t>
              </a:r>
            </a:p>
          </p:txBody>
        </p:sp>
        <p:sp>
          <p:nvSpPr>
            <p:cNvPr id="379" name="tx379"/>
            <p:cNvSpPr/>
            <p:nvPr/>
          </p:nvSpPr>
          <p:spPr>
            <a:xfrm rot="-5400000">
              <a:off x="-243630" y="6539668"/>
              <a:ext cx="12511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(New records)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341263" y="5597183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381" name="rc381"/>
            <p:cNvSpPr/>
            <p:nvPr/>
          </p:nvSpPr>
          <p:spPr>
            <a:xfrm>
              <a:off x="4042207" y="5602685"/>
              <a:ext cx="2919665" cy="19558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4042207" y="7344974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4042207" y="6941671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4042207" y="6538369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4042207" y="6135066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4042207" y="5731764"/>
              <a:ext cx="2919665" cy="0"/>
            </a:xfrm>
            <a:custGeom>
              <a:avLst/>
              <a:pathLst>
                <a:path w="2919665" h="0">
                  <a:moveTo>
                    <a:pt x="0" y="0"/>
                  </a:moveTo>
                  <a:lnTo>
                    <a:pt x="2919665" y="0"/>
                  </a:lnTo>
                  <a:lnTo>
                    <a:pt x="291966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4461786" y="5602685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5189439" y="5602685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5917092" y="5602685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6644745" y="5602685"/>
              <a:ext cx="0" cy="1955805"/>
            </a:xfrm>
            <a:custGeom>
              <a:avLst/>
              <a:pathLst>
                <a:path w="0" h="1955805">
                  <a:moveTo>
                    <a:pt x="0" y="19558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174919" y="6121826"/>
              <a:ext cx="2654241" cy="841836"/>
            </a:xfrm>
            <a:custGeom>
              <a:avLst/>
              <a:pathLst>
                <a:path w="2654241" h="841836">
                  <a:moveTo>
                    <a:pt x="0" y="0"/>
                  </a:moveTo>
                  <a:lnTo>
                    <a:pt x="33597" y="7999"/>
                  </a:lnTo>
                  <a:lnTo>
                    <a:pt x="67195" y="15979"/>
                  </a:lnTo>
                  <a:lnTo>
                    <a:pt x="100793" y="23940"/>
                  </a:lnTo>
                  <a:lnTo>
                    <a:pt x="134391" y="31879"/>
                  </a:lnTo>
                  <a:lnTo>
                    <a:pt x="167989" y="39796"/>
                  </a:lnTo>
                  <a:lnTo>
                    <a:pt x="201587" y="47690"/>
                  </a:lnTo>
                  <a:lnTo>
                    <a:pt x="235185" y="55559"/>
                  </a:lnTo>
                  <a:lnTo>
                    <a:pt x="268783" y="63401"/>
                  </a:lnTo>
                  <a:lnTo>
                    <a:pt x="302381" y="71216"/>
                  </a:lnTo>
                  <a:lnTo>
                    <a:pt x="335979" y="79002"/>
                  </a:lnTo>
                  <a:lnTo>
                    <a:pt x="369577" y="86757"/>
                  </a:lnTo>
                  <a:lnTo>
                    <a:pt x="403175" y="94479"/>
                  </a:lnTo>
                  <a:lnTo>
                    <a:pt x="436773" y="102166"/>
                  </a:lnTo>
                  <a:lnTo>
                    <a:pt x="470371" y="109816"/>
                  </a:lnTo>
                  <a:lnTo>
                    <a:pt x="503969" y="117427"/>
                  </a:lnTo>
                  <a:lnTo>
                    <a:pt x="537567" y="124995"/>
                  </a:lnTo>
                  <a:lnTo>
                    <a:pt x="571165" y="132520"/>
                  </a:lnTo>
                  <a:lnTo>
                    <a:pt x="604763" y="139996"/>
                  </a:lnTo>
                  <a:lnTo>
                    <a:pt x="638361" y="147422"/>
                  </a:lnTo>
                  <a:lnTo>
                    <a:pt x="671959" y="154794"/>
                  </a:lnTo>
                  <a:lnTo>
                    <a:pt x="705557" y="162107"/>
                  </a:lnTo>
                  <a:lnTo>
                    <a:pt x="739155" y="169359"/>
                  </a:lnTo>
                  <a:lnTo>
                    <a:pt x="772753" y="176545"/>
                  </a:lnTo>
                  <a:lnTo>
                    <a:pt x="806351" y="183659"/>
                  </a:lnTo>
                  <a:lnTo>
                    <a:pt x="839949" y="190698"/>
                  </a:lnTo>
                  <a:lnTo>
                    <a:pt x="873547" y="197654"/>
                  </a:lnTo>
                  <a:lnTo>
                    <a:pt x="907145" y="204523"/>
                  </a:lnTo>
                  <a:lnTo>
                    <a:pt x="940743" y="211297"/>
                  </a:lnTo>
                  <a:lnTo>
                    <a:pt x="974341" y="217970"/>
                  </a:lnTo>
                  <a:lnTo>
                    <a:pt x="1007939" y="224534"/>
                  </a:lnTo>
                  <a:lnTo>
                    <a:pt x="1041537" y="230980"/>
                  </a:lnTo>
                  <a:lnTo>
                    <a:pt x="1075135" y="237300"/>
                  </a:lnTo>
                  <a:lnTo>
                    <a:pt x="1108733" y="243483"/>
                  </a:lnTo>
                  <a:lnTo>
                    <a:pt x="1142331" y="249520"/>
                  </a:lnTo>
                  <a:lnTo>
                    <a:pt x="1175929" y="255399"/>
                  </a:lnTo>
                  <a:lnTo>
                    <a:pt x="1209527" y="261109"/>
                  </a:lnTo>
                  <a:lnTo>
                    <a:pt x="1243125" y="266636"/>
                  </a:lnTo>
                  <a:lnTo>
                    <a:pt x="1276723" y="271967"/>
                  </a:lnTo>
                  <a:lnTo>
                    <a:pt x="1310321" y="277089"/>
                  </a:lnTo>
                  <a:lnTo>
                    <a:pt x="1343919" y="281986"/>
                  </a:lnTo>
                  <a:lnTo>
                    <a:pt x="1377517" y="286643"/>
                  </a:lnTo>
                  <a:lnTo>
                    <a:pt x="1411115" y="291045"/>
                  </a:lnTo>
                  <a:lnTo>
                    <a:pt x="1444713" y="295176"/>
                  </a:lnTo>
                  <a:lnTo>
                    <a:pt x="1478311" y="299021"/>
                  </a:lnTo>
                  <a:lnTo>
                    <a:pt x="1511909" y="302564"/>
                  </a:lnTo>
                  <a:lnTo>
                    <a:pt x="1545507" y="305790"/>
                  </a:lnTo>
                  <a:lnTo>
                    <a:pt x="1579105" y="308687"/>
                  </a:lnTo>
                  <a:lnTo>
                    <a:pt x="1612703" y="311241"/>
                  </a:lnTo>
                  <a:lnTo>
                    <a:pt x="1646301" y="313444"/>
                  </a:lnTo>
                  <a:lnTo>
                    <a:pt x="1679899" y="315285"/>
                  </a:lnTo>
                  <a:lnTo>
                    <a:pt x="1713497" y="316759"/>
                  </a:lnTo>
                  <a:lnTo>
                    <a:pt x="1747095" y="317862"/>
                  </a:lnTo>
                  <a:lnTo>
                    <a:pt x="1780693" y="318594"/>
                  </a:lnTo>
                  <a:lnTo>
                    <a:pt x="1814291" y="318956"/>
                  </a:lnTo>
                  <a:lnTo>
                    <a:pt x="1847889" y="318953"/>
                  </a:lnTo>
                  <a:lnTo>
                    <a:pt x="1881487" y="318591"/>
                  </a:lnTo>
                  <a:lnTo>
                    <a:pt x="1915085" y="317879"/>
                  </a:lnTo>
                  <a:lnTo>
                    <a:pt x="1948683" y="316828"/>
                  </a:lnTo>
                  <a:lnTo>
                    <a:pt x="1982281" y="315452"/>
                  </a:lnTo>
                  <a:lnTo>
                    <a:pt x="2015879" y="313763"/>
                  </a:lnTo>
                  <a:lnTo>
                    <a:pt x="2049477" y="311777"/>
                  </a:lnTo>
                  <a:lnTo>
                    <a:pt x="2083075" y="309509"/>
                  </a:lnTo>
                  <a:lnTo>
                    <a:pt x="2116673" y="306975"/>
                  </a:lnTo>
                  <a:lnTo>
                    <a:pt x="2150271" y="304190"/>
                  </a:lnTo>
                  <a:lnTo>
                    <a:pt x="2183869" y="301170"/>
                  </a:lnTo>
                  <a:lnTo>
                    <a:pt x="2217467" y="297929"/>
                  </a:lnTo>
                  <a:lnTo>
                    <a:pt x="2251065" y="294483"/>
                  </a:lnTo>
                  <a:lnTo>
                    <a:pt x="2284663" y="290846"/>
                  </a:lnTo>
                  <a:lnTo>
                    <a:pt x="2318261" y="287029"/>
                  </a:lnTo>
                  <a:lnTo>
                    <a:pt x="2351859" y="283047"/>
                  </a:lnTo>
                  <a:lnTo>
                    <a:pt x="2385457" y="278910"/>
                  </a:lnTo>
                  <a:lnTo>
                    <a:pt x="2419055" y="274630"/>
                  </a:lnTo>
                  <a:lnTo>
                    <a:pt x="2452653" y="270216"/>
                  </a:lnTo>
                  <a:lnTo>
                    <a:pt x="2486251" y="265679"/>
                  </a:lnTo>
                  <a:lnTo>
                    <a:pt x="2519849" y="261027"/>
                  </a:lnTo>
                  <a:lnTo>
                    <a:pt x="2553447" y="256268"/>
                  </a:lnTo>
                  <a:lnTo>
                    <a:pt x="2587045" y="251409"/>
                  </a:lnTo>
                  <a:lnTo>
                    <a:pt x="2620643" y="246458"/>
                  </a:lnTo>
                  <a:lnTo>
                    <a:pt x="2654241" y="241421"/>
                  </a:lnTo>
                  <a:lnTo>
                    <a:pt x="2654241" y="754005"/>
                  </a:lnTo>
                  <a:lnTo>
                    <a:pt x="2620643" y="747024"/>
                  </a:lnTo>
                  <a:lnTo>
                    <a:pt x="2587045" y="740128"/>
                  </a:lnTo>
                  <a:lnTo>
                    <a:pt x="2553447" y="733326"/>
                  </a:lnTo>
                  <a:lnTo>
                    <a:pt x="2519849" y="726622"/>
                  </a:lnTo>
                  <a:lnTo>
                    <a:pt x="2486251" y="720026"/>
                  </a:lnTo>
                  <a:lnTo>
                    <a:pt x="2452653" y="713544"/>
                  </a:lnTo>
                  <a:lnTo>
                    <a:pt x="2419055" y="707187"/>
                  </a:lnTo>
                  <a:lnTo>
                    <a:pt x="2385457" y="700962"/>
                  </a:lnTo>
                  <a:lnTo>
                    <a:pt x="2351859" y="694881"/>
                  </a:lnTo>
                  <a:lnTo>
                    <a:pt x="2318261" y="688955"/>
                  </a:lnTo>
                  <a:lnTo>
                    <a:pt x="2284663" y="683194"/>
                  </a:lnTo>
                  <a:lnTo>
                    <a:pt x="2251065" y="677612"/>
                  </a:lnTo>
                  <a:lnTo>
                    <a:pt x="2217467" y="672222"/>
                  </a:lnTo>
                  <a:lnTo>
                    <a:pt x="2183869" y="667037"/>
                  </a:lnTo>
                  <a:lnTo>
                    <a:pt x="2150271" y="662073"/>
                  </a:lnTo>
                  <a:lnTo>
                    <a:pt x="2116673" y="657344"/>
                  </a:lnTo>
                  <a:lnTo>
                    <a:pt x="2083075" y="652866"/>
                  </a:lnTo>
                  <a:lnTo>
                    <a:pt x="2049477" y="648653"/>
                  </a:lnTo>
                  <a:lnTo>
                    <a:pt x="2015879" y="644723"/>
                  </a:lnTo>
                  <a:lnTo>
                    <a:pt x="1982281" y="641090"/>
                  </a:lnTo>
                  <a:lnTo>
                    <a:pt x="1948683" y="637770"/>
                  </a:lnTo>
                  <a:lnTo>
                    <a:pt x="1915085" y="634775"/>
                  </a:lnTo>
                  <a:lnTo>
                    <a:pt x="1881487" y="632119"/>
                  </a:lnTo>
                  <a:lnTo>
                    <a:pt x="1847889" y="629813"/>
                  </a:lnTo>
                  <a:lnTo>
                    <a:pt x="1814291" y="627865"/>
                  </a:lnTo>
                  <a:lnTo>
                    <a:pt x="1780693" y="626283"/>
                  </a:lnTo>
                  <a:lnTo>
                    <a:pt x="1747095" y="625070"/>
                  </a:lnTo>
                  <a:lnTo>
                    <a:pt x="1713497" y="624230"/>
                  </a:lnTo>
                  <a:lnTo>
                    <a:pt x="1679899" y="623760"/>
                  </a:lnTo>
                  <a:lnTo>
                    <a:pt x="1646301" y="623657"/>
                  </a:lnTo>
                  <a:lnTo>
                    <a:pt x="1612703" y="623915"/>
                  </a:lnTo>
                  <a:lnTo>
                    <a:pt x="1579105" y="624525"/>
                  </a:lnTo>
                  <a:lnTo>
                    <a:pt x="1545507" y="625478"/>
                  </a:lnTo>
                  <a:lnTo>
                    <a:pt x="1511909" y="626760"/>
                  </a:lnTo>
                  <a:lnTo>
                    <a:pt x="1478311" y="628359"/>
                  </a:lnTo>
                  <a:lnTo>
                    <a:pt x="1444713" y="630259"/>
                  </a:lnTo>
                  <a:lnTo>
                    <a:pt x="1411115" y="632446"/>
                  </a:lnTo>
                  <a:lnTo>
                    <a:pt x="1377517" y="634904"/>
                  </a:lnTo>
                  <a:lnTo>
                    <a:pt x="1343919" y="637617"/>
                  </a:lnTo>
                  <a:lnTo>
                    <a:pt x="1310321" y="640570"/>
                  </a:lnTo>
                  <a:lnTo>
                    <a:pt x="1276723" y="643747"/>
                  </a:lnTo>
                  <a:lnTo>
                    <a:pt x="1243125" y="647134"/>
                  </a:lnTo>
                  <a:lnTo>
                    <a:pt x="1209527" y="650717"/>
                  </a:lnTo>
                  <a:lnTo>
                    <a:pt x="1175929" y="654482"/>
                  </a:lnTo>
                  <a:lnTo>
                    <a:pt x="1142331" y="658417"/>
                  </a:lnTo>
                  <a:lnTo>
                    <a:pt x="1108733" y="662510"/>
                  </a:lnTo>
                  <a:lnTo>
                    <a:pt x="1075135" y="666749"/>
                  </a:lnTo>
                  <a:lnTo>
                    <a:pt x="1041537" y="671125"/>
                  </a:lnTo>
                  <a:lnTo>
                    <a:pt x="1007939" y="675627"/>
                  </a:lnTo>
                  <a:lnTo>
                    <a:pt x="974341" y="680246"/>
                  </a:lnTo>
                  <a:lnTo>
                    <a:pt x="940743" y="684975"/>
                  </a:lnTo>
                  <a:lnTo>
                    <a:pt x="907145" y="689805"/>
                  </a:lnTo>
                  <a:lnTo>
                    <a:pt x="873547" y="694730"/>
                  </a:lnTo>
                  <a:lnTo>
                    <a:pt x="839949" y="699742"/>
                  </a:lnTo>
                  <a:lnTo>
                    <a:pt x="806351" y="704836"/>
                  </a:lnTo>
                  <a:lnTo>
                    <a:pt x="772753" y="710007"/>
                  </a:lnTo>
                  <a:lnTo>
                    <a:pt x="739155" y="715248"/>
                  </a:lnTo>
                  <a:lnTo>
                    <a:pt x="705557" y="720556"/>
                  </a:lnTo>
                  <a:lnTo>
                    <a:pt x="671959" y="725925"/>
                  </a:lnTo>
                  <a:lnTo>
                    <a:pt x="638361" y="731353"/>
                  </a:lnTo>
                  <a:lnTo>
                    <a:pt x="604763" y="736834"/>
                  </a:lnTo>
                  <a:lnTo>
                    <a:pt x="571165" y="742367"/>
                  </a:lnTo>
                  <a:lnTo>
                    <a:pt x="537567" y="747947"/>
                  </a:lnTo>
                  <a:lnTo>
                    <a:pt x="503969" y="753571"/>
                  </a:lnTo>
                  <a:lnTo>
                    <a:pt x="470371" y="759238"/>
                  </a:lnTo>
                  <a:lnTo>
                    <a:pt x="436773" y="764944"/>
                  </a:lnTo>
                  <a:lnTo>
                    <a:pt x="403175" y="770686"/>
                  </a:lnTo>
                  <a:lnTo>
                    <a:pt x="369577" y="776464"/>
                  </a:lnTo>
                  <a:lnTo>
                    <a:pt x="335979" y="782275"/>
                  </a:lnTo>
                  <a:lnTo>
                    <a:pt x="302381" y="788116"/>
                  </a:lnTo>
                  <a:lnTo>
                    <a:pt x="268783" y="793987"/>
                  </a:lnTo>
                  <a:lnTo>
                    <a:pt x="235185" y="799886"/>
                  </a:lnTo>
                  <a:lnTo>
                    <a:pt x="201587" y="805811"/>
                  </a:lnTo>
                  <a:lnTo>
                    <a:pt x="167989" y="811760"/>
                  </a:lnTo>
                  <a:lnTo>
                    <a:pt x="134391" y="817733"/>
                  </a:lnTo>
                  <a:lnTo>
                    <a:pt x="100793" y="823728"/>
                  </a:lnTo>
                  <a:lnTo>
                    <a:pt x="67195" y="829744"/>
                  </a:lnTo>
                  <a:lnTo>
                    <a:pt x="33597" y="835780"/>
                  </a:lnTo>
                  <a:lnTo>
                    <a:pt x="0" y="841836"/>
                  </a:lnTo>
                  <a:close/>
                </a:path>
              </a:pathLst>
            </a:custGeom>
            <a:solidFill>
              <a:srgbClr val="9E9AC8">
                <a:alpha val="21960"/>
              </a:srgbClr>
            </a:solidFill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4174919" y="6121826"/>
              <a:ext cx="2654241" cy="318956"/>
            </a:xfrm>
            <a:custGeom>
              <a:avLst/>
              <a:pathLst>
                <a:path w="2654241" h="318956">
                  <a:moveTo>
                    <a:pt x="0" y="0"/>
                  </a:moveTo>
                  <a:lnTo>
                    <a:pt x="33597" y="7999"/>
                  </a:lnTo>
                  <a:lnTo>
                    <a:pt x="67195" y="15979"/>
                  </a:lnTo>
                  <a:lnTo>
                    <a:pt x="100793" y="23940"/>
                  </a:lnTo>
                  <a:lnTo>
                    <a:pt x="134391" y="31879"/>
                  </a:lnTo>
                  <a:lnTo>
                    <a:pt x="167989" y="39796"/>
                  </a:lnTo>
                  <a:lnTo>
                    <a:pt x="201587" y="47690"/>
                  </a:lnTo>
                  <a:lnTo>
                    <a:pt x="235185" y="55559"/>
                  </a:lnTo>
                  <a:lnTo>
                    <a:pt x="268783" y="63401"/>
                  </a:lnTo>
                  <a:lnTo>
                    <a:pt x="302381" y="71216"/>
                  </a:lnTo>
                  <a:lnTo>
                    <a:pt x="335979" y="79002"/>
                  </a:lnTo>
                  <a:lnTo>
                    <a:pt x="369577" y="86757"/>
                  </a:lnTo>
                  <a:lnTo>
                    <a:pt x="403175" y="94479"/>
                  </a:lnTo>
                  <a:lnTo>
                    <a:pt x="436773" y="102166"/>
                  </a:lnTo>
                  <a:lnTo>
                    <a:pt x="470371" y="109816"/>
                  </a:lnTo>
                  <a:lnTo>
                    <a:pt x="503969" y="117427"/>
                  </a:lnTo>
                  <a:lnTo>
                    <a:pt x="537567" y="124995"/>
                  </a:lnTo>
                  <a:lnTo>
                    <a:pt x="571165" y="132520"/>
                  </a:lnTo>
                  <a:lnTo>
                    <a:pt x="604763" y="139996"/>
                  </a:lnTo>
                  <a:lnTo>
                    <a:pt x="638361" y="147422"/>
                  </a:lnTo>
                  <a:lnTo>
                    <a:pt x="671959" y="154794"/>
                  </a:lnTo>
                  <a:lnTo>
                    <a:pt x="705557" y="162107"/>
                  </a:lnTo>
                  <a:lnTo>
                    <a:pt x="739155" y="169359"/>
                  </a:lnTo>
                  <a:lnTo>
                    <a:pt x="772753" y="176545"/>
                  </a:lnTo>
                  <a:lnTo>
                    <a:pt x="806351" y="183659"/>
                  </a:lnTo>
                  <a:lnTo>
                    <a:pt x="839949" y="190698"/>
                  </a:lnTo>
                  <a:lnTo>
                    <a:pt x="873547" y="197654"/>
                  </a:lnTo>
                  <a:lnTo>
                    <a:pt x="907145" y="204523"/>
                  </a:lnTo>
                  <a:lnTo>
                    <a:pt x="940743" y="211297"/>
                  </a:lnTo>
                  <a:lnTo>
                    <a:pt x="974341" y="217970"/>
                  </a:lnTo>
                  <a:lnTo>
                    <a:pt x="1007939" y="224534"/>
                  </a:lnTo>
                  <a:lnTo>
                    <a:pt x="1041537" y="230980"/>
                  </a:lnTo>
                  <a:lnTo>
                    <a:pt x="1075135" y="237300"/>
                  </a:lnTo>
                  <a:lnTo>
                    <a:pt x="1108733" y="243483"/>
                  </a:lnTo>
                  <a:lnTo>
                    <a:pt x="1142331" y="249520"/>
                  </a:lnTo>
                  <a:lnTo>
                    <a:pt x="1175929" y="255399"/>
                  </a:lnTo>
                  <a:lnTo>
                    <a:pt x="1209527" y="261109"/>
                  </a:lnTo>
                  <a:lnTo>
                    <a:pt x="1243125" y="266636"/>
                  </a:lnTo>
                  <a:lnTo>
                    <a:pt x="1276723" y="271967"/>
                  </a:lnTo>
                  <a:lnTo>
                    <a:pt x="1310321" y="277089"/>
                  </a:lnTo>
                  <a:lnTo>
                    <a:pt x="1343919" y="281986"/>
                  </a:lnTo>
                  <a:lnTo>
                    <a:pt x="1377517" y="286643"/>
                  </a:lnTo>
                  <a:lnTo>
                    <a:pt x="1411115" y="291045"/>
                  </a:lnTo>
                  <a:lnTo>
                    <a:pt x="1444713" y="295176"/>
                  </a:lnTo>
                  <a:lnTo>
                    <a:pt x="1478311" y="299021"/>
                  </a:lnTo>
                  <a:lnTo>
                    <a:pt x="1511909" y="302564"/>
                  </a:lnTo>
                  <a:lnTo>
                    <a:pt x="1545507" y="305790"/>
                  </a:lnTo>
                  <a:lnTo>
                    <a:pt x="1579105" y="308687"/>
                  </a:lnTo>
                  <a:lnTo>
                    <a:pt x="1612703" y="311241"/>
                  </a:lnTo>
                  <a:lnTo>
                    <a:pt x="1646301" y="313444"/>
                  </a:lnTo>
                  <a:lnTo>
                    <a:pt x="1679899" y="315285"/>
                  </a:lnTo>
                  <a:lnTo>
                    <a:pt x="1713497" y="316759"/>
                  </a:lnTo>
                  <a:lnTo>
                    <a:pt x="1747095" y="317862"/>
                  </a:lnTo>
                  <a:lnTo>
                    <a:pt x="1780693" y="318594"/>
                  </a:lnTo>
                  <a:lnTo>
                    <a:pt x="1814291" y="318956"/>
                  </a:lnTo>
                  <a:lnTo>
                    <a:pt x="1847889" y="318953"/>
                  </a:lnTo>
                  <a:lnTo>
                    <a:pt x="1881487" y="318591"/>
                  </a:lnTo>
                  <a:lnTo>
                    <a:pt x="1915085" y="317879"/>
                  </a:lnTo>
                  <a:lnTo>
                    <a:pt x="1948683" y="316828"/>
                  </a:lnTo>
                  <a:lnTo>
                    <a:pt x="1982281" y="315452"/>
                  </a:lnTo>
                  <a:lnTo>
                    <a:pt x="2015879" y="313763"/>
                  </a:lnTo>
                  <a:lnTo>
                    <a:pt x="2049477" y="311777"/>
                  </a:lnTo>
                  <a:lnTo>
                    <a:pt x="2083075" y="309509"/>
                  </a:lnTo>
                  <a:lnTo>
                    <a:pt x="2116673" y="306975"/>
                  </a:lnTo>
                  <a:lnTo>
                    <a:pt x="2150271" y="304190"/>
                  </a:lnTo>
                  <a:lnTo>
                    <a:pt x="2183869" y="301170"/>
                  </a:lnTo>
                  <a:lnTo>
                    <a:pt x="2217467" y="297929"/>
                  </a:lnTo>
                  <a:lnTo>
                    <a:pt x="2251065" y="294483"/>
                  </a:lnTo>
                  <a:lnTo>
                    <a:pt x="2284663" y="290846"/>
                  </a:lnTo>
                  <a:lnTo>
                    <a:pt x="2318261" y="287029"/>
                  </a:lnTo>
                  <a:lnTo>
                    <a:pt x="2351859" y="283047"/>
                  </a:lnTo>
                  <a:lnTo>
                    <a:pt x="2385457" y="278910"/>
                  </a:lnTo>
                  <a:lnTo>
                    <a:pt x="2419055" y="274630"/>
                  </a:lnTo>
                  <a:lnTo>
                    <a:pt x="2452653" y="270216"/>
                  </a:lnTo>
                  <a:lnTo>
                    <a:pt x="2486251" y="265679"/>
                  </a:lnTo>
                  <a:lnTo>
                    <a:pt x="2519849" y="261027"/>
                  </a:lnTo>
                  <a:lnTo>
                    <a:pt x="2553447" y="256268"/>
                  </a:lnTo>
                  <a:lnTo>
                    <a:pt x="2587045" y="251409"/>
                  </a:lnTo>
                  <a:lnTo>
                    <a:pt x="2620643" y="246458"/>
                  </a:lnTo>
                  <a:lnTo>
                    <a:pt x="2654241" y="2414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4174919" y="6745483"/>
              <a:ext cx="2654241" cy="218178"/>
            </a:xfrm>
            <a:custGeom>
              <a:avLst/>
              <a:pathLst>
                <a:path w="2654241" h="218178">
                  <a:moveTo>
                    <a:pt x="2654241" y="130347"/>
                  </a:moveTo>
                  <a:lnTo>
                    <a:pt x="2620643" y="123366"/>
                  </a:lnTo>
                  <a:lnTo>
                    <a:pt x="2587045" y="116471"/>
                  </a:lnTo>
                  <a:lnTo>
                    <a:pt x="2553447" y="109669"/>
                  </a:lnTo>
                  <a:lnTo>
                    <a:pt x="2519849" y="102965"/>
                  </a:lnTo>
                  <a:lnTo>
                    <a:pt x="2486251" y="96369"/>
                  </a:lnTo>
                  <a:lnTo>
                    <a:pt x="2452653" y="89887"/>
                  </a:lnTo>
                  <a:lnTo>
                    <a:pt x="2419055" y="83529"/>
                  </a:lnTo>
                  <a:lnTo>
                    <a:pt x="2385457" y="77305"/>
                  </a:lnTo>
                  <a:lnTo>
                    <a:pt x="2351859" y="71224"/>
                  </a:lnTo>
                  <a:lnTo>
                    <a:pt x="2318261" y="65297"/>
                  </a:lnTo>
                  <a:lnTo>
                    <a:pt x="2284663" y="59537"/>
                  </a:lnTo>
                  <a:lnTo>
                    <a:pt x="2251065" y="53955"/>
                  </a:lnTo>
                  <a:lnTo>
                    <a:pt x="2217467" y="48565"/>
                  </a:lnTo>
                  <a:lnTo>
                    <a:pt x="2183869" y="43380"/>
                  </a:lnTo>
                  <a:lnTo>
                    <a:pt x="2150271" y="38416"/>
                  </a:lnTo>
                  <a:lnTo>
                    <a:pt x="2116673" y="33687"/>
                  </a:lnTo>
                  <a:lnTo>
                    <a:pt x="2083075" y="29208"/>
                  </a:lnTo>
                  <a:lnTo>
                    <a:pt x="2049477" y="24996"/>
                  </a:lnTo>
                  <a:lnTo>
                    <a:pt x="2015879" y="21066"/>
                  </a:lnTo>
                  <a:lnTo>
                    <a:pt x="1982281" y="17433"/>
                  </a:lnTo>
                  <a:lnTo>
                    <a:pt x="1948683" y="14113"/>
                  </a:lnTo>
                  <a:lnTo>
                    <a:pt x="1915085" y="11118"/>
                  </a:lnTo>
                  <a:lnTo>
                    <a:pt x="1881487" y="8462"/>
                  </a:lnTo>
                  <a:lnTo>
                    <a:pt x="1847889" y="6155"/>
                  </a:lnTo>
                  <a:lnTo>
                    <a:pt x="1814291" y="4208"/>
                  </a:lnTo>
                  <a:lnTo>
                    <a:pt x="1780693" y="2626"/>
                  </a:lnTo>
                  <a:lnTo>
                    <a:pt x="1747095" y="1413"/>
                  </a:lnTo>
                  <a:lnTo>
                    <a:pt x="1713497" y="573"/>
                  </a:lnTo>
                  <a:lnTo>
                    <a:pt x="1679899" y="102"/>
                  </a:lnTo>
                  <a:lnTo>
                    <a:pt x="1646301" y="0"/>
                  </a:lnTo>
                  <a:lnTo>
                    <a:pt x="1612703" y="257"/>
                  </a:lnTo>
                  <a:lnTo>
                    <a:pt x="1579105" y="868"/>
                  </a:lnTo>
                  <a:lnTo>
                    <a:pt x="1545507" y="1820"/>
                  </a:lnTo>
                  <a:lnTo>
                    <a:pt x="1511909" y="3103"/>
                  </a:lnTo>
                  <a:lnTo>
                    <a:pt x="1478311" y="4701"/>
                  </a:lnTo>
                  <a:lnTo>
                    <a:pt x="1444713" y="6602"/>
                  </a:lnTo>
                  <a:lnTo>
                    <a:pt x="1411115" y="8789"/>
                  </a:lnTo>
                  <a:lnTo>
                    <a:pt x="1377517" y="11247"/>
                  </a:lnTo>
                  <a:lnTo>
                    <a:pt x="1343919" y="13960"/>
                  </a:lnTo>
                  <a:lnTo>
                    <a:pt x="1310321" y="16913"/>
                  </a:lnTo>
                  <a:lnTo>
                    <a:pt x="1276723" y="20090"/>
                  </a:lnTo>
                  <a:lnTo>
                    <a:pt x="1243125" y="23477"/>
                  </a:lnTo>
                  <a:lnTo>
                    <a:pt x="1209527" y="27060"/>
                  </a:lnTo>
                  <a:lnTo>
                    <a:pt x="1175929" y="30825"/>
                  </a:lnTo>
                  <a:lnTo>
                    <a:pt x="1142331" y="34760"/>
                  </a:lnTo>
                  <a:lnTo>
                    <a:pt x="1108733" y="38853"/>
                  </a:lnTo>
                  <a:lnTo>
                    <a:pt x="1075135" y="43092"/>
                  </a:lnTo>
                  <a:lnTo>
                    <a:pt x="1041537" y="47468"/>
                  </a:lnTo>
                  <a:lnTo>
                    <a:pt x="1007939" y="51970"/>
                  </a:lnTo>
                  <a:lnTo>
                    <a:pt x="974341" y="56589"/>
                  </a:lnTo>
                  <a:lnTo>
                    <a:pt x="940743" y="61318"/>
                  </a:lnTo>
                  <a:lnTo>
                    <a:pt x="907145" y="66148"/>
                  </a:lnTo>
                  <a:lnTo>
                    <a:pt x="873547" y="71073"/>
                  </a:lnTo>
                  <a:lnTo>
                    <a:pt x="839949" y="76085"/>
                  </a:lnTo>
                  <a:lnTo>
                    <a:pt x="806351" y="81179"/>
                  </a:lnTo>
                  <a:lnTo>
                    <a:pt x="772753" y="86349"/>
                  </a:lnTo>
                  <a:lnTo>
                    <a:pt x="739155" y="91591"/>
                  </a:lnTo>
                  <a:lnTo>
                    <a:pt x="705557" y="96898"/>
                  </a:lnTo>
                  <a:lnTo>
                    <a:pt x="671959" y="102268"/>
                  </a:lnTo>
                  <a:lnTo>
                    <a:pt x="638361" y="107696"/>
                  </a:lnTo>
                  <a:lnTo>
                    <a:pt x="604763" y="113177"/>
                  </a:lnTo>
                  <a:lnTo>
                    <a:pt x="571165" y="118710"/>
                  </a:lnTo>
                  <a:lnTo>
                    <a:pt x="537567" y="124290"/>
                  </a:lnTo>
                  <a:lnTo>
                    <a:pt x="503969" y="129914"/>
                  </a:lnTo>
                  <a:lnTo>
                    <a:pt x="470371" y="135581"/>
                  </a:lnTo>
                  <a:lnTo>
                    <a:pt x="436773" y="141286"/>
                  </a:lnTo>
                  <a:lnTo>
                    <a:pt x="403175" y="147029"/>
                  </a:lnTo>
                  <a:lnTo>
                    <a:pt x="369577" y="152807"/>
                  </a:lnTo>
                  <a:lnTo>
                    <a:pt x="335979" y="158618"/>
                  </a:lnTo>
                  <a:lnTo>
                    <a:pt x="302381" y="164459"/>
                  </a:lnTo>
                  <a:lnTo>
                    <a:pt x="268783" y="170330"/>
                  </a:lnTo>
                  <a:lnTo>
                    <a:pt x="235185" y="176229"/>
                  </a:lnTo>
                  <a:lnTo>
                    <a:pt x="201587" y="182153"/>
                  </a:lnTo>
                  <a:lnTo>
                    <a:pt x="167989" y="188103"/>
                  </a:lnTo>
                  <a:lnTo>
                    <a:pt x="134391" y="194076"/>
                  </a:lnTo>
                  <a:lnTo>
                    <a:pt x="100793" y="200071"/>
                  </a:lnTo>
                  <a:lnTo>
                    <a:pt x="67195" y="206087"/>
                  </a:lnTo>
                  <a:lnTo>
                    <a:pt x="33597" y="212123"/>
                  </a:lnTo>
                  <a:lnTo>
                    <a:pt x="0" y="2181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4174919" y="6542744"/>
              <a:ext cx="2654241" cy="76795"/>
            </a:xfrm>
            <a:custGeom>
              <a:avLst/>
              <a:pathLst>
                <a:path w="2654241" h="76795">
                  <a:moveTo>
                    <a:pt x="0" y="0"/>
                  </a:moveTo>
                  <a:lnTo>
                    <a:pt x="33597" y="972"/>
                  </a:lnTo>
                  <a:lnTo>
                    <a:pt x="67195" y="1944"/>
                  </a:lnTo>
                  <a:lnTo>
                    <a:pt x="100793" y="2916"/>
                  </a:lnTo>
                  <a:lnTo>
                    <a:pt x="134391" y="3888"/>
                  </a:lnTo>
                  <a:lnTo>
                    <a:pt x="167989" y="4860"/>
                  </a:lnTo>
                  <a:lnTo>
                    <a:pt x="201587" y="5832"/>
                  </a:lnTo>
                  <a:lnTo>
                    <a:pt x="235185" y="6804"/>
                  </a:lnTo>
                  <a:lnTo>
                    <a:pt x="268783" y="7776"/>
                  </a:lnTo>
                  <a:lnTo>
                    <a:pt x="302381" y="8748"/>
                  </a:lnTo>
                  <a:lnTo>
                    <a:pt x="335979" y="9720"/>
                  </a:lnTo>
                  <a:lnTo>
                    <a:pt x="369577" y="10693"/>
                  </a:lnTo>
                  <a:lnTo>
                    <a:pt x="403175" y="11665"/>
                  </a:lnTo>
                  <a:lnTo>
                    <a:pt x="436773" y="12637"/>
                  </a:lnTo>
                  <a:lnTo>
                    <a:pt x="470371" y="13609"/>
                  </a:lnTo>
                  <a:lnTo>
                    <a:pt x="503969" y="14581"/>
                  </a:lnTo>
                  <a:lnTo>
                    <a:pt x="537567" y="15553"/>
                  </a:lnTo>
                  <a:lnTo>
                    <a:pt x="571165" y="16525"/>
                  </a:lnTo>
                  <a:lnTo>
                    <a:pt x="604763" y="17497"/>
                  </a:lnTo>
                  <a:lnTo>
                    <a:pt x="638361" y="18469"/>
                  </a:lnTo>
                  <a:lnTo>
                    <a:pt x="671959" y="19441"/>
                  </a:lnTo>
                  <a:lnTo>
                    <a:pt x="705557" y="20413"/>
                  </a:lnTo>
                  <a:lnTo>
                    <a:pt x="739155" y="21386"/>
                  </a:lnTo>
                  <a:lnTo>
                    <a:pt x="772753" y="22358"/>
                  </a:lnTo>
                  <a:lnTo>
                    <a:pt x="806351" y="23330"/>
                  </a:lnTo>
                  <a:lnTo>
                    <a:pt x="839949" y="24302"/>
                  </a:lnTo>
                  <a:lnTo>
                    <a:pt x="873547" y="25274"/>
                  </a:lnTo>
                  <a:lnTo>
                    <a:pt x="907145" y="26246"/>
                  </a:lnTo>
                  <a:lnTo>
                    <a:pt x="940743" y="27218"/>
                  </a:lnTo>
                  <a:lnTo>
                    <a:pt x="974341" y="28190"/>
                  </a:lnTo>
                  <a:lnTo>
                    <a:pt x="1007939" y="29162"/>
                  </a:lnTo>
                  <a:lnTo>
                    <a:pt x="1041537" y="30134"/>
                  </a:lnTo>
                  <a:lnTo>
                    <a:pt x="1075135" y="31106"/>
                  </a:lnTo>
                  <a:lnTo>
                    <a:pt x="1108733" y="32079"/>
                  </a:lnTo>
                  <a:lnTo>
                    <a:pt x="1142331" y="33051"/>
                  </a:lnTo>
                  <a:lnTo>
                    <a:pt x="1175929" y="34023"/>
                  </a:lnTo>
                  <a:lnTo>
                    <a:pt x="1209527" y="34995"/>
                  </a:lnTo>
                  <a:lnTo>
                    <a:pt x="1243125" y="35967"/>
                  </a:lnTo>
                  <a:lnTo>
                    <a:pt x="1276723" y="36939"/>
                  </a:lnTo>
                  <a:lnTo>
                    <a:pt x="1310321" y="37911"/>
                  </a:lnTo>
                  <a:lnTo>
                    <a:pt x="1343919" y="38883"/>
                  </a:lnTo>
                  <a:lnTo>
                    <a:pt x="1377517" y="39855"/>
                  </a:lnTo>
                  <a:lnTo>
                    <a:pt x="1411115" y="40827"/>
                  </a:lnTo>
                  <a:lnTo>
                    <a:pt x="1444713" y="41799"/>
                  </a:lnTo>
                  <a:lnTo>
                    <a:pt x="1478311" y="42772"/>
                  </a:lnTo>
                  <a:lnTo>
                    <a:pt x="1511909" y="43744"/>
                  </a:lnTo>
                  <a:lnTo>
                    <a:pt x="1545507" y="44716"/>
                  </a:lnTo>
                  <a:lnTo>
                    <a:pt x="1579105" y="45688"/>
                  </a:lnTo>
                  <a:lnTo>
                    <a:pt x="1612703" y="46660"/>
                  </a:lnTo>
                  <a:lnTo>
                    <a:pt x="1646301" y="47632"/>
                  </a:lnTo>
                  <a:lnTo>
                    <a:pt x="1679899" y="48604"/>
                  </a:lnTo>
                  <a:lnTo>
                    <a:pt x="1713497" y="49576"/>
                  </a:lnTo>
                  <a:lnTo>
                    <a:pt x="1747095" y="50548"/>
                  </a:lnTo>
                  <a:lnTo>
                    <a:pt x="1780693" y="51520"/>
                  </a:lnTo>
                  <a:lnTo>
                    <a:pt x="1814291" y="52493"/>
                  </a:lnTo>
                  <a:lnTo>
                    <a:pt x="1847889" y="53465"/>
                  </a:lnTo>
                  <a:lnTo>
                    <a:pt x="1881487" y="54437"/>
                  </a:lnTo>
                  <a:lnTo>
                    <a:pt x="1915085" y="55409"/>
                  </a:lnTo>
                  <a:lnTo>
                    <a:pt x="1948683" y="56381"/>
                  </a:lnTo>
                  <a:lnTo>
                    <a:pt x="1982281" y="57353"/>
                  </a:lnTo>
                  <a:lnTo>
                    <a:pt x="2015879" y="58325"/>
                  </a:lnTo>
                  <a:lnTo>
                    <a:pt x="2049477" y="59297"/>
                  </a:lnTo>
                  <a:lnTo>
                    <a:pt x="2083075" y="60269"/>
                  </a:lnTo>
                  <a:lnTo>
                    <a:pt x="2116673" y="61241"/>
                  </a:lnTo>
                  <a:lnTo>
                    <a:pt x="2150271" y="62213"/>
                  </a:lnTo>
                  <a:lnTo>
                    <a:pt x="2183869" y="63186"/>
                  </a:lnTo>
                  <a:lnTo>
                    <a:pt x="2217467" y="64158"/>
                  </a:lnTo>
                  <a:lnTo>
                    <a:pt x="2251065" y="65130"/>
                  </a:lnTo>
                  <a:lnTo>
                    <a:pt x="2284663" y="66102"/>
                  </a:lnTo>
                  <a:lnTo>
                    <a:pt x="2318261" y="67074"/>
                  </a:lnTo>
                  <a:lnTo>
                    <a:pt x="2351859" y="68046"/>
                  </a:lnTo>
                  <a:lnTo>
                    <a:pt x="2385457" y="69018"/>
                  </a:lnTo>
                  <a:lnTo>
                    <a:pt x="2419055" y="69990"/>
                  </a:lnTo>
                  <a:lnTo>
                    <a:pt x="2452653" y="70962"/>
                  </a:lnTo>
                  <a:lnTo>
                    <a:pt x="2486251" y="71934"/>
                  </a:lnTo>
                  <a:lnTo>
                    <a:pt x="2519849" y="72906"/>
                  </a:lnTo>
                  <a:lnTo>
                    <a:pt x="2553447" y="73879"/>
                  </a:lnTo>
                  <a:lnTo>
                    <a:pt x="2587045" y="74851"/>
                  </a:lnTo>
                  <a:lnTo>
                    <a:pt x="2620643" y="75823"/>
                  </a:lnTo>
                  <a:lnTo>
                    <a:pt x="2654241" y="76795"/>
                  </a:lnTo>
                </a:path>
              </a:pathLst>
            </a:custGeom>
            <a:ln w="14905" cap="flat">
              <a:solidFill>
                <a:srgbClr val="9E9A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5551276" y="634151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6300655" y="650331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6227152" y="707308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5618194" y="744693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6536625" y="615195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6310630" y="702137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5606811" y="661129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6142445" y="647919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6169730" y="656655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5814813" y="728930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5531690" y="6679250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5059539" y="625200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6547439" y="653035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6345844" y="566893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6416103" y="654218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5313035" y="623334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6598631" y="651700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251401" y="6797485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5429924" y="6631751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6806508" y="6125996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152267" y="641404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6632420" y="5920447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4550023" y="670424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866015" y="6144888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6537284" y="732204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6687533" y="694790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720872" y="680413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5088131" y="6093793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745517" y="6635724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6631121" y="6898799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6537998" y="6336562"/>
              <a:ext cx="45305" cy="45305"/>
            </a:xfrm>
            <a:prstGeom prst="ellipse">
              <a:avLst/>
            </a:prstGeom>
            <a:solidFill>
              <a:srgbClr val="1A1A1A">
                <a:alpha val="100000"/>
              </a:srgbClr>
            </a:solidFill>
            <a:ln w="7363" cap="rnd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tx426"/>
            <p:cNvSpPr/>
            <p:nvPr/>
          </p:nvSpPr>
          <p:spPr>
            <a:xfrm>
              <a:off x="6525554" y="5620772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β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6593168" y="5620772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6660783" y="5620772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6720372" y="5635128"/>
              <a:ext cx="216804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0.052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6619351" y="5761791"/>
              <a:ext cx="48188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1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6694505" y="5747435"/>
              <a:ext cx="47548" cy="764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Symbol"/>
                  <a:cs typeface="Symbol"/>
                </a:rPr>
                <a:t>=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6762119" y="5761791"/>
              <a:ext cx="168615" cy="6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82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0.79</a:t>
              </a:r>
            </a:p>
          </p:txBody>
        </p:sp>
        <p:sp>
          <p:nvSpPr>
            <p:cNvPr id="433" name="rc433"/>
            <p:cNvSpPr/>
            <p:nvPr/>
          </p:nvSpPr>
          <p:spPr>
            <a:xfrm>
              <a:off x="4042207" y="5602685"/>
              <a:ext cx="2919665" cy="1955805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tx434"/>
            <p:cNvSpPr/>
            <p:nvPr/>
          </p:nvSpPr>
          <p:spPr>
            <a:xfrm>
              <a:off x="3909857" y="7312284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3909857" y="6908981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3940215" y="6505679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3940215" y="6102377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3940215" y="5699074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39" name="pl439"/>
            <p:cNvSpPr/>
            <p:nvPr/>
          </p:nvSpPr>
          <p:spPr>
            <a:xfrm>
              <a:off x="4013739" y="734497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4013739" y="694167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4013739" y="653836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4013739" y="613506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4013739" y="573176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4461786" y="75584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5189439" y="75584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5917092" y="75584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6644745" y="75584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tx448"/>
            <p:cNvSpPr/>
            <p:nvPr/>
          </p:nvSpPr>
          <p:spPr>
            <a:xfrm>
              <a:off x="4421232" y="7609733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5148886" y="7609733"/>
              <a:ext cx="8110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5891718" y="760973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6619371" y="7609733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4654026" y="7722692"/>
              <a:ext cx="169602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(Habitat heterogeneity)</a:t>
              </a:r>
            </a:p>
          </p:txBody>
        </p:sp>
        <p:sp>
          <p:nvSpPr>
            <p:cNvPr id="453" name="tx453"/>
            <p:cNvSpPr/>
            <p:nvPr/>
          </p:nvSpPr>
          <p:spPr>
            <a:xfrm rot="-5400000">
              <a:off x="3190925" y="6539668"/>
              <a:ext cx="125117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Residuals (New records)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3801677" y="5597183"/>
              <a:ext cx="4654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</a:t>
              </a:r>
            </a:p>
          </p:txBody>
        </p:sp>
        <p:sp>
          <p:nvSpPr>
            <p:cNvPr id="455" name="rc455"/>
            <p:cNvSpPr/>
            <p:nvPr/>
          </p:nvSpPr>
          <p:spPr>
            <a:xfrm>
              <a:off x="252469" y="7891751"/>
              <a:ext cx="3567863" cy="26456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3820332" y="7891751"/>
              <a:ext cx="4156798" cy="26456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678791" y="7955014"/>
              <a:ext cx="3052973" cy="22491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678791" y="10204190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678791" y="9641896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678791" y="9079602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678791" y="8517308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678791" y="7955014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2205278" y="7955014"/>
              <a:ext cx="0" cy="2249176"/>
            </a:xfrm>
            <a:custGeom>
              <a:avLst/>
              <a:pathLst>
                <a:path w="0" h="2249176">
                  <a:moveTo>
                    <a:pt x="0" y="22491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1505638" y="8166693"/>
              <a:ext cx="1399279" cy="1150622"/>
            </a:xfrm>
            <a:prstGeom prst="rect">
              <a:avLst/>
            </a:prstGeom>
            <a:solidFill>
              <a:srgbClr val="4A2C2A">
                <a:alpha val="100000"/>
              </a:srgbClr>
            </a:solidFill>
            <a:ln w="6775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1505638" y="9458072"/>
              <a:ext cx="1399279" cy="740548"/>
            </a:xfrm>
            <a:prstGeom prst="rect">
              <a:avLst/>
            </a:prstGeom>
            <a:solidFill>
              <a:srgbClr val="E7298A">
                <a:alpha val="100000"/>
              </a:srgbClr>
            </a:solidFill>
            <a:ln w="6775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1505638" y="9317316"/>
              <a:ext cx="1399279" cy="140756"/>
            </a:xfrm>
            <a:prstGeom prst="rect">
              <a:avLst/>
            </a:prstGeom>
            <a:solidFill>
              <a:srgbClr val="D7301F">
                <a:alpha val="100000"/>
              </a:srgbClr>
            </a:solidFill>
            <a:ln w="6775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1505638" y="8051471"/>
              <a:ext cx="1399279" cy="115222"/>
            </a:xfrm>
            <a:prstGeom prst="rect">
              <a:avLst/>
            </a:prstGeom>
            <a:solidFill>
              <a:srgbClr val="F4A582">
                <a:alpha val="100000"/>
              </a:srgbClr>
            </a:solidFill>
            <a:ln w="6775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1505638" y="7955014"/>
              <a:ext cx="1399279" cy="96457"/>
            </a:xfrm>
            <a:prstGeom prst="rect">
              <a:avLst/>
            </a:prstGeom>
            <a:solidFill>
              <a:srgbClr val="F6C445">
                <a:alpha val="100000"/>
              </a:srgbClr>
            </a:solidFill>
            <a:ln w="6775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1505638" y="10198621"/>
              <a:ext cx="1399279" cy="5568"/>
            </a:xfrm>
            <a:prstGeom prst="rect">
              <a:avLst/>
            </a:prstGeom>
            <a:solidFill>
              <a:srgbClr val="9E9AC8">
                <a:alpha val="100000"/>
              </a:srgbClr>
            </a:solidFill>
            <a:ln w="6775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678791" y="7955014"/>
              <a:ext cx="3052973" cy="2249176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tx471"/>
            <p:cNvSpPr/>
            <p:nvPr/>
          </p:nvSpPr>
          <p:spPr>
            <a:xfrm>
              <a:off x="576799" y="10171500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72" name="tx472"/>
            <p:cNvSpPr/>
            <p:nvPr/>
          </p:nvSpPr>
          <p:spPr>
            <a:xfrm>
              <a:off x="526050" y="9609206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526050" y="9046912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526050" y="8484618"/>
              <a:ext cx="10149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475" name="tx475"/>
            <p:cNvSpPr/>
            <p:nvPr/>
          </p:nvSpPr>
          <p:spPr>
            <a:xfrm>
              <a:off x="475301" y="7922324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76" name="pl476"/>
            <p:cNvSpPr/>
            <p:nvPr/>
          </p:nvSpPr>
          <p:spPr>
            <a:xfrm>
              <a:off x="650323" y="1020419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650323" y="964189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650323" y="907960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650323" y="851730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650323" y="795501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tx481"/>
            <p:cNvSpPr/>
            <p:nvPr/>
          </p:nvSpPr>
          <p:spPr>
            <a:xfrm>
              <a:off x="1479427" y="10368392"/>
              <a:ext cx="1451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Deviance explained = 20.5%</a:t>
              </a:r>
            </a:p>
          </p:txBody>
        </p:sp>
        <p:sp>
          <p:nvSpPr>
            <p:cNvPr id="482" name="tx482"/>
            <p:cNvSpPr/>
            <p:nvPr/>
          </p:nvSpPr>
          <p:spPr>
            <a:xfrm rot="-5400000">
              <a:off x="-488095" y="9038682"/>
              <a:ext cx="174010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Relative importance estimates (%)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339068" y="7955380"/>
              <a:ext cx="8531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</a:t>
              </a:r>
            </a:p>
          </p:txBody>
        </p:sp>
        <p:sp>
          <p:nvSpPr>
            <p:cNvPr id="484" name="rc484"/>
            <p:cNvSpPr/>
            <p:nvPr/>
          </p:nvSpPr>
          <p:spPr>
            <a:xfrm>
              <a:off x="3908900" y="7955014"/>
              <a:ext cx="3052973" cy="22491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3908900" y="9986528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3908900" y="9623757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3908900" y="9260987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3908900" y="8898217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3908900" y="8535446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3908900" y="8172676"/>
              <a:ext cx="3052973" cy="0"/>
            </a:xfrm>
            <a:custGeom>
              <a:avLst/>
              <a:pathLst>
                <a:path w="3052973" h="0">
                  <a:moveTo>
                    <a:pt x="0" y="0"/>
                  </a:moveTo>
                  <a:lnTo>
                    <a:pt x="3052973" y="0"/>
                  </a:lnTo>
                  <a:lnTo>
                    <a:pt x="3052973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4597363" y="7955014"/>
              <a:ext cx="0" cy="2249176"/>
            </a:xfrm>
            <a:custGeom>
              <a:avLst/>
              <a:pathLst>
                <a:path w="0" h="2249176">
                  <a:moveTo>
                    <a:pt x="0" y="22491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5374729" y="7955014"/>
              <a:ext cx="0" cy="2249176"/>
            </a:xfrm>
            <a:custGeom>
              <a:avLst/>
              <a:pathLst>
                <a:path w="0" h="2249176">
                  <a:moveTo>
                    <a:pt x="0" y="22491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6152095" y="7955014"/>
              <a:ext cx="0" cy="2249176"/>
            </a:xfrm>
            <a:custGeom>
              <a:avLst/>
              <a:pathLst>
                <a:path w="0" h="2249176">
                  <a:moveTo>
                    <a:pt x="0" y="22491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6929461" y="7955014"/>
              <a:ext cx="0" cy="2249176"/>
            </a:xfrm>
            <a:custGeom>
              <a:avLst/>
              <a:pathLst>
                <a:path w="0" h="2249176">
                  <a:moveTo>
                    <a:pt x="0" y="22491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5374729" y="7955014"/>
              <a:ext cx="0" cy="2249176"/>
            </a:xfrm>
            <a:custGeom>
              <a:avLst/>
              <a:pathLst>
                <a:path w="0" h="2249176">
                  <a:moveTo>
                    <a:pt x="0" y="224917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195" cap="flat">
              <a:solidFill>
                <a:srgbClr val="40404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5898959" y="8143654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4325167" y="8172676"/>
              <a:ext cx="1573792" cy="0"/>
            </a:xfrm>
            <a:custGeom>
              <a:avLst/>
              <a:pathLst>
                <a:path w="1573792" h="0">
                  <a:moveTo>
                    <a:pt x="1573792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4325167" y="8143654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6170221" y="8506425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4047672" y="8535446"/>
              <a:ext cx="2122549" cy="0"/>
            </a:xfrm>
            <a:custGeom>
              <a:avLst/>
              <a:pathLst>
                <a:path w="2122549" h="0">
                  <a:moveTo>
                    <a:pt x="212254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4047672" y="8506425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6823102" y="8869195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4A2C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5426072" y="8898217"/>
              <a:ext cx="1397030" cy="0"/>
            </a:xfrm>
            <a:custGeom>
              <a:avLst/>
              <a:pathLst>
                <a:path w="1397030" h="0">
                  <a:moveTo>
                    <a:pt x="139703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4A2C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5426072" y="8869195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4A2C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6623700" y="9231965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730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4728274" y="9260987"/>
              <a:ext cx="1895425" cy="0"/>
            </a:xfrm>
            <a:custGeom>
              <a:avLst/>
              <a:pathLst>
                <a:path w="1895425" h="0">
                  <a:moveTo>
                    <a:pt x="1895425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730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4728274" y="9231965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730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6558568" y="9594736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5177506" y="9623757"/>
              <a:ext cx="1381061" cy="0"/>
            </a:xfrm>
            <a:custGeom>
              <a:avLst/>
              <a:pathLst>
                <a:path w="1381061" h="0">
                  <a:moveTo>
                    <a:pt x="1381061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5177506" y="9594736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5886959" y="9957506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9E9A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4813930" y="9986528"/>
              <a:ext cx="1073028" cy="0"/>
            </a:xfrm>
            <a:custGeom>
              <a:avLst/>
              <a:pathLst>
                <a:path w="1073028" h="0">
                  <a:moveTo>
                    <a:pt x="107302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9E9A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4813930" y="9957506"/>
              <a:ext cx="0" cy="58043"/>
            </a:xfrm>
            <a:custGeom>
              <a:avLst/>
              <a:pathLst>
                <a:path w="0" h="58043">
                  <a:moveTo>
                    <a:pt x="0" y="58043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9E9A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5073149" y="8133762"/>
              <a:ext cx="77826" cy="77826"/>
            </a:xfrm>
            <a:prstGeom prst="ellipse">
              <a:avLst/>
            </a:prstGeom>
            <a:solidFill>
              <a:srgbClr val="F6C445">
                <a:alpha val="100000"/>
              </a:srgbClr>
            </a:solidFill>
            <a:ln w="7363" cap="rnd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5070033" y="8496533"/>
              <a:ext cx="77826" cy="77826"/>
            </a:xfrm>
            <a:prstGeom prst="ellipse">
              <a:avLst/>
            </a:prstGeom>
            <a:solidFill>
              <a:srgbClr val="F4A582">
                <a:alpha val="100000"/>
              </a:srgbClr>
            </a:solidFill>
            <a:ln w="7363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6085673" y="8859303"/>
              <a:ext cx="77826" cy="77826"/>
            </a:xfrm>
            <a:prstGeom prst="ellipse">
              <a:avLst/>
            </a:prstGeom>
            <a:solidFill>
              <a:srgbClr val="4A2C2A">
                <a:alpha val="100000"/>
              </a:srgbClr>
            </a:solidFill>
            <a:ln w="7363" cap="rnd">
              <a:solidFill>
                <a:srgbClr val="4A2C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5637073" y="9222074"/>
              <a:ext cx="77826" cy="77826"/>
            </a:xfrm>
            <a:prstGeom prst="ellipse">
              <a:avLst/>
            </a:prstGeom>
            <a:solidFill>
              <a:srgbClr val="D7301F">
                <a:alpha val="100000"/>
              </a:srgbClr>
            </a:solidFill>
            <a:ln w="7363" cap="rnd">
              <a:solidFill>
                <a:srgbClr val="D7301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829124" y="9584844"/>
              <a:ext cx="77826" cy="77826"/>
            </a:xfrm>
            <a:prstGeom prst="ellipse">
              <a:avLst/>
            </a:prstGeom>
            <a:solidFill>
              <a:srgbClr val="E7298A">
                <a:alpha val="100000"/>
              </a:srgbClr>
            </a:solidFill>
            <a:ln w="7363" cap="rnd">
              <a:solidFill>
                <a:srgbClr val="E729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311531" y="9947614"/>
              <a:ext cx="77826" cy="77826"/>
            </a:xfrm>
            <a:prstGeom prst="ellipse">
              <a:avLst/>
            </a:prstGeom>
            <a:solidFill>
              <a:srgbClr val="9E9AC8">
                <a:alpha val="100000"/>
              </a:srgbClr>
            </a:solidFill>
            <a:ln w="7363" cap="rnd">
              <a:solidFill>
                <a:srgbClr val="9E9A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3908900" y="7955014"/>
              <a:ext cx="3052973" cy="2249176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6961873" y="9986528"/>
              <a:ext cx="28468" cy="0"/>
            </a:xfrm>
            <a:custGeom>
              <a:avLst/>
              <a:pathLst>
                <a:path w="28468" h="0">
                  <a:moveTo>
                    <a:pt x="28468" y="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6961873" y="9623757"/>
              <a:ext cx="28468" cy="0"/>
            </a:xfrm>
            <a:custGeom>
              <a:avLst/>
              <a:pathLst>
                <a:path w="28468" h="0">
                  <a:moveTo>
                    <a:pt x="28468" y="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6961873" y="9260987"/>
              <a:ext cx="28468" cy="0"/>
            </a:xfrm>
            <a:custGeom>
              <a:avLst/>
              <a:pathLst>
                <a:path w="28468" h="0">
                  <a:moveTo>
                    <a:pt x="28468" y="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6961873" y="8898217"/>
              <a:ext cx="28468" cy="0"/>
            </a:xfrm>
            <a:custGeom>
              <a:avLst/>
              <a:pathLst>
                <a:path w="28468" h="0">
                  <a:moveTo>
                    <a:pt x="28468" y="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6961873" y="8535446"/>
              <a:ext cx="28468" cy="0"/>
            </a:xfrm>
            <a:custGeom>
              <a:avLst/>
              <a:pathLst>
                <a:path w="28468" h="0">
                  <a:moveTo>
                    <a:pt x="28468" y="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6961873" y="8172676"/>
              <a:ext cx="28468" cy="0"/>
            </a:xfrm>
            <a:custGeom>
              <a:avLst/>
              <a:pathLst>
                <a:path w="28468" h="0">
                  <a:moveTo>
                    <a:pt x="28468" y="0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tx527"/>
            <p:cNvSpPr/>
            <p:nvPr/>
          </p:nvSpPr>
          <p:spPr>
            <a:xfrm>
              <a:off x="7013116" y="9953838"/>
              <a:ext cx="86739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7013116" y="9591068"/>
              <a:ext cx="19275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Area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7013116" y="9228297"/>
              <a:ext cx="63395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Per capita GDP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7013116" y="8865527"/>
              <a:ext cx="68982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Species richness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7013116" y="8502756"/>
              <a:ext cx="87544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Current survey efforts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7013116" y="8139986"/>
              <a:ext cx="779160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Early survey efforts</a:t>
              </a:r>
            </a:p>
          </p:txBody>
        </p:sp>
        <p:sp>
          <p:nvSpPr>
            <p:cNvPr id="533" name="pl533"/>
            <p:cNvSpPr/>
            <p:nvPr/>
          </p:nvSpPr>
          <p:spPr>
            <a:xfrm>
              <a:off x="4597363" y="102041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5374729" y="102041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6152095" y="102041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6929461" y="10204190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tx537"/>
            <p:cNvSpPr/>
            <p:nvPr/>
          </p:nvSpPr>
          <p:spPr>
            <a:xfrm>
              <a:off x="4493396" y="10255433"/>
              <a:ext cx="207934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5285941" y="10255433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6063307" y="10255433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6840673" y="10255433"/>
              <a:ext cx="17757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5057419" y="10368392"/>
              <a:ext cx="75593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Slope estimate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3913999" y="7955380"/>
              <a:ext cx="8531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341036" y="451537"/>
              <a:ext cx="470431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a-f, partial residual plots showing the independent effect of each predictor after controlling for the others. 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341036" y="561265"/>
              <a:ext cx="454731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g, relative importance from hierarchical partitioning. h, slope estimates with 95% confidence intervals 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341036" y="670993"/>
              <a:ext cx="249658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from the negative-binomial model; colours in h match g.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341036" y="252469"/>
              <a:ext cx="389040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Provincial-level predictors of new bird distribution records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2026-10-13T21:00:14Z</dcterms:modified>
  <cp:category/>
</cp:coreProperties>
</file>