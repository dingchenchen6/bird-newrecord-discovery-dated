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7863840" cy="10424160"/>
            <a:chOff x="182880" y="182880"/>
            <a:chExt cx="7863840" cy="1042416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7863839" cy="104241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7863839" cy="104241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834765"/>
              <a:ext cx="3434556" cy="23523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3687025" y="834765"/>
              <a:ext cx="4290105" cy="23523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678791" y="898028"/>
              <a:ext cx="2919665" cy="1955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678791" y="2648207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78791" y="2251340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8791" y="1854472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8791" y="1457605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78791" y="1060738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3041" y="898028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545788" y="898028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058536" y="898028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71283" y="898028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84030" y="898028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96777" y="898028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811503" y="1496295"/>
              <a:ext cx="2654241" cy="869834"/>
            </a:xfrm>
            <a:custGeom>
              <a:avLst/>
              <a:pathLst>
                <a:path w="2654241" h="869834">
                  <a:moveTo>
                    <a:pt x="0" y="0"/>
                  </a:moveTo>
                  <a:lnTo>
                    <a:pt x="33597" y="9187"/>
                  </a:lnTo>
                  <a:lnTo>
                    <a:pt x="67195" y="18333"/>
                  </a:lnTo>
                  <a:lnTo>
                    <a:pt x="100793" y="27433"/>
                  </a:lnTo>
                  <a:lnTo>
                    <a:pt x="134391" y="36484"/>
                  </a:lnTo>
                  <a:lnTo>
                    <a:pt x="167989" y="45484"/>
                  </a:lnTo>
                  <a:lnTo>
                    <a:pt x="201587" y="54428"/>
                  </a:lnTo>
                  <a:lnTo>
                    <a:pt x="235185" y="63313"/>
                  </a:lnTo>
                  <a:lnTo>
                    <a:pt x="268783" y="72135"/>
                  </a:lnTo>
                  <a:lnTo>
                    <a:pt x="302381" y="80888"/>
                  </a:lnTo>
                  <a:lnTo>
                    <a:pt x="335979" y="89569"/>
                  </a:lnTo>
                  <a:lnTo>
                    <a:pt x="369577" y="98171"/>
                  </a:lnTo>
                  <a:lnTo>
                    <a:pt x="403175" y="106689"/>
                  </a:lnTo>
                  <a:lnTo>
                    <a:pt x="436773" y="115116"/>
                  </a:lnTo>
                  <a:lnTo>
                    <a:pt x="470371" y="123446"/>
                  </a:lnTo>
                  <a:lnTo>
                    <a:pt x="503969" y="131670"/>
                  </a:lnTo>
                  <a:lnTo>
                    <a:pt x="537567" y="139782"/>
                  </a:lnTo>
                  <a:lnTo>
                    <a:pt x="571165" y="147771"/>
                  </a:lnTo>
                  <a:lnTo>
                    <a:pt x="604763" y="155629"/>
                  </a:lnTo>
                  <a:lnTo>
                    <a:pt x="638361" y="163345"/>
                  </a:lnTo>
                  <a:lnTo>
                    <a:pt x="671959" y="170908"/>
                  </a:lnTo>
                  <a:lnTo>
                    <a:pt x="705557" y="178307"/>
                  </a:lnTo>
                  <a:lnTo>
                    <a:pt x="739155" y="185529"/>
                  </a:lnTo>
                  <a:lnTo>
                    <a:pt x="772753" y="192559"/>
                  </a:lnTo>
                  <a:lnTo>
                    <a:pt x="806351" y="199385"/>
                  </a:lnTo>
                  <a:lnTo>
                    <a:pt x="839949" y="205992"/>
                  </a:lnTo>
                  <a:lnTo>
                    <a:pt x="873547" y="212363"/>
                  </a:lnTo>
                  <a:lnTo>
                    <a:pt x="907145" y="218483"/>
                  </a:lnTo>
                  <a:lnTo>
                    <a:pt x="940743" y="224337"/>
                  </a:lnTo>
                  <a:lnTo>
                    <a:pt x="974341" y="229907"/>
                  </a:lnTo>
                  <a:lnTo>
                    <a:pt x="1007939" y="235178"/>
                  </a:lnTo>
                  <a:lnTo>
                    <a:pt x="1041537" y="240135"/>
                  </a:lnTo>
                  <a:lnTo>
                    <a:pt x="1075135" y="244763"/>
                  </a:lnTo>
                  <a:lnTo>
                    <a:pt x="1108733" y="249050"/>
                  </a:lnTo>
                  <a:lnTo>
                    <a:pt x="1142331" y="252983"/>
                  </a:lnTo>
                  <a:lnTo>
                    <a:pt x="1175929" y="256553"/>
                  </a:lnTo>
                  <a:lnTo>
                    <a:pt x="1209527" y="259754"/>
                  </a:lnTo>
                  <a:lnTo>
                    <a:pt x="1243125" y="262580"/>
                  </a:lnTo>
                  <a:lnTo>
                    <a:pt x="1276723" y="265030"/>
                  </a:lnTo>
                  <a:lnTo>
                    <a:pt x="1310321" y="267106"/>
                  </a:lnTo>
                  <a:lnTo>
                    <a:pt x="1343919" y="268810"/>
                  </a:lnTo>
                  <a:lnTo>
                    <a:pt x="1377517" y="270150"/>
                  </a:lnTo>
                  <a:lnTo>
                    <a:pt x="1411115" y="271135"/>
                  </a:lnTo>
                  <a:lnTo>
                    <a:pt x="1444713" y="271774"/>
                  </a:lnTo>
                  <a:lnTo>
                    <a:pt x="1478311" y="272082"/>
                  </a:lnTo>
                  <a:lnTo>
                    <a:pt x="1511909" y="272072"/>
                  </a:lnTo>
                  <a:lnTo>
                    <a:pt x="1545507" y="271759"/>
                  </a:lnTo>
                  <a:lnTo>
                    <a:pt x="1579105" y="271160"/>
                  </a:lnTo>
                  <a:lnTo>
                    <a:pt x="1612703" y="270289"/>
                  </a:lnTo>
                  <a:lnTo>
                    <a:pt x="1646301" y="269164"/>
                  </a:lnTo>
                  <a:lnTo>
                    <a:pt x="1679899" y="267801"/>
                  </a:lnTo>
                  <a:lnTo>
                    <a:pt x="1713497" y="266214"/>
                  </a:lnTo>
                  <a:lnTo>
                    <a:pt x="1747095" y="264419"/>
                  </a:lnTo>
                  <a:lnTo>
                    <a:pt x="1780693" y="262430"/>
                  </a:lnTo>
                  <a:lnTo>
                    <a:pt x="1814291" y="260261"/>
                  </a:lnTo>
                  <a:lnTo>
                    <a:pt x="1847889" y="257924"/>
                  </a:lnTo>
                  <a:lnTo>
                    <a:pt x="1881487" y="255432"/>
                  </a:lnTo>
                  <a:lnTo>
                    <a:pt x="1915085" y="252796"/>
                  </a:lnTo>
                  <a:lnTo>
                    <a:pt x="1948683" y="250025"/>
                  </a:lnTo>
                  <a:lnTo>
                    <a:pt x="1982281" y="247131"/>
                  </a:lnTo>
                  <a:lnTo>
                    <a:pt x="2015879" y="244121"/>
                  </a:lnTo>
                  <a:lnTo>
                    <a:pt x="2049477" y="241005"/>
                  </a:lnTo>
                  <a:lnTo>
                    <a:pt x="2083075" y="237789"/>
                  </a:lnTo>
                  <a:lnTo>
                    <a:pt x="2116673" y="234481"/>
                  </a:lnTo>
                  <a:lnTo>
                    <a:pt x="2150271" y="231087"/>
                  </a:lnTo>
                  <a:lnTo>
                    <a:pt x="2183869" y="227614"/>
                  </a:lnTo>
                  <a:lnTo>
                    <a:pt x="2217467" y="224066"/>
                  </a:lnTo>
                  <a:lnTo>
                    <a:pt x="2251065" y="220449"/>
                  </a:lnTo>
                  <a:lnTo>
                    <a:pt x="2284663" y="216768"/>
                  </a:lnTo>
                  <a:lnTo>
                    <a:pt x="2318261" y="213027"/>
                  </a:lnTo>
                  <a:lnTo>
                    <a:pt x="2351859" y="209229"/>
                  </a:lnTo>
                  <a:lnTo>
                    <a:pt x="2385457" y="205379"/>
                  </a:lnTo>
                  <a:lnTo>
                    <a:pt x="2419055" y="201479"/>
                  </a:lnTo>
                  <a:lnTo>
                    <a:pt x="2452653" y="197534"/>
                  </a:lnTo>
                  <a:lnTo>
                    <a:pt x="2486251" y="193545"/>
                  </a:lnTo>
                  <a:lnTo>
                    <a:pt x="2519849" y="189516"/>
                  </a:lnTo>
                  <a:lnTo>
                    <a:pt x="2553447" y="185448"/>
                  </a:lnTo>
                  <a:lnTo>
                    <a:pt x="2587045" y="181345"/>
                  </a:lnTo>
                  <a:lnTo>
                    <a:pt x="2620643" y="177208"/>
                  </a:lnTo>
                  <a:lnTo>
                    <a:pt x="2654241" y="173039"/>
                  </a:lnTo>
                  <a:lnTo>
                    <a:pt x="2654241" y="869834"/>
                  </a:lnTo>
                  <a:lnTo>
                    <a:pt x="2620643" y="860476"/>
                  </a:lnTo>
                  <a:lnTo>
                    <a:pt x="2587045" y="851150"/>
                  </a:lnTo>
                  <a:lnTo>
                    <a:pt x="2553447" y="841857"/>
                  </a:lnTo>
                  <a:lnTo>
                    <a:pt x="2519849" y="832600"/>
                  </a:lnTo>
                  <a:lnTo>
                    <a:pt x="2486251" y="823381"/>
                  </a:lnTo>
                  <a:lnTo>
                    <a:pt x="2452653" y="814203"/>
                  </a:lnTo>
                  <a:lnTo>
                    <a:pt x="2419055" y="805068"/>
                  </a:lnTo>
                  <a:lnTo>
                    <a:pt x="2385457" y="795979"/>
                  </a:lnTo>
                  <a:lnTo>
                    <a:pt x="2351859" y="786939"/>
                  </a:lnTo>
                  <a:lnTo>
                    <a:pt x="2318261" y="777952"/>
                  </a:lnTo>
                  <a:lnTo>
                    <a:pt x="2284663" y="769021"/>
                  </a:lnTo>
                  <a:lnTo>
                    <a:pt x="2251065" y="760150"/>
                  </a:lnTo>
                  <a:lnTo>
                    <a:pt x="2217467" y="751344"/>
                  </a:lnTo>
                  <a:lnTo>
                    <a:pt x="2183869" y="742607"/>
                  </a:lnTo>
                  <a:lnTo>
                    <a:pt x="2150271" y="733944"/>
                  </a:lnTo>
                  <a:lnTo>
                    <a:pt x="2116673" y="725361"/>
                  </a:lnTo>
                  <a:lnTo>
                    <a:pt x="2083075" y="716864"/>
                  </a:lnTo>
                  <a:lnTo>
                    <a:pt x="2049477" y="708459"/>
                  </a:lnTo>
                  <a:lnTo>
                    <a:pt x="2015879" y="700153"/>
                  </a:lnTo>
                  <a:lnTo>
                    <a:pt x="1982281" y="691954"/>
                  </a:lnTo>
                  <a:lnTo>
                    <a:pt x="1948683" y="683870"/>
                  </a:lnTo>
                  <a:lnTo>
                    <a:pt x="1915085" y="675910"/>
                  </a:lnTo>
                  <a:lnTo>
                    <a:pt x="1881487" y="668084"/>
                  </a:lnTo>
                  <a:lnTo>
                    <a:pt x="1847889" y="660403"/>
                  </a:lnTo>
                  <a:lnTo>
                    <a:pt x="1814291" y="652877"/>
                  </a:lnTo>
                  <a:lnTo>
                    <a:pt x="1780693" y="645518"/>
                  </a:lnTo>
                  <a:lnTo>
                    <a:pt x="1747095" y="638340"/>
                  </a:lnTo>
                  <a:lnTo>
                    <a:pt x="1713497" y="631355"/>
                  </a:lnTo>
                  <a:lnTo>
                    <a:pt x="1679899" y="624579"/>
                  </a:lnTo>
                  <a:lnTo>
                    <a:pt x="1646301" y="618026"/>
                  </a:lnTo>
                  <a:lnTo>
                    <a:pt x="1612703" y="611712"/>
                  </a:lnTo>
                  <a:lnTo>
                    <a:pt x="1579105" y="605652"/>
                  </a:lnTo>
                  <a:lnTo>
                    <a:pt x="1545507" y="599863"/>
                  </a:lnTo>
                  <a:lnTo>
                    <a:pt x="1511909" y="594361"/>
                  </a:lnTo>
                  <a:lnTo>
                    <a:pt x="1478311" y="589161"/>
                  </a:lnTo>
                  <a:lnTo>
                    <a:pt x="1444713" y="584280"/>
                  </a:lnTo>
                  <a:lnTo>
                    <a:pt x="1411115" y="579730"/>
                  </a:lnTo>
                  <a:lnTo>
                    <a:pt x="1377517" y="575525"/>
                  </a:lnTo>
                  <a:lnTo>
                    <a:pt x="1343919" y="571675"/>
                  </a:lnTo>
                  <a:lnTo>
                    <a:pt x="1310321" y="568190"/>
                  </a:lnTo>
                  <a:lnTo>
                    <a:pt x="1276723" y="565076"/>
                  </a:lnTo>
                  <a:lnTo>
                    <a:pt x="1243125" y="562337"/>
                  </a:lnTo>
                  <a:lnTo>
                    <a:pt x="1209527" y="559974"/>
                  </a:lnTo>
                  <a:lnTo>
                    <a:pt x="1175929" y="557986"/>
                  </a:lnTo>
                  <a:lnTo>
                    <a:pt x="1142331" y="556366"/>
                  </a:lnTo>
                  <a:lnTo>
                    <a:pt x="1108733" y="555110"/>
                  </a:lnTo>
                  <a:lnTo>
                    <a:pt x="1075135" y="554207"/>
                  </a:lnTo>
                  <a:lnTo>
                    <a:pt x="1041537" y="553646"/>
                  </a:lnTo>
                  <a:lnTo>
                    <a:pt x="1007939" y="553413"/>
                  </a:lnTo>
                  <a:lnTo>
                    <a:pt x="974341" y="553495"/>
                  </a:lnTo>
                  <a:lnTo>
                    <a:pt x="940743" y="553876"/>
                  </a:lnTo>
                  <a:lnTo>
                    <a:pt x="907145" y="554540"/>
                  </a:lnTo>
                  <a:lnTo>
                    <a:pt x="873547" y="555471"/>
                  </a:lnTo>
                  <a:lnTo>
                    <a:pt x="839949" y="556653"/>
                  </a:lnTo>
                  <a:lnTo>
                    <a:pt x="806351" y="558070"/>
                  </a:lnTo>
                  <a:lnTo>
                    <a:pt x="772753" y="559706"/>
                  </a:lnTo>
                  <a:lnTo>
                    <a:pt x="739155" y="561547"/>
                  </a:lnTo>
                  <a:lnTo>
                    <a:pt x="705557" y="563579"/>
                  </a:lnTo>
                  <a:lnTo>
                    <a:pt x="671959" y="565789"/>
                  </a:lnTo>
                  <a:lnTo>
                    <a:pt x="638361" y="568163"/>
                  </a:lnTo>
                  <a:lnTo>
                    <a:pt x="604763" y="570689"/>
                  </a:lnTo>
                  <a:lnTo>
                    <a:pt x="571165" y="573358"/>
                  </a:lnTo>
                  <a:lnTo>
                    <a:pt x="537567" y="576158"/>
                  </a:lnTo>
                  <a:lnTo>
                    <a:pt x="503969" y="579080"/>
                  </a:lnTo>
                  <a:lnTo>
                    <a:pt x="470371" y="582115"/>
                  </a:lnTo>
                  <a:lnTo>
                    <a:pt x="436773" y="585255"/>
                  </a:lnTo>
                  <a:lnTo>
                    <a:pt x="403175" y="588493"/>
                  </a:lnTo>
                  <a:lnTo>
                    <a:pt x="369577" y="591821"/>
                  </a:lnTo>
                  <a:lnTo>
                    <a:pt x="335979" y="595234"/>
                  </a:lnTo>
                  <a:lnTo>
                    <a:pt x="302381" y="598725"/>
                  </a:lnTo>
                  <a:lnTo>
                    <a:pt x="268783" y="602289"/>
                  </a:lnTo>
                  <a:lnTo>
                    <a:pt x="235185" y="605922"/>
                  </a:lnTo>
                  <a:lnTo>
                    <a:pt x="201587" y="609617"/>
                  </a:lnTo>
                  <a:lnTo>
                    <a:pt x="167989" y="613372"/>
                  </a:lnTo>
                  <a:lnTo>
                    <a:pt x="134391" y="617182"/>
                  </a:lnTo>
                  <a:lnTo>
                    <a:pt x="100793" y="621044"/>
                  </a:lnTo>
                  <a:lnTo>
                    <a:pt x="67195" y="624955"/>
                  </a:lnTo>
                  <a:lnTo>
                    <a:pt x="33597" y="628911"/>
                  </a:lnTo>
                  <a:lnTo>
                    <a:pt x="0" y="632909"/>
                  </a:lnTo>
                  <a:close/>
                </a:path>
              </a:pathLst>
            </a:custGeom>
            <a:solidFill>
              <a:srgbClr val="F6C445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1503" y="1496295"/>
              <a:ext cx="2654241" cy="272082"/>
            </a:xfrm>
            <a:custGeom>
              <a:avLst/>
              <a:pathLst>
                <a:path w="2654241" h="272082">
                  <a:moveTo>
                    <a:pt x="0" y="0"/>
                  </a:moveTo>
                  <a:lnTo>
                    <a:pt x="33597" y="9187"/>
                  </a:lnTo>
                  <a:lnTo>
                    <a:pt x="67195" y="18333"/>
                  </a:lnTo>
                  <a:lnTo>
                    <a:pt x="100793" y="27433"/>
                  </a:lnTo>
                  <a:lnTo>
                    <a:pt x="134391" y="36484"/>
                  </a:lnTo>
                  <a:lnTo>
                    <a:pt x="167989" y="45484"/>
                  </a:lnTo>
                  <a:lnTo>
                    <a:pt x="201587" y="54428"/>
                  </a:lnTo>
                  <a:lnTo>
                    <a:pt x="235185" y="63313"/>
                  </a:lnTo>
                  <a:lnTo>
                    <a:pt x="268783" y="72135"/>
                  </a:lnTo>
                  <a:lnTo>
                    <a:pt x="302381" y="80888"/>
                  </a:lnTo>
                  <a:lnTo>
                    <a:pt x="335979" y="89569"/>
                  </a:lnTo>
                  <a:lnTo>
                    <a:pt x="369577" y="98171"/>
                  </a:lnTo>
                  <a:lnTo>
                    <a:pt x="403175" y="106689"/>
                  </a:lnTo>
                  <a:lnTo>
                    <a:pt x="436773" y="115116"/>
                  </a:lnTo>
                  <a:lnTo>
                    <a:pt x="470371" y="123446"/>
                  </a:lnTo>
                  <a:lnTo>
                    <a:pt x="503969" y="131670"/>
                  </a:lnTo>
                  <a:lnTo>
                    <a:pt x="537567" y="139782"/>
                  </a:lnTo>
                  <a:lnTo>
                    <a:pt x="571165" y="147771"/>
                  </a:lnTo>
                  <a:lnTo>
                    <a:pt x="604763" y="155629"/>
                  </a:lnTo>
                  <a:lnTo>
                    <a:pt x="638361" y="163345"/>
                  </a:lnTo>
                  <a:lnTo>
                    <a:pt x="671959" y="170908"/>
                  </a:lnTo>
                  <a:lnTo>
                    <a:pt x="705557" y="178307"/>
                  </a:lnTo>
                  <a:lnTo>
                    <a:pt x="739155" y="185529"/>
                  </a:lnTo>
                  <a:lnTo>
                    <a:pt x="772753" y="192559"/>
                  </a:lnTo>
                  <a:lnTo>
                    <a:pt x="806351" y="199385"/>
                  </a:lnTo>
                  <a:lnTo>
                    <a:pt x="839949" y="205992"/>
                  </a:lnTo>
                  <a:lnTo>
                    <a:pt x="873547" y="212363"/>
                  </a:lnTo>
                  <a:lnTo>
                    <a:pt x="907145" y="218483"/>
                  </a:lnTo>
                  <a:lnTo>
                    <a:pt x="940743" y="224337"/>
                  </a:lnTo>
                  <a:lnTo>
                    <a:pt x="974341" y="229907"/>
                  </a:lnTo>
                  <a:lnTo>
                    <a:pt x="1007939" y="235178"/>
                  </a:lnTo>
                  <a:lnTo>
                    <a:pt x="1041537" y="240135"/>
                  </a:lnTo>
                  <a:lnTo>
                    <a:pt x="1075135" y="244763"/>
                  </a:lnTo>
                  <a:lnTo>
                    <a:pt x="1108733" y="249050"/>
                  </a:lnTo>
                  <a:lnTo>
                    <a:pt x="1142331" y="252983"/>
                  </a:lnTo>
                  <a:lnTo>
                    <a:pt x="1175929" y="256553"/>
                  </a:lnTo>
                  <a:lnTo>
                    <a:pt x="1209527" y="259754"/>
                  </a:lnTo>
                  <a:lnTo>
                    <a:pt x="1243125" y="262580"/>
                  </a:lnTo>
                  <a:lnTo>
                    <a:pt x="1276723" y="265030"/>
                  </a:lnTo>
                  <a:lnTo>
                    <a:pt x="1310321" y="267106"/>
                  </a:lnTo>
                  <a:lnTo>
                    <a:pt x="1343919" y="268810"/>
                  </a:lnTo>
                  <a:lnTo>
                    <a:pt x="1377517" y="270150"/>
                  </a:lnTo>
                  <a:lnTo>
                    <a:pt x="1411115" y="271135"/>
                  </a:lnTo>
                  <a:lnTo>
                    <a:pt x="1444713" y="271774"/>
                  </a:lnTo>
                  <a:lnTo>
                    <a:pt x="1478311" y="272082"/>
                  </a:lnTo>
                  <a:lnTo>
                    <a:pt x="1511909" y="272072"/>
                  </a:lnTo>
                  <a:lnTo>
                    <a:pt x="1545507" y="271759"/>
                  </a:lnTo>
                  <a:lnTo>
                    <a:pt x="1579105" y="271160"/>
                  </a:lnTo>
                  <a:lnTo>
                    <a:pt x="1612703" y="270289"/>
                  </a:lnTo>
                  <a:lnTo>
                    <a:pt x="1646301" y="269164"/>
                  </a:lnTo>
                  <a:lnTo>
                    <a:pt x="1679899" y="267801"/>
                  </a:lnTo>
                  <a:lnTo>
                    <a:pt x="1713497" y="266214"/>
                  </a:lnTo>
                  <a:lnTo>
                    <a:pt x="1747095" y="264419"/>
                  </a:lnTo>
                  <a:lnTo>
                    <a:pt x="1780693" y="262430"/>
                  </a:lnTo>
                  <a:lnTo>
                    <a:pt x="1814291" y="260261"/>
                  </a:lnTo>
                  <a:lnTo>
                    <a:pt x="1847889" y="257924"/>
                  </a:lnTo>
                  <a:lnTo>
                    <a:pt x="1881487" y="255432"/>
                  </a:lnTo>
                  <a:lnTo>
                    <a:pt x="1915085" y="252796"/>
                  </a:lnTo>
                  <a:lnTo>
                    <a:pt x="1948683" y="250025"/>
                  </a:lnTo>
                  <a:lnTo>
                    <a:pt x="1982281" y="247131"/>
                  </a:lnTo>
                  <a:lnTo>
                    <a:pt x="2015879" y="244121"/>
                  </a:lnTo>
                  <a:lnTo>
                    <a:pt x="2049477" y="241005"/>
                  </a:lnTo>
                  <a:lnTo>
                    <a:pt x="2083075" y="237789"/>
                  </a:lnTo>
                  <a:lnTo>
                    <a:pt x="2116673" y="234481"/>
                  </a:lnTo>
                  <a:lnTo>
                    <a:pt x="2150271" y="231087"/>
                  </a:lnTo>
                  <a:lnTo>
                    <a:pt x="2183869" y="227614"/>
                  </a:lnTo>
                  <a:lnTo>
                    <a:pt x="2217467" y="224066"/>
                  </a:lnTo>
                  <a:lnTo>
                    <a:pt x="2251065" y="220449"/>
                  </a:lnTo>
                  <a:lnTo>
                    <a:pt x="2284663" y="216768"/>
                  </a:lnTo>
                  <a:lnTo>
                    <a:pt x="2318261" y="213027"/>
                  </a:lnTo>
                  <a:lnTo>
                    <a:pt x="2351859" y="209229"/>
                  </a:lnTo>
                  <a:lnTo>
                    <a:pt x="2385457" y="205379"/>
                  </a:lnTo>
                  <a:lnTo>
                    <a:pt x="2419055" y="201479"/>
                  </a:lnTo>
                  <a:lnTo>
                    <a:pt x="2452653" y="197534"/>
                  </a:lnTo>
                  <a:lnTo>
                    <a:pt x="2486251" y="193545"/>
                  </a:lnTo>
                  <a:lnTo>
                    <a:pt x="2519849" y="189516"/>
                  </a:lnTo>
                  <a:lnTo>
                    <a:pt x="2553447" y="185448"/>
                  </a:lnTo>
                  <a:lnTo>
                    <a:pt x="2587045" y="181345"/>
                  </a:lnTo>
                  <a:lnTo>
                    <a:pt x="2620643" y="177208"/>
                  </a:lnTo>
                  <a:lnTo>
                    <a:pt x="2654241" y="1730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1503" y="2049709"/>
              <a:ext cx="2654241" cy="316420"/>
            </a:xfrm>
            <a:custGeom>
              <a:avLst/>
              <a:pathLst>
                <a:path w="2654241" h="316420">
                  <a:moveTo>
                    <a:pt x="2654241" y="316420"/>
                  </a:moveTo>
                  <a:lnTo>
                    <a:pt x="2620643" y="307062"/>
                  </a:lnTo>
                  <a:lnTo>
                    <a:pt x="2587045" y="297736"/>
                  </a:lnTo>
                  <a:lnTo>
                    <a:pt x="2553447" y="288443"/>
                  </a:lnTo>
                  <a:lnTo>
                    <a:pt x="2519849" y="279186"/>
                  </a:lnTo>
                  <a:lnTo>
                    <a:pt x="2486251" y="269967"/>
                  </a:lnTo>
                  <a:lnTo>
                    <a:pt x="2452653" y="260789"/>
                  </a:lnTo>
                  <a:lnTo>
                    <a:pt x="2419055" y="251654"/>
                  </a:lnTo>
                  <a:lnTo>
                    <a:pt x="2385457" y="242565"/>
                  </a:lnTo>
                  <a:lnTo>
                    <a:pt x="2351859" y="233525"/>
                  </a:lnTo>
                  <a:lnTo>
                    <a:pt x="2318261" y="224538"/>
                  </a:lnTo>
                  <a:lnTo>
                    <a:pt x="2284663" y="215607"/>
                  </a:lnTo>
                  <a:lnTo>
                    <a:pt x="2251065" y="206737"/>
                  </a:lnTo>
                  <a:lnTo>
                    <a:pt x="2217467" y="197930"/>
                  </a:lnTo>
                  <a:lnTo>
                    <a:pt x="2183869" y="189193"/>
                  </a:lnTo>
                  <a:lnTo>
                    <a:pt x="2150271" y="180531"/>
                  </a:lnTo>
                  <a:lnTo>
                    <a:pt x="2116673" y="171947"/>
                  </a:lnTo>
                  <a:lnTo>
                    <a:pt x="2083075" y="163450"/>
                  </a:lnTo>
                  <a:lnTo>
                    <a:pt x="2049477" y="155045"/>
                  </a:lnTo>
                  <a:lnTo>
                    <a:pt x="2015879" y="146739"/>
                  </a:lnTo>
                  <a:lnTo>
                    <a:pt x="1982281" y="138540"/>
                  </a:lnTo>
                  <a:lnTo>
                    <a:pt x="1948683" y="130456"/>
                  </a:lnTo>
                  <a:lnTo>
                    <a:pt x="1915085" y="122496"/>
                  </a:lnTo>
                  <a:lnTo>
                    <a:pt x="1881487" y="114671"/>
                  </a:lnTo>
                  <a:lnTo>
                    <a:pt x="1847889" y="106989"/>
                  </a:lnTo>
                  <a:lnTo>
                    <a:pt x="1814291" y="99463"/>
                  </a:lnTo>
                  <a:lnTo>
                    <a:pt x="1780693" y="92104"/>
                  </a:lnTo>
                  <a:lnTo>
                    <a:pt x="1747095" y="84926"/>
                  </a:lnTo>
                  <a:lnTo>
                    <a:pt x="1713497" y="77942"/>
                  </a:lnTo>
                  <a:lnTo>
                    <a:pt x="1679899" y="71165"/>
                  </a:lnTo>
                  <a:lnTo>
                    <a:pt x="1646301" y="64612"/>
                  </a:lnTo>
                  <a:lnTo>
                    <a:pt x="1612703" y="58298"/>
                  </a:lnTo>
                  <a:lnTo>
                    <a:pt x="1579105" y="52238"/>
                  </a:lnTo>
                  <a:lnTo>
                    <a:pt x="1545507" y="46449"/>
                  </a:lnTo>
                  <a:lnTo>
                    <a:pt x="1511909" y="40947"/>
                  </a:lnTo>
                  <a:lnTo>
                    <a:pt x="1478311" y="35748"/>
                  </a:lnTo>
                  <a:lnTo>
                    <a:pt x="1444713" y="30866"/>
                  </a:lnTo>
                  <a:lnTo>
                    <a:pt x="1411115" y="26316"/>
                  </a:lnTo>
                  <a:lnTo>
                    <a:pt x="1377517" y="22111"/>
                  </a:lnTo>
                  <a:lnTo>
                    <a:pt x="1343919" y="18261"/>
                  </a:lnTo>
                  <a:lnTo>
                    <a:pt x="1310321" y="14776"/>
                  </a:lnTo>
                  <a:lnTo>
                    <a:pt x="1276723" y="11663"/>
                  </a:lnTo>
                  <a:lnTo>
                    <a:pt x="1243125" y="8924"/>
                  </a:lnTo>
                  <a:lnTo>
                    <a:pt x="1209527" y="6561"/>
                  </a:lnTo>
                  <a:lnTo>
                    <a:pt x="1175929" y="4572"/>
                  </a:lnTo>
                  <a:lnTo>
                    <a:pt x="1142331" y="2953"/>
                  </a:lnTo>
                  <a:lnTo>
                    <a:pt x="1108733" y="1696"/>
                  </a:lnTo>
                  <a:lnTo>
                    <a:pt x="1075135" y="793"/>
                  </a:lnTo>
                  <a:lnTo>
                    <a:pt x="1041537" y="232"/>
                  </a:lnTo>
                  <a:lnTo>
                    <a:pt x="1007939" y="0"/>
                  </a:lnTo>
                  <a:lnTo>
                    <a:pt x="974341" y="81"/>
                  </a:lnTo>
                  <a:lnTo>
                    <a:pt x="940743" y="462"/>
                  </a:lnTo>
                  <a:lnTo>
                    <a:pt x="907145" y="1126"/>
                  </a:lnTo>
                  <a:lnTo>
                    <a:pt x="873547" y="2057"/>
                  </a:lnTo>
                  <a:lnTo>
                    <a:pt x="839949" y="3239"/>
                  </a:lnTo>
                  <a:lnTo>
                    <a:pt x="806351" y="4656"/>
                  </a:lnTo>
                  <a:lnTo>
                    <a:pt x="772753" y="6292"/>
                  </a:lnTo>
                  <a:lnTo>
                    <a:pt x="739155" y="8134"/>
                  </a:lnTo>
                  <a:lnTo>
                    <a:pt x="705557" y="10166"/>
                  </a:lnTo>
                  <a:lnTo>
                    <a:pt x="671959" y="12375"/>
                  </a:lnTo>
                  <a:lnTo>
                    <a:pt x="638361" y="14749"/>
                  </a:lnTo>
                  <a:lnTo>
                    <a:pt x="604763" y="17276"/>
                  </a:lnTo>
                  <a:lnTo>
                    <a:pt x="571165" y="19944"/>
                  </a:lnTo>
                  <a:lnTo>
                    <a:pt x="537567" y="22744"/>
                  </a:lnTo>
                  <a:lnTo>
                    <a:pt x="503969" y="25666"/>
                  </a:lnTo>
                  <a:lnTo>
                    <a:pt x="470371" y="28701"/>
                  </a:lnTo>
                  <a:lnTo>
                    <a:pt x="436773" y="31841"/>
                  </a:lnTo>
                  <a:lnTo>
                    <a:pt x="403175" y="35079"/>
                  </a:lnTo>
                  <a:lnTo>
                    <a:pt x="369577" y="38408"/>
                  </a:lnTo>
                  <a:lnTo>
                    <a:pt x="335979" y="41820"/>
                  </a:lnTo>
                  <a:lnTo>
                    <a:pt x="302381" y="45312"/>
                  </a:lnTo>
                  <a:lnTo>
                    <a:pt x="268783" y="48876"/>
                  </a:lnTo>
                  <a:lnTo>
                    <a:pt x="235185" y="52508"/>
                  </a:lnTo>
                  <a:lnTo>
                    <a:pt x="201587" y="56203"/>
                  </a:lnTo>
                  <a:lnTo>
                    <a:pt x="167989" y="59958"/>
                  </a:lnTo>
                  <a:lnTo>
                    <a:pt x="134391" y="63769"/>
                  </a:lnTo>
                  <a:lnTo>
                    <a:pt x="100793" y="67631"/>
                  </a:lnTo>
                  <a:lnTo>
                    <a:pt x="67195" y="71541"/>
                  </a:lnTo>
                  <a:lnTo>
                    <a:pt x="33597" y="75497"/>
                  </a:lnTo>
                  <a:lnTo>
                    <a:pt x="0" y="794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1503" y="1812750"/>
              <a:ext cx="2654241" cy="204982"/>
            </a:xfrm>
            <a:custGeom>
              <a:avLst/>
              <a:pathLst>
                <a:path w="2654241" h="204982">
                  <a:moveTo>
                    <a:pt x="0" y="0"/>
                  </a:moveTo>
                  <a:lnTo>
                    <a:pt x="33597" y="2594"/>
                  </a:lnTo>
                  <a:lnTo>
                    <a:pt x="67195" y="5189"/>
                  </a:lnTo>
                  <a:lnTo>
                    <a:pt x="100793" y="7784"/>
                  </a:lnTo>
                  <a:lnTo>
                    <a:pt x="134391" y="10378"/>
                  </a:lnTo>
                  <a:lnTo>
                    <a:pt x="167989" y="12973"/>
                  </a:lnTo>
                  <a:lnTo>
                    <a:pt x="201587" y="15568"/>
                  </a:lnTo>
                  <a:lnTo>
                    <a:pt x="235185" y="18162"/>
                  </a:lnTo>
                  <a:lnTo>
                    <a:pt x="268783" y="20757"/>
                  </a:lnTo>
                  <a:lnTo>
                    <a:pt x="302381" y="23352"/>
                  </a:lnTo>
                  <a:lnTo>
                    <a:pt x="335979" y="25947"/>
                  </a:lnTo>
                  <a:lnTo>
                    <a:pt x="369577" y="28541"/>
                  </a:lnTo>
                  <a:lnTo>
                    <a:pt x="403175" y="31136"/>
                  </a:lnTo>
                  <a:lnTo>
                    <a:pt x="436773" y="33731"/>
                  </a:lnTo>
                  <a:lnTo>
                    <a:pt x="470371" y="36325"/>
                  </a:lnTo>
                  <a:lnTo>
                    <a:pt x="503969" y="38920"/>
                  </a:lnTo>
                  <a:lnTo>
                    <a:pt x="537567" y="41515"/>
                  </a:lnTo>
                  <a:lnTo>
                    <a:pt x="571165" y="44110"/>
                  </a:lnTo>
                  <a:lnTo>
                    <a:pt x="604763" y="46704"/>
                  </a:lnTo>
                  <a:lnTo>
                    <a:pt x="638361" y="49299"/>
                  </a:lnTo>
                  <a:lnTo>
                    <a:pt x="671959" y="51894"/>
                  </a:lnTo>
                  <a:lnTo>
                    <a:pt x="705557" y="54488"/>
                  </a:lnTo>
                  <a:lnTo>
                    <a:pt x="739155" y="57083"/>
                  </a:lnTo>
                  <a:lnTo>
                    <a:pt x="772753" y="59678"/>
                  </a:lnTo>
                  <a:lnTo>
                    <a:pt x="806351" y="62273"/>
                  </a:lnTo>
                  <a:lnTo>
                    <a:pt x="839949" y="64867"/>
                  </a:lnTo>
                  <a:lnTo>
                    <a:pt x="873547" y="67462"/>
                  </a:lnTo>
                  <a:lnTo>
                    <a:pt x="907145" y="70057"/>
                  </a:lnTo>
                  <a:lnTo>
                    <a:pt x="940743" y="72651"/>
                  </a:lnTo>
                  <a:lnTo>
                    <a:pt x="974341" y="75246"/>
                  </a:lnTo>
                  <a:lnTo>
                    <a:pt x="1007939" y="77841"/>
                  </a:lnTo>
                  <a:lnTo>
                    <a:pt x="1041537" y="80436"/>
                  </a:lnTo>
                  <a:lnTo>
                    <a:pt x="1075135" y="83030"/>
                  </a:lnTo>
                  <a:lnTo>
                    <a:pt x="1108733" y="85625"/>
                  </a:lnTo>
                  <a:lnTo>
                    <a:pt x="1142331" y="88220"/>
                  </a:lnTo>
                  <a:lnTo>
                    <a:pt x="1175929" y="90814"/>
                  </a:lnTo>
                  <a:lnTo>
                    <a:pt x="1209527" y="93409"/>
                  </a:lnTo>
                  <a:lnTo>
                    <a:pt x="1243125" y="96004"/>
                  </a:lnTo>
                  <a:lnTo>
                    <a:pt x="1276723" y="98599"/>
                  </a:lnTo>
                  <a:lnTo>
                    <a:pt x="1310321" y="101193"/>
                  </a:lnTo>
                  <a:lnTo>
                    <a:pt x="1343919" y="103788"/>
                  </a:lnTo>
                  <a:lnTo>
                    <a:pt x="1377517" y="106383"/>
                  </a:lnTo>
                  <a:lnTo>
                    <a:pt x="1411115" y="108977"/>
                  </a:lnTo>
                  <a:lnTo>
                    <a:pt x="1444713" y="111572"/>
                  </a:lnTo>
                  <a:lnTo>
                    <a:pt x="1478311" y="114167"/>
                  </a:lnTo>
                  <a:lnTo>
                    <a:pt x="1511909" y="116761"/>
                  </a:lnTo>
                  <a:lnTo>
                    <a:pt x="1545507" y="119356"/>
                  </a:lnTo>
                  <a:lnTo>
                    <a:pt x="1579105" y="121951"/>
                  </a:lnTo>
                  <a:lnTo>
                    <a:pt x="1612703" y="124546"/>
                  </a:lnTo>
                  <a:lnTo>
                    <a:pt x="1646301" y="127140"/>
                  </a:lnTo>
                  <a:lnTo>
                    <a:pt x="1679899" y="129735"/>
                  </a:lnTo>
                  <a:lnTo>
                    <a:pt x="1713497" y="132330"/>
                  </a:lnTo>
                  <a:lnTo>
                    <a:pt x="1747095" y="134924"/>
                  </a:lnTo>
                  <a:lnTo>
                    <a:pt x="1780693" y="137519"/>
                  </a:lnTo>
                  <a:lnTo>
                    <a:pt x="1814291" y="140114"/>
                  </a:lnTo>
                  <a:lnTo>
                    <a:pt x="1847889" y="142709"/>
                  </a:lnTo>
                  <a:lnTo>
                    <a:pt x="1881487" y="145303"/>
                  </a:lnTo>
                  <a:lnTo>
                    <a:pt x="1915085" y="147898"/>
                  </a:lnTo>
                  <a:lnTo>
                    <a:pt x="1948683" y="150493"/>
                  </a:lnTo>
                  <a:lnTo>
                    <a:pt x="1982281" y="153087"/>
                  </a:lnTo>
                  <a:lnTo>
                    <a:pt x="2015879" y="155682"/>
                  </a:lnTo>
                  <a:lnTo>
                    <a:pt x="2049477" y="158277"/>
                  </a:lnTo>
                  <a:lnTo>
                    <a:pt x="2083075" y="160872"/>
                  </a:lnTo>
                  <a:lnTo>
                    <a:pt x="2116673" y="163466"/>
                  </a:lnTo>
                  <a:lnTo>
                    <a:pt x="2150271" y="166061"/>
                  </a:lnTo>
                  <a:lnTo>
                    <a:pt x="2183869" y="168656"/>
                  </a:lnTo>
                  <a:lnTo>
                    <a:pt x="2217467" y="171250"/>
                  </a:lnTo>
                  <a:lnTo>
                    <a:pt x="2251065" y="173845"/>
                  </a:lnTo>
                  <a:lnTo>
                    <a:pt x="2284663" y="176440"/>
                  </a:lnTo>
                  <a:lnTo>
                    <a:pt x="2318261" y="179035"/>
                  </a:lnTo>
                  <a:lnTo>
                    <a:pt x="2351859" y="181629"/>
                  </a:lnTo>
                  <a:lnTo>
                    <a:pt x="2385457" y="184224"/>
                  </a:lnTo>
                  <a:lnTo>
                    <a:pt x="2419055" y="186819"/>
                  </a:lnTo>
                  <a:lnTo>
                    <a:pt x="2452653" y="189413"/>
                  </a:lnTo>
                  <a:lnTo>
                    <a:pt x="2486251" y="192008"/>
                  </a:lnTo>
                  <a:lnTo>
                    <a:pt x="2519849" y="194603"/>
                  </a:lnTo>
                  <a:lnTo>
                    <a:pt x="2553447" y="197198"/>
                  </a:lnTo>
                  <a:lnTo>
                    <a:pt x="2587045" y="199792"/>
                  </a:lnTo>
                  <a:lnTo>
                    <a:pt x="2620643" y="202387"/>
                  </a:lnTo>
                  <a:lnTo>
                    <a:pt x="2654241" y="204982"/>
                  </a:lnTo>
                </a:path>
              </a:pathLst>
            </a:custGeom>
            <a:ln w="14905" cap="flat">
              <a:solidFill>
                <a:srgbClr val="F6C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372338" y="161146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524058" y="185634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238717" y="236832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219021" y="274228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303169" y="142688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961764" y="232437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66443" y="192822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359761" y="181504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402877" y="191171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154505" y="265635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1801618" y="198054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051191" y="151475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024724" y="177120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556164" y="96427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852875" y="182248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67164" y="149076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593895" y="180217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395905" y="213394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098718" y="195490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597257" y="147101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89653" y="184938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672497" y="128495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298947" y="197182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443092" y="157807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265772" y="256461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33264" y="227208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788851" y="203305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651485" y="147666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391021" y="199023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907" y="224304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101714" y="166751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3264298" y="916114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β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31913" y="916114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3399528" y="916114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3459116" y="930471"/>
              <a:ext cx="120426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0.2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3255934" y="1057133"/>
              <a:ext cx="48188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1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3331089" y="1042777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3398703" y="1057133"/>
              <a:ext cx="168615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0.49</a:t>
              </a:r>
            </a:p>
          </p:txBody>
        </p:sp>
        <p:sp>
          <p:nvSpPr>
            <p:cNvPr id="61" name="rc61"/>
            <p:cNvSpPr/>
            <p:nvPr/>
          </p:nvSpPr>
          <p:spPr>
            <a:xfrm>
              <a:off x="678791" y="898028"/>
              <a:ext cx="2919665" cy="1955805"/>
            </a:xfrm>
            <a:prstGeom prst="rect">
              <a:avLst/>
            </a:prstGeom>
            <a:noFill/>
            <a:ln w="10840" cap="rnd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546441" y="2615517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546441" y="2218650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76799" y="182178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576799" y="1424915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76799" y="1028048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7" name="pl67"/>
            <p:cNvSpPr/>
            <p:nvPr/>
          </p:nvSpPr>
          <p:spPr>
            <a:xfrm>
              <a:off x="650323" y="264820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650323" y="225134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650323" y="18544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650323" y="145760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650323" y="106073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033041" y="285383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545788" y="285383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058536" y="285383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2571283" y="285383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3084030" y="285383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596777" y="285383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tx78"/>
            <p:cNvSpPr/>
            <p:nvPr/>
          </p:nvSpPr>
          <p:spPr>
            <a:xfrm>
              <a:off x="954448" y="2905076"/>
              <a:ext cx="15718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-1.0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1467196" y="2905076"/>
              <a:ext cx="15718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-0.5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995122" y="2905076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2507869" y="2905076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3020616" y="2905076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3533364" y="2905076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1.5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345839" y="3018035"/>
              <a:ext cx="1585569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Residuals (Early survey efforts)</a:t>
              </a:r>
            </a:p>
          </p:txBody>
        </p:sp>
        <p:sp>
          <p:nvSpPr>
            <p:cNvPr id="85" name="tx85"/>
            <p:cNvSpPr/>
            <p:nvPr/>
          </p:nvSpPr>
          <p:spPr>
            <a:xfrm rot="-5400000">
              <a:off x="-243630" y="1835011"/>
              <a:ext cx="125117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Residuals (New records)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41263" y="892526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87" name="rc87"/>
            <p:cNvSpPr/>
            <p:nvPr/>
          </p:nvSpPr>
          <p:spPr>
            <a:xfrm>
              <a:off x="4042207" y="898028"/>
              <a:ext cx="2919665" cy="1955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4042207" y="2664244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4042207" y="2245467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4042207" y="1826689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4042207" y="1407912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4042207" y="989135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4721302" y="898028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5538799" y="898028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6356297" y="898028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4174919" y="1530232"/>
              <a:ext cx="2654241" cy="692783"/>
            </a:xfrm>
            <a:custGeom>
              <a:avLst/>
              <a:pathLst>
                <a:path w="2654241" h="692783">
                  <a:moveTo>
                    <a:pt x="0" y="0"/>
                  </a:moveTo>
                  <a:lnTo>
                    <a:pt x="33597" y="6692"/>
                  </a:lnTo>
                  <a:lnTo>
                    <a:pt x="67195" y="13346"/>
                  </a:lnTo>
                  <a:lnTo>
                    <a:pt x="100793" y="19960"/>
                  </a:lnTo>
                  <a:lnTo>
                    <a:pt x="134391" y="26530"/>
                  </a:lnTo>
                  <a:lnTo>
                    <a:pt x="167989" y="33054"/>
                  </a:lnTo>
                  <a:lnTo>
                    <a:pt x="201587" y="39530"/>
                  </a:lnTo>
                  <a:lnTo>
                    <a:pt x="235185" y="45955"/>
                  </a:lnTo>
                  <a:lnTo>
                    <a:pt x="268783" y="52325"/>
                  </a:lnTo>
                  <a:lnTo>
                    <a:pt x="302381" y="58637"/>
                  </a:lnTo>
                  <a:lnTo>
                    <a:pt x="335979" y="64888"/>
                  </a:lnTo>
                  <a:lnTo>
                    <a:pt x="369577" y="71074"/>
                  </a:lnTo>
                  <a:lnTo>
                    <a:pt x="403175" y="77190"/>
                  </a:lnTo>
                  <a:lnTo>
                    <a:pt x="436773" y="83233"/>
                  </a:lnTo>
                  <a:lnTo>
                    <a:pt x="470371" y="89198"/>
                  </a:lnTo>
                  <a:lnTo>
                    <a:pt x="503969" y="95079"/>
                  </a:lnTo>
                  <a:lnTo>
                    <a:pt x="537567" y="100871"/>
                  </a:lnTo>
                  <a:lnTo>
                    <a:pt x="571165" y="106569"/>
                  </a:lnTo>
                  <a:lnTo>
                    <a:pt x="604763" y="112166"/>
                  </a:lnTo>
                  <a:lnTo>
                    <a:pt x="638361" y="117656"/>
                  </a:lnTo>
                  <a:lnTo>
                    <a:pt x="671959" y="123033"/>
                  </a:lnTo>
                  <a:lnTo>
                    <a:pt x="705557" y="128288"/>
                  </a:lnTo>
                  <a:lnTo>
                    <a:pt x="739155" y="133414"/>
                  </a:lnTo>
                  <a:lnTo>
                    <a:pt x="772753" y="138404"/>
                  </a:lnTo>
                  <a:lnTo>
                    <a:pt x="806351" y="143248"/>
                  </a:lnTo>
                  <a:lnTo>
                    <a:pt x="839949" y="147937"/>
                  </a:lnTo>
                  <a:lnTo>
                    <a:pt x="873547" y="152464"/>
                  </a:lnTo>
                  <a:lnTo>
                    <a:pt x="907145" y="156817"/>
                  </a:lnTo>
                  <a:lnTo>
                    <a:pt x="940743" y="160988"/>
                  </a:lnTo>
                  <a:lnTo>
                    <a:pt x="974341" y="164966"/>
                  </a:lnTo>
                  <a:lnTo>
                    <a:pt x="1007939" y="168742"/>
                  </a:lnTo>
                  <a:lnTo>
                    <a:pt x="1041537" y="172306"/>
                  </a:lnTo>
                  <a:lnTo>
                    <a:pt x="1075135" y="175647"/>
                  </a:lnTo>
                  <a:lnTo>
                    <a:pt x="1108733" y="178758"/>
                  </a:lnTo>
                  <a:lnTo>
                    <a:pt x="1142331" y="181628"/>
                  </a:lnTo>
                  <a:lnTo>
                    <a:pt x="1175929" y="184250"/>
                  </a:lnTo>
                  <a:lnTo>
                    <a:pt x="1209527" y="186616"/>
                  </a:lnTo>
                  <a:lnTo>
                    <a:pt x="1243125" y="188720"/>
                  </a:lnTo>
                  <a:lnTo>
                    <a:pt x="1276723" y="190555"/>
                  </a:lnTo>
                  <a:lnTo>
                    <a:pt x="1310321" y="192118"/>
                  </a:lnTo>
                  <a:lnTo>
                    <a:pt x="1343919" y="193406"/>
                  </a:lnTo>
                  <a:lnTo>
                    <a:pt x="1377517" y="194417"/>
                  </a:lnTo>
                  <a:lnTo>
                    <a:pt x="1411115" y="195151"/>
                  </a:lnTo>
                  <a:lnTo>
                    <a:pt x="1444713" y="195610"/>
                  </a:lnTo>
                  <a:lnTo>
                    <a:pt x="1478311" y="195795"/>
                  </a:lnTo>
                  <a:lnTo>
                    <a:pt x="1511909" y="195712"/>
                  </a:lnTo>
                  <a:lnTo>
                    <a:pt x="1545507" y="195365"/>
                  </a:lnTo>
                  <a:lnTo>
                    <a:pt x="1579105" y="194761"/>
                  </a:lnTo>
                  <a:lnTo>
                    <a:pt x="1612703" y="193906"/>
                  </a:lnTo>
                  <a:lnTo>
                    <a:pt x="1646301" y="192810"/>
                  </a:lnTo>
                  <a:lnTo>
                    <a:pt x="1679899" y="191481"/>
                  </a:lnTo>
                  <a:lnTo>
                    <a:pt x="1713497" y="189929"/>
                  </a:lnTo>
                  <a:lnTo>
                    <a:pt x="1747095" y="188162"/>
                  </a:lnTo>
                  <a:lnTo>
                    <a:pt x="1780693" y="186191"/>
                  </a:lnTo>
                  <a:lnTo>
                    <a:pt x="1814291" y="184026"/>
                  </a:lnTo>
                  <a:lnTo>
                    <a:pt x="1847889" y="181676"/>
                  </a:lnTo>
                  <a:lnTo>
                    <a:pt x="1881487" y="179152"/>
                  </a:lnTo>
                  <a:lnTo>
                    <a:pt x="1915085" y="176462"/>
                  </a:lnTo>
                  <a:lnTo>
                    <a:pt x="1948683" y="173617"/>
                  </a:lnTo>
                  <a:lnTo>
                    <a:pt x="1982281" y="170624"/>
                  </a:lnTo>
                  <a:lnTo>
                    <a:pt x="2015879" y="167493"/>
                  </a:lnTo>
                  <a:lnTo>
                    <a:pt x="2049477" y="164231"/>
                  </a:lnTo>
                  <a:lnTo>
                    <a:pt x="2083075" y="160847"/>
                  </a:lnTo>
                  <a:lnTo>
                    <a:pt x="2116673" y="157348"/>
                  </a:lnTo>
                  <a:lnTo>
                    <a:pt x="2150271" y="153740"/>
                  </a:lnTo>
                  <a:lnTo>
                    <a:pt x="2183869" y="150031"/>
                  </a:lnTo>
                  <a:lnTo>
                    <a:pt x="2217467" y="146226"/>
                  </a:lnTo>
                  <a:lnTo>
                    <a:pt x="2251065" y="142331"/>
                  </a:lnTo>
                  <a:lnTo>
                    <a:pt x="2284663" y="138352"/>
                  </a:lnTo>
                  <a:lnTo>
                    <a:pt x="2318261" y="134294"/>
                  </a:lnTo>
                  <a:lnTo>
                    <a:pt x="2351859" y="130161"/>
                  </a:lnTo>
                  <a:lnTo>
                    <a:pt x="2385457" y="125958"/>
                  </a:lnTo>
                  <a:lnTo>
                    <a:pt x="2419055" y="121689"/>
                  </a:lnTo>
                  <a:lnTo>
                    <a:pt x="2452653" y="117358"/>
                  </a:lnTo>
                  <a:lnTo>
                    <a:pt x="2486251" y="112968"/>
                  </a:lnTo>
                  <a:lnTo>
                    <a:pt x="2519849" y="108524"/>
                  </a:lnTo>
                  <a:lnTo>
                    <a:pt x="2553447" y="104027"/>
                  </a:lnTo>
                  <a:lnTo>
                    <a:pt x="2587045" y="99482"/>
                  </a:lnTo>
                  <a:lnTo>
                    <a:pt x="2620643" y="94890"/>
                  </a:lnTo>
                  <a:lnTo>
                    <a:pt x="2654241" y="90255"/>
                  </a:lnTo>
                  <a:lnTo>
                    <a:pt x="2654241" y="692783"/>
                  </a:lnTo>
                  <a:lnTo>
                    <a:pt x="2620643" y="686178"/>
                  </a:lnTo>
                  <a:lnTo>
                    <a:pt x="2587045" y="679616"/>
                  </a:lnTo>
                  <a:lnTo>
                    <a:pt x="2553447" y="673100"/>
                  </a:lnTo>
                  <a:lnTo>
                    <a:pt x="2519849" y="666634"/>
                  </a:lnTo>
                  <a:lnTo>
                    <a:pt x="2486251" y="660219"/>
                  </a:lnTo>
                  <a:lnTo>
                    <a:pt x="2452653" y="653860"/>
                  </a:lnTo>
                  <a:lnTo>
                    <a:pt x="2419055" y="647559"/>
                  </a:lnTo>
                  <a:lnTo>
                    <a:pt x="2385457" y="641320"/>
                  </a:lnTo>
                  <a:lnTo>
                    <a:pt x="2351859" y="635147"/>
                  </a:lnTo>
                  <a:lnTo>
                    <a:pt x="2318261" y="629044"/>
                  </a:lnTo>
                  <a:lnTo>
                    <a:pt x="2284663" y="623015"/>
                  </a:lnTo>
                  <a:lnTo>
                    <a:pt x="2251065" y="617066"/>
                  </a:lnTo>
                  <a:lnTo>
                    <a:pt x="2217467" y="611202"/>
                  </a:lnTo>
                  <a:lnTo>
                    <a:pt x="2183869" y="605427"/>
                  </a:lnTo>
                  <a:lnTo>
                    <a:pt x="2150271" y="599747"/>
                  </a:lnTo>
                  <a:lnTo>
                    <a:pt x="2116673" y="594169"/>
                  </a:lnTo>
                  <a:lnTo>
                    <a:pt x="2083075" y="588700"/>
                  </a:lnTo>
                  <a:lnTo>
                    <a:pt x="2049477" y="583346"/>
                  </a:lnTo>
                  <a:lnTo>
                    <a:pt x="2015879" y="578114"/>
                  </a:lnTo>
                  <a:lnTo>
                    <a:pt x="1982281" y="573013"/>
                  </a:lnTo>
                  <a:lnTo>
                    <a:pt x="1948683" y="568050"/>
                  </a:lnTo>
                  <a:lnTo>
                    <a:pt x="1915085" y="563235"/>
                  </a:lnTo>
                  <a:lnTo>
                    <a:pt x="1881487" y="558575"/>
                  </a:lnTo>
                  <a:lnTo>
                    <a:pt x="1847889" y="554081"/>
                  </a:lnTo>
                  <a:lnTo>
                    <a:pt x="1814291" y="549761"/>
                  </a:lnTo>
                  <a:lnTo>
                    <a:pt x="1780693" y="545626"/>
                  </a:lnTo>
                  <a:lnTo>
                    <a:pt x="1747095" y="541685"/>
                  </a:lnTo>
                  <a:lnTo>
                    <a:pt x="1713497" y="537948"/>
                  </a:lnTo>
                  <a:lnTo>
                    <a:pt x="1679899" y="534426"/>
                  </a:lnTo>
                  <a:lnTo>
                    <a:pt x="1646301" y="531127"/>
                  </a:lnTo>
                  <a:lnTo>
                    <a:pt x="1612703" y="528061"/>
                  </a:lnTo>
                  <a:lnTo>
                    <a:pt x="1579105" y="525236"/>
                  </a:lnTo>
                  <a:lnTo>
                    <a:pt x="1545507" y="522662"/>
                  </a:lnTo>
                  <a:lnTo>
                    <a:pt x="1511909" y="520345"/>
                  </a:lnTo>
                  <a:lnTo>
                    <a:pt x="1478311" y="518292"/>
                  </a:lnTo>
                  <a:lnTo>
                    <a:pt x="1444713" y="516507"/>
                  </a:lnTo>
                  <a:lnTo>
                    <a:pt x="1411115" y="514996"/>
                  </a:lnTo>
                  <a:lnTo>
                    <a:pt x="1377517" y="513760"/>
                  </a:lnTo>
                  <a:lnTo>
                    <a:pt x="1343919" y="512801"/>
                  </a:lnTo>
                  <a:lnTo>
                    <a:pt x="1310321" y="512119"/>
                  </a:lnTo>
                  <a:lnTo>
                    <a:pt x="1276723" y="511712"/>
                  </a:lnTo>
                  <a:lnTo>
                    <a:pt x="1243125" y="511577"/>
                  </a:lnTo>
                  <a:lnTo>
                    <a:pt x="1209527" y="511711"/>
                  </a:lnTo>
                  <a:lnTo>
                    <a:pt x="1175929" y="512106"/>
                  </a:lnTo>
                  <a:lnTo>
                    <a:pt x="1142331" y="512758"/>
                  </a:lnTo>
                  <a:lnTo>
                    <a:pt x="1108733" y="513659"/>
                  </a:lnTo>
                  <a:lnTo>
                    <a:pt x="1075135" y="514799"/>
                  </a:lnTo>
                  <a:lnTo>
                    <a:pt x="1041537" y="516171"/>
                  </a:lnTo>
                  <a:lnTo>
                    <a:pt x="1007939" y="517765"/>
                  </a:lnTo>
                  <a:lnTo>
                    <a:pt x="974341" y="519571"/>
                  </a:lnTo>
                  <a:lnTo>
                    <a:pt x="940743" y="521579"/>
                  </a:lnTo>
                  <a:lnTo>
                    <a:pt x="907145" y="523779"/>
                  </a:lnTo>
                  <a:lnTo>
                    <a:pt x="873547" y="526163"/>
                  </a:lnTo>
                  <a:lnTo>
                    <a:pt x="839949" y="528719"/>
                  </a:lnTo>
                  <a:lnTo>
                    <a:pt x="806351" y="531439"/>
                  </a:lnTo>
                  <a:lnTo>
                    <a:pt x="772753" y="534313"/>
                  </a:lnTo>
                  <a:lnTo>
                    <a:pt x="739155" y="537332"/>
                  </a:lnTo>
                  <a:lnTo>
                    <a:pt x="705557" y="540488"/>
                  </a:lnTo>
                  <a:lnTo>
                    <a:pt x="671959" y="543773"/>
                  </a:lnTo>
                  <a:lnTo>
                    <a:pt x="638361" y="547180"/>
                  </a:lnTo>
                  <a:lnTo>
                    <a:pt x="604763" y="550700"/>
                  </a:lnTo>
                  <a:lnTo>
                    <a:pt x="571165" y="554327"/>
                  </a:lnTo>
                  <a:lnTo>
                    <a:pt x="537567" y="558055"/>
                  </a:lnTo>
                  <a:lnTo>
                    <a:pt x="503969" y="561877"/>
                  </a:lnTo>
                  <a:lnTo>
                    <a:pt x="470371" y="565789"/>
                  </a:lnTo>
                  <a:lnTo>
                    <a:pt x="436773" y="569783"/>
                  </a:lnTo>
                  <a:lnTo>
                    <a:pt x="403175" y="573856"/>
                  </a:lnTo>
                  <a:lnTo>
                    <a:pt x="369577" y="578002"/>
                  </a:lnTo>
                  <a:lnTo>
                    <a:pt x="335979" y="582218"/>
                  </a:lnTo>
                  <a:lnTo>
                    <a:pt x="302381" y="586499"/>
                  </a:lnTo>
                  <a:lnTo>
                    <a:pt x="268783" y="590841"/>
                  </a:lnTo>
                  <a:lnTo>
                    <a:pt x="235185" y="595241"/>
                  </a:lnTo>
                  <a:lnTo>
                    <a:pt x="201587" y="599696"/>
                  </a:lnTo>
                  <a:lnTo>
                    <a:pt x="167989" y="604202"/>
                  </a:lnTo>
                  <a:lnTo>
                    <a:pt x="134391" y="608756"/>
                  </a:lnTo>
                  <a:lnTo>
                    <a:pt x="100793" y="613356"/>
                  </a:lnTo>
                  <a:lnTo>
                    <a:pt x="67195" y="617999"/>
                  </a:lnTo>
                  <a:lnTo>
                    <a:pt x="33597" y="622684"/>
                  </a:lnTo>
                  <a:lnTo>
                    <a:pt x="0" y="627406"/>
                  </a:lnTo>
                  <a:close/>
                </a:path>
              </a:pathLst>
            </a:custGeom>
            <a:solidFill>
              <a:srgbClr val="F4A582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4174919" y="1530232"/>
              <a:ext cx="2654241" cy="195795"/>
            </a:xfrm>
            <a:custGeom>
              <a:avLst/>
              <a:pathLst>
                <a:path w="2654241" h="195795">
                  <a:moveTo>
                    <a:pt x="0" y="0"/>
                  </a:moveTo>
                  <a:lnTo>
                    <a:pt x="33597" y="6692"/>
                  </a:lnTo>
                  <a:lnTo>
                    <a:pt x="67195" y="13346"/>
                  </a:lnTo>
                  <a:lnTo>
                    <a:pt x="100793" y="19960"/>
                  </a:lnTo>
                  <a:lnTo>
                    <a:pt x="134391" y="26530"/>
                  </a:lnTo>
                  <a:lnTo>
                    <a:pt x="167989" y="33054"/>
                  </a:lnTo>
                  <a:lnTo>
                    <a:pt x="201587" y="39530"/>
                  </a:lnTo>
                  <a:lnTo>
                    <a:pt x="235185" y="45955"/>
                  </a:lnTo>
                  <a:lnTo>
                    <a:pt x="268783" y="52325"/>
                  </a:lnTo>
                  <a:lnTo>
                    <a:pt x="302381" y="58637"/>
                  </a:lnTo>
                  <a:lnTo>
                    <a:pt x="335979" y="64888"/>
                  </a:lnTo>
                  <a:lnTo>
                    <a:pt x="369577" y="71074"/>
                  </a:lnTo>
                  <a:lnTo>
                    <a:pt x="403175" y="77190"/>
                  </a:lnTo>
                  <a:lnTo>
                    <a:pt x="436773" y="83233"/>
                  </a:lnTo>
                  <a:lnTo>
                    <a:pt x="470371" y="89198"/>
                  </a:lnTo>
                  <a:lnTo>
                    <a:pt x="503969" y="95079"/>
                  </a:lnTo>
                  <a:lnTo>
                    <a:pt x="537567" y="100871"/>
                  </a:lnTo>
                  <a:lnTo>
                    <a:pt x="571165" y="106569"/>
                  </a:lnTo>
                  <a:lnTo>
                    <a:pt x="604763" y="112166"/>
                  </a:lnTo>
                  <a:lnTo>
                    <a:pt x="638361" y="117656"/>
                  </a:lnTo>
                  <a:lnTo>
                    <a:pt x="671959" y="123033"/>
                  </a:lnTo>
                  <a:lnTo>
                    <a:pt x="705557" y="128288"/>
                  </a:lnTo>
                  <a:lnTo>
                    <a:pt x="739155" y="133414"/>
                  </a:lnTo>
                  <a:lnTo>
                    <a:pt x="772753" y="138404"/>
                  </a:lnTo>
                  <a:lnTo>
                    <a:pt x="806351" y="143248"/>
                  </a:lnTo>
                  <a:lnTo>
                    <a:pt x="839949" y="147937"/>
                  </a:lnTo>
                  <a:lnTo>
                    <a:pt x="873547" y="152464"/>
                  </a:lnTo>
                  <a:lnTo>
                    <a:pt x="907145" y="156817"/>
                  </a:lnTo>
                  <a:lnTo>
                    <a:pt x="940743" y="160988"/>
                  </a:lnTo>
                  <a:lnTo>
                    <a:pt x="974341" y="164966"/>
                  </a:lnTo>
                  <a:lnTo>
                    <a:pt x="1007939" y="168742"/>
                  </a:lnTo>
                  <a:lnTo>
                    <a:pt x="1041537" y="172306"/>
                  </a:lnTo>
                  <a:lnTo>
                    <a:pt x="1075135" y="175647"/>
                  </a:lnTo>
                  <a:lnTo>
                    <a:pt x="1108733" y="178758"/>
                  </a:lnTo>
                  <a:lnTo>
                    <a:pt x="1142331" y="181628"/>
                  </a:lnTo>
                  <a:lnTo>
                    <a:pt x="1175929" y="184250"/>
                  </a:lnTo>
                  <a:lnTo>
                    <a:pt x="1209527" y="186616"/>
                  </a:lnTo>
                  <a:lnTo>
                    <a:pt x="1243125" y="188720"/>
                  </a:lnTo>
                  <a:lnTo>
                    <a:pt x="1276723" y="190555"/>
                  </a:lnTo>
                  <a:lnTo>
                    <a:pt x="1310321" y="192118"/>
                  </a:lnTo>
                  <a:lnTo>
                    <a:pt x="1343919" y="193406"/>
                  </a:lnTo>
                  <a:lnTo>
                    <a:pt x="1377517" y="194417"/>
                  </a:lnTo>
                  <a:lnTo>
                    <a:pt x="1411115" y="195151"/>
                  </a:lnTo>
                  <a:lnTo>
                    <a:pt x="1444713" y="195610"/>
                  </a:lnTo>
                  <a:lnTo>
                    <a:pt x="1478311" y="195795"/>
                  </a:lnTo>
                  <a:lnTo>
                    <a:pt x="1511909" y="195712"/>
                  </a:lnTo>
                  <a:lnTo>
                    <a:pt x="1545507" y="195365"/>
                  </a:lnTo>
                  <a:lnTo>
                    <a:pt x="1579105" y="194761"/>
                  </a:lnTo>
                  <a:lnTo>
                    <a:pt x="1612703" y="193906"/>
                  </a:lnTo>
                  <a:lnTo>
                    <a:pt x="1646301" y="192810"/>
                  </a:lnTo>
                  <a:lnTo>
                    <a:pt x="1679899" y="191481"/>
                  </a:lnTo>
                  <a:lnTo>
                    <a:pt x="1713497" y="189929"/>
                  </a:lnTo>
                  <a:lnTo>
                    <a:pt x="1747095" y="188162"/>
                  </a:lnTo>
                  <a:lnTo>
                    <a:pt x="1780693" y="186191"/>
                  </a:lnTo>
                  <a:lnTo>
                    <a:pt x="1814291" y="184026"/>
                  </a:lnTo>
                  <a:lnTo>
                    <a:pt x="1847889" y="181676"/>
                  </a:lnTo>
                  <a:lnTo>
                    <a:pt x="1881487" y="179152"/>
                  </a:lnTo>
                  <a:lnTo>
                    <a:pt x="1915085" y="176462"/>
                  </a:lnTo>
                  <a:lnTo>
                    <a:pt x="1948683" y="173617"/>
                  </a:lnTo>
                  <a:lnTo>
                    <a:pt x="1982281" y="170624"/>
                  </a:lnTo>
                  <a:lnTo>
                    <a:pt x="2015879" y="167493"/>
                  </a:lnTo>
                  <a:lnTo>
                    <a:pt x="2049477" y="164231"/>
                  </a:lnTo>
                  <a:lnTo>
                    <a:pt x="2083075" y="160847"/>
                  </a:lnTo>
                  <a:lnTo>
                    <a:pt x="2116673" y="157348"/>
                  </a:lnTo>
                  <a:lnTo>
                    <a:pt x="2150271" y="153740"/>
                  </a:lnTo>
                  <a:lnTo>
                    <a:pt x="2183869" y="150031"/>
                  </a:lnTo>
                  <a:lnTo>
                    <a:pt x="2217467" y="146226"/>
                  </a:lnTo>
                  <a:lnTo>
                    <a:pt x="2251065" y="142331"/>
                  </a:lnTo>
                  <a:lnTo>
                    <a:pt x="2284663" y="138352"/>
                  </a:lnTo>
                  <a:lnTo>
                    <a:pt x="2318261" y="134294"/>
                  </a:lnTo>
                  <a:lnTo>
                    <a:pt x="2351859" y="130161"/>
                  </a:lnTo>
                  <a:lnTo>
                    <a:pt x="2385457" y="125958"/>
                  </a:lnTo>
                  <a:lnTo>
                    <a:pt x="2419055" y="121689"/>
                  </a:lnTo>
                  <a:lnTo>
                    <a:pt x="2452653" y="117358"/>
                  </a:lnTo>
                  <a:lnTo>
                    <a:pt x="2486251" y="112968"/>
                  </a:lnTo>
                  <a:lnTo>
                    <a:pt x="2519849" y="108524"/>
                  </a:lnTo>
                  <a:lnTo>
                    <a:pt x="2553447" y="104027"/>
                  </a:lnTo>
                  <a:lnTo>
                    <a:pt x="2587045" y="99482"/>
                  </a:lnTo>
                  <a:lnTo>
                    <a:pt x="2620643" y="94890"/>
                  </a:lnTo>
                  <a:lnTo>
                    <a:pt x="2654241" y="90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4174919" y="2041810"/>
              <a:ext cx="2654241" cy="181205"/>
            </a:xfrm>
            <a:custGeom>
              <a:avLst/>
              <a:pathLst>
                <a:path w="2654241" h="181205">
                  <a:moveTo>
                    <a:pt x="2654241" y="181205"/>
                  </a:moveTo>
                  <a:lnTo>
                    <a:pt x="2620643" y="174600"/>
                  </a:lnTo>
                  <a:lnTo>
                    <a:pt x="2587045" y="168038"/>
                  </a:lnTo>
                  <a:lnTo>
                    <a:pt x="2553447" y="161523"/>
                  </a:lnTo>
                  <a:lnTo>
                    <a:pt x="2519849" y="155056"/>
                  </a:lnTo>
                  <a:lnTo>
                    <a:pt x="2486251" y="148642"/>
                  </a:lnTo>
                  <a:lnTo>
                    <a:pt x="2452653" y="142282"/>
                  </a:lnTo>
                  <a:lnTo>
                    <a:pt x="2419055" y="135981"/>
                  </a:lnTo>
                  <a:lnTo>
                    <a:pt x="2385457" y="129742"/>
                  </a:lnTo>
                  <a:lnTo>
                    <a:pt x="2351859" y="123569"/>
                  </a:lnTo>
                  <a:lnTo>
                    <a:pt x="2318261" y="117466"/>
                  </a:lnTo>
                  <a:lnTo>
                    <a:pt x="2284663" y="111438"/>
                  </a:lnTo>
                  <a:lnTo>
                    <a:pt x="2251065" y="105489"/>
                  </a:lnTo>
                  <a:lnTo>
                    <a:pt x="2217467" y="99624"/>
                  </a:lnTo>
                  <a:lnTo>
                    <a:pt x="2183869" y="93849"/>
                  </a:lnTo>
                  <a:lnTo>
                    <a:pt x="2150271" y="88170"/>
                  </a:lnTo>
                  <a:lnTo>
                    <a:pt x="2116673" y="82592"/>
                  </a:lnTo>
                  <a:lnTo>
                    <a:pt x="2083075" y="77122"/>
                  </a:lnTo>
                  <a:lnTo>
                    <a:pt x="2049477" y="71768"/>
                  </a:lnTo>
                  <a:lnTo>
                    <a:pt x="2015879" y="66537"/>
                  </a:lnTo>
                  <a:lnTo>
                    <a:pt x="1982281" y="61436"/>
                  </a:lnTo>
                  <a:lnTo>
                    <a:pt x="1948683" y="56473"/>
                  </a:lnTo>
                  <a:lnTo>
                    <a:pt x="1915085" y="51657"/>
                  </a:lnTo>
                  <a:lnTo>
                    <a:pt x="1881487" y="46998"/>
                  </a:lnTo>
                  <a:lnTo>
                    <a:pt x="1847889" y="42503"/>
                  </a:lnTo>
                  <a:lnTo>
                    <a:pt x="1814291" y="38184"/>
                  </a:lnTo>
                  <a:lnTo>
                    <a:pt x="1780693" y="34048"/>
                  </a:lnTo>
                  <a:lnTo>
                    <a:pt x="1747095" y="30107"/>
                  </a:lnTo>
                  <a:lnTo>
                    <a:pt x="1713497" y="26371"/>
                  </a:lnTo>
                  <a:lnTo>
                    <a:pt x="1679899" y="22848"/>
                  </a:lnTo>
                  <a:lnTo>
                    <a:pt x="1646301" y="19549"/>
                  </a:lnTo>
                  <a:lnTo>
                    <a:pt x="1612703" y="16483"/>
                  </a:lnTo>
                  <a:lnTo>
                    <a:pt x="1579105" y="13659"/>
                  </a:lnTo>
                  <a:lnTo>
                    <a:pt x="1545507" y="11084"/>
                  </a:lnTo>
                  <a:lnTo>
                    <a:pt x="1511909" y="8767"/>
                  </a:lnTo>
                  <a:lnTo>
                    <a:pt x="1478311" y="6714"/>
                  </a:lnTo>
                  <a:lnTo>
                    <a:pt x="1444713" y="4929"/>
                  </a:lnTo>
                  <a:lnTo>
                    <a:pt x="1411115" y="3418"/>
                  </a:lnTo>
                  <a:lnTo>
                    <a:pt x="1377517" y="2182"/>
                  </a:lnTo>
                  <a:lnTo>
                    <a:pt x="1343919" y="1223"/>
                  </a:lnTo>
                  <a:lnTo>
                    <a:pt x="1310321" y="541"/>
                  </a:lnTo>
                  <a:lnTo>
                    <a:pt x="1276723" y="134"/>
                  </a:lnTo>
                  <a:lnTo>
                    <a:pt x="1243125" y="0"/>
                  </a:lnTo>
                  <a:lnTo>
                    <a:pt x="1209527" y="133"/>
                  </a:lnTo>
                  <a:lnTo>
                    <a:pt x="1175929" y="529"/>
                  </a:lnTo>
                  <a:lnTo>
                    <a:pt x="1142331" y="1181"/>
                  </a:lnTo>
                  <a:lnTo>
                    <a:pt x="1108733" y="2081"/>
                  </a:lnTo>
                  <a:lnTo>
                    <a:pt x="1075135" y="3222"/>
                  </a:lnTo>
                  <a:lnTo>
                    <a:pt x="1041537" y="4593"/>
                  </a:lnTo>
                  <a:lnTo>
                    <a:pt x="1007939" y="6187"/>
                  </a:lnTo>
                  <a:lnTo>
                    <a:pt x="974341" y="7993"/>
                  </a:lnTo>
                  <a:lnTo>
                    <a:pt x="940743" y="10001"/>
                  </a:lnTo>
                  <a:lnTo>
                    <a:pt x="907145" y="12202"/>
                  </a:lnTo>
                  <a:lnTo>
                    <a:pt x="873547" y="14585"/>
                  </a:lnTo>
                  <a:lnTo>
                    <a:pt x="839949" y="17141"/>
                  </a:lnTo>
                  <a:lnTo>
                    <a:pt x="806351" y="19861"/>
                  </a:lnTo>
                  <a:lnTo>
                    <a:pt x="772753" y="22735"/>
                  </a:lnTo>
                  <a:lnTo>
                    <a:pt x="739155" y="25754"/>
                  </a:lnTo>
                  <a:lnTo>
                    <a:pt x="705557" y="28911"/>
                  </a:lnTo>
                  <a:lnTo>
                    <a:pt x="671959" y="32196"/>
                  </a:lnTo>
                  <a:lnTo>
                    <a:pt x="638361" y="35602"/>
                  </a:lnTo>
                  <a:lnTo>
                    <a:pt x="604763" y="39122"/>
                  </a:lnTo>
                  <a:lnTo>
                    <a:pt x="571165" y="42750"/>
                  </a:lnTo>
                  <a:lnTo>
                    <a:pt x="537567" y="46478"/>
                  </a:lnTo>
                  <a:lnTo>
                    <a:pt x="503969" y="50300"/>
                  </a:lnTo>
                  <a:lnTo>
                    <a:pt x="470371" y="54211"/>
                  </a:lnTo>
                  <a:lnTo>
                    <a:pt x="436773" y="58205"/>
                  </a:lnTo>
                  <a:lnTo>
                    <a:pt x="403175" y="62278"/>
                  </a:lnTo>
                  <a:lnTo>
                    <a:pt x="369577" y="66425"/>
                  </a:lnTo>
                  <a:lnTo>
                    <a:pt x="335979" y="70640"/>
                  </a:lnTo>
                  <a:lnTo>
                    <a:pt x="302381" y="74921"/>
                  </a:lnTo>
                  <a:lnTo>
                    <a:pt x="268783" y="79264"/>
                  </a:lnTo>
                  <a:lnTo>
                    <a:pt x="235185" y="83664"/>
                  </a:lnTo>
                  <a:lnTo>
                    <a:pt x="201587" y="88118"/>
                  </a:lnTo>
                  <a:lnTo>
                    <a:pt x="167989" y="92624"/>
                  </a:lnTo>
                  <a:lnTo>
                    <a:pt x="134391" y="97178"/>
                  </a:lnTo>
                  <a:lnTo>
                    <a:pt x="100793" y="101779"/>
                  </a:lnTo>
                  <a:lnTo>
                    <a:pt x="67195" y="106422"/>
                  </a:lnTo>
                  <a:lnTo>
                    <a:pt x="33597" y="111106"/>
                  </a:lnTo>
                  <a:lnTo>
                    <a:pt x="0" y="1158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4174919" y="1843936"/>
              <a:ext cx="2654241" cy="77816"/>
            </a:xfrm>
            <a:custGeom>
              <a:avLst/>
              <a:pathLst>
                <a:path w="2654241" h="77816">
                  <a:moveTo>
                    <a:pt x="0" y="0"/>
                  </a:moveTo>
                  <a:lnTo>
                    <a:pt x="33597" y="985"/>
                  </a:lnTo>
                  <a:lnTo>
                    <a:pt x="67195" y="1970"/>
                  </a:lnTo>
                  <a:lnTo>
                    <a:pt x="100793" y="2955"/>
                  </a:lnTo>
                  <a:lnTo>
                    <a:pt x="134391" y="3940"/>
                  </a:lnTo>
                  <a:lnTo>
                    <a:pt x="167989" y="4925"/>
                  </a:lnTo>
                  <a:lnTo>
                    <a:pt x="201587" y="5910"/>
                  </a:lnTo>
                  <a:lnTo>
                    <a:pt x="235185" y="6895"/>
                  </a:lnTo>
                  <a:lnTo>
                    <a:pt x="268783" y="7880"/>
                  </a:lnTo>
                  <a:lnTo>
                    <a:pt x="302381" y="8865"/>
                  </a:lnTo>
                  <a:lnTo>
                    <a:pt x="335979" y="9850"/>
                  </a:lnTo>
                  <a:lnTo>
                    <a:pt x="369577" y="10835"/>
                  </a:lnTo>
                  <a:lnTo>
                    <a:pt x="403175" y="11820"/>
                  </a:lnTo>
                  <a:lnTo>
                    <a:pt x="436773" y="12805"/>
                  </a:lnTo>
                  <a:lnTo>
                    <a:pt x="470371" y="13790"/>
                  </a:lnTo>
                  <a:lnTo>
                    <a:pt x="503969" y="14775"/>
                  </a:lnTo>
                  <a:lnTo>
                    <a:pt x="537567" y="15760"/>
                  </a:lnTo>
                  <a:lnTo>
                    <a:pt x="571165" y="16745"/>
                  </a:lnTo>
                  <a:lnTo>
                    <a:pt x="604763" y="17730"/>
                  </a:lnTo>
                  <a:lnTo>
                    <a:pt x="638361" y="18715"/>
                  </a:lnTo>
                  <a:lnTo>
                    <a:pt x="671959" y="19700"/>
                  </a:lnTo>
                  <a:lnTo>
                    <a:pt x="705557" y="20685"/>
                  </a:lnTo>
                  <a:lnTo>
                    <a:pt x="739155" y="21670"/>
                  </a:lnTo>
                  <a:lnTo>
                    <a:pt x="772753" y="22655"/>
                  </a:lnTo>
                  <a:lnTo>
                    <a:pt x="806351" y="23640"/>
                  </a:lnTo>
                  <a:lnTo>
                    <a:pt x="839949" y="24625"/>
                  </a:lnTo>
                  <a:lnTo>
                    <a:pt x="873547" y="25610"/>
                  </a:lnTo>
                  <a:lnTo>
                    <a:pt x="907145" y="26595"/>
                  </a:lnTo>
                  <a:lnTo>
                    <a:pt x="940743" y="27580"/>
                  </a:lnTo>
                  <a:lnTo>
                    <a:pt x="974341" y="28565"/>
                  </a:lnTo>
                  <a:lnTo>
                    <a:pt x="1007939" y="29550"/>
                  </a:lnTo>
                  <a:lnTo>
                    <a:pt x="1041537" y="30535"/>
                  </a:lnTo>
                  <a:lnTo>
                    <a:pt x="1075135" y="31520"/>
                  </a:lnTo>
                  <a:lnTo>
                    <a:pt x="1108733" y="32505"/>
                  </a:lnTo>
                  <a:lnTo>
                    <a:pt x="1142331" y="33490"/>
                  </a:lnTo>
                  <a:lnTo>
                    <a:pt x="1175929" y="34475"/>
                  </a:lnTo>
                  <a:lnTo>
                    <a:pt x="1209527" y="35460"/>
                  </a:lnTo>
                  <a:lnTo>
                    <a:pt x="1243125" y="36445"/>
                  </a:lnTo>
                  <a:lnTo>
                    <a:pt x="1276723" y="37430"/>
                  </a:lnTo>
                  <a:lnTo>
                    <a:pt x="1310321" y="38415"/>
                  </a:lnTo>
                  <a:lnTo>
                    <a:pt x="1343919" y="39400"/>
                  </a:lnTo>
                  <a:lnTo>
                    <a:pt x="1377517" y="40385"/>
                  </a:lnTo>
                  <a:lnTo>
                    <a:pt x="1411115" y="41370"/>
                  </a:lnTo>
                  <a:lnTo>
                    <a:pt x="1444713" y="42355"/>
                  </a:lnTo>
                  <a:lnTo>
                    <a:pt x="1478311" y="43340"/>
                  </a:lnTo>
                  <a:lnTo>
                    <a:pt x="1511909" y="44325"/>
                  </a:lnTo>
                  <a:lnTo>
                    <a:pt x="1545507" y="45310"/>
                  </a:lnTo>
                  <a:lnTo>
                    <a:pt x="1579105" y="46295"/>
                  </a:lnTo>
                  <a:lnTo>
                    <a:pt x="1612703" y="47280"/>
                  </a:lnTo>
                  <a:lnTo>
                    <a:pt x="1646301" y="48265"/>
                  </a:lnTo>
                  <a:lnTo>
                    <a:pt x="1679899" y="49250"/>
                  </a:lnTo>
                  <a:lnTo>
                    <a:pt x="1713497" y="50235"/>
                  </a:lnTo>
                  <a:lnTo>
                    <a:pt x="1747095" y="51220"/>
                  </a:lnTo>
                  <a:lnTo>
                    <a:pt x="1780693" y="52205"/>
                  </a:lnTo>
                  <a:lnTo>
                    <a:pt x="1814291" y="53190"/>
                  </a:lnTo>
                  <a:lnTo>
                    <a:pt x="1847889" y="54175"/>
                  </a:lnTo>
                  <a:lnTo>
                    <a:pt x="1881487" y="55160"/>
                  </a:lnTo>
                  <a:lnTo>
                    <a:pt x="1915085" y="56145"/>
                  </a:lnTo>
                  <a:lnTo>
                    <a:pt x="1948683" y="57130"/>
                  </a:lnTo>
                  <a:lnTo>
                    <a:pt x="1982281" y="58115"/>
                  </a:lnTo>
                  <a:lnTo>
                    <a:pt x="2015879" y="59100"/>
                  </a:lnTo>
                  <a:lnTo>
                    <a:pt x="2049477" y="60085"/>
                  </a:lnTo>
                  <a:lnTo>
                    <a:pt x="2083075" y="61070"/>
                  </a:lnTo>
                  <a:lnTo>
                    <a:pt x="2116673" y="62055"/>
                  </a:lnTo>
                  <a:lnTo>
                    <a:pt x="2150271" y="63040"/>
                  </a:lnTo>
                  <a:lnTo>
                    <a:pt x="2183869" y="64025"/>
                  </a:lnTo>
                  <a:lnTo>
                    <a:pt x="2217467" y="65010"/>
                  </a:lnTo>
                  <a:lnTo>
                    <a:pt x="2251065" y="65995"/>
                  </a:lnTo>
                  <a:lnTo>
                    <a:pt x="2284663" y="66980"/>
                  </a:lnTo>
                  <a:lnTo>
                    <a:pt x="2318261" y="67965"/>
                  </a:lnTo>
                  <a:lnTo>
                    <a:pt x="2351859" y="68950"/>
                  </a:lnTo>
                  <a:lnTo>
                    <a:pt x="2385457" y="69935"/>
                  </a:lnTo>
                  <a:lnTo>
                    <a:pt x="2419055" y="70920"/>
                  </a:lnTo>
                  <a:lnTo>
                    <a:pt x="2452653" y="71905"/>
                  </a:lnTo>
                  <a:lnTo>
                    <a:pt x="2486251" y="72890"/>
                  </a:lnTo>
                  <a:lnTo>
                    <a:pt x="2519849" y="73875"/>
                  </a:lnTo>
                  <a:lnTo>
                    <a:pt x="2553447" y="74860"/>
                  </a:lnTo>
                  <a:lnTo>
                    <a:pt x="2587045" y="75845"/>
                  </a:lnTo>
                  <a:lnTo>
                    <a:pt x="2620643" y="76830"/>
                  </a:lnTo>
                  <a:lnTo>
                    <a:pt x="2654241" y="77816"/>
                  </a:lnTo>
                </a:path>
              </a:pathLst>
            </a:custGeom>
            <a:ln w="14905" cap="flat">
              <a:solidFill>
                <a:srgbClr val="F4A5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437875" y="161744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6267831" y="182737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152267" y="231872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752235" y="274228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161249" y="145355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795209" y="237579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6422763" y="194025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854013" y="172675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668635" y="186361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447665" y="260867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449529" y="197913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06508" y="159364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33347" y="184946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342214" y="96427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177833" y="176784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6065542" y="154206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6010720" y="182026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986342" y="208276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759502" y="193578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4036" y="133922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50827" y="171005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204395" y="110349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704180" y="201263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578409" y="138960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7505" y="261817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385676" y="228345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900561" y="211660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581541" y="132290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359858" y="198525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714792" y="216653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017494" y="164169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tx131"/>
            <p:cNvSpPr/>
            <p:nvPr/>
          </p:nvSpPr>
          <p:spPr>
            <a:xfrm>
              <a:off x="6532338" y="916114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β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6599953" y="916114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6667568" y="916114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6727156" y="930471"/>
              <a:ext cx="210403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0.114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6619351" y="1057133"/>
              <a:ext cx="48188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1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6694505" y="1042777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762119" y="1057133"/>
              <a:ext cx="168615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0.76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4042207" y="898028"/>
              <a:ext cx="2919665" cy="1955805"/>
            </a:xfrm>
            <a:prstGeom prst="rect">
              <a:avLst/>
            </a:prstGeom>
            <a:noFill/>
            <a:ln w="10840" cap="rnd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tx139"/>
            <p:cNvSpPr/>
            <p:nvPr/>
          </p:nvSpPr>
          <p:spPr>
            <a:xfrm>
              <a:off x="3909857" y="2631554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3909857" y="2212777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3940215" y="1793999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3940215" y="1375222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3940215" y="956445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44" name="pl144"/>
            <p:cNvSpPr/>
            <p:nvPr/>
          </p:nvSpPr>
          <p:spPr>
            <a:xfrm>
              <a:off x="4013739" y="266424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4013739" y="224546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4013739" y="182668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4013739" y="140791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4013739" y="98913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4721302" y="285383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5538799" y="285383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6356297" y="285383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tx152"/>
            <p:cNvSpPr/>
            <p:nvPr/>
          </p:nvSpPr>
          <p:spPr>
            <a:xfrm>
              <a:off x="4642709" y="2905076"/>
              <a:ext cx="15718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-0.5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5475386" y="2905076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6292883" y="2905076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4648951" y="3018035"/>
              <a:ext cx="1706178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Residuals (Current survey efforts)</a:t>
              </a:r>
            </a:p>
          </p:txBody>
        </p:sp>
        <p:sp>
          <p:nvSpPr>
            <p:cNvPr id="156" name="tx156"/>
            <p:cNvSpPr/>
            <p:nvPr/>
          </p:nvSpPr>
          <p:spPr>
            <a:xfrm rot="-5400000">
              <a:off x="3190925" y="1835011"/>
              <a:ext cx="125117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Residuals (New records)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3782292" y="892526"/>
              <a:ext cx="8531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58" name="rc158"/>
            <p:cNvSpPr/>
            <p:nvPr/>
          </p:nvSpPr>
          <p:spPr>
            <a:xfrm>
              <a:off x="252469" y="3187094"/>
              <a:ext cx="3434556" cy="23523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3687025" y="3187094"/>
              <a:ext cx="4290105" cy="23523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78791" y="3250356"/>
              <a:ext cx="2919665" cy="1955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678791" y="5107873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678791" y="4649067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678791" y="4190261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678791" y="3731455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678791" y="3272650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790880" y="3250356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597098" y="3250356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2403316" y="3250356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3209534" y="3250356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811503" y="3669038"/>
              <a:ext cx="2654241" cy="1434869"/>
            </a:xfrm>
            <a:custGeom>
              <a:avLst/>
              <a:pathLst>
                <a:path w="2654241" h="1434869">
                  <a:moveTo>
                    <a:pt x="0" y="497708"/>
                  </a:moveTo>
                  <a:lnTo>
                    <a:pt x="33597" y="498370"/>
                  </a:lnTo>
                  <a:lnTo>
                    <a:pt x="67195" y="499009"/>
                  </a:lnTo>
                  <a:lnTo>
                    <a:pt x="100793" y="499622"/>
                  </a:lnTo>
                  <a:lnTo>
                    <a:pt x="134391" y="500208"/>
                  </a:lnTo>
                  <a:lnTo>
                    <a:pt x="167989" y="500765"/>
                  </a:lnTo>
                  <a:lnTo>
                    <a:pt x="201587" y="501291"/>
                  </a:lnTo>
                  <a:lnTo>
                    <a:pt x="235185" y="501785"/>
                  </a:lnTo>
                  <a:lnTo>
                    <a:pt x="268783" y="502245"/>
                  </a:lnTo>
                  <a:lnTo>
                    <a:pt x="302381" y="502667"/>
                  </a:lnTo>
                  <a:lnTo>
                    <a:pt x="335979" y="503051"/>
                  </a:lnTo>
                  <a:lnTo>
                    <a:pt x="369577" y="503393"/>
                  </a:lnTo>
                  <a:lnTo>
                    <a:pt x="403175" y="503690"/>
                  </a:lnTo>
                  <a:lnTo>
                    <a:pt x="436773" y="503939"/>
                  </a:lnTo>
                  <a:lnTo>
                    <a:pt x="470371" y="504137"/>
                  </a:lnTo>
                  <a:lnTo>
                    <a:pt x="503969" y="504281"/>
                  </a:lnTo>
                  <a:lnTo>
                    <a:pt x="537567" y="504365"/>
                  </a:lnTo>
                  <a:lnTo>
                    <a:pt x="571165" y="504387"/>
                  </a:lnTo>
                  <a:lnTo>
                    <a:pt x="604763" y="504341"/>
                  </a:lnTo>
                  <a:lnTo>
                    <a:pt x="638361" y="504221"/>
                  </a:lnTo>
                  <a:lnTo>
                    <a:pt x="671959" y="504023"/>
                  </a:lnTo>
                  <a:lnTo>
                    <a:pt x="705557" y="503740"/>
                  </a:lnTo>
                  <a:lnTo>
                    <a:pt x="739155" y="503365"/>
                  </a:lnTo>
                  <a:lnTo>
                    <a:pt x="772753" y="502891"/>
                  </a:lnTo>
                  <a:lnTo>
                    <a:pt x="806351" y="502310"/>
                  </a:lnTo>
                  <a:lnTo>
                    <a:pt x="839949" y="501612"/>
                  </a:lnTo>
                  <a:lnTo>
                    <a:pt x="873547" y="500788"/>
                  </a:lnTo>
                  <a:lnTo>
                    <a:pt x="907145" y="499827"/>
                  </a:lnTo>
                  <a:lnTo>
                    <a:pt x="940743" y="498716"/>
                  </a:lnTo>
                  <a:lnTo>
                    <a:pt x="974341" y="497445"/>
                  </a:lnTo>
                  <a:lnTo>
                    <a:pt x="1007939" y="495997"/>
                  </a:lnTo>
                  <a:lnTo>
                    <a:pt x="1041537" y="494358"/>
                  </a:lnTo>
                  <a:lnTo>
                    <a:pt x="1075135" y="492511"/>
                  </a:lnTo>
                  <a:lnTo>
                    <a:pt x="1108733" y="490439"/>
                  </a:lnTo>
                  <a:lnTo>
                    <a:pt x="1142331" y="488121"/>
                  </a:lnTo>
                  <a:lnTo>
                    <a:pt x="1175929" y="485538"/>
                  </a:lnTo>
                  <a:lnTo>
                    <a:pt x="1209527" y="482667"/>
                  </a:lnTo>
                  <a:lnTo>
                    <a:pt x="1243125" y="479486"/>
                  </a:lnTo>
                  <a:lnTo>
                    <a:pt x="1276723" y="475970"/>
                  </a:lnTo>
                  <a:lnTo>
                    <a:pt x="1310321" y="472095"/>
                  </a:lnTo>
                  <a:lnTo>
                    <a:pt x="1343919" y="467838"/>
                  </a:lnTo>
                  <a:lnTo>
                    <a:pt x="1377517" y="463172"/>
                  </a:lnTo>
                  <a:lnTo>
                    <a:pt x="1411115" y="458075"/>
                  </a:lnTo>
                  <a:lnTo>
                    <a:pt x="1444713" y="452526"/>
                  </a:lnTo>
                  <a:lnTo>
                    <a:pt x="1478311" y="446504"/>
                  </a:lnTo>
                  <a:lnTo>
                    <a:pt x="1511909" y="439993"/>
                  </a:lnTo>
                  <a:lnTo>
                    <a:pt x="1545507" y="432981"/>
                  </a:lnTo>
                  <a:lnTo>
                    <a:pt x="1579105" y="425458"/>
                  </a:lnTo>
                  <a:lnTo>
                    <a:pt x="1612703" y="417421"/>
                  </a:lnTo>
                  <a:lnTo>
                    <a:pt x="1646301" y="408869"/>
                  </a:lnTo>
                  <a:lnTo>
                    <a:pt x="1679899" y="399809"/>
                  </a:lnTo>
                  <a:lnTo>
                    <a:pt x="1713497" y="390250"/>
                  </a:lnTo>
                  <a:lnTo>
                    <a:pt x="1747095" y="380205"/>
                  </a:lnTo>
                  <a:lnTo>
                    <a:pt x="1780693" y="369693"/>
                  </a:lnTo>
                  <a:lnTo>
                    <a:pt x="1814291" y="358733"/>
                  </a:lnTo>
                  <a:lnTo>
                    <a:pt x="1847889" y="347348"/>
                  </a:lnTo>
                  <a:lnTo>
                    <a:pt x="1881487" y="335561"/>
                  </a:lnTo>
                  <a:lnTo>
                    <a:pt x="1915085" y="323396"/>
                  </a:lnTo>
                  <a:lnTo>
                    <a:pt x="1948683" y="310879"/>
                  </a:lnTo>
                  <a:lnTo>
                    <a:pt x="1982281" y="298033"/>
                  </a:lnTo>
                  <a:lnTo>
                    <a:pt x="2015879" y="284882"/>
                  </a:lnTo>
                  <a:lnTo>
                    <a:pt x="2049477" y="271449"/>
                  </a:lnTo>
                  <a:lnTo>
                    <a:pt x="2083075" y="257756"/>
                  </a:lnTo>
                  <a:lnTo>
                    <a:pt x="2116673" y="243822"/>
                  </a:lnTo>
                  <a:lnTo>
                    <a:pt x="2150271" y="229667"/>
                  </a:lnTo>
                  <a:lnTo>
                    <a:pt x="2183869" y="215308"/>
                  </a:lnTo>
                  <a:lnTo>
                    <a:pt x="2217467" y="200762"/>
                  </a:lnTo>
                  <a:lnTo>
                    <a:pt x="2251065" y="186044"/>
                  </a:lnTo>
                  <a:lnTo>
                    <a:pt x="2284663" y="171167"/>
                  </a:lnTo>
                  <a:lnTo>
                    <a:pt x="2318261" y="156145"/>
                  </a:lnTo>
                  <a:lnTo>
                    <a:pt x="2351859" y="140988"/>
                  </a:lnTo>
                  <a:lnTo>
                    <a:pt x="2385457" y="125707"/>
                  </a:lnTo>
                  <a:lnTo>
                    <a:pt x="2419055" y="110312"/>
                  </a:lnTo>
                  <a:lnTo>
                    <a:pt x="2452653" y="94812"/>
                  </a:lnTo>
                  <a:lnTo>
                    <a:pt x="2486251" y="79214"/>
                  </a:lnTo>
                  <a:lnTo>
                    <a:pt x="2519849" y="63526"/>
                  </a:lnTo>
                  <a:lnTo>
                    <a:pt x="2553447" y="47755"/>
                  </a:lnTo>
                  <a:lnTo>
                    <a:pt x="2587045" y="31907"/>
                  </a:lnTo>
                  <a:lnTo>
                    <a:pt x="2620643" y="15986"/>
                  </a:lnTo>
                  <a:lnTo>
                    <a:pt x="2654241" y="0"/>
                  </a:lnTo>
                  <a:lnTo>
                    <a:pt x="2654241" y="672569"/>
                  </a:lnTo>
                  <a:lnTo>
                    <a:pt x="2620643" y="672532"/>
                  </a:lnTo>
                  <a:lnTo>
                    <a:pt x="2587045" y="672561"/>
                  </a:lnTo>
                  <a:lnTo>
                    <a:pt x="2553447" y="672662"/>
                  </a:lnTo>
                  <a:lnTo>
                    <a:pt x="2519849" y="672840"/>
                  </a:lnTo>
                  <a:lnTo>
                    <a:pt x="2486251" y="673102"/>
                  </a:lnTo>
                  <a:lnTo>
                    <a:pt x="2452653" y="673454"/>
                  </a:lnTo>
                  <a:lnTo>
                    <a:pt x="2419055" y="673903"/>
                  </a:lnTo>
                  <a:lnTo>
                    <a:pt x="2385457" y="674457"/>
                  </a:lnTo>
                  <a:lnTo>
                    <a:pt x="2351859" y="675126"/>
                  </a:lnTo>
                  <a:lnTo>
                    <a:pt x="2318261" y="675919"/>
                  </a:lnTo>
                  <a:lnTo>
                    <a:pt x="2284663" y="676845"/>
                  </a:lnTo>
                  <a:lnTo>
                    <a:pt x="2251065" y="677918"/>
                  </a:lnTo>
                  <a:lnTo>
                    <a:pt x="2217467" y="679149"/>
                  </a:lnTo>
                  <a:lnTo>
                    <a:pt x="2183869" y="680553"/>
                  </a:lnTo>
                  <a:lnTo>
                    <a:pt x="2150271" y="682144"/>
                  </a:lnTo>
                  <a:lnTo>
                    <a:pt x="2116673" y="683938"/>
                  </a:lnTo>
                  <a:lnTo>
                    <a:pt x="2083075" y="685954"/>
                  </a:lnTo>
                  <a:lnTo>
                    <a:pt x="2049477" y="688210"/>
                  </a:lnTo>
                  <a:lnTo>
                    <a:pt x="2015879" y="690727"/>
                  </a:lnTo>
                  <a:lnTo>
                    <a:pt x="1982281" y="693525"/>
                  </a:lnTo>
                  <a:lnTo>
                    <a:pt x="1948683" y="696629"/>
                  </a:lnTo>
                  <a:lnTo>
                    <a:pt x="1915085" y="700061"/>
                  </a:lnTo>
                  <a:lnTo>
                    <a:pt x="1881487" y="703846"/>
                  </a:lnTo>
                  <a:lnTo>
                    <a:pt x="1847889" y="708008"/>
                  </a:lnTo>
                  <a:lnTo>
                    <a:pt x="1814291" y="712572"/>
                  </a:lnTo>
                  <a:lnTo>
                    <a:pt x="1780693" y="717562"/>
                  </a:lnTo>
                  <a:lnTo>
                    <a:pt x="1747095" y="722999"/>
                  </a:lnTo>
                  <a:lnTo>
                    <a:pt x="1713497" y="728904"/>
                  </a:lnTo>
                  <a:lnTo>
                    <a:pt x="1679899" y="735294"/>
                  </a:lnTo>
                  <a:lnTo>
                    <a:pt x="1646301" y="742183"/>
                  </a:lnTo>
                  <a:lnTo>
                    <a:pt x="1612703" y="749581"/>
                  </a:lnTo>
                  <a:lnTo>
                    <a:pt x="1579105" y="757493"/>
                  </a:lnTo>
                  <a:lnTo>
                    <a:pt x="1545507" y="765920"/>
                  </a:lnTo>
                  <a:lnTo>
                    <a:pt x="1511909" y="774857"/>
                  </a:lnTo>
                  <a:lnTo>
                    <a:pt x="1478311" y="784296"/>
                  </a:lnTo>
                  <a:lnTo>
                    <a:pt x="1444713" y="794224"/>
                  </a:lnTo>
                  <a:lnTo>
                    <a:pt x="1411115" y="804624"/>
                  </a:lnTo>
                  <a:lnTo>
                    <a:pt x="1377517" y="815476"/>
                  </a:lnTo>
                  <a:lnTo>
                    <a:pt x="1343919" y="826760"/>
                  </a:lnTo>
                  <a:lnTo>
                    <a:pt x="1310321" y="838452"/>
                  </a:lnTo>
                  <a:lnTo>
                    <a:pt x="1276723" y="850527"/>
                  </a:lnTo>
                  <a:lnTo>
                    <a:pt x="1243125" y="862960"/>
                  </a:lnTo>
                  <a:lnTo>
                    <a:pt x="1209527" y="875729"/>
                  </a:lnTo>
                  <a:lnTo>
                    <a:pt x="1175929" y="888807"/>
                  </a:lnTo>
                  <a:lnTo>
                    <a:pt x="1142331" y="902173"/>
                  </a:lnTo>
                  <a:lnTo>
                    <a:pt x="1108733" y="915805"/>
                  </a:lnTo>
                  <a:lnTo>
                    <a:pt x="1075135" y="929682"/>
                  </a:lnTo>
                  <a:lnTo>
                    <a:pt x="1041537" y="943785"/>
                  </a:lnTo>
                  <a:lnTo>
                    <a:pt x="1007939" y="958096"/>
                  </a:lnTo>
                  <a:lnTo>
                    <a:pt x="974341" y="972597"/>
                  </a:lnTo>
                  <a:lnTo>
                    <a:pt x="940743" y="987275"/>
                  </a:lnTo>
                  <a:lnTo>
                    <a:pt x="907145" y="1002114"/>
                  </a:lnTo>
                  <a:lnTo>
                    <a:pt x="873547" y="1017103"/>
                  </a:lnTo>
                  <a:lnTo>
                    <a:pt x="839949" y="1032228"/>
                  </a:lnTo>
                  <a:lnTo>
                    <a:pt x="806351" y="1047479"/>
                  </a:lnTo>
                  <a:lnTo>
                    <a:pt x="772753" y="1062847"/>
                  </a:lnTo>
                  <a:lnTo>
                    <a:pt x="739155" y="1078323"/>
                  </a:lnTo>
                  <a:lnTo>
                    <a:pt x="705557" y="1093897"/>
                  </a:lnTo>
                  <a:lnTo>
                    <a:pt x="671959" y="1109564"/>
                  </a:lnTo>
                  <a:lnTo>
                    <a:pt x="638361" y="1125315"/>
                  </a:lnTo>
                  <a:lnTo>
                    <a:pt x="604763" y="1141146"/>
                  </a:lnTo>
                  <a:lnTo>
                    <a:pt x="571165" y="1157049"/>
                  </a:lnTo>
                  <a:lnTo>
                    <a:pt x="537567" y="1173020"/>
                  </a:lnTo>
                  <a:lnTo>
                    <a:pt x="503969" y="1189054"/>
                  </a:lnTo>
                  <a:lnTo>
                    <a:pt x="470371" y="1205147"/>
                  </a:lnTo>
                  <a:lnTo>
                    <a:pt x="436773" y="1221295"/>
                  </a:lnTo>
                  <a:lnTo>
                    <a:pt x="403175" y="1237493"/>
                  </a:lnTo>
                  <a:lnTo>
                    <a:pt x="369577" y="1253740"/>
                  </a:lnTo>
                  <a:lnTo>
                    <a:pt x="335979" y="1270031"/>
                  </a:lnTo>
                  <a:lnTo>
                    <a:pt x="302381" y="1286364"/>
                  </a:lnTo>
                  <a:lnTo>
                    <a:pt x="268783" y="1302736"/>
                  </a:lnTo>
                  <a:lnTo>
                    <a:pt x="235185" y="1319145"/>
                  </a:lnTo>
                  <a:lnTo>
                    <a:pt x="201587" y="1335588"/>
                  </a:lnTo>
                  <a:lnTo>
                    <a:pt x="167989" y="1352064"/>
                  </a:lnTo>
                  <a:lnTo>
                    <a:pt x="134391" y="1368571"/>
                  </a:lnTo>
                  <a:lnTo>
                    <a:pt x="100793" y="1385106"/>
                  </a:lnTo>
                  <a:lnTo>
                    <a:pt x="67195" y="1401669"/>
                  </a:lnTo>
                  <a:lnTo>
                    <a:pt x="33597" y="1418257"/>
                  </a:lnTo>
                  <a:lnTo>
                    <a:pt x="0" y="1434869"/>
                  </a:lnTo>
                  <a:close/>
                </a:path>
              </a:pathLst>
            </a:custGeom>
            <a:solidFill>
              <a:srgbClr val="4A2C2A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811503" y="3669038"/>
              <a:ext cx="2654241" cy="504387"/>
            </a:xfrm>
            <a:custGeom>
              <a:avLst/>
              <a:pathLst>
                <a:path w="2654241" h="504387">
                  <a:moveTo>
                    <a:pt x="0" y="497708"/>
                  </a:moveTo>
                  <a:lnTo>
                    <a:pt x="33597" y="498370"/>
                  </a:lnTo>
                  <a:lnTo>
                    <a:pt x="67195" y="499009"/>
                  </a:lnTo>
                  <a:lnTo>
                    <a:pt x="100793" y="499622"/>
                  </a:lnTo>
                  <a:lnTo>
                    <a:pt x="134391" y="500208"/>
                  </a:lnTo>
                  <a:lnTo>
                    <a:pt x="167989" y="500765"/>
                  </a:lnTo>
                  <a:lnTo>
                    <a:pt x="201587" y="501291"/>
                  </a:lnTo>
                  <a:lnTo>
                    <a:pt x="235185" y="501785"/>
                  </a:lnTo>
                  <a:lnTo>
                    <a:pt x="268783" y="502245"/>
                  </a:lnTo>
                  <a:lnTo>
                    <a:pt x="302381" y="502667"/>
                  </a:lnTo>
                  <a:lnTo>
                    <a:pt x="335979" y="503051"/>
                  </a:lnTo>
                  <a:lnTo>
                    <a:pt x="369577" y="503393"/>
                  </a:lnTo>
                  <a:lnTo>
                    <a:pt x="403175" y="503690"/>
                  </a:lnTo>
                  <a:lnTo>
                    <a:pt x="436773" y="503939"/>
                  </a:lnTo>
                  <a:lnTo>
                    <a:pt x="470371" y="504137"/>
                  </a:lnTo>
                  <a:lnTo>
                    <a:pt x="503969" y="504281"/>
                  </a:lnTo>
                  <a:lnTo>
                    <a:pt x="537567" y="504365"/>
                  </a:lnTo>
                  <a:lnTo>
                    <a:pt x="571165" y="504387"/>
                  </a:lnTo>
                  <a:lnTo>
                    <a:pt x="604763" y="504341"/>
                  </a:lnTo>
                  <a:lnTo>
                    <a:pt x="638361" y="504221"/>
                  </a:lnTo>
                  <a:lnTo>
                    <a:pt x="671959" y="504023"/>
                  </a:lnTo>
                  <a:lnTo>
                    <a:pt x="705557" y="503740"/>
                  </a:lnTo>
                  <a:lnTo>
                    <a:pt x="739155" y="503365"/>
                  </a:lnTo>
                  <a:lnTo>
                    <a:pt x="772753" y="502891"/>
                  </a:lnTo>
                  <a:lnTo>
                    <a:pt x="806351" y="502310"/>
                  </a:lnTo>
                  <a:lnTo>
                    <a:pt x="839949" y="501612"/>
                  </a:lnTo>
                  <a:lnTo>
                    <a:pt x="873547" y="500788"/>
                  </a:lnTo>
                  <a:lnTo>
                    <a:pt x="907145" y="499827"/>
                  </a:lnTo>
                  <a:lnTo>
                    <a:pt x="940743" y="498716"/>
                  </a:lnTo>
                  <a:lnTo>
                    <a:pt x="974341" y="497445"/>
                  </a:lnTo>
                  <a:lnTo>
                    <a:pt x="1007939" y="495997"/>
                  </a:lnTo>
                  <a:lnTo>
                    <a:pt x="1041537" y="494358"/>
                  </a:lnTo>
                  <a:lnTo>
                    <a:pt x="1075135" y="492511"/>
                  </a:lnTo>
                  <a:lnTo>
                    <a:pt x="1108733" y="490439"/>
                  </a:lnTo>
                  <a:lnTo>
                    <a:pt x="1142331" y="488121"/>
                  </a:lnTo>
                  <a:lnTo>
                    <a:pt x="1175929" y="485538"/>
                  </a:lnTo>
                  <a:lnTo>
                    <a:pt x="1209527" y="482667"/>
                  </a:lnTo>
                  <a:lnTo>
                    <a:pt x="1243125" y="479486"/>
                  </a:lnTo>
                  <a:lnTo>
                    <a:pt x="1276723" y="475970"/>
                  </a:lnTo>
                  <a:lnTo>
                    <a:pt x="1310321" y="472095"/>
                  </a:lnTo>
                  <a:lnTo>
                    <a:pt x="1343919" y="467838"/>
                  </a:lnTo>
                  <a:lnTo>
                    <a:pt x="1377517" y="463172"/>
                  </a:lnTo>
                  <a:lnTo>
                    <a:pt x="1411115" y="458075"/>
                  </a:lnTo>
                  <a:lnTo>
                    <a:pt x="1444713" y="452526"/>
                  </a:lnTo>
                  <a:lnTo>
                    <a:pt x="1478311" y="446504"/>
                  </a:lnTo>
                  <a:lnTo>
                    <a:pt x="1511909" y="439993"/>
                  </a:lnTo>
                  <a:lnTo>
                    <a:pt x="1545507" y="432981"/>
                  </a:lnTo>
                  <a:lnTo>
                    <a:pt x="1579105" y="425458"/>
                  </a:lnTo>
                  <a:lnTo>
                    <a:pt x="1612703" y="417421"/>
                  </a:lnTo>
                  <a:lnTo>
                    <a:pt x="1646301" y="408869"/>
                  </a:lnTo>
                  <a:lnTo>
                    <a:pt x="1679899" y="399809"/>
                  </a:lnTo>
                  <a:lnTo>
                    <a:pt x="1713497" y="390250"/>
                  </a:lnTo>
                  <a:lnTo>
                    <a:pt x="1747095" y="380205"/>
                  </a:lnTo>
                  <a:lnTo>
                    <a:pt x="1780693" y="369693"/>
                  </a:lnTo>
                  <a:lnTo>
                    <a:pt x="1814291" y="358733"/>
                  </a:lnTo>
                  <a:lnTo>
                    <a:pt x="1847889" y="347348"/>
                  </a:lnTo>
                  <a:lnTo>
                    <a:pt x="1881487" y="335561"/>
                  </a:lnTo>
                  <a:lnTo>
                    <a:pt x="1915085" y="323396"/>
                  </a:lnTo>
                  <a:lnTo>
                    <a:pt x="1948683" y="310879"/>
                  </a:lnTo>
                  <a:lnTo>
                    <a:pt x="1982281" y="298033"/>
                  </a:lnTo>
                  <a:lnTo>
                    <a:pt x="2015879" y="284882"/>
                  </a:lnTo>
                  <a:lnTo>
                    <a:pt x="2049477" y="271449"/>
                  </a:lnTo>
                  <a:lnTo>
                    <a:pt x="2083075" y="257756"/>
                  </a:lnTo>
                  <a:lnTo>
                    <a:pt x="2116673" y="243822"/>
                  </a:lnTo>
                  <a:lnTo>
                    <a:pt x="2150271" y="229667"/>
                  </a:lnTo>
                  <a:lnTo>
                    <a:pt x="2183869" y="215308"/>
                  </a:lnTo>
                  <a:lnTo>
                    <a:pt x="2217467" y="200762"/>
                  </a:lnTo>
                  <a:lnTo>
                    <a:pt x="2251065" y="186044"/>
                  </a:lnTo>
                  <a:lnTo>
                    <a:pt x="2284663" y="171167"/>
                  </a:lnTo>
                  <a:lnTo>
                    <a:pt x="2318261" y="156145"/>
                  </a:lnTo>
                  <a:lnTo>
                    <a:pt x="2351859" y="140988"/>
                  </a:lnTo>
                  <a:lnTo>
                    <a:pt x="2385457" y="125707"/>
                  </a:lnTo>
                  <a:lnTo>
                    <a:pt x="2419055" y="110312"/>
                  </a:lnTo>
                  <a:lnTo>
                    <a:pt x="2452653" y="94812"/>
                  </a:lnTo>
                  <a:lnTo>
                    <a:pt x="2486251" y="79214"/>
                  </a:lnTo>
                  <a:lnTo>
                    <a:pt x="2519849" y="63526"/>
                  </a:lnTo>
                  <a:lnTo>
                    <a:pt x="2553447" y="47755"/>
                  </a:lnTo>
                  <a:lnTo>
                    <a:pt x="2587045" y="31907"/>
                  </a:lnTo>
                  <a:lnTo>
                    <a:pt x="2620643" y="15986"/>
                  </a:lnTo>
                  <a:lnTo>
                    <a:pt x="26542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11503" y="4341570"/>
              <a:ext cx="2654241" cy="762337"/>
            </a:xfrm>
            <a:custGeom>
              <a:avLst/>
              <a:pathLst>
                <a:path w="2654241" h="762337">
                  <a:moveTo>
                    <a:pt x="2654241" y="37"/>
                  </a:moveTo>
                  <a:lnTo>
                    <a:pt x="2620643" y="0"/>
                  </a:lnTo>
                  <a:lnTo>
                    <a:pt x="2587045" y="29"/>
                  </a:lnTo>
                  <a:lnTo>
                    <a:pt x="2553447" y="130"/>
                  </a:lnTo>
                  <a:lnTo>
                    <a:pt x="2519849" y="308"/>
                  </a:lnTo>
                  <a:lnTo>
                    <a:pt x="2486251" y="570"/>
                  </a:lnTo>
                  <a:lnTo>
                    <a:pt x="2452653" y="922"/>
                  </a:lnTo>
                  <a:lnTo>
                    <a:pt x="2419055" y="1371"/>
                  </a:lnTo>
                  <a:lnTo>
                    <a:pt x="2385457" y="1925"/>
                  </a:lnTo>
                  <a:lnTo>
                    <a:pt x="2351859" y="2594"/>
                  </a:lnTo>
                  <a:lnTo>
                    <a:pt x="2318261" y="3386"/>
                  </a:lnTo>
                  <a:lnTo>
                    <a:pt x="2284663" y="4313"/>
                  </a:lnTo>
                  <a:lnTo>
                    <a:pt x="2251065" y="5386"/>
                  </a:lnTo>
                  <a:lnTo>
                    <a:pt x="2217467" y="6617"/>
                  </a:lnTo>
                  <a:lnTo>
                    <a:pt x="2183869" y="8021"/>
                  </a:lnTo>
                  <a:lnTo>
                    <a:pt x="2150271" y="9611"/>
                  </a:lnTo>
                  <a:lnTo>
                    <a:pt x="2116673" y="11406"/>
                  </a:lnTo>
                  <a:lnTo>
                    <a:pt x="2083075" y="13422"/>
                  </a:lnTo>
                  <a:lnTo>
                    <a:pt x="2049477" y="15678"/>
                  </a:lnTo>
                  <a:lnTo>
                    <a:pt x="2015879" y="18194"/>
                  </a:lnTo>
                  <a:lnTo>
                    <a:pt x="1982281" y="20993"/>
                  </a:lnTo>
                  <a:lnTo>
                    <a:pt x="1948683" y="24097"/>
                  </a:lnTo>
                  <a:lnTo>
                    <a:pt x="1915085" y="27529"/>
                  </a:lnTo>
                  <a:lnTo>
                    <a:pt x="1881487" y="31314"/>
                  </a:lnTo>
                  <a:lnTo>
                    <a:pt x="1847889" y="35476"/>
                  </a:lnTo>
                  <a:lnTo>
                    <a:pt x="1814291" y="40040"/>
                  </a:lnTo>
                  <a:lnTo>
                    <a:pt x="1780693" y="45030"/>
                  </a:lnTo>
                  <a:lnTo>
                    <a:pt x="1747095" y="50467"/>
                  </a:lnTo>
                  <a:lnTo>
                    <a:pt x="1713497" y="56372"/>
                  </a:lnTo>
                  <a:lnTo>
                    <a:pt x="1679899" y="62762"/>
                  </a:lnTo>
                  <a:lnTo>
                    <a:pt x="1646301" y="69651"/>
                  </a:lnTo>
                  <a:lnTo>
                    <a:pt x="1612703" y="77049"/>
                  </a:lnTo>
                  <a:lnTo>
                    <a:pt x="1579105" y="84961"/>
                  </a:lnTo>
                  <a:lnTo>
                    <a:pt x="1545507" y="93388"/>
                  </a:lnTo>
                  <a:lnTo>
                    <a:pt x="1511909" y="102325"/>
                  </a:lnTo>
                  <a:lnTo>
                    <a:pt x="1478311" y="111764"/>
                  </a:lnTo>
                  <a:lnTo>
                    <a:pt x="1444713" y="121691"/>
                  </a:lnTo>
                  <a:lnTo>
                    <a:pt x="1411115" y="132091"/>
                  </a:lnTo>
                  <a:lnTo>
                    <a:pt x="1377517" y="142944"/>
                  </a:lnTo>
                  <a:lnTo>
                    <a:pt x="1343919" y="154228"/>
                  </a:lnTo>
                  <a:lnTo>
                    <a:pt x="1310321" y="165920"/>
                  </a:lnTo>
                  <a:lnTo>
                    <a:pt x="1276723" y="177995"/>
                  </a:lnTo>
                  <a:lnTo>
                    <a:pt x="1243125" y="190428"/>
                  </a:lnTo>
                  <a:lnTo>
                    <a:pt x="1209527" y="203196"/>
                  </a:lnTo>
                  <a:lnTo>
                    <a:pt x="1175929" y="216275"/>
                  </a:lnTo>
                  <a:lnTo>
                    <a:pt x="1142331" y="229641"/>
                  </a:lnTo>
                  <a:lnTo>
                    <a:pt x="1108733" y="243273"/>
                  </a:lnTo>
                  <a:lnTo>
                    <a:pt x="1075135" y="257150"/>
                  </a:lnTo>
                  <a:lnTo>
                    <a:pt x="1041537" y="271253"/>
                  </a:lnTo>
                  <a:lnTo>
                    <a:pt x="1007939" y="285563"/>
                  </a:lnTo>
                  <a:lnTo>
                    <a:pt x="974341" y="300065"/>
                  </a:lnTo>
                  <a:lnTo>
                    <a:pt x="940743" y="314743"/>
                  </a:lnTo>
                  <a:lnTo>
                    <a:pt x="907145" y="329582"/>
                  </a:lnTo>
                  <a:lnTo>
                    <a:pt x="873547" y="344570"/>
                  </a:lnTo>
                  <a:lnTo>
                    <a:pt x="839949" y="359696"/>
                  </a:lnTo>
                  <a:lnTo>
                    <a:pt x="806351" y="374947"/>
                  </a:lnTo>
                  <a:lnTo>
                    <a:pt x="772753" y="390315"/>
                  </a:lnTo>
                  <a:lnTo>
                    <a:pt x="739155" y="405791"/>
                  </a:lnTo>
                  <a:lnTo>
                    <a:pt x="705557" y="421365"/>
                  </a:lnTo>
                  <a:lnTo>
                    <a:pt x="671959" y="437032"/>
                  </a:lnTo>
                  <a:lnTo>
                    <a:pt x="638361" y="452783"/>
                  </a:lnTo>
                  <a:lnTo>
                    <a:pt x="604763" y="468613"/>
                  </a:lnTo>
                  <a:lnTo>
                    <a:pt x="571165" y="484517"/>
                  </a:lnTo>
                  <a:lnTo>
                    <a:pt x="537567" y="500488"/>
                  </a:lnTo>
                  <a:lnTo>
                    <a:pt x="503969" y="516522"/>
                  </a:lnTo>
                  <a:lnTo>
                    <a:pt x="470371" y="532615"/>
                  </a:lnTo>
                  <a:lnTo>
                    <a:pt x="436773" y="548762"/>
                  </a:lnTo>
                  <a:lnTo>
                    <a:pt x="403175" y="564961"/>
                  </a:lnTo>
                  <a:lnTo>
                    <a:pt x="369577" y="581208"/>
                  </a:lnTo>
                  <a:lnTo>
                    <a:pt x="335979" y="597499"/>
                  </a:lnTo>
                  <a:lnTo>
                    <a:pt x="302381" y="613832"/>
                  </a:lnTo>
                  <a:lnTo>
                    <a:pt x="268783" y="630204"/>
                  </a:lnTo>
                  <a:lnTo>
                    <a:pt x="235185" y="646613"/>
                  </a:lnTo>
                  <a:lnTo>
                    <a:pt x="201587" y="663056"/>
                  </a:lnTo>
                  <a:lnTo>
                    <a:pt x="167989" y="679532"/>
                  </a:lnTo>
                  <a:lnTo>
                    <a:pt x="134391" y="696039"/>
                  </a:lnTo>
                  <a:lnTo>
                    <a:pt x="100793" y="712574"/>
                  </a:lnTo>
                  <a:lnTo>
                    <a:pt x="67195" y="729136"/>
                  </a:lnTo>
                  <a:lnTo>
                    <a:pt x="33597" y="745724"/>
                  </a:lnTo>
                  <a:lnTo>
                    <a:pt x="0" y="762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811503" y="4005323"/>
              <a:ext cx="2654241" cy="630003"/>
            </a:xfrm>
            <a:custGeom>
              <a:avLst/>
              <a:pathLst>
                <a:path w="2654241" h="630003">
                  <a:moveTo>
                    <a:pt x="0" y="630003"/>
                  </a:moveTo>
                  <a:lnTo>
                    <a:pt x="33597" y="622029"/>
                  </a:lnTo>
                  <a:lnTo>
                    <a:pt x="67195" y="614054"/>
                  </a:lnTo>
                  <a:lnTo>
                    <a:pt x="100793" y="606079"/>
                  </a:lnTo>
                  <a:lnTo>
                    <a:pt x="134391" y="598105"/>
                  </a:lnTo>
                  <a:lnTo>
                    <a:pt x="167989" y="590130"/>
                  </a:lnTo>
                  <a:lnTo>
                    <a:pt x="201587" y="582155"/>
                  </a:lnTo>
                  <a:lnTo>
                    <a:pt x="235185" y="574180"/>
                  </a:lnTo>
                  <a:lnTo>
                    <a:pt x="268783" y="566206"/>
                  </a:lnTo>
                  <a:lnTo>
                    <a:pt x="302381" y="558231"/>
                  </a:lnTo>
                  <a:lnTo>
                    <a:pt x="335979" y="550256"/>
                  </a:lnTo>
                  <a:lnTo>
                    <a:pt x="369577" y="542281"/>
                  </a:lnTo>
                  <a:lnTo>
                    <a:pt x="403175" y="534307"/>
                  </a:lnTo>
                  <a:lnTo>
                    <a:pt x="436773" y="526332"/>
                  </a:lnTo>
                  <a:lnTo>
                    <a:pt x="470371" y="518357"/>
                  </a:lnTo>
                  <a:lnTo>
                    <a:pt x="503969" y="510382"/>
                  </a:lnTo>
                  <a:lnTo>
                    <a:pt x="537567" y="502408"/>
                  </a:lnTo>
                  <a:lnTo>
                    <a:pt x="571165" y="494433"/>
                  </a:lnTo>
                  <a:lnTo>
                    <a:pt x="604763" y="486458"/>
                  </a:lnTo>
                  <a:lnTo>
                    <a:pt x="638361" y="478484"/>
                  </a:lnTo>
                  <a:lnTo>
                    <a:pt x="671959" y="470509"/>
                  </a:lnTo>
                  <a:lnTo>
                    <a:pt x="705557" y="462534"/>
                  </a:lnTo>
                  <a:lnTo>
                    <a:pt x="739155" y="454559"/>
                  </a:lnTo>
                  <a:lnTo>
                    <a:pt x="772753" y="446585"/>
                  </a:lnTo>
                  <a:lnTo>
                    <a:pt x="806351" y="438610"/>
                  </a:lnTo>
                  <a:lnTo>
                    <a:pt x="839949" y="430635"/>
                  </a:lnTo>
                  <a:lnTo>
                    <a:pt x="873547" y="422660"/>
                  </a:lnTo>
                  <a:lnTo>
                    <a:pt x="907145" y="414686"/>
                  </a:lnTo>
                  <a:lnTo>
                    <a:pt x="940743" y="406711"/>
                  </a:lnTo>
                  <a:lnTo>
                    <a:pt x="974341" y="398736"/>
                  </a:lnTo>
                  <a:lnTo>
                    <a:pt x="1007939" y="390761"/>
                  </a:lnTo>
                  <a:lnTo>
                    <a:pt x="1041537" y="382787"/>
                  </a:lnTo>
                  <a:lnTo>
                    <a:pt x="1075135" y="374812"/>
                  </a:lnTo>
                  <a:lnTo>
                    <a:pt x="1108733" y="366837"/>
                  </a:lnTo>
                  <a:lnTo>
                    <a:pt x="1142331" y="358863"/>
                  </a:lnTo>
                  <a:lnTo>
                    <a:pt x="1175929" y="350888"/>
                  </a:lnTo>
                  <a:lnTo>
                    <a:pt x="1209527" y="342913"/>
                  </a:lnTo>
                  <a:lnTo>
                    <a:pt x="1243125" y="334938"/>
                  </a:lnTo>
                  <a:lnTo>
                    <a:pt x="1276723" y="326964"/>
                  </a:lnTo>
                  <a:lnTo>
                    <a:pt x="1310321" y="318989"/>
                  </a:lnTo>
                  <a:lnTo>
                    <a:pt x="1343919" y="311014"/>
                  </a:lnTo>
                  <a:lnTo>
                    <a:pt x="1377517" y="303039"/>
                  </a:lnTo>
                  <a:lnTo>
                    <a:pt x="1411115" y="295065"/>
                  </a:lnTo>
                  <a:lnTo>
                    <a:pt x="1444713" y="287090"/>
                  </a:lnTo>
                  <a:lnTo>
                    <a:pt x="1478311" y="279115"/>
                  </a:lnTo>
                  <a:lnTo>
                    <a:pt x="1511909" y="271140"/>
                  </a:lnTo>
                  <a:lnTo>
                    <a:pt x="1545507" y="263166"/>
                  </a:lnTo>
                  <a:lnTo>
                    <a:pt x="1579105" y="255191"/>
                  </a:lnTo>
                  <a:lnTo>
                    <a:pt x="1612703" y="247216"/>
                  </a:lnTo>
                  <a:lnTo>
                    <a:pt x="1646301" y="239242"/>
                  </a:lnTo>
                  <a:lnTo>
                    <a:pt x="1679899" y="231267"/>
                  </a:lnTo>
                  <a:lnTo>
                    <a:pt x="1713497" y="223292"/>
                  </a:lnTo>
                  <a:lnTo>
                    <a:pt x="1747095" y="215317"/>
                  </a:lnTo>
                  <a:lnTo>
                    <a:pt x="1780693" y="207343"/>
                  </a:lnTo>
                  <a:lnTo>
                    <a:pt x="1814291" y="199368"/>
                  </a:lnTo>
                  <a:lnTo>
                    <a:pt x="1847889" y="191393"/>
                  </a:lnTo>
                  <a:lnTo>
                    <a:pt x="1881487" y="183418"/>
                  </a:lnTo>
                  <a:lnTo>
                    <a:pt x="1915085" y="175444"/>
                  </a:lnTo>
                  <a:lnTo>
                    <a:pt x="1948683" y="167469"/>
                  </a:lnTo>
                  <a:lnTo>
                    <a:pt x="1982281" y="159494"/>
                  </a:lnTo>
                  <a:lnTo>
                    <a:pt x="2015879" y="151519"/>
                  </a:lnTo>
                  <a:lnTo>
                    <a:pt x="2049477" y="143545"/>
                  </a:lnTo>
                  <a:lnTo>
                    <a:pt x="2083075" y="135570"/>
                  </a:lnTo>
                  <a:lnTo>
                    <a:pt x="2116673" y="127595"/>
                  </a:lnTo>
                  <a:lnTo>
                    <a:pt x="2150271" y="119621"/>
                  </a:lnTo>
                  <a:lnTo>
                    <a:pt x="2183869" y="111646"/>
                  </a:lnTo>
                  <a:lnTo>
                    <a:pt x="2217467" y="103671"/>
                  </a:lnTo>
                  <a:lnTo>
                    <a:pt x="2251065" y="95696"/>
                  </a:lnTo>
                  <a:lnTo>
                    <a:pt x="2284663" y="87722"/>
                  </a:lnTo>
                  <a:lnTo>
                    <a:pt x="2318261" y="79747"/>
                  </a:lnTo>
                  <a:lnTo>
                    <a:pt x="2351859" y="71772"/>
                  </a:lnTo>
                  <a:lnTo>
                    <a:pt x="2385457" y="63797"/>
                  </a:lnTo>
                  <a:lnTo>
                    <a:pt x="2419055" y="55823"/>
                  </a:lnTo>
                  <a:lnTo>
                    <a:pt x="2452653" y="47848"/>
                  </a:lnTo>
                  <a:lnTo>
                    <a:pt x="2486251" y="39873"/>
                  </a:lnTo>
                  <a:lnTo>
                    <a:pt x="2519849" y="31898"/>
                  </a:lnTo>
                  <a:lnTo>
                    <a:pt x="2553447" y="23924"/>
                  </a:lnTo>
                  <a:lnTo>
                    <a:pt x="2587045" y="15949"/>
                  </a:lnTo>
                  <a:lnTo>
                    <a:pt x="2620643" y="7974"/>
                  </a:lnTo>
                  <a:lnTo>
                    <a:pt x="2654241" y="0"/>
                  </a:lnTo>
                </a:path>
              </a:pathLst>
            </a:custGeom>
            <a:ln w="14905" cap="flat">
              <a:solidFill>
                <a:srgbClr val="4A2C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020250" y="380134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598848" y="435899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084214" y="458272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2959581" y="506582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566435" y="373431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948279" y="503424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442477" y="427758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797372" y="399936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1986017" y="430934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1987276" y="509460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1883795" y="448608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542625" y="387082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607839" y="413470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274374" y="331660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726757" y="411689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846584" y="376317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381243" y="417220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128740" y="453935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60245" y="433754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250103" y="402184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005106" y="422993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17327" y="340079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939718" y="425510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361525" y="377000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74634" y="496316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473671" y="463915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687721" y="439002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010193" y="356002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788851" y="474324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443092" y="432149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405675" y="398968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tx205"/>
            <p:cNvSpPr/>
            <p:nvPr/>
          </p:nvSpPr>
          <p:spPr>
            <a:xfrm>
              <a:off x="3225301" y="3268443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β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3292916" y="3268443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3360531" y="3282799"/>
              <a:ext cx="216804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0.417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3202927" y="3409462"/>
              <a:ext cx="48188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1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3278081" y="3395106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3345696" y="3409462"/>
              <a:ext cx="216804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0.088</a:t>
              </a:r>
            </a:p>
          </p:txBody>
        </p:sp>
        <p:sp>
          <p:nvSpPr>
            <p:cNvPr id="211" name="rc211"/>
            <p:cNvSpPr/>
            <p:nvPr/>
          </p:nvSpPr>
          <p:spPr>
            <a:xfrm>
              <a:off x="678791" y="3250356"/>
              <a:ext cx="2919665" cy="1955805"/>
            </a:xfrm>
            <a:prstGeom prst="rect">
              <a:avLst/>
            </a:prstGeom>
            <a:noFill/>
            <a:ln w="10840" cap="rnd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tx212"/>
            <p:cNvSpPr/>
            <p:nvPr/>
          </p:nvSpPr>
          <p:spPr>
            <a:xfrm>
              <a:off x="546441" y="5075183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546441" y="4616377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576799" y="4157572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576799" y="3698766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576799" y="323996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17" name="pl217"/>
            <p:cNvSpPr/>
            <p:nvPr/>
          </p:nvSpPr>
          <p:spPr>
            <a:xfrm>
              <a:off x="650323" y="51078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650323" y="464906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650323" y="41902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650323" y="373145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650323" y="327265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90880" y="52061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1597098" y="52061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2403316" y="52061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3209534" y="52061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tx226"/>
            <p:cNvSpPr/>
            <p:nvPr/>
          </p:nvSpPr>
          <p:spPr>
            <a:xfrm>
              <a:off x="750326" y="5257405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1556544" y="5257405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2377941" y="5257405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3184159" y="5257405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1401801" y="5370363"/>
              <a:ext cx="1473647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Residuals (Species richness)</a:t>
              </a:r>
            </a:p>
          </p:txBody>
        </p:sp>
        <p:sp>
          <p:nvSpPr>
            <p:cNvPr id="231" name="tx231"/>
            <p:cNvSpPr/>
            <p:nvPr/>
          </p:nvSpPr>
          <p:spPr>
            <a:xfrm rot="-5400000">
              <a:off x="-243630" y="4187340"/>
              <a:ext cx="125117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Residuals (New records)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341263" y="324485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233" name="rc233"/>
            <p:cNvSpPr/>
            <p:nvPr/>
          </p:nvSpPr>
          <p:spPr>
            <a:xfrm>
              <a:off x="4042207" y="3250356"/>
              <a:ext cx="2919665" cy="1955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4042207" y="5048684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4042207" y="4622938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4042207" y="4197191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4042207" y="3771445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4042207" y="3345698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4075943" y="3250356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4623235" y="3250356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5170528" y="3250356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5717821" y="3250356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6265114" y="3250356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6812407" y="3250356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4174919" y="3670613"/>
              <a:ext cx="2654241" cy="983316"/>
            </a:xfrm>
            <a:custGeom>
              <a:avLst/>
              <a:pathLst>
                <a:path w="2654241" h="983316">
                  <a:moveTo>
                    <a:pt x="0" y="318667"/>
                  </a:moveTo>
                  <a:lnTo>
                    <a:pt x="33597" y="324871"/>
                  </a:lnTo>
                  <a:lnTo>
                    <a:pt x="67195" y="331000"/>
                  </a:lnTo>
                  <a:lnTo>
                    <a:pt x="100793" y="337047"/>
                  </a:lnTo>
                  <a:lnTo>
                    <a:pt x="134391" y="343008"/>
                  </a:lnTo>
                  <a:lnTo>
                    <a:pt x="167989" y="348873"/>
                  </a:lnTo>
                  <a:lnTo>
                    <a:pt x="201587" y="354636"/>
                  </a:lnTo>
                  <a:lnTo>
                    <a:pt x="235185" y="360287"/>
                  </a:lnTo>
                  <a:lnTo>
                    <a:pt x="268783" y="365817"/>
                  </a:lnTo>
                  <a:lnTo>
                    <a:pt x="302381" y="371215"/>
                  </a:lnTo>
                  <a:lnTo>
                    <a:pt x="335979" y="376469"/>
                  </a:lnTo>
                  <a:lnTo>
                    <a:pt x="369577" y="381566"/>
                  </a:lnTo>
                  <a:lnTo>
                    <a:pt x="403175" y="386492"/>
                  </a:lnTo>
                  <a:lnTo>
                    <a:pt x="436773" y="391232"/>
                  </a:lnTo>
                  <a:lnTo>
                    <a:pt x="470371" y="395769"/>
                  </a:lnTo>
                  <a:lnTo>
                    <a:pt x="503969" y="400083"/>
                  </a:lnTo>
                  <a:lnTo>
                    <a:pt x="537567" y="404156"/>
                  </a:lnTo>
                  <a:lnTo>
                    <a:pt x="571165" y="407966"/>
                  </a:lnTo>
                  <a:lnTo>
                    <a:pt x="604763" y="411489"/>
                  </a:lnTo>
                  <a:lnTo>
                    <a:pt x="638361" y="414702"/>
                  </a:lnTo>
                  <a:lnTo>
                    <a:pt x="671959" y="417578"/>
                  </a:lnTo>
                  <a:lnTo>
                    <a:pt x="705557" y="420091"/>
                  </a:lnTo>
                  <a:lnTo>
                    <a:pt x="739155" y="422214"/>
                  </a:lnTo>
                  <a:lnTo>
                    <a:pt x="772753" y="423920"/>
                  </a:lnTo>
                  <a:lnTo>
                    <a:pt x="806351" y="425183"/>
                  </a:lnTo>
                  <a:lnTo>
                    <a:pt x="839949" y="425976"/>
                  </a:lnTo>
                  <a:lnTo>
                    <a:pt x="873547" y="426279"/>
                  </a:lnTo>
                  <a:lnTo>
                    <a:pt x="907145" y="426071"/>
                  </a:lnTo>
                  <a:lnTo>
                    <a:pt x="940743" y="425336"/>
                  </a:lnTo>
                  <a:lnTo>
                    <a:pt x="974341" y="424062"/>
                  </a:lnTo>
                  <a:lnTo>
                    <a:pt x="1007939" y="422245"/>
                  </a:lnTo>
                  <a:lnTo>
                    <a:pt x="1041537" y="419882"/>
                  </a:lnTo>
                  <a:lnTo>
                    <a:pt x="1075135" y="416979"/>
                  </a:lnTo>
                  <a:lnTo>
                    <a:pt x="1108733" y="413546"/>
                  </a:lnTo>
                  <a:lnTo>
                    <a:pt x="1142331" y="409598"/>
                  </a:lnTo>
                  <a:lnTo>
                    <a:pt x="1175929" y="405152"/>
                  </a:lnTo>
                  <a:lnTo>
                    <a:pt x="1209527" y="400231"/>
                  </a:lnTo>
                  <a:lnTo>
                    <a:pt x="1243125" y="394861"/>
                  </a:lnTo>
                  <a:lnTo>
                    <a:pt x="1276723" y="389066"/>
                  </a:lnTo>
                  <a:lnTo>
                    <a:pt x="1310321" y="382873"/>
                  </a:lnTo>
                  <a:lnTo>
                    <a:pt x="1343919" y="376311"/>
                  </a:lnTo>
                  <a:lnTo>
                    <a:pt x="1377517" y="369405"/>
                  </a:lnTo>
                  <a:lnTo>
                    <a:pt x="1411115" y="362182"/>
                  </a:lnTo>
                  <a:lnTo>
                    <a:pt x="1444713" y="354666"/>
                  </a:lnTo>
                  <a:lnTo>
                    <a:pt x="1478311" y="346880"/>
                  </a:lnTo>
                  <a:lnTo>
                    <a:pt x="1511909" y="338848"/>
                  </a:lnTo>
                  <a:lnTo>
                    <a:pt x="1545507" y="330588"/>
                  </a:lnTo>
                  <a:lnTo>
                    <a:pt x="1579105" y="322120"/>
                  </a:lnTo>
                  <a:lnTo>
                    <a:pt x="1612703" y="313462"/>
                  </a:lnTo>
                  <a:lnTo>
                    <a:pt x="1646301" y="304628"/>
                  </a:lnTo>
                  <a:lnTo>
                    <a:pt x="1679899" y="295635"/>
                  </a:lnTo>
                  <a:lnTo>
                    <a:pt x="1713497" y="286494"/>
                  </a:lnTo>
                  <a:lnTo>
                    <a:pt x="1747095" y="277218"/>
                  </a:lnTo>
                  <a:lnTo>
                    <a:pt x="1780693" y="267818"/>
                  </a:lnTo>
                  <a:lnTo>
                    <a:pt x="1814291" y="258304"/>
                  </a:lnTo>
                  <a:lnTo>
                    <a:pt x="1847889" y="248684"/>
                  </a:lnTo>
                  <a:lnTo>
                    <a:pt x="1881487" y="238968"/>
                  </a:lnTo>
                  <a:lnTo>
                    <a:pt x="1915085" y="229163"/>
                  </a:lnTo>
                  <a:lnTo>
                    <a:pt x="1948683" y="219275"/>
                  </a:lnTo>
                  <a:lnTo>
                    <a:pt x="1982281" y="209310"/>
                  </a:lnTo>
                  <a:lnTo>
                    <a:pt x="2015879" y="199275"/>
                  </a:lnTo>
                  <a:lnTo>
                    <a:pt x="2049477" y="189174"/>
                  </a:lnTo>
                  <a:lnTo>
                    <a:pt x="2083075" y="179013"/>
                  </a:lnTo>
                  <a:lnTo>
                    <a:pt x="2116673" y="168794"/>
                  </a:lnTo>
                  <a:lnTo>
                    <a:pt x="2150271" y="158523"/>
                  </a:lnTo>
                  <a:lnTo>
                    <a:pt x="2183869" y="148203"/>
                  </a:lnTo>
                  <a:lnTo>
                    <a:pt x="2217467" y="137837"/>
                  </a:lnTo>
                  <a:lnTo>
                    <a:pt x="2251065" y="127428"/>
                  </a:lnTo>
                  <a:lnTo>
                    <a:pt x="2284663" y="116979"/>
                  </a:lnTo>
                  <a:lnTo>
                    <a:pt x="2318261" y="106492"/>
                  </a:lnTo>
                  <a:lnTo>
                    <a:pt x="2351859" y="95970"/>
                  </a:lnTo>
                  <a:lnTo>
                    <a:pt x="2385457" y="85416"/>
                  </a:lnTo>
                  <a:lnTo>
                    <a:pt x="2419055" y="74830"/>
                  </a:lnTo>
                  <a:lnTo>
                    <a:pt x="2452653" y="64215"/>
                  </a:lnTo>
                  <a:lnTo>
                    <a:pt x="2486251" y="53572"/>
                  </a:lnTo>
                  <a:lnTo>
                    <a:pt x="2519849" y="42904"/>
                  </a:lnTo>
                  <a:lnTo>
                    <a:pt x="2553447" y="32211"/>
                  </a:lnTo>
                  <a:lnTo>
                    <a:pt x="2587045" y="21495"/>
                  </a:lnTo>
                  <a:lnTo>
                    <a:pt x="2620643" y="10758"/>
                  </a:lnTo>
                  <a:lnTo>
                    <a:pt x="2654241" y="0"/>
                  </a:lnTo>
                  <a:lnTo>
                    <a:pt x="2654241" y="983316"/>
                  </a:lnTo>
                  <a:lnTo>
                    <a:pt x="2620643" y="976338"/>
                  </a:lnTo>
                  <a:lnTo>
                    <a:pt x="2587045" y="969381"/>
                  </a:lnTo>
                  <a:lnTo>
                    <a:pt x="2553447" y="962445"/>
                  </a:lnTo>
                  <a:lnTo>
                    <a:pt x="2519849" y="955533"/>
                  </a:lnTo>
                  <a:lnTo>
                    <a:pt x="2486251" y="948644"/>
                  </a:lnTo>
                  <a:lnTo>
                    <a:pt x="2452653" y="941782"/>
                  </a:lnTo>
                  <a:lnTo>
                    <a:pt x="2419055" y="934947"/>
                  </a:lnTo>
                  <a:lnTo>
                    <a:pt x="2385457" y="928142"/>
                  </a:lnTo>
                  <a:lnTo>
                    <a:pt x="2351859" y="921367"/>
                  </a:lnTo>
                  <a:lnTo>
                    <a:pt x="2318261" y="914626"/>
                  </a:lnTo>
                  <a:lnTo>
                    <a:pt x="2284663" y="907920"/>
                  </a:lnTo>
                  <a:lnTo>
                    <a:pt x="2251065" y="901251"/>
                  </a:lnTo>
                  <a:lnTo>
                    <a:pt x="2217467" y="894622"/>
                  </a:lnTo>
                  <a:lnTo>
                    <a:pt x="2183869" y="888036"/>
                  </a:lnTo>
                  <a:lnTo>
                    <a:pt x="2150271" y="881496"/>
                  </a:lnTo>
                  <a:lnTo>
                    <a:pt x="2116673" y="875005"/>
                  </a:lnTo>
                  <a:lnTo>
                    <a:pt x="2083075" y="868567"/>
                  </a:lnTo>
                  <a:lnTo>
                    <a:pt x="2049477" y="862186"/>
                  </a:lnTo>
                  <a:lnTo>
                    <a:pt x="2015879" y="855865"/>
                  </a:lnTo>
                  <a:lnTo>
                    <a:pt x="1982281" y="849610"/>
                  </a:lnTo>
                  <a:lnTo>
                    <a:pt x="1948683" y="843426"/>
                  </a:lnTo>
                  <a:lnTo>
                    <a:pt x="1915085" y="837318"/>
                  </a:lnTo>
                  <a:lnTo>
                    <a:pt x="1881487" y="831293"/>
                  </a:lnTo>
                  <a:lnTo>
                    <a:pt x="1847889" y="825357"/>
                  </a:lnTo>
                  <a:lnTo>
                    <a:pt x="1814291" y="819518"/>
                  </a:lnTo>
                  <a:lnTo>
                    <a:pt x="1780693" y="813784"/>
                  </a:lnTo>
                  <a:lnTo>
                    <a:pt x="1747095" y="808164"/>
                  </a:lnTo>
                  <a:lnTo>
                    <a:pt x="1713497" y="802668"/>
                  </a:lnTo>
                  <a:lnTo>
                    <a:pt x="1679899" y="797308"/>
                  </a:lnTo>
                  <a:lnTo>
                    <a:pt x="1646301" y="792094"/>
                  </a:lnTo>
                  <a:lnTo>
                    <a:pt x="1612703" y="787041"/>
                  </a:lnTo>
                  <a:lnTo>
                    <a:pt x="1579105" y="782163"/>
                  </a:lnTo>
                  <a:lnTo>
                    <a:pt x="1545507" y="777475"/>
                  </a:lnTo>
                  <a:lnTo>
                    <a:pt x="1511909" y="772996"/>
                  </a:lnTo>
                  <a:lnTo>
                    <a:pt x="1478311" y="768743"/>
                  </a:lnTo>
                  <a:lnTo>
                    <a:pt x="1444713" y="764738"/>
                  </a:lnTo>
                  <a:lnTo>
                    <a:pt x="1411115" y="761002"/>
                  </a:lnTo>
                  <a:lnTo>
                    <a:pt x="1377517" y="757559"/>
                  </a:lnTo>
                  <a:lnTo>
                    <a:pt x="1343919" y="754434"/>
                  </a:lnTo>
                  <a:lnTo>
                    <a:pt x="1310321" y="751651"/>
                  </a:lnTo>
                  <a:lnTo>
                    <a:pt x="1276723" y="749239"/>
                  </a:lnTo>
                  <a:lnTo>
                    <a:pt x="1243125" y="747225"/>
                  </a:lnTo>
                  <a:lnTo>
                    <a:pt x="1209527" y="745634"/>
                  </a:lnTo>
                  <a:lnTo>
                    <a:pt x="1175929" y="744494"/>
                  </a:lnTo>
                  <a:lnTo>
                    <a:pt x="1142331" y="743828"/>
                  </a:lnTo>
                  <a:lnTo>
                    <a:pt x="1108733" y="743660"/>
                  </a:lnTo>
                  <a:lnTo>
                    <a:pt x="1075135" y="744007"/>
                  </a:lnTo>
                  <a:lnTo>
                    <a:pt x="1041537" y="744884"/>
                  </a:lnTo>
                  <a:lnTo>
                    <a:pt x="1007939" y="746302"/>
                  </a:lnTo>
                  <a:lnTo>
                    <a:pt x="974341" y="748265"/>
                  </a:lnTo>
                  <a:lnTo>
                    <a:pt x="940743" y="750772"/>
                  </a:lnTo>
                  <a:lnTo>
                    <a:pt x="907145" y="753817"/>
                  </a:lnTo>
                  <a:lnTo>
                    <a:pt x="873547" y="757389"/>
                  </a:lnTo>
                  <a:lnTo>
                    <a:pt x="839949" y="761472"/>
                  </a:lnTo>
                  <a:lnTo>
                    <a:pt x="806351" y="766046"/>
                  </a:lnTo>
                  <a:lnTo>
                    <a:pt x="772753" y="771088"/>
                  </a:lnTo>
                  <a:lnTo>
                    <a:pt x="739155" y="776575"/>
                  </a:lnTo>
                  <a:lnTo>
                    <a:pt x="705557" y="782478"/>
                  </a:lnTo>
                  <a:lnTo>
                    <a:pt x="671959" y="788771"/>
                  </a:lnTo>
                  <a:lnTo>
                    <a:pt x="638361" y="795428"/>
                  </a:lnTo>
                  <a:lnTo>
                    <a:pt x="604763" y="802420"/>
                  </a:lnTo>
                  <a:lnTo>
                    <a:pt x="571165" y="809724"/>
                  </a:lnTo>
                  <a:lnTo>
                    <a:pt x="537567" y="817314"/>
                  </a:lnTo>
                  <a:lnTo>
                    <a:pt x="503969" y="825167"/>
                  </a:lnTo>
                  <a:lnTo>
                    <a:pt x="470371" y="833262"/>
                  </a:lnTo>
                  <a:lnTo>
                    <a:pt x="436773" y="841579"/>
                  </a:lnTo>
                  <a:lnTo>
                    <a:pt x="403175" y="850099"/>
                  </a:lnTo>
                  <a:lnTo>
                    <a:pt x="369577" y="858805"/>
                  </a:lnTo>
                  <a:lnTo>
                    <a:pt x="335979" y="867683"/>
                  </a:lnTo>
                  <a:lnTo>
                    <a:pt x="302381" y="876717"/>
                  </a:lnTo>
                  <a:lnTo>
                    <a:pt x="268783" y="885895"/>
                  </a:lnTo>
                  <a:lnTo>
                    <a:pt x="235185" y="895205"/>
                  </a:lnTo>
                  <a:lnTo>
                    <a:pt x="201587" y="904636"/>
                  </a:lnTo>
                  <a:lnTo>
                    <a:pt x="167989" y="914179"/>
                  </a:lnTo>
                  <a:lnTo>
                    <a:pt x="134391" y="923825"/>
                  </a:lnTo>
                  <a:lnTo>
                    <a:pt x="100793" y="933566"/>
                  </a:lnTo>
                  <a:lnTo>
                    <a:pt x="67195" y="943394"/>
                  </a:lnTo>
                  <a:lnTo>
                    <a:pt x="33597" y="953303"/>
                  </a:lnTo>
                  <a:lnTo>
                    <a:pt x="0" y="963286"/>
                  </a:lnTo>
                  <a:close/>
                </a:path>
              </a:pathLst>
            </a:custGeom>
            <a:solidFill>
              <a:srgbClr val="D7301F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4174919" y="3670613"/>
              <a:ext cx="2654241" cy="426279"/>
            </a:xfrm>
            <a:custGeom>
              <a:avLst/>
              <a:pathLst>
                <a:path w="2654241" h="426279">
                  <a:moveTo>
                    <a:pt x="0" y="318667"/>
                  </a:moveTo>
                  <a:lnTo>
                    <a:pt x="33597" y="324871"/>
                  </a:lnTo>
                  <a:lnTo>
                    <a:pt x="67195" y="331000"/>
                  </a:lnTo>
                  <a:lnTo>
                    <a:pt x="100793" y="337047"/>
                  </a:lnTo>
                  <a:lnTo>
                    <a:pt x="134391" y="343008"/>
                  </a:lnTo>
                  <a:lnTo>
                    <a:pt x="167989" y="348873"/>
                  </a:lnTo>
                  <a:lnTo>
                    <a:pt x="201587" y="354636"/>
                  </a:lnTo>
                  <a:lnTo>
                    <a:pt x="235185" y="360287"/>
                  </a:lnTo>
                  <a:lnTo>
                    <a:pt x="268783" y="365817"/>
                  </a:lnTo>
                  <a:lnTo>
                    <a:pt x="302381" y="371215"/>
                  </a:lnTo>
                  <a:lnTo>
                    <a:pt x="335979" y="376469"/>
                  </a:lnTo>
                  <a:lnTo>
                    <a:pt x="369577" y="381566"/>
                  </a:lnTo>
                  <a:lnTo>
                    <a:pt x="403175" y="386492"/>
                  </a:lnTo>
                  <a:lnTo>
                    <a:pt x="436773" y="391232"/>
                  </a:lnTo>
                  <a:lnTo>
                    <a:pt x="470371" y="395769"/>
                  </a:lnTo>
                  <a:lnTo>
                    <a:pt x="503969" y="400083"/>
                  </a:lnTo>
                  <a:lnTo>
                    <a:pt x="537567" y="404156"/>
                  </a:lnTo>
                  <a:lnTo>
                    <a:pt x="571165" y="407966"/>
                  </a:lnTo>
                  <a:lnTo>
                    <a:pt x="604763" y="411489"/>
                  </a:lnTo>
                  <a:lnTo>
                    <a:pt x="638361" y="414702"/>
                  </a:lnTo>
                  <a:lnTo>
                    <a:pt x="671959" y="417578"/>
                  </a:lnTo>
                  <a:lnTo>
                    <a:pt x="705557" y="420091"/>
                  </a:lnTo>
                  <a:lnTo>
                    <a:pt x="739155" y="422214"/>
                  </a:lnTo>
                  <a:lnTo>
                    <a:pt x="772753" y="423920"/>
                  </a:lnTo>
                  <a:lnTo>
                    <a:pt x="806351" y="425183"/>
                  </a:lnTo>
                  <a:lnTo>
                    <a:pt x="839949" y="425976"/>
                  </a:lnTo>
                  <a:lnTo>
                    <a:pt x="873547" y="426279"/>
                  </a:lnTo>
                  <a:lnTo>
                    <a:pt x="907145" y="426071"/>
                  </a:lnTo>
                  <a:lnTo>
                    <a:pt x="940743" y="425336"/>
                  </a:lnTo>
                  <a:lnTo>
                    <a:pt x="974341" y="424062"/>
                  </a:lnTo>
                  <a:lnTo>
                    <a:pt x="1007939" y="422245"/>
                  </a:lnTo>
                  <a:lnTo>
                    <a:pt x="1041537" y="419882"/>
                  </a:lnTo>
                  <a:lnTo>
                    <a:pt x="1075135" y="416979"/>
                  </a:lnTo>
                  <a:lnTo>
                    <a:pt x="1108733" y="413546"/>
                  </a:lnTo>
                  <a:lnTo>
                    <a:pt x="1142331" y="409598"/>
                  </a:lnTo>
                  <a:lnTo>
                    <a:pt x="1175929" y="405152"/>
                  </a:lnTo>
                  <a:lnTo>
                    <a:pt x="1209527" y="400231"/>
                  </a:lnTo>
                  <a:lnTo>
                    <a:pt x="1243125" y="394861"/>
                  </a:lnTo>
                  <a:lnTo>
                    <a:pt x="1276723" y="389066"/>
                  </a:lnTo>
                  <a:lnTo>
                    <a:pt x="1310321" y="382873"/>
                  </a:lnTo>
                  <a:lnTo>
                    <a:pt x="1343919" y="376311"/>
                  </a:lnTo>
                  <a:lnTo>
                    <a:pt x="1377517" y="369405"/>
                  </a:lnTo>
                  <a:lnTo>
                    <a:pt x="1411115" y="362182"/>
                  </a:lnTo>
                  <a:lnTo>
                    <a:pt x="1444713" y="354666"/>
                  </a:lnTo>
                  <a:lnTo>
                    <a:pt x="1478311" y="346880"/>
                  </a:lnTo>
                  <a:lnTo>
                    <a:pt x="1511909" y="338848"/>
                  </a:lnTo>
                  <a:lnTo>
                    <a:pt x="1545507" y="330588"/>
                  </a:lnTo>
                  <a:lnTo>
                    <a:pt x="1579105" y="322120"/>
                  </a:lnTo>
                  <a:lnTo>
                    <a:pt x="1612703" y="313462"/>
                  </a:lnTo>
                  <a:lnTo>
                    <a:pt x="1646301" y="304628"/>
                  </a:lnTo>
                  <a:lnTo>
                    <a:pt x="1679899" y="295635"/>
                  </a:lnTo>
                  <a:lnTo>
                    <a:pt x="1713497" y="286494"/>
                  </a:lnTo>
                  <a:lnTo>
                    <a:pt x="1747095" y="277218"/>
                  </a:lnTo>
                  <a:lnTo>
                    <a:pt x="1780693" y="267818"/>
                  </a:lnTo>
                  <a:lnTo>
                    <a:pt x="1814291" y="258304"/>
                  </a:lnTo>
                  <a:lnTo>
                    <a:pt x="1847889" y="248684"/>
                  </a:lnTo>
                  <a:lnTo>
                    <a:pt x="1881487" y="238968"/>
                  </a:lnTo>
                  <a:lnTo>
                    <a:pt x="1915085" y="229163"/>
                  </a:lnTo>
                  <a:lnTo>
                    <a:pt x="1948683" y="219275"/>
                  </a:lnTo>
                  <a:lnTo>
                    <a:pt x="1982281" y="209310"/>
                  </a:lnTo>
                  <a:lnTo>
                    <a:pt x="2015879" y="199275"/>
                  </a:lnTo>
                  <a:lnTo>
                    <a:pt x="2049477" y="189174"/>
                  </a:lnTo>
                  <a:lnTo>
                    <a:pt x="2083075" y="179013"/>
                  </a:lnTo>
                  <a:lnTo>
                    <a:pt x="2116673" y="168794"/>
                  </a:lnTo>
                  <a:lnTo>
                    <a:pt x="2150271" y="158523"/>
                  </a:lnTo>
                  <a:lnTo>
                    <a:pt x="2183869" y="148203"/>
                  </a:lnTo>
                  <a:lnTo>
                    <a:pt x="2217467" y="137837"/>
                  </a:lnTo>
                  <a:lnTo>
                    <a:pt x="2251065" y="127428"/>
                  </a:lnTo>
                  <a:lnTo>
                    <a:pt x="2284663" y="116979"/>
                  </a:lnTo>
                  <a:lnTo>
                    <a:pt x="2318261" y="106492"/>
                  </a:lnTo>
                  <a:lnTo>
                    <a:pt x="2351859" y="95970"/>
                  </a:lnTo>
                  <a:lnTo>
                    <a:pt x="2385457" y="85416"/>
                  </a:lnTo>
                  <a:lnTo>
                    <a:pt x="2419055" y="74830"/>
                  </a:lnTo>
                  <a:lnTo>
                    <a:pt x="2452653" y="64215"/>
                  </a:lnTo>
                  <a:lnTo>
                    <a:pt x="2486251" y="53572"/>
                  </a:lnTo>
                  <a:lnTo>
                    <a:pt x="2519849" y="42904"/>
                  </a:lnTo>
                  <a:lnTo>
                    <a:pt x="2553447" y="32211"/>
                  </a:lnTo>
                  <a:lnTo>
                    <a:pt x="2587045" y="21495"/>
                  </a:lnTo>
                  <a:lnTo>
                    <a:pt x="2620643" y="10758"/>
                  </a:lnTo>
                  <a:lnTo>
                    <a:pt x="26542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4174919" y="4414273"/>
              <a:ext cx="2654241" cy="239656"/>
            </a:xfrm>
            <a:custGeom>
              <a:avLst/>
              <a:pathLst>
                <a:path w="2654241" h="239656">
                  <a:moveTo>
                    <a:pt x="2654241" y="239656"/>
                  </a:moveTo>
                  <a:lnTo>
                    <a:pt x="2620643" y="232678"/>
                  </a:lnTo>
                  <a:lnTo>
                    <a:pt x="2587045" y="225720"/>
                  </a:lnTo>
                  <a:lnTo>
                    <a:pt x="2553447" y="218785"/>
                  </a:lnTo>
                  <a:lnTo>
                    <a:pt x="2519849" y="211872"/>
                  </a:lnTo>
                  <a:lnTo>
                    <a:pt x="2486251" y="204984"/>
                  </a:lnTo>
                  <a:lnTo>
                    <a:pt x="2452653" y="198122"/>
                  </a:lnTo>
                  <a:lnTo>
                    <a:pt x="2419055" y="191287"/>
                  </a:lnTo>
                  <a:lnTo>
                    <a:pt x="2385457" y="184482"/>
                  </a:lnTo>
                  <a:lnTo>
                    <a:pt x="2351859" y="177707"/>
                  </a:lnTo>
                  <a:lnTo>
                    <a:pt x="2318261" y="170965"/>
                  </a:lnTo>
                  <a:lnTo>
                    <a:pt x="2284663" y="164259"/>
                  </a:lnTo>
                  <a:lnTo>
                    <a:pt x="2251065" y="157590"/>
                  </a:lnTo>
                  <a:lnTo>
                    <a:pt x="2217467" y="150962"/>
                  </a:lnTo>
                  <a:lnTo>
                    <a:pt x="2183869" y="144376"/>
                  </a:lnTo>
                  <a:lnTo>
                    <a:pt x="2150271" y="137836"/>
                  </a:lnTo>
                  <a:lnTo>
                    <a:pt x="2116673" y="131345"/>
                  </a:lnTo>
                  <a:lnTo>
                    <a:pt x="2083075" y="124907"/>
                  </a:lnTo>
                  <a:lnTo>
                    <a:pt x="2049477" y="118525"/>
                  </a:lnTo>
                  <a:lnTo>
                    <a:pt x="2015879" y="112205"/>
                  </a:lnTo>
                  <a:lnTo>
                    <a:pt x="1982281" y="105950"/>
                  </a:lnTo>
                  <a:lnTo>
                    <a:pt x="1948683" y="99765"/>
                  </a:lnTo>
                  <a:lnTo>
                    <a:pt x="1915085" y="93658"/>
                  </a:lnTo>
                  <a:lnTo>
                    <a:pt x="1881487" y="87632"/>
                  </a:lnTo>
                  <a:lnTo>
                    <a:pt x="1847889" y="81696"/>
                  </a:lnTo>
                  <a:lnTo>
                    <a:pt x="1814291" y="75857"/>
                  </a:lnTo>
                  <a:lnTo>
                    <a:pt x="1780693" y="70124"/>
                  </a:lnTo>
                  <a:lnTo>
                    <a:pt x="1747095" y="64504"/>
                  </a:lnTo>
                  <a:lnTo>
                    <a:pt x="1713497" y="59008"/>
                  </a:lnTo>
                  <a:lnTo>
                    <a:pt x="1679899" y="53647"/>
                  </a:lnTo>
                  <a:lnTo>
                    <a:pt x="1646301" y="48434"/>
                  </a:lnTo>
                  <a:lnTo>
                    <a:pt x="1612703" y="43381"/>
                  </a:lnTo>
                  <a:lnTo>
                    <a:pt x="1579105" y="38502"/>
                  </a:lnTo>
                  <a:lnTo>
                    <a:pt x="1545507" y="33815"/>
                  </a:lnTo>
                  <a:lnTo>
                    <a:pt x="1511909" y="29335"/>
                  </a:lnTo>
                  <a:lnTo>
                    <a:pt x="1478311" y="25083"/>
                  </a:lnTo>
                  <a:lnTo>
                    <a:pt x="1444713" y="21078"/>
                  </a:lnTo>
                  <a:lnTo>
                    <a:pt x="1411115" y="17342"/>
                  </a:lnTo>
                  <a:lnTo>
                    <a:pt x="1377517" y="13899"/>
                  </a:lnTo>
                  <a:lnTo>
                    <a:pt x="1343919" y="10773"/>
                  </a:lnTo>
                  <a:lnTo>
                    <a:pt x="1310321" y="7991"/>
                  </a:lnTo>
                  <a:lnTo>
                    <a:pt x="1276723" y="5579"/>
                  </a:lnTo>
                  <a:lnTo>
                    <a:pt x="1243125" y="3564"/>
                  </a:lnTo>
                  <a:lnTo>
                    <a:pt x="1209527" y="1974"/>
                  </a:lnTo>
                  <a:lnTo>
                    <a:pt x="1175929" y="834"/>
                  </a:lnTo>
                  <a:lnTo>
                    <a:pt x="1142331" y="168"/>
                  </a:lnTo>
                  <a:lnTo>
                    <a:pt x="1108733" y="0"/>
                  </a:lnTo>
                  <a:lnTo>
                    <a:pt x="1075135" y="347"/>
                  </a:lnTo>
                  <a:lnTo>
                    <a:pt x="1041537" y="1224"/>
                  </a:lnTo>
                  <a:lnTo>
                    <a:pt x="1007939" y="2642"/>
                  </a:lnTo>
                  <a:lnTo>
                    <a:pt x="974341" y="4604"/>
                  </a:lnTo>
                  <a:lnTo>
                    <a:pt x="940743" y="7111"/>
                  </a:lnTo>
                  <a:lnTo>
                    <a:pt x="907145" y="10156"/>
                  </a:lnTo>
                  <a:lnTo>
                    <a:pt x="873547" y="13728"/>
                  </a:lnTo>
                  <a:lnTo>
                    <a:pt x="839949" y="17811"/>
                  </a:lnTo>
                  <a:lnTo>
                    <a:pt x="806351" y="22385"/>
                  </a:lnTo>
                  <a:lnTo>
                    <a:pt x="772753" y="27428"/>
                  </a:lnTo>
                  <a:lnTo>
                    <a:pt x="739155" y="32914"/>
                  </a:lnTo>
                  <a:lnTo>
                    <a:pt x="705557" y="38818"/>
                  </a:lnTo>
                  <a:lnTo>
                    <a:pt x="671959" y="45111"/>
                  </a:lnTo>
                  <a:lnTo>
                    <a:pt x="638361" y="51767"/>
                  </a:lnTo>
                  <a:lnTo>
                    <a:pt x="604763" y="58760"/>
                  </a:lnTo>
                  <a:lnTo>
                    <a:pt x="571165" y="66064"/>
                  </a:lnTo>
                  <a:lnTo>
                    <a:pt x="537567" y="73653"/>
                  </a:lnTo>
                  <a:lnTo>
                    <a:pt x="503969" y="81507"/>
                  </a:lnTo>
                  <a:lnTo>
                    <a:pt x="470371" y="89602"/>
                  </a:lnTo>
                  <a:lnTo>
                    <a:pt x="436773" y="97918"/>
                  </a:lnTo>
                  <a:lnTo>
                    <a:pt x="403175" y="106439"/>
                  </a:lnTo>
                  <a:lnTo>
                    <a:pt x="369577" y="115145"/>
                  </a:lnTo>
                  <a:lnTo>
                    <a:pt x="335979" y="124023"/>
                  </a:lnTo>
                  <a:lnTo>
                    <a:pt x="302381" y="133057"/>
                  </a:lnTo>
                  <a:lnTo>
                    <a:pt x="268783" y="142235"/>
                  </a:lnTo>
                  <a:lnTo>
                    <a:pt x="235185" y="151545"/>
                  </a:lnTo>
                  <a:lnTo>
                    <a:pt x="201587" y="160976"/>
                  </a:lnTo>
                  <a:lnTo>
                    <a:pt x="167989" y="170519"/>
                  </a:lnTo>
                  <a:lnTo>
                    <a:pt x="134391" y="180165"/>
                  </a:lnTo>
                  <a:lnTo>
                    <a:pt x="100793" y="189905"/>
                  </a:lnTo>
                  <a:lnTo>
                    <a:pt x="67195" y="199733"/>
                  </a:lnTo>
                  <a:lnTo>
                    <a:pt x="33597" y="209642"/>
                  </a:lnTo>
                  <a:lnTo>
                    <a:pt x="0" y="2196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4174919" y="4162271"/>
              <a:ext cx="2654241" cy="149319"/>
            </a:xfrm>
            <a:custGeom>
              <a:avLst/>
              <a:pathLst>
                <a:path w="2654241" h="149319">
                  <a:moveTo>
                    <a:pt x="0" y="149319"/>
                  </a:moveTo>
                  <a:lnTo>
                    <a:pt x="33597" y="147428"/>
                  </a:lnTo>
                  <a:lnTo>
                    <a:pt x="67195" y="145538"/>
                  </a:lnTo>
                  <a:lnTo>
                    <a:pt x="100793" y="143648"/>
                  </a:lnTo>
                  <a:lnTo>
                    <a:pt x="134391" y="141758"/>
                  </a:lnTo>
                  <a:lnTo>
                    <a:pt x="167989" y="139868"/>
                  </a:lnTo>
                  <a:lnTo>
                    <a:pt x="201587" y="137978"/>
                  </a:lnTo>
                  <a:lnTo>
                    <a:pt x="235185" y="136088"/>
                  </a:lnTo>
                  <a:lnTo>
                    <a:pt x="268783" y="134198"/>
                  </a:lnTo>
                  <a:lnTo>
                    <a:pt x="302381" y="132307"/>
                  </a:lnTo>
                  <a:lnTo>
                    <a:pt x="335979" y="130417"/>
                  </a:lnTo>
                  <a:lnTo>
                    <a:pt x="369577" y="128527"/>
                  </a:lnTo>
                  <a:lnTo>
                    <a:pt x="403175" y="126637"/>
                  </a:lnTo>
                  <a:lnTo>
                    <a:pt x="436773" y="124747"/>
                  </a:lnTo>
                  <a:lnTo>
                    <a:pt x="470371" y="122857"/>
                  </a:lnTo>
                  <a:lnTo>
                    <a:pt x="503969" y="120967"/>
                  </a:lnTo>
                  <a:lnTo>
                    <a:pt x="537567" y="119077"/>
                  </a:lnTo>
                  <a:lnTo>
                    <a:pt x="571165" y="117187"/>
                  </a:lnTo>
                  <a:lnTo>
                    <a:pt x="604763" y="115296"/>
                  </a:lnTo>
                  <a:lnTo>
                    <a:pt x="638361" y="113406"/>
                  </a:lnTo>
                  <a:lnTo>
                    <a:pt x="671959" y="111516"/>
                  </a:lnTo>
                  <a:lnTo>
                    <a:pt x="705557" y="109626"/>
                  </a:lnTo>
                  <a:lnTo>
                    <a:pt x="739155" y="107736"/>
                  </a:lnTo>
                  <a:lnTo>
                    <a:pt x="772753" y="105846"/>
                  </a:lnTo>
                  <a:lnTo>
                    <a:pt x="806351" y="103956"/>
                  </a:lnTo>
                  <a:lnTo>
                    <a:pt x="839949" y="102066"/>
                  </a:lnTo>
                  <a:lnTo>
                    <a:pt x="873547" y="100176"/>
                  </a:lnTo>
                  <a:lnTo>
                    <a:pt x="907145" y="98285"/>
                  </a:lnTo>
                  <a:lnTo>
                    <a:pt x="940743" y="96395"/>
                  </a:lnTo>
                  <a:lnTo>
                    <a:pt x="974341" y="94505"/>
                  </a:lnTo>
                  <a:lnTo>
                    <a:pt x="1007939" y="92615"/>
                  </a:lnTo>
                  <a:lnTo>
                    <a:pt x="1041537" y="90725"/>
                  </a:lnTo>
                  <a:lnTo>
                    <a:pt x="1075135" y="88835"/>
                  </a:lnTo>
                  <a:lnTo>
                    <a:pt x="1108733" y="86945"/>
                  </a:lnTo>
                  <a:lnTo>
                    <a:pt x="1142331" y="85055"/>
                  </a:lnTo>
                  <a:lnTo>
                    <a:pt x="1175929" y="83165"/>
                  </a:lnTo>
                  <a:lnTo>
                    <a:pt x="1209527" y="81274"/>
                  </a:lnTo>
                  <a:lnTo>
                    <a:pt x="1243125" y="79384"/>
                  </a:lnTo>
                  <a:lnTo>
                    <a:pt x="1276723" y="77494"/>
                  </a:lnTo>
                  <a:lnTo>
                    <a:pt x="1310321" y="75604"/>
                  </a:lnTo>
                  <a:lnTo>
                    <a:pt x="1343919" y="73714"/>
                  </a:lnTo>
                  <a:lnTo>
                    <a:pt x="1377517" y="71824"/>
                  </a:lnTo>
                  <a:lnTo>
                    <a:pt x="1411115" y="69934"/>
                  </a:lnTo>
                  <a:lnTo>
                    <a:pt x="1444713" y="68044"/>
                  </a:lnTo>
                  <a:lnTo>
                    <a:pt x="1478311" y="66153"/>
                  </a:lnTo>
                  <a:lnTo>
                    <a:pt x="1511909" y="64263"/>
                  </a:lnTo>
                  <a:lnTo>
                    <a:pt x="1545507" y="62373"/>
                  </a:lnTo>
                  <a:lnTo>
                    <a:pt x="1579105" y="60483"/>
                  </a:lnTo>
                  <a:lnTo>
                    <a:pt x="1612703" y="58593"/>
                  </a:lnTo>
                  <a:lnTo>
                    <a:pt x="1646301" y="56703"/>
                  </a:lnTo>
                  <a:lnTo>
                    <a:pt x="1679899" y="54813"/>
                  </a:lnTo>
                  <a:lnTo>
                    <a:pt x="1713497" y="52923"/>
                  </a:lnTo>
                  <a:lnTo>
                    <a:pt x="1747095" y="51033"/>
                  </a:lnTo>
                  <a:lnTo>
                    <a:pt x="1780693" y="49142"/>
                  </a:lnTo>
                  <a:lnTo>
                    <a:pt x="1814291" y="47252"/>
                  </a:lnTo>
                  <a:lnTo>
                    <a:pt x="1847889" y="45362"/>
                  </a:lnTo>
                  <a:lnTo>
                    <a:pt x="1881487" y="43472"/>
                  </a:lnTo>
                  <a:lnTo>
                    <a:pt x="1915085" y="41582"/>
                  </a:lnTo>
                  <a:lnTo>
                    <a:pt x="1948683" y="39692"/>
                  </a:lnTo>
                  <a:lnTo>
                    <a:pt x="1982281" y="37802"/>
                  </a:lnTo>
                  <a:lnTo>
                    <a:pt x="2015879" y="35912"/>
                  </a:lnTo>
                  <a:lnTo>
                    <a:pt x="2049477" y="34022"/>
                  </a:lnTo>
                  <a:lnTo>
                    <a:pt x="2083075" y="32131"/>
                  </a:lnTo>
                  <a:lnTo>
                    <a:pt x="2116673" y="30241"/>
                  </a:lnTo>
                  <a:lnTo>
                    <a:pt x="2150271" y="28351"/>
                  </a:lnTo>
                  <a:lnTo>
                    <a:pt x="2183869" y="26461"/>
                  </a:lnTo>
                  <a:lnTo>
                    <a:pt x="2217467" y="24571"/>
                  </a:lnTo>
                  <a:lnTo>
                    <a:pt x="2251065" y="22681"/>
                  </a:lnTo>
                  <a:lnTo>
                    <a:pt x="2284663" y="20791"/>
                  </a:lnTo>
                  <a:lnTo>
                    <a:pt x="2318261" y="18901"/>
                  </a:lnTo>
                  <a:lnTo>
                    <a:pt x="2351859" y="17011"/>
                  </a:lnTo>
                  <a:lnTo>
                    <a:pt x="2385457" y="15120"/>
                  </a:lnTo>
                  <a:lnTo>
                    <a:pt x="2419055" y="13230"/>
                  </a:lnTo>
                  <a:lnTo>
                    <a:pt x="2452653" y="11340"/>
                  </a:lnTo>
                  <a:lnTo>
                    <a:pt x="2486251" y="9450"/>
                  </a:lnTo>
                  <a:lnTo>
                    <a:pt x="2519849" y="7560"/>
                  </a:lnTo>
                  <a:lnTo>
                    <a:pt x="2553447" y="5670"/>
                  </a:lnTo>
                  <a:lnTo>
                    <a:pt x="2587045" y="3780"/>
                  </a:lnTo>
                  <a:lnTo>
                    <a:pt x="2620643" y="1890"/>
                  </a:lnTo>
                  <a:lnTo>
                    <a:pt x="2654241" y="0"/>
                  </a:lnTo>
                </a:path>
              </a:pathLst>
            </a:custGeom>
            <a:ln w="14905" cap="flat">
              <a:solidFill>
                <a:srgbClr val="D730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5212331" y="398411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231474" y="415962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914960" y="469807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6143278" y="509460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395494" y="385450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856773" y="472442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152267" y="435161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4881562" y="415123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358313" y="428793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471164" y="503535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19313" y="437008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277314" y="397313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118117" y="418045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741098" y="331660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6806508" y="406146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73296" y="382533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823233" y="419434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99863" y="449638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290" y="432832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5465951" y="373386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065156" y="410636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890614" y="346665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318026" y="436521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644412" y="376022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41520" y="499249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645071" y="466387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127162" y="447537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617545" y="369730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9818" y="432898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312562" y="456811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297658" y="397465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tx280"/>
            <p:cNvSpPr/>
            <p:nvPr/>
          </p:nvSpPr>
          <p:spPr>
            <a:xfrm>
              <a:off x="6588717" y="3268443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β</a:t>
              </a:r>
            </a:p>
          </p:txBody>
        </p:sp>
        <p:sp>
          <p:nvSpPr>
            <p:cNvPr id="281" name="tx281"/>
            <p:cNvSpPr/>
            <p:nvPr/>
          </p:nvSpPr>
          <p:spPr>
            <a:xfrm>
              <a:off x="6656332" y="3268443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282" name="tx282"/>
            <p:cNvSpPr/>
            <p:nvPr/>
          </p:nvSpPr>
          <p:spPr>
            <a:xfrm>
              <a:off x="6723947" y="3282799"/>
              <a:ext cx="216804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0.145</a:t>
              </a:r>
            </a:p>
          </p:txBody>
        </p:sp>
        <p:sp>
          <p:nvSpPr>
            <p:cNvPr id="283" name="tx283"/>
            <p:cNvSpPr/>
            <p:nvPr/>
          </p:nvSpPr>
          <p:spPr>
            <a:xfrm>
              <a:off x="6619351" y="3409462"/>
              <a:ext cx="48188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1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284" name="tx284"/>
            <p:cNvSpPr/>
            <p:nvPr/>
          </p:nvSpPr>
          <p:spPr>
            <a:xfrm>
              <a:off x="6694505" y="3395106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285" name="tx285"/>
            <p:cNvSpPr/>
            <p:nvPr/>
          </p:nvSpPr>
          <p:spPr>
            <a:xfrm>
              <a:off x="6762119" y="3409462"/>
              <a:ext cx="168615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0.68</a:t>
              </a:r>
            </a:p>
          </p:txBody>
        </p:sp>
        <p:sp>
          <p:nvSpPr>
            <p:cNvPr id="286" name="rc286"/>
            <p:cNvSpPr/>
            <p:nvPr/>
          </p:nvSpPr>
          <p:spPr>
            <a:xfrm>
              <a:off x="4042207" y="3250356"/>
              <a:ext cx="2919665" cy="1955805"/>
            </a:xfrm>
            <a:prstGeom prst="rect">
              <a:avLst/>
            </a:prstGeom>
            <a:noFill/>
            <a:ln w="10840" cap="rnd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tx287"/>
            <p:cNvSpPr/>
            <p:nvPr/>
          </p:nvSpPr>
          <p:spPr>
            <a:xfrm>
              <a:off x="3909857" y="5015994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288" name="tx288"/>
            <p:cNvSpPr/>
            <p:nvPr/>
          </p:nvSpPr>
          <p:spPr>
            <a:xfrm>
              <a:off x="3909857" y="4590248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289" name="tx289"/>
            <p:cNvSpPr/>
            <p:nvPr/>
          </p:nvSpPr>
          <p:spPr>
            <a:xfrm>
              <a:off x="3940215" y="416450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90" name="tx290"/>
            <p:cNvSpPr/>
            <p:nvPr/>
          </p:nvSpPr>
          <p:spPr>
            <a:xfrm>
              <a:off x="3940215" y="3738755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1" name="tx291"/>
            <p:cNvSpPr/>
            <p:nvPr/>
          </p:nvSpPr>
          <p:spPr>
            <a:xfrm>
              <a:off x="3940215" y="3313008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92" name="pl292"/>
            <p:cNvSpPr/>
            <p:nvPr/>
          </p:nvSpPr>
          <p:spPr>
            <a:xfrm>
              <a:off x="4013739" y="50486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4013739" y="462293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4013739" y="419719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4013739" y="377144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4013739" y="334569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4075943" y="52061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4623235" y="52061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5170528" y="52061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5717821" y="52061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6265114" y="52061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6812407" y="52061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tx303"/>
            <p:cNvSpPr/>
            <p:nvPr/>
          </p:nvSpPr>
          <p:spPr>
            <a:xfrm>
              <a:off x="3997350" y="5257405"/>
              <a:ext cx="15718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-1.0</a:t>
              </a:r>
            </a:p>
          </p:txBody>
        </p:sp>
        <p:sp>
          <p:nvSpPr>
            <p:cNvPr id="304" name="tx304"/>
            <p:cNvSpPr/>
            <p:nvPr/>
          </p:nvSpPr>
          <p:spPr>
            <a:xfrm>
              <a:off x="4544643" y="5257405"/>
              <a:ext cx="15718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-0.5</a:t>
              </a:r>
            </a:p>
          </p:txBody>
        </p:sp>
        <p:sp>
          <p:nvSpPr>
            <p:cNvPr id="305" name="tx305"/>
            <p:cNvSpPr/>
            <p:nvPr/>
          </p:nvSpPr>
          <p:spPr>
            <a:xfrm>
              <a:off x="5107115" y="5257405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306" name="tx306"/>
            <p:cNvSpPr/>
            <p:nvPr/>
          </p:nvSpPr>
          <p:spPr>
            <a:xfrm>
              <a:off x="5654408" y="5257405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307" name="tx307"/>
            <p:cNvSpPr/>
            <p:nvPr/>
          </p:nvSpPr>
          <p:spPr>
            <a:xfrm>
              <a:off x="6201700" y="5257405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308" name="tx308"/>
            <p:cNvSpPr/>
            <p:nvPr/>
          </p:nvSpPr>
          <p:spPr>
            <a:xfrm>
              <a:off x="6748993" y="5257405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1.5</a:t>
              </a:r>
            </a:p>
          </p:txBody>
        </p:sp>
        <p:sp>
          <p:nvSpPr>
            <p:cNvPr id="309" name="tx309"/>
            <p:cNvSpPr/>
            <p:nvPr/>
          </p:nvSpPr>
          <p:spPr>
            <a:xfrm>
              <a:off x="4800193" y="5370363"/>
              <a:ext cx="1403695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Residuals (Per capita GDP)</a:t>
              </a:r>
            </a:p>
          </p:txBody>
        </p:sp>
        <p:sp>
          <p:nvSpPr>
            <p:cNvPr id="310" name="tx310"/>
            <p:cNvSpPr/>
            <p:nvPr/>
          </p:nvSpPr>
          <p:spPr>
            <a:xfrm rot="-5400000">
              <a:off x="3190925" y="4187340"/>
              <a:ext cx="125117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Residuals (New records)</a:t>
              </a:r>
            </a:p>
          </p:txBody>
        </p:sp>
        <p:sp>
          <p:nvSpPr>
            <p:cNvPr id="311" name="tx311"/>
            <p:cNvSpPr/>
            <p:nvPr/>
          </p:nvSpPr>
          <p:spPr>
            <a:xfrm>
              <a:off x="3782292" y="3244855"/>
              <a:ext cx="8531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  <p:sp>
          <p:nvSpPr>
            <p:cNvPr id="312" name="rc312"/>
            <p:cNvSpPr/>
            <p:nvPr/>
          </p:nvSpPr>
          <p:spPr>
            <a:xfrm>
              <a:off x="252469" y="5539422"/>
              <a:ext cx="3434556" cy="23523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rc313"/>
            <p:cNvSpPr/>
            <p:nvPr/>
          </p:nvSpPr>
          <p:spPr>
            <a:xfrm>
              <a:off x="3687025" y="5539422"/>
              <a:ext cx="4290105" cy="23523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678791" y="5602685"/>
              <a:ext cx="2919665" cy="1955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678791" y="7419461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678791" y="6991795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678791" y="6564129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678791" y="6136463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678791" y="5708797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1187340" y="5602685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1936627" y="5602685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2685913" y="5602685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3435200" y="5602685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811503" y="5877709"/>
              <a:ext cx="2654241" cy="1313088"/>
            </a:xfrm>
            <a:custGeom>
              <a:avLst/>
              <a:pathLst>
                <a:path w="2654241" h="1313088">
                  <a:moveTo>
                    <a:pt x="0" y="594672"/>
                  </a:moveTo>
                  <a:lnTo>
                    <a:pt x="33597" y="597123"/>
                  </a:lnTo>
                  <a:lnTo>
                    <a:pt x="67195" y="599519"/>
                  </a:lnTo>
                  <a:lnTo>
                    <a:pt x="100793" y="601858"/>
                  </a:lnTo>
                  <a:lnTo>
                    <a:pt x="134391" y="604134"/>
                  </a:lnTo>
                  <a:lnTo>
                    <a:pt x="167989" y="606342"/>
                  </a:lnTo>
                  <a:lnTo>
                    <a:pt x="201587" y="608478"/>
                  </a:lnTo>
                  <a:lnTo>
                    <a:pt x="235185" y="610534"/>
                  </a:lnTo>
                  <a:lnTo>
                    <a:pt x="268783" y="612505"/>
                  </a:lnTo>
                  <a:lnTo>
                    <a:pt x="302381" y="614383"/>
                  </a:lnTo>
                  <a:lnTo>
                    <a:pt x="335979" y="616159"/>
                  </a:lnTo>
                  <a:lnTo>
                    <a:pt x="369577" y="617825"/>
                  </a:lnTo>
                  <a:lnTo>
                    <a:pt x="403175" y="619371"/>
                  </a:lnTo>
                  <a:lnTo>
                    <a:pt x="436773" y="620785"/>
                  </a:lnTo>
                  <a:lnTo>
                    <a:pt x="470371" y="622056"/>
                  </a:lnTo>
                  <a:lnTo>
                    <a:pt x="503969" y="623170"/>
                  </a:lnTo>
                  <a:lnTo>
                    <a:pt x="537567" y="624112"/>
                  </a:lnTo>
                  <a:lnTo>
                    <a:pt x="571165" y="624866"/>
                  </a:lnTo>
                  <a:lnTo>
                    <a:pt x="604763" y="625414"/>
                  </a:lnTo>
                  <a:lnTo>
                    <a:pt x="638361" y="625736"/>
                  </a:lnTo>
                  <a:lnTo>
                    <a:pt x="671959" y="625811"/>
                  </a:lnTo>
                  <a:lnTo>
                    <a:pt x="705557" y="625615"/>
                  </a:lnTo>
                  <a:lnTo>
                    <a:pt x="739155" y="625123"/>
                  </a:lnTo>
                  <a:lnTo>
                    <a:pt x="772753" y="624308"/>
                  </a:lnTo>
                  <a:lnTo>
                    <a:pt x="806351" y="623141"/>
                  </a:lnTo>
                  <a:lnTo>
                    <a:pt x="839949" y="621594"/>
                  </a:lnTo>
                  <a:lnTo>
                    <a:pt x="873547" y="619635"/>
                  </a:lnTo>
                  <a:lnTo>
                    <a:pt x="907145" y="617234"/>
                  </a:lnTo>
                  <a:lnTo>
                    <a:pt x="940743" y="614361"/>
                  </a:lnTo>
                  <a:lnTo>
                    <a:pt x="974341" y="610988"/>
                  </a:lnTo>
                  <a:lnTo>
                    <a:pt x="1007939" y="607087"/>
                  </a:lnTo>
                  <a:lnTo>
                    <a:pt x="1041537" y="602638"/>
                  </a:lnTo>
                  <a:lnTo>
                    <a:pt x="1075135" y="597621"/>
                  </a:lnTo>
                  <a:lnTo>
                    <a:pt x="1108733" y="592024"/>
                  </a:lnTo>
                  <a:lnTo>
                    <a:pt x="1142331" y="585842"/>
                  </a:lnTo>
                  <a:lnTo>
                    <a:pt x="1175929" y="579073"/>
                  </a:lnTo>
                  <a:lnTo>
                    <a:pt x="1209527" y="571725"/>
                  </a:lnTo>
                  <a:lnTo>
                    <a:pt x="1243125" y="563811"/>
                  </a:lnTo>
                  <a:lnTo>
                    <a:pt x="1276723" y="555347"/>
                  </a:lnTo>
                  <a:lnTo>
                    <a:pt x="1310321" y="546358"/>
                  </a:lnTo>
                  <a:lnTo>
                    <a:pt x="1343919" y="536868"/>
                  </a:lnTo>
                  <a:lnTo>
                    <a:pt x="1377517" y="526907"/>
                  </a:lnTo>
                  <a:lnTo>
                    <a:pt x="1411115" y="516505"/>
                  </a:lnTo>
                  <a:lnTo>
                    <a:pt x="1444713" y="505692"/>
                  </a:lnTo>
                  <a:lnTo>
                    <a:pt x="1478311" y="494499"/>
                  </a:lnTo>
                  <a:lnTo>
                    <a:pt x="1511909" y="482955"/>
                  </a:lnTo>
                  <a:lnTo>
                    <a:pt x="1545507" y="471088"/>
                  </a:lnTo>
                  <a:lnTo>
                    <a:pt x="1579105" y="458927"/>
                  </a:lnTo>
                  <a:lnTo>
                    <a:pt x="1612703" y="446495"/>
                  </a:lnTo>
                  <a:lnTo>
                    <a:pt x="1646301" y="433817"/>
                  </a:lnTo>
                  <a:lnTo>
                    <a:pt x="1679899" y="420913"/>
                  </a:lnTo>
                  <a:lnTo>
                    <a:pt x="1713497" y="407803"/>
                  </a:lnTo>
                  <a:lnTo>
                    <a:pt x="1747095" y="394506"/>
                  </a:lnTo>
                  <a:lnTo>
                    <a:pt x="1780693" y="381037"/>
                  </a:lnTo>
                  <a:lnTo>
                    <a:pt x="1814291" y="367412"/>
                  </a:lnTo>
                  <a:lnTo>
                    <a:pt x="1847889" y="353643"/>
                  </a:lnTo>
                  <a:lnTo>
                    <a:pt x="1881487" y="339744"/>
                  </a:lnTo>
                  <a:lnTo>
                    <a:pt x="1915085" y="325724"/>
                  </a:lnTo>
                  <a:lnTo>
                    <a:pt x="1948683" y="311595"/>
                  </a:lnTo>
                  <a:lnTo>
                    <a:pt x="1982281" y="297364"/>
                  </a:lnTo>
                  <a:lnTo>
                    <a:pt x="2015879" y="283040"/>
                  </a:lnTo>
                  <a:lnTo>
                    <a:pt x="2049477" y="268631"/>
                  </a:lnTo>
                  <a:lnTo>
                    <a:pt x="2083075" y="254143"/>
                  </a:lnTo>
                  <a:lnTo>
                    <a:pt x="2116673" y="239582"/>
                  </a:lnTo>
                  <a:lnTo>
                    <a:pt x="2150271" y="224954"/>
                  </a:lnTo>
                  <a:lnTo>
                    <a:pt x="2183869" y="210263"/>
                  </a:lnTo>
                  <a:lnTo>
                    <a:pt x="2217467" y="195514"/>
                  </a:lnTo>
                  <a:lnTo>
                    <a:pt x="2251065" y="180712"/>
                  </a:lnTo>
                  <a:lnTo>
                    <a:pt x="2284663" y="165860"/>
                  </a:lnTo>
                  <a:lnTo>
                    <a:pt x="2318261" y="150961"/>
                  </a:lnTo>
                  <a:lnTo>
                    <a:pt x="2351859" y="136019"/>
                  </a:lnTo>
                  <a:lnTo>
                    <a:pt x="2385457" y="121037"/>
                  </a:lnTo>
                  <a:lnTo>
                    <a:pt x="2419055" y="106017"/>
                  </a:lnTo>
                  <a:lnTo>
                    <a:pt x="2452653" y="90961"/>
                  </a:lnTo>
                  <a:lnTo>
                    <a:pt x="2486251" y="75873"/>
                  </a:lnTo>
                  <a:lnTo>
                    <a:pt x="2519849" y="60753"/>
                  </a:lnTo>
                  <a:lnTo>
                    <a:pt x="2553447" y="45604"/>
                  </a:lnTo>
                  <a:lnTo>
                    <a:pt x="2587045" y="30428"/>
                  </a:lnTo>
                  <a:lnTo>
                    <a:pt x="2620643" y="15226"/>
                  </a:lnTo>
                  <a:lnTo>
                    <a:pt x="2654241" y="0"/>
                  </a:lnTo>
                  <a:lnTo>
                    <a:pt x="2654241" y="932054"/>
                  </a:lnTo>
                  <a:lnTo>
                    <a:pt x="2620643" y="929179"/>
                  </a:lnTo>
                  <a:lnTo>
                    <a:pt x="2587045" y="926327"/>
                  </a:lnTo>
                  <a:lnTo>
                    <a:pt x="2553447" y="923502"/>
                  </a:lnTo>
                  <a:lnTo>
                    <a:pt x="2519849" y="920704"/>
                  </a:lnTo>
                  <a:lnTo>
                    <a:pt x="2486251" y="917935"/>
                  </a:lnTo>
                  <a:lnTo>
                    <a:pt x="2452653" y="915197"/>
                  </a:lnTo>
                  <a:lnTo>
                    <a:pt x="2419055" y="912492"/>
                  </a:lnTo>
                  <a:lnTo>
                    <a:pt x="2385457" y="909822"/>
                  </a:lnTo>
                  <a:lnTo>
                    <a:pt x="2351859" y="907191"/>
                  </a:lnTo>
                  <a:lnTo>
                    <a:pt x="2318261" y="904599"/>
                  </a:lnTo>
                  <a:lnTo>
                    <a:pt x="2284663" y="902052"/>
                  </a:lnTo>
                  <a:lnTo>
                    <a:pt x="2251065" y="899550"/>
                  </a:lnTo>
                  <a:lnTo>
                    <a:pt x="2217467" y="897099"/>
                  </a:lnTo>
                  <a:lnTo>
                    <a:pt x="2183869" y="894701"/>
                  </a:lnTo>
                  <a:lnTo>
                    <a:pt x="2150271" y="892361"/>
                  </a:lnTo>
                  <a:lnTo>
                    <a:pt x="2116673" y="890083"/>
                  </a:lnTo>
                  <a:lnTo>
                    <a:pt x="2083075" y="887873"/>
                  </a:lnTo>
                  <a:lnTo>
                    <a:pt x="2049477" y="885735"/>
                  </a:lnTo>
                  <a:lnTo>
                    <a:pt x="2015879" y="883677"/>
                  </a:lnTo>
                  <a:lnTo>
                    <a:pt x="1982281" y="881704"/>
                  </a:lnTo>
                  <a:lnTo>
                    <a:pt x="1948683" y="879824"/>
                  </a:lnTo>
                  <a:lnTo>
                    <a:pt x="1915085" y="878045"/>
                  </a:lnTo>
                  <a:lnTo>
                    <a:pt x="1881487" y="876376"/>
                  </a:lnTo>
                  <a:lnTo>
                    <a:pt x="1847889" y="874828"/>
                  </a:lnTo>
                  <a:lnTo>
                    <a:pt x="1814291" y="873410"/>
                  </a:lnTo>
                  <a:lnTo>
                    <a:pt x="1780693" y="872135"/>
                  </a:lnTo>
                  <a:lnTo>
                    <a:pt x="1747095" y="871017"/>
                  </a:lnTo>
                  <a:lnTo>
                    <a:pt x="1713497" y="870070"/>
                  </a:lnTo>
                  <a:lnTo>
                    <a:pt x="1679899" y="869312"/>
                  </a:lnTo>
                  <a:lnTo>
                    <a:pt x="1646301" y="868758"/>
                  </a:lnTo>
                  <a:lnTo>
                    <a:pt x="1612703" y="868431"/>
                  </a:lnTo>
                  <a:lnTo>
                    <a:pt x="1579105" y="868350"/>
                  </a:lnTo>
                  <a:lnTo>
                    <a:pt x="1545507" y="868539"/>
                  </a:lnTo>
                  <a:lnTo>
                    <a:pt x="1511909" y="869024"/>
                  </a:lnTo>
                  <a:lnTo>
                    <a:pt x="1478311" y="869830"/>
                  </a:lnTo>
                  <a:lnTo>
                    <a:pt x="1444713" y="870988"/>
                  </a:lnTo>
                  <a:lnTo>
                    <a:pt x="1411115" y="872525"/>
                  </a:lnTo>
                  <a:lnTo>
                    <a:pt x="1377517" y="874474"/>
                  </a:lnTo>
                  <a:lnTo>
                    <a:pt x="1343919" y="876863"/>
                  </a:lnTo>
                  <a:lnTo>
                    <a:pt x="1310321" y="879725"/>
                  </a:lnTo>
                  <a:lnTo>
                    <a:pt x="1276723" y="883086"/>
                  </a:lnTo>
                  <a:lnTo>
                    <a:pt x="1243125" y="886973"/>
                  </a:lnTo>
                  <a:lnTo>
                    <a:pt x="1209527" y="891409"/>
                  </a:lnTo>
                  <a:lnTo>
                    <a:pt x="1175929" y="896412"/>
                  </a:lnTo>
                  <a:lnTo>
                    <a:pt x="1142331" y="901994"/>
                  </a:lnTo>
                  <a:lnTo>
                    <a:pt x="1108733" y="908162"/>
                  </a:lnTo>
                  <a:lnTo>
                    <a:pt x="1075135" y="914917"/>
                  </a:lnTo>
                  <a:lnTo>
                    <a:pt x="1041537" y="922251"/>
                  </a:lnTo>
                  <a:lnTo>
                    <a:pt x="1007939" y="930152"/>
                  </a:lnTo>
                  <a:lnTo>
                    <a:pt x="974341" y="938602"/>
                  </a:lnTo>
                  <a:lnTo>
                    <a:pt x="940743" y="947579"/>
                  </a:lnTo>
                  <a:lnTo>
                    <a:pt x="907145" y="957057"/>
                  </a:lnTo>
                  <a:lnTo>
                    <a:pt x="873547" y="967006"/>
                  </a:lnTo>
                  <a:lnTo>
                    <a:pt x="839949" y="977398"/>
                  </a:lnTo>
                  <a:lnTo>
                    <a:pt x="806351" y="988202"/>
                  </a:lnTo>
                  <a:lnTo>
                    <a:pt x="772753" y="999386"/>
                  </a:lnTo>
                  <a:lnTo>
                    <a:pt x="739155" y="1010922"/>
                  </a:lnTo>
                  <a:lnTo>
                    <a:pt x="705557" y="1022781"/>
                  </a:lnTo>
                  <a:lnTo>
                    <a:pt x="671959" y="1034935"/>
                  </a:lnTo>
                  <a:lnTo>
                    <a:pt x="638361" y="1047360"/>
                  </a:lnTo>
                  <a:lnTo>
                    <a:pt x="604763" y="1060033"/>
                  </a:lnTo>
                  <a:lnTo>
                    <a:pt x="571165" y="1072932"/>
                  </a:lnTo>
                  <a:lnTo>
                    <a:pt x="537567" y="1086037"/>
                  </a:lnTo>
                  <a:lnTo>
                    <a:pt x="503969" y="1099330"/>
                  </a:lnTo>
                  <a:lnTo>
                    <a:pt x="470371" y="1112794"/>
                  </a:lnTo>
                  <a:lnTo>
                    <a:pt x="436773" y="1126416"/>
                  </a:lnTo>
                  <a:lnTo>
                    <a:pt x="403175" y="1140181"/>
                  </a:lnTo>
                  <a:lnTo>
                    <a:pt x="369577" y="1154078"/>
                  </a:lnTo>
                  <a:lnTo>
                    <a:pt x="335979" y="1168094"/>
                  </a:lnTo>
                  <a:lnTo>
                    <a:pt x="302381" y="1182221"/>
                  </a:lnTo>
                  <a:lnTo>
                    <a:pt x="268783" y="1196450"/>
                  </a:lnTo>
                  <a:lnTo>
                    <a:pt x="235185" y="1210771"/>
                  </a:lnTo>
                  <a:lnTo>
                    <a:pt x="201587" y="1225178"/>
                  </a:lnTo>
                  <a:lnTo>
                    <a:pt x="167989" y="1239665"/>
                  </a:lnTo>
                  <a:lnTo>
                    <a:pt x="134391" y="1254224"/>
                  </a:lnTo>
                  <a:lnTo>
                    <a:pt x="100793" y="1268851"/>
                  </a:lnTo>
                  <a:lnTo>
                    <a:pt x="67195" y="1283540"/>
                  </a:lnTo>
                  <a:lnTo>
                    <a:pt x="33597" y="1298287"/>
                  </a:lnTo>
                  <a:lnTo>
                    <a:pt x="0" y="1313088"/>
                  </a:lnTo>
                  <a:close/>
                </a:path>
              </a:pathLst>
            </a:custGeom>
            <a:solidFill>
              <a:srgbClr val="E7298A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811503" y="5877709"/>
              <a:ext cx="2654241" cy="625811"/>
            </a:xfrm>
            <a:custGeom>
              <a:avLst/>
              <a:pathLst>
                <a:path w="2654241" h="625811">
                  <a:moveTo>
                    <a:pt x="0" y="594672"/>
                  </a:moveTo>
                  <a:lnTo>
                    <a:pt x="33597" y="597123"/>
                  </a:lnTo>
                  <a:lnTo>
                    <a:pt x="67195" y="599519"/>
                  </a:lnTo>
                  <a:lnTo>
                    <a:pt x="100793" y="601858"/>
                  </a:lnTo>
                  <a:lnTo>
                    <a:pt x="134391" y="604134"/>
                  </a:lnTo>
                  <a:lnTo>
                    <a:pt x="167989" y="606342"/>
                  </a:lnTo>
                  <a:lnTo>
                    <a:pt x="201587" y="608478"/>
                  </a:lnTo>
                  <a:lnTo>
                    <a:pt x="235185" y="610534"/>
                  </a:lnTo>
                  <a:lnTo>
                    <a:pt x="268783" y="612505"/>
                  </a:lnTo>
                  <a:lnTo>
                    <a:pt x="302381" y="614383"/>
                  </a:lnTo>
                  <a:lnTo>
                    <a:pt x="335979" y="616159"/>
                  </a:lnTo>
                  <a:lnTo>
                    <a:pt x="369577" y="617825"/>
                  </a:lnTo>
                  <a:lnTo>
                    <a:pt x="403175" y="619371"/>
                  </a:lnTo>
                  <a:lnTo>
                    <a:pt x="436773" y="620785"/>
                  </a:lnTo>
                  <a:lnTo>
                    <a:pt x="470371" y="622056"/>
                  </a:lnTo>
                  <a:lnTo>
                    <a:pt x="503969" y="623170"/>
                  </a:lnTo>
                  <a:lnTo>
                    <a:pt x="537567" y="624112"/>
                  </a:lnTo>
                  <a:lnTo>
                    <a:pt x="571165" y="624866"/>
                  </a:lnTo>
                  <a:lnTo>
                    <a:pt x="604763" y="625414"/>
                  </a:lnTo>
                  <a:lnTo>
                    <a:pt x="638361" y="625736"/>
                  </a:lnTo>
                  <a:lnTo>
                    <a:pt x="671959" y="625811"/>
                  </a:lnTo>
                  <a:lnTo>
                    <a:pt x="705557" y="625615"/>
                  </a:lnTo>
                  <a:lnTo>
                    <a:pt x="739155" y="625123"/>
                  </a:lnTo>
                  <a:lnTo>
                    <a:pt x="772753" y="624308"/>
                  </a:lnTo>
                  <a:lnTo>
                    <a:pt x="806351" y="623141"/>
                  </a:lnTo>
                  <a:lnTo>
                    <a:pt x="839949" y="621594"/>
                  </a:lnTo>
                  <a:lnTo>
                    <a:pt x="873547" y="619635"/>
                  </a:lnTo>
                  <a:lnTo>
                    <a:pt x="907145" y="617234"/>
                  </a:lnTo>
                  <a:lnTo>
                    <a:pt x="940743" y="614361"/>
                  </a:lnTo>
                  <a:lnTo>
                    <a:pt x="974341" y="610988"/>
                  </a:lnTo>
                  <a:lnTo>
                    <a:pt x="1007939" y="607087"/>
                  </a:lnTo>
                  <a:lnTo>
                    <a:pt x="1041537" y="602638"/>
                  </a:lnTo>
                  <a:lnTo>
                    <a:pt x="1075135" y="597621"/>
                  </a:lnTo>
                  <a:lnTo>
                    <a:pt x="1108733" y="592024"/>
                  </a:lnTo>
                  <a:lnTo>
                    <a:pt x="1142331" y="585842"/>
                  </a:lnTo>
                  <a:lnTo>
                    <a:pt x="1175929" y="579073"/>
                  </a:lnTo>
                  <a:lnTo>
                    <a:pt x="1209527" y="571725"/>
                  </a:lnTo>
                  <a:lnTo>
                    <a:pt x="1243125" y="563811"/>
                  </a:lnTo>
                  <a:lnTo>
                    <a:pt x="1276723" y="555347"/>
                  </a:lnTo>
                  <a:lnTo>
                    <a:pt x="1310321" y="546358"/>
                  </a:lnTo>
                  <a:lnTo>
                    <a:pt x="1343919" y="536868"/>
                  </a:lnTo>
                  <a:lnTo>
                    <a:pt x="1377517" y="526907"/>
                  </a:lnTo>
                  <a:lnTo>
                    <a:pt x="1411115" y="516505"/>
                  </a:lnTo>
                  <a:lnTo>
                    <a:pt x="1444713" y="505692"/>
                  </a:lnTo>
                  <a:lnTo>
                    <a:pt x="1478311" y="494499"/>
                  </a:lnTo>
                  <a:lnTo>
                    <a:pt x="1511909" y="482955"/>
                  </a:lnTo>
                  <a:lnTo>
                    <a:pt x="1545507" y="471088"/>
                  </a:lnTo>
                  <a:lnTo>
                    <a:pt x="1579105" y="458927"/>
                  </a:lnTo>
                  <a:lnTo>
                    <a:pt x="1612703" y="446495"/>
                  </a:lnTo>
                  <a:lnTo>
                    <a:pt x="1646301" y="433817"/>
                  </a:lnTo>
                  <a:lnTo>
                    <a:pt x="1679899" y="420913"/>
                  </a:lnTo>
                  <a:lnTo>
                    <a:pt x="1713497" y="407803"/>
                  </a:lnTo>
                  <a:lnTo>
                    <a:pt x="1747095" y="394506"/>
                  </a:lnTo>
                  <a:lnTo>
                    <a:pt x="1780693" y="381037"/>
                  </a:lnTo>
                  <a:lnTo>
                    <a:pt x="1814291" y="367412"/>
                  </a:lnTo>
                  <a:lnTo>
                    <a:pt x="1847889" y="353643"/>
                  </a:lnTo>
                  <a:lnTo>
                    <a:pt x="1881487" y="339744"/>
                  </a:lnTo>
                  <a:lnTo>
                    <a:pt x="1915085" y="325724"/>
                  </a:lnTo>
                  <a:lnTo>
                    <a:pt x="1948683" y="311595"/>
                  </a:lnTo>
                  <a:lnTo>
                    <a:pt x="1982281" y="297364"/>
                  </a:lnTo>
                  <a:lnTo>
                    <a:pt x="2015879" y="283040"/>
                  </a:lnTo>
                  <a:lnTo>
                    <a:pt x="2049477" y="268631"/>
                  </a:lnTo>
                  <a:lnTo>
                    <a:pt x="2083075" y="254143"/>
                  </a:lnTo>
                  <a:lnTo>
                    <a:pt x="2116673" y="239582"/>
                  </a:lnTo>
                  <a:lnTo>
                    <a:pt x="2150271" y="224954"/>
                  </a:lnTo>
                  <a:lnTo>
                    <a:pt x="2183869" y="210263"/>
                  </a:lnTo>
                  <a:lnTo>
                    <a:pt x="2217467" y="195514"/>
                  </a:lnTo>
                  <a:lnTo>
                    <a:pt x="2251065" y="180712"/>
                  </a:lnTo>
                  <a:lnTo>
                    <a:pt x="2284663" y="165860"/>
                  </a:lnTo>
                  <a:lnTo>
                    <a:pt x="2318261" y="150961"/>
                  </a:lnTo>
                  <a:lnTo>
                    <a:pt x="2351859" y="136019"/>
                  </a:lnTo>
                  <a:lnTo>
                    <a:pt x="2385457" y="121037"/>
                  </a:lnTo>
                  <a:lnTo>
                    <a:pt x="2419055" y="106017"/>
                  </a:lnTo>
                  <a:lnTo>
                    <a:pt x="2452653" y="90961"/>
                  </a:lnTo>
                  <a:lnTo>
                    <a:pt x="2486251" y="75873"/>
                  </a:lnTo>
                  <a:lnTo>
                    <a:pt x="2519849" y="60753"/>
                  </a:lnTo>
                  <a:lnTo>
                    <a:pt x="2553447" y="45604"/>
                  </a:lnTo>
                  <a:lnTo>
                    <a:pt x="2587045" y="30428"/>
                  </a:lnTo>
                  <a:lnTo>
                    <a:pt x="2620643" y="15226"/>
                  </a:lnTo>
                  <a:lnTo>
                    <a:pt x="26542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811503" y="6746059"/>
              <a:ext cx="2654241" cy="444738"/>
            </a:xfrm>
            <a:custGeom>
              <a:avLst/>
              <a:pathLst>
                <a:path w="2654241" h="444738">
                  <a:moveTo>
                    <a:pt x="2654241" y="63704"/>
                  </a:moveTo>
                  <a:lnTo>
                    <a:pt x="2620643" y="60828"/>
                  </a:lnTo>
                  <a:lnTo>
                    <a:pt x="2587045" y="57977"/>
                  </a:lnTo>
                  <a:lnTo>
                    <a:pt x="2553447" y="55152"/>
                  </a:lnTo>
                  <a:lnTo>
                    <a:pt x="2519849" y="52353"/>
                  </a:lnTo>
                  <a:lnTo>
                    <a:pt x="2486251" y="49584"/>
                  </a:lnTo>
                  <a:lnTo>
                    <a:pt x="2452653" y="46847"/>
                  </a:lnTo>
                  <a:lnTo>
                    <a:pt x="2419055" y="44142"/>
                  </a:lnTo>
                  <a:lnTo>
                    <a:pt x="2385457" y="41472"/>
                  </a:lnTo>
                  <a:lnTo>
                    <a:pt x="2351859" y="38841"/>
                  </a:lnTo>
                  <a:lnTo>
                    <a:pt x="2318261" y="36249"/>
                  </a:lnTo>
                  <a:lnTo>
                    <a:pt x="2284663" y="33701"/>
                  </a:lnTo>
                  <a:lnTo>
                    <a:pt x="2251065" y="31200"/>
                  </a:lnTo>
                  <a:lnTo>
                    <a:pt x="2217467" y="28748"/>
                  </a:lnTo>
                  <a:lnTo>
                    <a:pt x="2183869" y="26351"/>
                  </a:lnTo>
                  <a:lnTo>
                    <a:pt x="2150271" y="24011"/>
                  </a:lnTo>
                  <a:lnTo>
                    <a:pt x="2116673" y="21733"/>
                  </a:lnTo>
                  <a:lnTo>
                    <a:pt x="2083075" y="19523"/>
                  </a:lnTo>
                  <a:lnTo>
                    <a:pt x="2049477" y="17385"/>
                  </a:lnTo>
                  <a:lnTo>
                    <a:pt x="2015879" y="15327"/>
                  </a:lnTo>
                  <a:lnTo>
                    <a:pt x="1982281" y="13354"/>
                  </a:lnTo>
                  <a:lnTo>
                    <a:pt x="1948683" y="11474"/>
                  </a:lnTo>
                  <a:lnTo>
                    <a:pt x="1915085" y="9695"/>
                  </a:lnTo>
                  <a:lnTo>
                    <a:pt x="1881487" y="8026"/>
                  </a:lnTo>
                  <a:lnTo>
                    <a:pt x="1847889" y="6477"/>
                  </a:lnTo>
                  <a:lnTo>
                    <a:pt x="1814291" y="5060"/>
                  </a:lnTo>
                  <a:lnTo>
                    <a:pt x="1780693" y="3785"/>
                  </a:lnTo>
                  <a:lnTo>
                    <a:pt x="1747095" y="2667"/>
                  </a:lnTo>
                  <a:lnTo>
                    <a:pt x="1713497" y="1720"/>
                  </a:lnTo>
                  <a:lnTo>
                    <a:pt x="1679899" y="961"/>
                  </a:lnTo>
                  <a:lnTo>
                    <a:pt x="1646301" y="408"/>
                  </a:lnTo>
                  <a:lnTo>
                    <a:pt x="1612703" y="80"/>
                  </a:lnTo>
                  <a:lnTo>
                    <a:pt x="1579105" y="0"/>
                  </a:lnTo>
                  <a:lnTo>
                    <a:pt x="1545507" y="189"/>
                  </a:lnTo>
                  <a:lnTo>
                    <a:pt x="1511909" y="673"/>
                  </a:lnTo>
                  <a:lnTo>
                    <a:pt x="1478311" y="1480"/>
                  </a:lnTo>
                  <a:lnTo>
                    <a:pt x="1444713" y="2638"/>
                  </a:lnTo>
                  <a:lnTo>
                    <a:pt x="1411115" y="4175"/>
                  </a:lnTo>
                  <a:lnTo>
                    <a:pt x="1377517" y="6124"/>
                  </a:lnTo>
                  <a:lnTo>
                    <a:pt x="1343919" y="8513"/>
                  </a:lnTo>
                  <a:lnTo>
                    <a:pt x="1310321" y="11374"/>
                  </a:lnTo>
                  <a:lnTo>
                    <a:pt x="1276723" y="14736"/>
                  </a:lnTo>
                  <a:lnTo>
                    <a:pt x="1243125" y="18623"/>
                  </a:lnTo>
                  <a:lnTo>
                    <a:pt x="1209527" y="23059"/>
                  </a:lnTo>
                  <a:lnTo>
                    <a:pt x="1175929" y="28062"/>
                  </a:lnTo>
                  <a:lnTo>
                    <a:pt x="1142331" y="33644"/>
                  </a:lnTo>
                  <a:lnTo>
                    <a:pt x="1108733" y="39812"/>
                  </a:lnTo>
                  <a:lnTo>
                    <a:pt x="1075135" y="46567"/>
                  </a:lnTo>
                  <a:lnTo>
                    <a:pt x="1041537" y="53900"/>
                  </a:lnTo>
                  <a:lnTo>
                    <a:pt x="1007939" y="61801"/>
                  </a:lnTo>
                  <a:lnTo>
                    <a:pt x="974341" y="70252"/>
                  </a:lnTo>
                  <a:lnTo>
                    <a:pt x="940743" y="79229"/>
                  </a:lnTo>
                  <a:lnTo>
                    <a:pt x="907145" y="88706"/>
                  </a:lnTo>
                  <a:lnTo>
                    <a:pt x="873547" y="98656"/>
                  </a:lnTo>
                  <a:lnTo>
                    <a:pt x="839949" y="109048"/>
                  </a:lnTo>
                  <a:lnTo>
                    <a:pt x="806351" y="119852"/>
                  </a:lnTo>
                  <a:lnTo>
                    <a:pt x="772753" y="131036"/>
                  </a:lnTo>
                  <a:lnTo>
                    <a:pt x="739155" y="142572"/>
                  </a:lnTo>
                  <a:lnTo>
                    <a:pt x="705557" y="154430"/>
                  </a:lnTo>
                  <a:lnTo>
                    <a:pt x="671959" y="166585"/>
                  </a:lnTo>
                  <a:lnTo>
                    <a:pt x="638361" y="179010"/>
                  </a:lnTo>
                  <a:lnTo>
                    <a:pt x="604763" y="191683"/>
                  </a:lnTo>
                  <a:lnTo>
                    <a:pt x="571165" y="204582"/>
                  </a:lnTo>
                  <a:lnTo>
                    <a:pt x="537567" y="217686"/>
                  </a:lnTo>
                  <a:lnTo>
                    <a:pt x="503969" y="230979"/>
                  </a:lnTo>
                  <a:lnTo>
                    <a:pt x="470371" y="244444"/>
                  </a:lnTo>
                  <a:lnTo>
                    <a:pt x="436773" y="258066"/>
                  </a:lnTo>
                  <a:lnTo>
                    <a:pt x="403175" y="271831"/>
                  </a:lnTo>
                  <a:lnTo>
                    <a:pt x="369577" y="285728"/>
                  </a:lnTo>
                  <a:lnTo>
                    <a:pt x="335979" y="299744"/>
                  </a:lnTo>
                  <a:lnTo>
                    <a:pt x="302381" y="313871"/>
                  </a:lnTo>
                  <a:lnTo>
                    <a:pt x="268783" y="328100"/>
                  </a:lnTo>
                  <a:lnTo>
                    <a:pt x="235185" y="342421"/>
                  </a:lnTo>
                  <a:lnTo>
                    <a:pt x="201587" y="356828"/>
                  </a:lnTo>
                  <a:lnTo>
                    <a:pt x="167989" y="371315"/>
                  </a:lnTo>
                  <a:lnTo>
                    <a:pt x="134391" y="385874"/>
                  </a:lnTo>
                  <a:lnTo>
                    <a:pt x="100793" y="400501"/>
                  </a:lnTo>
                  <a:lnTo>
                    <a:pt x="67195" y="415190"/>
                  </a:lnTo>
                  <a:lnTo>
                    <a:pt x="33597" y="429937"/>
                  </a:lnTo>
                  <a:lnTo>
                    <a:pt x="0" y="444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811503" y="6343736"/>
              <a:ext cx="2654241" cy="487853"/>
            </a:xfrm>
            <a:custGeom>
              <a:avLst/>
              <a:pathLst>
                <a:path w="2654241" h="487853">
                  <a:moveTo>
                    <a:pt x="0" y="487853"/>
                  </a:moveTo>
                  <a:lnTo>
                    <a:pt x="33597" y="481678"/>
                  </a:lnTo>
                  <a:lnTo>
                    <a:pt x="67195" y="475502"/>
                  </a:lnTo>
                  <a:lnTo>
                    <a:pt x="100793" y="469327"/>
                  </a:lnTo>
                  <a:lnTo>
                    <a:pt x="134391" y="463151"/>
                  </a:lnTo>
                  <a:lnTo>
                    <a:pt x="167989" y="456976"/>
                  </a:lnTo>
                  <a:lnTo>
                    <a:pt x="201587" y="450801"/>
                  </a:lnTo>
                  <a:lnTo>
                    <a:pt x="235185" y="444625"/>
                  </a:lnTo>
                  <a:lnTo>
                    <a:pt x="268783" y="438450"/>
                  </a:lnTo>
                  <a:lnTo>
                    <a:pt x="302381" y="432275"/>
                  </a:lnTo>
                  <a:lnTo>
                    <a:pt x="335979" y="426099"/>
                  </a:lnTo>
                  <a:lnTo>
                    <a:pt x="369577" y="419924"/>
                  </a:lnTo>
                  <a:lnTo>
                    <a:pt x="403175" y="413749"/>
                  </a:lnTo>
                  <a:lnTo>
                    <a:pt x="436773" y="407573"/>
                  </a:lnTo>
                  <a:lnTo>
                    <a:pt x="470371" y="401398"/>
                  </a:lnTo>
                  <a:lnTo>
                    <a:pt x="503969" y="395223"/>
                  </a:lnTo>
                  <a:lnTo>
                    <a:pt x="537567" y="389047"/>
                  </a:lnTo>
                  <a:lnTo>
                    <a:pt x="571165" y="382872"/>
                  </a:lnTo>
                  <a:lnTo>
                    <a:pt x="604763" y="376696"/>
                  </a:lnTo>
                  <a:lnTo>
                    <a:pt x="638361" y="370521"/>
                  </a:lnTo>
                  <a:lnTo>
                    <a:pt x="671959" y="364346"/>
                  </a:lnTo>
                  <a:lnTo>
                    <a:pt x="705557" y="358170"/>
                  </a:lnTo>
                  <a:lnTo>
                    <a:pt x="739155" y="351995"/>
                  </a:lnTo>
                  <a:lnTo>
                    <a:pt x="772753" y="345820"/>
                  </a:lnTo>
                  <a:lnTo>
                    <a:pt x="806351" y="339644"/>
                  </a:lnTo>
                  <a:lnTo>
                    <a:pt x="839949" y="333469"/>
                  </a:lnTo>
                  <a:lnTo>
                    <a:pt x="873547" y="327294"/>
                  </a:lnTo>
                  <a:lnTo>
                    <a:pt x="907145" y="321118"/>
                  </a:lnTo>
                  <a:lnTo>
                    <a:pt x="940743" y="314943"/>
                  </a:lnTo>
                  <a:lnTo>
                    <a:pt x="974341" y="308767"/>
                  </a:lnTo>
                  <a:lnTo>
                    <a:pt x="1007939" y="302592"/>
                  </a:lnTo>
                  <a:lnTo>
                    <a:pt x="1041537" y="296417"/>
                  </a:lnTo>
                  <a:lnTo>
                    <a:pt x="1075135" y="290241"/>
                  </a:lnTo>
                  <a:lnTo>
                    <a:pt x="1108733" y="284066"/>
                  </a:lnTo>
                  <a:lnTo>
                    <a:pt x="1142331" y="277891"/>
                  </a:lnTo>
                  <a:lnTo>
                    <a:pt x="1175929" y="271715"/>
                  </a:lnTo>
                  <a:lnTo>
                    <a:pt x="1209527" y="265540"/>
                  </a:lnTo>
                  <a:lnTo>
                    <a:pt x="1243125" y="259365"/>
                  </a:lnTo>
                  <a:lnTo>
                    <a:pt x="1276723" y="253189"/>
                  </a:lnTo>
                  <a:lnTo>
                    <a:pt x="1310321" y="247014"/>
                  </a:lnTo>
                  <a:lnTo>
                    <a:pt x="1343919" y="240839"/>
                  </a:lnTo>
                  <a:lnTo>
                    <a:pt x="1377517" y="234663"/>
                  </a:lnTo>
                  <a:lnTo>
                    <a:pt x="1411115" y="228488"/>
                  </a:lnTo>
                  <a:lnTo>
                    <a:pt x="1444713" y="222312"/>
                  </a:lnTo>
                  <a:lnTo>
                    <a:pt x="1478311" y="216137"/>
                  </a:lnTo>
                  <a:lnTo>
                    <a:pt x="1511909" y="209962"/>
                  </a:lnTo>
                  <a:lnTo>
                    <a:pt x="1545507" y="203786"/>
                  </a:lnTo>
                  <a:lnTo>
                    <a:pt x="1579105" y="197611"/>
                  </a:lnTo>
                  <a:lnTo>
                    <a:pt x="1612703" y="191436"/>
                  </a:lnTo>
                  <a:lnTo>
                    <a:pt x="1646301" y="185260"/>
                  </a:lnTo>
                  <a:lnTo>
                    <a:pt x="1679899" y="179085"/>
                  </a:lnTo>
                  <a:lnTo>
                    <a:pt x="1713497" y="172910"/>
                  </a:lnTo>
                  <a:lnTo>
                    <a:pt x="1747095" y="166734"/>
                  </a:lnTo>
                  <a:lnTo>
                    <a:pt x="1780693" y="160559"/>
                  </a:lnTo>
                  <a:lnTo>
                    <a:pt x="1814291" y="154383"/>
                  </a:lnTo>
                  <a:lnTo>
                    <a:pt x="1847889" y="148208"/>
                  </a:lnTo>
                  <a:lnTo>
                    <a:pt x="1881487" y="142033"/>
                  </a:lnTo>
                  <a:lnTo>
                    <a:pt x="1915085" y="135857"/>
                  </a:lnTo>
                  <a:lnTo>
                    <a:pt x="1948683" y="129682"/>
                  </a:lnTo>
                  <a:lnTo>
                    <a:pt x="1982281" y="123507"/>
                  </a:lnTo>
                  <a:lnTo>
                    <a:pt x="2015879" y="117331"/>
                  </a:lnTo>
                  <a:lnTo>
                    <a:pt x="2049477" y="111156"/>
                  </a:lnTo>
                  <a:lnTo>
                    <a:pt x="2083075" y="104981"/>
                  </a:lnTo>
                  <a:lnTo>
                    <a:pt x="2116673" y="98805"/>
                  </a:lnTo>
                  <a:lnTo>
                    <a:pt x="2150271" y="92630"/>
                  </a:lnTo>
                  <a:lnTo>
                    <a:pt x="2183869" y="86455"/>
                  </a:lnTo>
                  <a:lnTo>
                    <a:pt x="2217467" y="80279"/>
                  </a:lnTo>
                  <a:lnTo>
                    <a:pt x="2251065" y="74104"/>
                  </a:lnTo>
                  <a:lnTo>
                    <a:pt x="2284663" y="67928"/>
                  </a:lnTo>
                  <a:lnTo>
                    <a:pt x="2318261" y="61753"/>
                  </a:lnTo>
                  <a:lnTo>
                    <a:pt x="2351859" y="55578"/>
                  </a:lnTo>
                  <a:lnTo>
                    <a:pt x="2385457" y="49402"/>
                  </a:lnTo>
                  <a:lnTo>
                    <a:pt x="2419055" y="43227"/>
                  </a:lnTo>
                  <a:lnTo>
                    <a:pt x="2452653" y="37052"/>
                  </a:lnTo>
                  <a:lnTo>
                    <a:pt x="2486251" y="30876"/>
                  </a:lnTo>
                  <a:lnTo>
                    <a:pt x="2519849" y="24701"/>
                  </a:lnTo>
                  <a:lnTo>
                    <a:pt x="2553447" y="18526"/>
                  </a:lnTo>
                  <a:lnTo>
                    <a:pt x="2587045" y="12350"/>
                  </a:lnTo>
                  <a:lnTo>
                    <a:pt x="2620643" y="6175"/>
                  </a:lnTo>
                  <a:lnTo>
                    <a:pt x="2654241" y="0"/>
                  </a:lnTo>
                </a:path>
              </a:pathLst>
            </a:custGeom>
            <a:ln w="14905" cap="flat">
              <a:solidFill>
                <a:srgbClr val="E729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1877429" y="638882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471778" y="659743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1735269" y="714421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333418" y="744693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758210" y="621140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272707" y="699023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1519320" y="672189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391833" y="661434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788851" y="679618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356161" y="742398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2195877" y="666814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733301" y="632388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175326" y="650054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1912249" y="566893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443092" y="626148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513046" y="613647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1751462" y="657187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673403" y="688614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1687803" y="670918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511393" y="620790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384477" y="637580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014924" y="590868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213821" y="670229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951280" y="637187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1981093" y="735813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006492" y="697129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1201546" y="696421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2633136" y="597355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3086897" y="644736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803766" y="697357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1953830" y="634942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tx359"/>
            <p:cNvSpPr/>
            <p:nvPr/>
          </p:nvSpPr>
          <p:spPr>
            <a:xfrm>
              <a:off x="3225301" y="5620772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β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3292916" y="5620772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3360531" y="5635128"/>
              <a:ext cx="216804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0.322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3308942" y="5761791"/>
              <a:ext cx="48188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1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3384096" y="5747435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451711" y="5761791"/>
              <a:ext cx="120426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0.2</a:t>
              </a:r>
            </a:p>
          </p:txBody>
        </p:sp>
        <p:sp>
          <p:nvSpPr>
            <p:cNvPr id="365" name="rc365"/>
            <p:cNvSpPr/>
            <p:nvPr/>
          </p:nvSpPr>
          <p:spPr>
            <a:xfrm>
              <a:off x="678791" y="5602685"/>
              <a:ext cx="2919665" cy="1955805"/>
            </a:xfrm>
            <a:prstGeom prst="rect">
              <a:avLst/>
            </a:prstGeom>
            <a:noFill/>
            <a:ln w="10840" cap="rnd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tx366"/>
            <p:cNvSpPr/>
            <p:nvPr/>
          </p:nvSpPr>
          <p:spPr>
            <a:xfrm>
              <a:off x="546441" y="7386771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546441" y="6959105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368" name="tx368"/>
            <p:cNvSpPr/>
            <p:nvPr/>
          </p:nvSpPr>
          <p:spPr>
            <a:xfrm>
              <a:off x="576799" y="6531439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69" name="tx369"/>
            <p:cNvSpPr/>
            <p:nvPr/>
          </p:nvSpPr>
          <p:spPr>
            <a:xfrm>
              <a:off x="576799" y="610377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0" name="tx370"/>
            <p:cNvSpPr/>
            <p:nvPr/>
          </p:nvSpPr>
          <p:spPr>
            <a:xfrm>
              <a:off x="576799" y="5676107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71" name="pl371"/>
            <p:cNvSpPr/>
            <p:nvPr/>
          </p:nvSpPr>
          <p:spPr>
            <a:xfrm>
              <a:off x="650323" y="74194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650323" y="69917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650323" y="656412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650323" y="61364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650323" y="57087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1187340" y="755849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1936627" y="755849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2685913" y="755849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3435200" y="755849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tx380"/>
            <p:cNvSpPr/>
            <p:nvPr/>
          </p:nvSpPr>
          <p:spPr>
            <a:xfrm>
              <a:off x="1146786" y="7609733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381" name="tx381"/>
            <p:cNvSpPr/>
            <p:nvPr/>
          </p:nvSpPr>
          <p:spPr>
            <a:xfrm>
              <a:off x="1911252" y="760973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82" name="tx382"/>
            <p:cNvSpPr/>
            <p:nvPr/>
          </p:nvSpPr>
          <p:spPr>
            <a:xfrm>
              <a:off x="2660538" y="760973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83" name="tx383"/>
            <p:cNvSpPr/>
            <p:nvPr/>
          </p:nvSpPr>
          <p:spPr>
            <a:xfrm>
              <a:off x="3409825" y="760973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4" name="tx384"/>
            <p:cNvSpPr/>
            <p:nvPr/>
          </p:nvSpPr>
          <p:spPr>
            <a:xfrm>
              <a:off x="1713062" y="7722692"/>
              <a:ext cx="85112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Residuals (Area)</a:t>
              </a:r>
            </a:p>
          </p:txBody>
        </p:sp>
        <p:sp>
          <p:nvSpPr>
            <p:cNvPr id="385" name="tx385"/>
            <p:cNvSpPr/>
            <p:nvPr/>
          </p:nvSpPr>
          <p:spPr>
            <a:xfrm rot="-5400000">
              <a:off x="-243630" y="6539668"/>
              <a:ext cx="125117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Residuals (New records)</a:t>
              </a:r>
            </a:p>
          </p:txBody>
        </p:sp>
        <p:sp>
          <p:nvSpPr>
            <p:cNvPr id="386" name="tx386"/>
            <p:cNvSpPr/>
            <p:nvPr/>
          </p:nvSpPr>
          <p:spPr>
            <a:xfrm>
              <a:off x="341263" y="559718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387" name="rc387"/>
            <p:cNvSpPr/>
            <p:nvPr/>
          </p:nvSpPr>
          <p:spPr>
            <a:xfrm>
              <a:off x="4042207" y="5602685"/>
              <a:ext cx="2919665" cy="1955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4042207" y="7349503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4042207" y="6945488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4042207" y="6541473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4042207" y="6137458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4042207" y="5733443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4461905" y="5602685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5189445" y="5602685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5916984" y="5602685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6644524" y="5602685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4174919" y="6124338"/>
              <a:ext cx="2654241" cy="843391"/>
            </a:xfrm>
            <a:custGeom>
              <a:avLst/>
              <a:pathLst>
                <a:path w="2654241" h="843391">
                  <a:moveTo>
                    <a:pt x="0" y="0"/>
                  </a:moveTo>
                  <a:lnTo>
                    <a:pt x="33597" y="8012"/>
                  </a:lnTo>
                  <a:lnTo>
                    <a:pt x="67195" y="16006"/>
                  </a:lnTo>
                  <a:lnTo>
                    <a:pt x="100793" y="23980"/>
                  </a:lnTo>
                  <a:lnTo>
                    <a:pt x="134391" y="31932"/>
                  </a:lnTo>
                  <a:lnTo>
                    <a:pt x="167989" y="39862"/>
                  </a:lnTo>
                  <a:lnTo>
                    <a:pt x="201587" y="47769"/>
                  </a:lnTo>
                  <a:lnTo>
                    <a:pt x="235185" y="55651"/>
                  </a:lnTo>
                  <a:lnTo>
                    <a:pt x="268783" y="63507"/>
                  </a:lnTo>
                  <a:lnTo>
                    <a:pt x="302381" y="71335"/>
                  </a:lnTo>
                  <a:lnTo>
                    <a:pt x="335979" y="79134"/>
                  </a:lnTo>
                  <a:lnTo>
                    <a:pt x="369577" y="86902"/>
                  </a:lnTo>
                  <a:lnTo>
                    <a:pt x="403175" y="94636"/>
                  </a:lnTo>
                  <a:lnTo>
                    <a:pt x="436773" y="102336"/>
                  </a:lnTo>
                  <a:lnTo>
                    <a:pt x="470371" y="109999"/>
                  </a:lnTo>
                  <a:lnTo>
                    <a:pt x="503969" y="117622"/>
                  </a:lnTo>
                  <a:lnTo>
                    <a:pt x="537567" y="125204"/>
                  </a:lnTo>
                  <a:lnTo>
                    <a:pt x="571165" y="132740"/>
                  </a:lnTo>
                  <a:lnTo>
                    <a:pt x="604763" y="140229"/>
                  </a:lnTo>
                  <a:lnTo>
                    <a:pt x="638361" y="147667"/>
                  </a:lnTo>
                  <a:lnTo>
                    <a:pt x="671959" y="155051"/>
                  </a:lnTo>
                  <a:lnTo>
                    <a:pt x="705557" y="162377"/>
                  </a:lnTo>
                  <a:lnTo>
                    <a:pt x="739155" y="169641"/>
                  </a:lnTo>
                  <a:lnTo>
                    <a:pt x="772753" y="176838"/>
                  </a:lnTo>
                  <a:lnTo>
                    <a:pt x="806351" y="183964"/>
                  </a:lnTo>
                  <a:lnTo>
                    <a:pt x="839949" y="191014"/>
                  </a:lnTo>
                  <a:lnTo>
                    <a:pt x="873547" y="197982"/>
                  </a:lnTo>
                  <a:lnTo>
                    <a:pt x="907145" y="204862"/>
                  </a:lnTo>
                  <a:lnTo>
                    <a:pt x="940743" y="211647"/>
                  </a:lnTo>
                  <a:lnTo>
                    <a:pt x="974341" y="218331"/>
                  </a:lnTo>
                  <a:lnTo>
                    <a:pt x="1007939" y="224905"/>
                  </a:lnTo>
                  <a:lnTo>
                    <a:pt x="1041537" y="231361"/>
                  </a:lnTo>
                  <a:lnTo>
                    <a:pt x="1075135" y="237691"/>
                  </a:lnTo>
                  <a:lnTo>
                    <a:pt x="1108733" y="243884"/>
                  </a:lnTo>
                  <a:lnTo>
                    <a:pt x="1142331" y="249931"/>
                  </a:lnTo>
                  <a:lnTo>
                    <a:pt x="1175929" y="255819"/>
                  </a:lnTo>
                  <a:lnTo>
                    <a:pt x="1209527" y="261537"/>
                  </a:lnTo>
                  <a:lnTo>
                    <a:pt x="1243125" y="267073"/>
                  </a:lnTo>
                  <a:lnTo>
                    <a:pt x="1276723" y="272412"/>
                  </a:lnTo>
                  <a:lnTo>
                    <a:pt x="1310321" y="277541"/>
                  </a:lnTo>
                  <a:lnTo>
                    <a:pt x="1343919" y="282445"/>
                  </a:lnTo>
                  <a:lnTo>
                    <a:pt x="1377517" y="287109"/>
                  </a:lnTo>
                  <a:lnTo>
                    <a:pt x="1411115" y="291517"/>
                  </a:lnTo>
                  <a:lnTo>
                    <a:pt x="1444713" y="295653"/>
                  </a:lnTo>
                  <a:lnTo>
                    <a:pt x="1478311" y="299503"/>
                  </a:lnTo>
                  <a:lnTo>
                    <a:pt x="1511909" y="303050"/>
                  </a:lnTo>
                  <a:lnTo>
                    <a:pt x="1545507" y="306279"/>
                  </a:lnTo>
                  <a:lnTo>
                    <a:pt x="1579105" y="309179"/>
                  </a:lnTo>
                  <a:lnTo>
                    <a:pt x="1612703" y="311735"/>
                  </a:lnTo>
                  <a:lnTo>
                    <a:pt x="1646301" y="313939"/>
                  </a:lnTo>
                  <a:lnTo>
                    <a:pt x="1679899" y="315780"/>
                  </a:lnTo>
                  <a:lnTo>
                    <a:pt x="1713497" y="317254"/>
                  </a:lnTo>
                  <a:lnTo>
                    <a:pt x="1747095" y="318356"/>
                  </a:lnTo>
                  <a:lnTo>
                    <a:pt x="1780693" y="319086"/>
                  </a:lnTo>
                  <a:lnTo>
                    <a:pt x="1814291" y="319446"/>
                  </a:lnTo>
                  <a:lnTo>
                    <a:pt x="1847889" y="319439"/>
                  </a:lnTo>
                  <a:lnTo>
                    <a:pt x="1881487" y="319072"/>
                  </a:lnTo>
                  <a:lnTo>
                    <a:pt x="1915085" y="318356"/>
                  </a:lnTo>
                  <a:lnTo>
                    <a:pt x="1948683" y="317300"/>
                  </a:lnTo>
                  <a:lnTo>
                    <a:pt x="1982281" y="315917"/>
                  </a:lnTo>
                  <a:lnTo>
                    <a:pt x="2015879" y="314222"/>
                  </a:lnTo>
                  <a:lnTo>
                    <a:pt x="2049477" y="312229"/>
                  </a:lnTo>
                  <a:lnTo>
                    <a:pt x="2083075" y="309953"/>
                  </a:lnTo>
                  <a:lnTo>
                    <a:pt x="2116673" y="307410"/>
                  </a:lnTo>
                  <a:lnTo>
                    <a:pt x="2150271" y="304617"/>
                  </a:lnTo>
                  <a:lnTo>
                    <a:pt x="2183869" y="301588"/>
                  </a:lnTo>
                  <a:lnTo>
                    <a:pt x="2217467" y="298338"/>
                  </a:lnTo>
                  <a:lnTo>
                    <a:pt x="2251065" y="294882"/>
                  </a:lnTo>
                  <a:lnTo>
                    <a:pt x="2284663" y="291234"/>
                  </a:lnTo>
                  <a:lnTo>
                    <a:pt x="2318261" y="287407"/>
                  </a:lnTo>
                  <a:lnTo>
                    <a:pt x="2351859" y="283414"/>
                  </a:lnTo>
                  <a:lnTo>
                    <a:pt x="2385457" y="279267"/>
                  </a:lnTo>
                  <a:lnTo>
                    <a:pt x="2419055" y="274975"/>
                  </a:lnTo>
                  <a:lnTo>
                    <a:pt x="2452653" y="270550"/>
                  </a:lnTo>
                  <a:lnTo>
                    <a:pt x="2486251" y="266001"/>
                  </a:lnTo>
                  <a:lnTo>
                    <a:pt x="2519849" y="261337"/>
                  </a:lnTo>
                  <a:lnTo>
                    <a:pt x="2553447" y="256566"/>
                  </a:lnTo>
                  <a:lnTo>
                    <a:pt x="2587045" y="251695"/>
                  </a:lnTo>
                  <a:lnTo>
                    <a:pt x="2620643" y="246732"/>
                  </a:lnTo>
                  <a:lnTo>
                    <a:pt x="2654241" y="241683"/>
                  </a:lnTo>
                  <a:lnTo>
                    <a:pt x="2654241" y="755262"/>
                  </a:lnTo>
                  <a:lnTo>
                    <a:pt x="2620643" y="748269"/>
                  </a:lnTo>
                  <a:lnTo>
                    <a:pt x="2587045" y="741362"/>
                  </a:lnTo>
                  <a:lnTo>
                    <a:pt x="2553447" y="734548"/>
                  </a:lnTo>
                  <a:lnTo>
                    <a:pt x="2519849" y="727833"/>
                  </a:lnTo>
                  <a:lnTo>
                    <a:pt x="2486251" y="721225"/>
                  </a:lnTo>
                  <a:lnTo>
                    <a:pt x="2452653" y="714732"/>
                  </a:lnTo>
                  <a:lnTo>
                    <a:pt x="2419055" y="708364"/>
                  </a:lnTo>
                  <a:lnTo>
                    <a:pt x="2385457" y="702128"/>
                  </a:lnTo>
                  <a:lnTo>
                    <a:pt x="2351859" y="696037"/>
                  </a:lnTo>
                  <a:lnTo>
                    <a:pt x="2318261" y="690100"/>
                  </a:lnTo>
                  <a:lnTo>
                    <a:pt x="2284663" y="684330"/>
                  </a:lnTo>
                  <a:lnTo>
                    <a:pt x="2251065" y="678738"/>
                  </a:lnTo>
                  <a:lnTo>
                    <a:pt x="2217467" y="673339"/>
                  </a:lnTo>
                  <a:lnTo>
                    <a:pt x="2183869" y="668145"/>
                  </a:lnTo>
                  <a:lnTo>
                    <a:pt x="2150271" y="663172"/>
                  </a:lnTo>
                  <a:lnTo>
                    <a:pt x="2116673" y="658435"/>
                  </a:lnTo>
                  <a:lnTo>
                    <a:pt x="2083075" y="653948"/>
                  </a:lnTo>
                  <a:lnTo>
                    <a:pt x="2049477" y="649729"/>
                  </a:lnTo>
                  <a:lnTo>
                    <a:pt x="2015879" y="645792"/>
                  </a:lnTo>
                  <a:lnTo>
                    <a:pt x="1982281" y="642153"/>
                  </a:lnTo>
                  <a:lnTo>
                    <a:pt x="1948683" y="638827"/>
                  </a:lnTo>
                  <a:lnTo>
                    <a:pt x="1915085" y="635827"/>
                  </a:lnTo>
                  <a:lnTo>
                    <a:pt x="1881487" y="633167"/>
                  </a:lnTo>
                  <a:lnTo>
                    <a:pt x="1847889" y="630857"/>
                  </a:lnTo>
                  <a:lnTo>
                    <a:pt x="1814291" y="628906"/>
                  </a:lnTo>
                  <a:lnTo>
                    <a:pt x="1780693" y="627321"/>
                  </a:lnTo>
                  <a:lnTo>
                    <a:pt x="1747095" y="626108"/>
                  </a:lnTo>
                  <a:lnTo>
                    <a:pt x="1713497" y="625266"/>
                  </a:lnTo>
                  <a:lnTo>
                    <a:pt x="1679899" y="624796"/>
                  </a:lnTo>
                  <a:lnTo>
                    <a:pt x="1646301" y="624694"/>
                  </a:lnTo>
                  <a:lnTo>
                    <a:pt x="1612703" y="624954"/>
                  </a:lnTo>
                  <a:lnTo>
                    <a:pt x="1579105" y="625567"/>
                  </a:lnTo>
                  <a:lnTo>
                    <a:pt x="1545507" y="626522"/>
                  </a:lnTo>
                  <a:lnTo>
                    <a:pt x="1511909" y="627808"/>
                  </a:lnTo>
                  <a:lnTo>
                    <a:pt x="1478311" y="629412"/>
                  </a:lnTo>
                  <a:lnTo>
                    <a:pt x="1444713" y="631317"/>
                  </a:lnTo>
                  <a:lnTo>
                    <a:pt x="1411115" y="633510"/>
                  </a:lnTo>
                  <a:lnTo>
                    <a:pt x="1377517" y="635974"/>
                  </a:lnTo>
                  <a:lnTo>
                    <a:pt x="1343919" y="638694"/>
                  </a:lnTo>
                  <a:lnTo>
                    <a:pt x="1310321" y="641654"/>
                  </a:lnTo>
                  <a:lnTo>
                    <a:pt x="1276723" y="644840"/>
                  </a:lnTo>
                  <a:lnTo>
                    <a:pt x="1243125" y="648235"/>
                  </a:lnTo>
                  <a:lnTo>
                    <a:pt x="1209527" y="651827"/>
                  </a:lnTo>
                  <a:lnTo>
                    <a:pt x="1175929" y="655602"/>
                  </a:lnTo>
                  <a:lnTo>
                    <a:pt x="1142331" y="659546"/>
                  </a:lnTo>
                  <a:lnTo>
                    <a:pt x="1108733" y="663649"/>
                  </a:lnTo>
                  <a:lnTo>
                    <a:pt x="1075135" y="667898"/>
                  </a:lnTo>
                  <a:lnTo>
                    <a:pt x="1041537" y="672284"/>
                  </a:lnTo>
                  <a:lnTo>
                    <a:pt x="1007939" y="676797"/>
                  </a:lnTo>
                  <a:lnTo>
                    <a:pt x="974341" y="681428"/>
                  </a:lnTo>
                  <a:lnTo>
                    <a:pt x="940743" y="686167"/>
                  </a:lnTo>
                  <a:lnTo>
                    <a:pt x="907145" y="691009"/>
                  </a:lnTo>
                  <a:lnTo>
                    <a:pt x="873547" y="695945"/>
                  </a:lnTo>
                  <a:lnTo>
                    <a:pt x="839949" y="700969"/>
                  </a:lnTo>
                  <a:lnTo>
                    <a:pt x="806351" y="706075"/>
                  </a:lnTo>
                  <a:lnTo>
                    <a:pt x="772753" y="711258"/>
                  </a:lnTo>
                  <a:lnTo>
                    <a:pt x="739155" y="716511"/>
                  </a:lnTo>
                  <a:lnTo>
                    <a:pt x="705557" y="721832"/>
                  </a:lnTo>
                  <a:lnTo>
                    <a:pt x="671959" y="727214"/>
                  </a:lnTo>
                  <a:lnTo>
                    <a:pt x="638361" y="732654"/>
                  </a:lnTo>
                  <a:lnTo>
                    <a:pt x="604763" y="738148"/>
                  </a:lnTo>
                  <a:lnTo>
                    <a:pt x="571165" y="743693"/>
                  </a:lnTo>
                  <a:lnTo>
                    <a:pt x="537567" y="749286"/>
                  </a:lnTo>
                  <a:lnTo>
                    <a:pt x="503969" y="754924"/>
                  </a:lnTo>
                  <a:lnTo>
                    <a:pt x="470371" y="760603"/>
                  </a:lnTo>
                  <a:lnTo>
                    <a:pt x="436773" y="766322"/>
                  </a:lnTo>
                  <a:lnTo>
                    <a:pt x="403175" y="772078"/>
                  </a:lnTo>
                  <a:lnTo>
                    <a:pt x="369577" y="777869"/>
                  </a:lnTo>
                  <a:lnTo>
                    <a:pt x="335979" y="783693"/>
                  </a:lnTo>
                  <a:lnTo>
                    <a:pt x="302381" y="789548"/>
                  </a:lnTo>
                  <a:lnTo>
                    <a:pt x="268783" y="795433"/>
                  </a:lnTo>
                  <a:lnTo>
                    <a:pt x="235185" y="801345"/>
                  </a:lnTo>
                  <a:lnTo>
                    <a:pt x="201587" y="807283"/>
                  </a:lnTo>
                  <a:lnTo>
                    <a:pt x="167989" y="813246"/>
                  </a:lnTo>
                  <a:lnTo>
                    <a:pt x="134391" y="819233"/>
                  </a:lnTo>
                  <a:lnTo>
                    <a:pt x="100793" y="825242"/>
                  </a:lnTo>
                  <a:lnTo>
                    <a:pt x="67195" y="831272"/>
                  </a:lnTo>
                  <a:lnTo>
                    <a:pt x="33597" y="837322"/>
                  </a:lnTo>
                  <a:lnTo>
                    <a:pt x="0" y="843391"/>
                  </a:lnTo>
                  <a:close/>
                </a:path>
              </a:pathLst>
            </a:custGeom>
            <a:solidFill>
              <a:srgbClr val="9E9AC8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4174919" y="6124338"/>
              <a:ext cx="2654241" cy="319446"/>
            </a:xfrm>
            <a:custGeom>
              <a:avLst/>
              <a:pathLst>
                <a:path w="2654241" h="319446">
                  <a:moveTo>
                    <a:pt x="0" y="0"/>
                  </a:moveTo>
                  <a:lnTo>
                    <a:pt x="33597" y="8012"/>
                  </a:lnTo>
                  <a:lnTo>
                    <a:pt x="67195" y="16006"/>
                  </a:lnTo>
                  <a:lnTo>
                    <a:pt x="100793" y="23980"/>
                  </a:lnTo>
                  <a:lnTo>
                    <a:pt x="134391" y="31932"/>
                  </a:lnTo>
                  <a:lnTo>
                    <a:pt x="167989" y="39862"/>
                  </a:lnTo>
                  <a:lnTo>
                    <a:pt x="201587" y="47769"/>
                  </a:lnTo>
                  <a:lnTo>
                    <a:pt x="235185" y="55651"/>
                  </a:lnTo>
                  <a:lnTo>
                    <a:pt x="268783" y="63507"/>
                  </a:lnTo>
                  <a:lnTo>
                    <a:pt x="302381" y="71335"/>
                  </a:lnTo>
                  <a:lnTo>
                    <a:pt x="335979" y="79134"/>
                  </a:lnTo>
                  <a:lnTo>
                    <a:pt x="369577" y="86902"/>
                  </a:lnTo>
                  <a:lnTo>
                    <a:pt x="403175" y="94636"/>
                  </a:lnTo>
                  <a:lnTo>
                    <a:pt x="436773" y="102336"/>
                  </a:lnTo>
                  <a:lnTo>
                    <a:pt x="470371" y="109999"/>
                  </a:lnTo>
                  <a:lnTo>
                    <a:pt x="503969" y="117622"/>
                  </a:lnTo>
                  <a:lnTo>
                    <a:pt x="537567" y="125204"/>
                  </a:lnTo>
                  <a:lnTo>
                    <a:pt x="571165" y="132740"/>
                  </a:lnTo>
                  <a:lnTo>
                    <a:pt x="604763" y="140229"/>
                  </a:lnTo>
                  <a:lnTo>
                    <a:pt x="638361" y="147667"/>
                  </a:lnTo>
                  <a:lnTo>
                    <a:pt x="671959" y="155051"/>
                  </a:lnTo>
                  <a:lnTo>
                    <a:pt x="705557" y="162377"/>
                  </a:lnTo>
                  <a:lnTo>
                    <a:pt x="739155" y="169641"/>
                  </a:lnTo>
                  <a:lnTo>
                    <a:pt x="772753" y="176838"/>
                  </a:lnTo>
                  <a:lnTo>
                    <a:pt x="806351" y="183964"/>
                  </a:lnTo>
                  <a:lnTo>
                    <a:pt x="839949" y="191014"/>
                  </a:lnTo>
                  <a:lnTo>
                    <a:pt x="873547" y="197982"/>
                  </a:lnTo>
                  <a:lnTo>
                    <a:pt x="907145" y="204862"/>
                  </a:lnTo>
                  <a:lnTo>
                    <a:pt x="940743" y="211647"/>
                  </a:lnTo>
                  <a:lnTo>
                    <a:pt x="974341" y="218331"/>
                  </a:lnTo>
                  <a:lnTo>
                    <a:pt x="1007939" y="224905"/>
                  </a:lnTo>
                  <a:lnTo>
                    <a:pt x="1041537" y="231361"/>
                  </a:lnTo>
                  <a:lnTo>
                    <a:pt x="1075135" y="237691"/>
                  </a:lnTo>
                  <a:lnTo>
                    <a:pt x="1108733" y="243884"/>
                  </a:lnTo>
                  <a:lnTo>
                    <a:pt x="1142331" y="249931"/>
                  </a:lnTo>
                  <a:lnTo>
                    <a:pt x="1175929" y="255819"/>
                  </a:lnTo>
                  <a:lnTo>
                    <a:pt x="1209527" y="261537"/>
                  </a:lnTo>
                  <a:lnTo>
                    <a:pt x="1243125" y="267073"/>
                  </a:lnTo>
                  <a:lnTo>
                    <a:pt x="1276723" y="272412"/>
                  </a:lnTo>
                  <a:lnTo>
                    <a:pt x="1310321" y="277541"/>
                  </a:lnTo>
                  <a:lnTo>
                    <a:pt x="1343919" y="282445"/>
                  </a:lnTo>
                  <a:lnTo>
                    <a:pt x="1377517" y="287109"/>
                  </a:lnTo>
                  <a:lnTo>
                    <a:pt x="1411115" y="291517"/>
                  </a:lnTo>
                  <a:lnTo>
                    <a:pt x="1444713" y="295653"/>
                  </a:lnTo>
                  <a:lnTo>
                    <a:pt x="1478311" y="299503"/>
                  </a:lnTo>
                  <a:lnTo>
                    <a:pt x="1511909" y="303050"/>
                  </a:lnTo>
                  <a:lnTo>
                    <a:pt x="1545507" y="306279"/>
                  </a:lnTo>
                  <a:lnTo>
                    <a:pt x="1579105" y="309179"/>
                  </a:lnTo>
                  <a:lnTo>
                    <a:pt x="1612703" y="311735"/>
                  </a:lnTo>
                  <a:lnTo>
                    <a:pt x="1646301" y="313939"/>
                  </a:lnTo>
                  <a:lnTo>
                    <a:pt x="1679899" y="315780"/>
                  </a:lnTo>
                  <a:lnTo>
                    <a:pt x="1713497" y="317254"/>
                  </a:lnTo>
                  <a:lnTo>
                    <a:pt x="1747095" y="318356"/>
                  </a:lnTo>
                  <a:lnTo>
                    <a:pt x="1780693" y="319086"/>
                  </a:lnTo>
                  <a:lnTo>
                    <a:pt x="1814291" y="319446"/>
                  </a:lnTo>
                  <a:lnTo>
                    <a:pt x="1847889" y="319439"/>
                  </a:lnTo>
                  <a:lnTo>
                    <a:pt x="1881487" y="319072"/>
                  </a:lnTo>
                  <a:lnTo>
                    <a:pt x="1915085" y="318356"/>
                  </a:lnTo>
                  <a:lnTo>
                    <a:pt x="1948683" y="317300"/>
                  </a:lnTo>
                  <a:lnTo>
                    <a:pt x="1982281" y="315917"/>
                  </a:lnTo>
                  <a:lnTo>
                    <a:pt x="2015879" y="314222"/>
                  </a:lnTo>
                  <a:lnTo>
                    <a:pt x="2049477" y="312229"/>
                  </a:lnTo>
                  <a:lnTo>
                    <a:pt x="2083075" y="309953"/>
                  </a:lnTo>
                  <a:lnTo>
                    <a:pt x="2116673" y="307410"/>
                  </a:lnTo>
                  <a:lnTo>
                    <a:pt x="2150271" y="304617"/>
                  </a:lnTo>
                  <a:lnTo>
                    <a:pt x="2183869" y="301588"/>
                  </a:lnTo>
                  <a:lnTo>
                    <a:pt x="2217467" y="298338"/>
                  </a:lnTo>
                  <a:lnTo>
                    <a:pt x="2251065" y="294882"/>
                  </a:lnTo>
                  <a:lnTo>
                    <a:pt x="2284663" y="291234"/>
                  </a:lnTo>
                  <a:lnTo>
                    <a:pt x="2318261" y="287407"/>
                  </a:lnTo>
                  <a:lnTo>
                    <a:pt x="2351859" y="283414"/>
                  </a:lnTo>
                  <a:lnTo>
                    <a:pt x="2385457" y="279267"/>
                  </a:lnTo>
                  <a:lnTo>
                    <a:pt x="2419055" y="274975"/>
                  </a:lnTo>
                  <a:lnTo>
                    <a:pt x="2452653" y="270550"/>
                  </a:lnTo>
                  <a:lnTo>
                    <a:pt x="2486251" y="266001"/>
                  </a:lnTo>
                  <a:lnTo>
                    <a:pt x="2519849" y="261337"/>
                  </a:lnTo>
                  <a:lnTo>
                    <a:pt x="2553447" y="256566"/>
                  </a:lnTo>
                  <a:lnTo>
                    <a:pt x="2587045" y="251695"/>
                  </a:lnTo>
                  <a:lnTo>
                    <a:pt x="2620643" y="246732"/>
                  </a:lnTo>
                  <a:lnTo>
                    <a:pt x="2654241" y="24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4174919" y="6749033"/>
              <a:ext cx="2654241" cy="218696"/>
            </a:xfrm>
            <a:custGeom>
              <a:avLst/>
              <a:pathLst>
                <a:path w="2654241" h="218696">
                  <a:moveTo>
                    <a:pt x="2654241" y="130567"/>
                  </a:moveTo>
                  <a:lnTo>
                    <a:pt x="2620643" y="123574"/>
                  </a:lnTo>
                  <a:lnTo>
                    <a:pt x="2587045" y="116667"/>
                  </a:lnTo>
                  <a:lnTo>
                    <a:pt x="2553447" y="109853"/>
                  </a:lnTo>
                  <a:lnTo>
                    <a:pt x="2519849" y="103138"/>
                  </a:lnTo>
                  <a:lnTo>
                    <a:pt x="2486251" y="96530"/>
                  </a:lnTo>
                  <a:lnTo>
                    <a:pt x="2452653" y="90038"/>
                  </a:lnTo>
                  <a:lnTo>
                    <a:pt x="2419055" y="83669"/>
                  </a:lnTo>
                  <a:lnTo>
                    <a:pt x="2385457" y="77434"/>
                  </a:lnTo>
                  <a:lnTo>
                    <a:pt x="2351859" y="71342"/>
                  </a:lnTo>
                  <a:lnTo>
                    <a:pt x="2318261" y="65405"/>
                  </a:lnTo>
                  <a:lnTo>
                    <a:pt x="2284663" y="59635"/>
                  </a:lnTo>
                  <a:lnTo>
                    <a:pt x="2251065" y="54043"/>
                  </a:lnTo>
                  <a:lnTo>
                    <a:pt x="2217467" y="48644"/>
                  </a:lnTo>
                  <a:lnTo>
                    <a:pt x="2183869" y="43450"/>
                  </a:lnTo>
                  <a:lnTo>
                    <a:pt x="2150271" y="38477"/>
                  </a:lnTo>
                  <a:lnTo>
                    <a:pt x="2116673" y="33740"/>
                  </a:lnTo>
                  <a:lnTo>
                    <a:pt x="2083075" y="29254"/>
                  </a:lnTo>
                  <a:lnTo>
                    <a:pt x="2049477" y="25034"/>
                  </a:lnTo>
                  <a:lnTo>
                    <a:pt x="2015879" y="21097"/>
                  </a:lnTo>
                  <a:lnTo>
                    <a:pt x="1982281" y="17458"/>
                  </a:lnTo>
                  <a:lnTo>
                    <a:pt x="1948683" y="14132"/>
                  </a:lnTo>
                  <a:lnTo>
                    <a:pt x="1915085" y="11132"/>
                  </a:lnTo>
                  <a:lnTo>
                    <a:pt x="1881487" y="8472"/>
                  </a:lnTo>
                  <a:lnTo>
                    <a:pt x="1847889" y="6162"/>
                  </a:lnTo>
                  <a:lnTo>
                    <a:pt x="1814291" y="4211"/>
                  </a:lnTo>
                  <a:lnTo>
                    <a:pt x="1780693" y="2627"/>
                  </a:lnTo>
                  <a:lnTo>
                    <a:pt x="1747095" y="1413"/>
                  </a:lnTo>
                  <a:lnTo>
                    <a:pt x="1713497" y="572"/>
                  </a:lnTo>
                  <a:lnTo>
                    <a:pt x="1679899" y="102"/>
                  </a:lnTo>
                  <a:lnTo>
                    <a:pt x="1646301" y="0"/>
                  </a:lnTo>
                  <a:lnTo>
                    <a:pt x="1612703" y="259"/>
                  </a:lnTo>
                  <a:lnTo>
                    <a:pt x="1579105" y="872"/>
                  </a:lnTo>
                  <a:lnTo>
                    <a:pt x="1545507" y="1828"/>
                  </a:lnTo>
                  <a:lnTo>
                    <a:pt x="1511909" y="3114"/>
                  </a:lnTo>
                  <a:lnTo>
                    <a:pt x="1478311" y="4717"/>
                  </a:lnTo>
                  <a:lnTo>
                    <a:pt x="1444713" y="6623"/>
                  </a:lnTo>
                  <a:lnTo>
                    <a:pt x="1411115" y="8815"/>
                  </a:lnTo>
                  <a:lnTo>
                    <a:pt x="1377517" y="11279"/>
                  </a:lnTo>
                  <a:lnTo>
                    <a:pt x="1343919" y="14000"/>
                  </a:lnTo>
                  <a:lnTo>
                    <a:pt x="1310321" y="16960"/>
                  </a:lnTo>
                  <a:lnTo>
                    <a:pt x="1276723" y="20145"/>
                  </a:lnTo>
                  <a:lnTo>
                    <a:pt x="1243125" y="23541"/>
                  </a:lnTo>
                  <a:lnTo>
                    <a:pt x="1209527" y="27132"/>
                  </a:lnTo>
                  <a:lnTo>
                    <a:pt x="1175929" y="30907"/>
                  </a:lnTo>
                  <a:lnTo>
                    <a:pt x="1142331" y="34851"/>
                  </a:lnTo>
                  <a:lnTo>
                    <a:pt x="1108733" y="38954"/>
                  </a:lnTo>
                  <a:lnTo>
                    <a:pt x="1075135" y="43204"/>
                  </a:lnTo>
                  <a:lnTo>
                    <a:pt x="1041537" y="47590"/>
                  </a:lnTo>
                  <a:lnTo>
                    <a:pt x="1007939" y="52102"/>
                  </a:lnTo>
                  <a:lnTo>
                    <a:pt x="974341" y="56733"/>
                  </a:lnTo>
                  <a:lnTo>
                    <a:pt x="940743" y="61473"/>
                  </a:lnTo>
                  <a:lnTo>
                    <a:pt x="907145" y="66314"/>
                  </a:lnTo>
                  <a:lnTo>
                    <a:pt x="873547" y="71250"/>
                  </a:lnTo>
                  <a:lnTo>
                    <a:pt x="839949" y="76275"/>
                  </a:lnTo>
                  <a:lnTo>
                    <a:pt x="806351" y="81381"/>
                  </a:lnTo>
                  <a:lnTo>
                    <a:pt x="772753" y="86563"/>
                  </a:lnTo>
                  <a:lnTo>
                    <a:pt x="739155" y="91817"/>
                  </a:lnTo>
                  <a:lnTo>
                    <a:pt x="705557" y="97137"/>
                  </a:lnTo>
                  <a:lnTo>
                    <a:pt x="671959" y="102519"/>
                  </a:lnTo>
                  <a:lnTo>
                    <a:pt x="638361" y="107959"/>
                  </a:lnTo>
                  <a:lnTo>
                    <a:pt x="604763" y="113453"/>
                  </a:lnTo>
                  <a:lnTo>
                    <a:pt x="571165" y="118999"/>
                  </a:lnTo>
                  <a:lnTo>
                    <a:pt x="537567" y="124591"/>
                  </a:lnTo>
                  <a:lnTo>
                    <a:pt x="503969" y="130229"/>
                  </a:lnTo>
                  <a:lnTo>
                    <a:pt x="470371" y="135909"/>
                  </a:lnTo>
                  <a:lnTo>
                    <a:pt x="436773" y="141628"/>
                  </a:lnTo>
                  <a:lnTo>
                    <a:pt x="403175" y="147384"/>
                  </a:lnTo>
                  <a:lnTo>
                    <a:pt x="369577" y="153175"/>
                  </a:lnTo>
                  <a:lnTo>
                    <a:pt x="335979" y="158999"/>
                  </a:lnTo>
                  <a:lnTo>
                    <a:pt x="302381" y="164854"/>
                  </a:lnTo>
                  <a:lnTo>
                    <a:pt x="268783" y="170738"/>
                  </a:lnTo>
                  <a:lnTo>
                    <a:pt x="235185" y="176650"/>
                  </a:lnTo>
                  <a:lnTo>
                    <a:pt x="201587" y="182588"/>
                  </a:lnTo>
                  <a:lnTo>
                    <a:pt x="167989" y="188551"/>
                  </a:lnTo>
                  <a:lnTo>
                    <a:pt x="134391" y="194538"/>
                  </a:lnTo>
                  <a:lnTo>
                    <a:pt x="100793" y="200547"/>
                  </a:lnTo>
                  <a:lnTo>
                    <a:pt x="67195" y="206577"/>
                  </a:lnTo>
                  <a:lnTo>
                    <a:pt x="33597" y="212627"/>
                  </a:lnTo>
                  <a:lnTo>
                    <a:pt x="0" y="2186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4174919" y="6546034"/>
              <a:ext cx="2654241" cy="76777"/>
            </a:xfrm>
            <a:custGeom>
              <a:avLst/>
              <a:pathLst>
                <a:path w="2654241" h="76777">
                  <a:moveTo>
                    <a:pt x="0" y="0"/>
                  </a:moveTo>
                  <a:lnTo>
                    <a:pt x="33597" y="971"/>
                  </a:lnTo>
                  <a:lnTo>
                    <a:pt x="67195" y="1943"/>
                  </a:lnTo>
                  <a:lnTo>
                    <a:pt x="100793" y="2915"/>
                  </a:lnTo>
                  <a:lnTo>
                    <a:pt x="134391" y="3887"/>
                  </a:lnTo>
                  <a:lnTo>
                    <a:pt x="167989" y="4859"/>
                  </a:lnTo>
                  <a:lnTo>
                    <a:pt x="201587" y="5831"/>
                  </a:lnTo>
                  <a:lnTo>
                    <a:pt x="235185" y="6803"/>
                  </a:lnTo>
                  <a:lnTo>
                    <a:pt x="268783" y="7774"/>
                  </a:lnTo>
                  <a:lnTo>
                    <a:pt x="302381" y="8746"/>
                  </a:lnTo>
                  <a:lnTo>
                    <a:pt x="335979" y="9718"/>
                  </a:lnTo>
                  <a:lnTo>
                    <a:pt x="369577" y="10690"/>
                  </a:lnTo>
                  <a:lnTo>
                    <a:pt x="403175" y="11662"/>
                  </a:lnTo>
                  <a:lnTo>
                    <a:pt x="436773" y="12634"/>
                  </a:lnTo>
                  <a:lnTo>
                    <a:pt x="470371" y="13606"/>
                  </a:lnTo>
                  <a:lnTo>
                    <a:pt x="503969" y="14577"/>
                  </a:lnTo>
                  <a:lnTo>
                    <a:pt x="537567" y="15549"/>
                  </a:lnTo>
                  <a:lnTo>
                    <a:pt x="571165" y="16521"/>
                  </a:lnTo>
                  <a:lnTo>
                    <a:pt x="604763" y="17493"/>
                  </a:lnTo>
                  <a:lnTo>
                    <a:pt x="638361" y="18465"/>
                  </a:lnTo>
                  <a:lnTo>
                    <a:pt x="671959" y="19437"/>
                  </a:lnTo>
                  <a:lnTo>
                    <a:pt x="705557" y="20409"/>
                  </a:lnTo>
                  <a:lnTo>
                    <a:pt x="739155" y="21381"/>
                  </a:lnTo>
                  <a:lnTo>
                    <a:pt x="772753" y="22352"/>
                  </a:lnTo>
                  <a:lnTo>
                    <a:pt x="806351" y="23324"/>
                  </a:lnTo>
                  <a:lnTo>
                    <a:pt x="839949" y="24296"/>
                  </a:lnTo>
                  <a:lnTo>
                    <a:pt x="873547" y="25268"/>
                  </a:lnTo>
                  <a:lnTo>
                    <a:pt x="907145" y="26240"/>
                  </a:lnTo>
                  <a:lnTo>
                    <a:pt x="940743" y="27212"/>
                  </a:lnTo>
                  <a:lnTo>
                    <a:pt x="974341" y="28184"/>
                  </a:lnTo>
                  <a:lnTo>
                    <a:pt x="1007939" y="29155"/>
                  </a:lnTo>
                  <a:lnTo>
                    <a:pt x="1041537" y="30127"/>
                  </a:lnTo>
                  <a:lnTo>
                    <a:pt x="1075135" y="31099"/>
                  </a:lnTo>
                  <a:lnTo>
                    <a:pt x="1108733" y="32071"/>
                  </a:lnTo>
                  <a:lnTo>
                    <a:pt x="1142331" y="33043"/>
                  </a:lnTo>
                  <a:lnTo>
                    <a:pt x="1175929" y="34015"/>
                  </a:lnTo>
                  <a:lnTo>
                    <a:pt x="1209527" y="34987"/>
                  </a:lnTo>
                  <a:lnTo>
                    <a:pt x="1243125" y="35959"/>
                  </a:lnTo>
                  <a:lnTo>
                    <a:pt x="1276723" y="36930"/>
                  </a:lnTo>
                  <a:lnTo>
                    <a:pt x="1310321" y="37902"/>
                  </a:lnTo>
                  <a:lnTo>
                    <a:pt x="1343919" y="38874"/>
                  </a:lnTo>
                  <a:lnTo>
                    <a:pt x="1377517" y="39846"/>
                  </a:lnTo>
                  <a:lnTo>
                    <a:pt x="1411115" y="40818"/>
                  </a:lnTo>
                  <a:lnTo>
                    <a:pt x="1444713" y="41790"/>
                  </a:lnTo>
                  <a:lnTo>
                    <a:pt x="1478311" y="42762"/>
                  </a:lnTo>
                  <a:lnTo>
                    <a:pt x="1511909" y="43733"/>
                  </a:lnTo>
                  <a:lnTo>
                    <a:pt x="1545507" y="44705"/>
                  </a:lnTo>
                  <a:lnTo>
                    <a:pt x="1579105" y="45677"/>
                  </a:lnTo>
                  <a:lnTo>
                    <a:pt x="1612703" y="46649"/>
                  </a:lnTo>
                  <a:lnTo>
                    <a:pt x="1646301" y="47621"/>
                  </a:lnTo>
                  <a:lnTo>
                    <a:pt x="1679899" y="48593"/>
                  </a:lnTo>
                  <a:lnTo>
                    <a:pt x="1713497" y="49565"/>
                  </a:lnTo>
                  <a:lnTo>
                    <a:pt x="1747095" y="50537"/>
                  </a:lnTo>
                  <a:lnTo>
                    <a:pt x="1780693" y="51508"/>
                  </a:lnTo>
                  <a:lnTo>
                    <a:pt x="1814291" y="52480"/>
                  </a:lnTo>
                  <a:lnTo>
                    <a:pt x="1847889" y="53452"/>
                  </a:lnTo>
                  <a:lnTo>
                    <a:pt x="1881487" y="54424"/>
                  </a:lnTo>
                  <a:lnTo>
                    <a:pt x="1915085" y="55396"/>
                  </a:lnTo>
                  <a:lnTo>
                    <a:pt x="1948683" y="56368"/>
                  </a:lnTo>
                  <a:lnTo>
                    <a:pt x="1982281" y="57340"/>
                  </a:lnTo>
                  <a:lnTo>
                    <a:pt x="2015879" y="58311"/>
                  </a:lnTo>
                  <a:lnTo>
                    <a:pt x="2049477" y="59283"/>
                  </a:lnTo>
                  <a:lnTo>
                    <a:pt x="2083075" y="60255"/>
                  </a:lnTo>
                  <a:lnTo>
                    <a:pt x="2116673" y="61227"/>
                  </a:lnTo>
                  <a:lnTo>
                    <a:pt x="2150271" y="62199"/>
                  </a:lnTo>
                  <a:lnTo>
                    <a:pt x="2183869" y="63171"/>
                  </a:lnTo>
                  <a:lnTo>
                    <a:pt x="2217467" y="64143"/>
                  </a:lnTo>
                  <a:lnTo>
                    <a:pt x="2251065" y="65115"/>
                  </a:lnTo>
                  <a:lnTo>
                    <a:pt x="2284663" y="66086"/>
                  </a:lnTo>
                  <a:lnTo>
                    <a:pt x="2318261" y="67058"/>
                  </a:lnTo>
                  <a:lnTo>
                    <a:pt x="2351859" y="68030"/>
                  </a:lnTo>
                  <a:lnTo>
                    <a:pt x="2385457" y="69002"/>
                  </a:lnTo>
                  <a:lnTo>
                    <a:pt x="2419055" y="69974"/>
                  </a:lnTo>
                  <a:lnTo>
                    <a:pt x="2452653" y="70946"/>
                  </a:lnTo>
                  <a:lnTo>
                    <a:pt x="2486251" y="71918"/>
                  </a:lnTo>
                  <a:lnTo>
                    <a:pt x="2519849" y="72889"/>
                  </a:lnTo>
                  <a:lnTo>
                    <a:pt x="2553447" y="73861"/>
                  </a:lnTo>
                  <a:lnTo>
                    <a:pt x="2587045" y="74833"/>
                  </a:lnTo>
                  <a:lnTo>
                    <a:pt x="2620643" y="75805"/>
                  </a:lnTo>
                  <a:lnTo>
                    <a:pt x="2654241" y="76777"/>
                  </a:lnTo>
                </a:path>
              </a:pathLst>
            </a:custGeom>
            <a:ln w="14905" cap="flat">
              <a:solidFill>
                <a:srgbClr val="9E9A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5551008" y="634578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6300224" y="650923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6228105" y="706806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618742" y="744693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6535815" y="616111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6310761" y="702440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5606957" y="661411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6142912" y="647680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6169348" y="657187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5814777" y="729370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5531297" y="668517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059518" y="625632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6547181" y="653447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6345979" y="566893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6416100" y="654225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312644" y="623942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6598255" y="652191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251373" y="680083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430275" y="663241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6806508" y="612516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4152267" y="641905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6633008" y="591357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550089" y="670753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4866176" y="614575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6537473" y="732311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6686868" y="695600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719871" y="681347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5088756" y="609013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5744663" y="664639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6630029" y="690858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6537306" y="634437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tx432"/>
            <p:cNvSpPr/>
            <p:nvPr/>
          </p:nvSpPr>
          <p:spPr>
            <a:xfrm>
              <a:off x="6525554" y="5620772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β</a:t>
              </a:r>
            </a:p>
          </p:txBody>
        </p:sp>
        <p:sp>
          <p:nvSpPr>
            <p:cNvPr id="433" name="tx433"/>
            <p:cNvSpPr/>
            <p:nvPr/>
          </p:nvSpPr>
          <p:spPr>
            <a:xfrm>
              <a:off x="6593168" y="5620772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434" name="tx434"/>
            <p:cNvSpPr/>
            <p:nvPr/>
          </p:nvSpPr>
          <p:spPr>
            <a:xfrm>
              <a:off x="6660783" y="5620772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435" name="tx435"/>
            <p:cNvSpPr/>
            <p:nvPr/>
          </p:nvSpPr>
          <p:spPr>
            <a:xfrm>
              <a:off x="6720372" y="5635128"/>
              <a:ext cx="216804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0.052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6619351" y="5761791"/>
              <a:ext cx="48188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1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437" name="tx437"/>
            <p:cNvSpPr/>
            <p:nvPr/>
          </p:nvSpPr>
          <p:spPr>
            <a:xfrm>
              <a:off x="6694505" y="5747435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438" name="tx438"/>
            <p:cNvSpPr/>
            <p:nvPr/>
          </p:nvSpPr>
          <p:spPr>
            <a:xfrm>
              <a:off x="6762119" y="5761791"/>
              <a:ext cx="168615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0.79</a:t>
              </a:r>
            </a:p>
          </p:txBody>
        </p:sp>
        <p:sp>
          <p:nvSpPr>
            <p:cNvPr id="439" name="rc439"/>
            <p:cNvSpPr/>
            <p:nvPr/>
          </p:nvSpPr>
          <p:spPr>
            <a:xfrm>
              <a:off x="4042207" y="5602685"/>
              <a:ext cx="2919665" cy="1955805"/>
            </a:xfrm>
            <a:prstGeom prst="rect">
              <a:avLst/>
            </a:prstGeom>
            <a:noFill/>
            <a:ln w="10840" cap="rnd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tx440"/>
            <p:cNvSpPr/>
            <p:nvPr/>
          </p:nvSpPr>
          <p:spPr>
            <a:xfrm>
              <a:off x="3909857" y="7316813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441" name="tx441"/>
            <p:cNvSpPr/>
            <p:nvPr/>
          </p:nvSpPr>
          <p:spPr>
            <a:xfrm>
              <a:off x="3909857" y="6912798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442" name="tx442"/>
            <p:cNvSpPr/>
            <p:nvPr/>
          </p:nvSpPr>
          <p:spPr>
            <a:xfrm>
              <a:off x="3940215" y="650878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43" name="tx443"/>
            <p:cNvSpPr/>
            <p:nvPr/>
          </p:nvSpPr>
          <p:spPr>
            <a:xfrm>
              <a:off x="3940215" y="6104768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44" name="tx444"/>
            <p:cNvSpPr/>
            <p:nvPr/>
          </p:nvSpPr>
          <p:spPr>
            <a:xfrm>
              <a:off x="3940215" y="570075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45" name="pl445"/>
            <p:cNvSpPr/>
            <p:nvPr/>
          </p:nvSpPr>
          <p:spPr>
            <a:xfrm>
              <a:off x="4013739" y="73495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4013739" y="694548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4013739" y="65414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4013739" y="613745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4013739" y="57334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4461905" y="755849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5189445" y="755849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5916984" y="755849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6644524" y="755849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tx454"/>
            <p:cNvSpPr/>
            <p:nvPr/>
          </p:nvSpPr>
          <p:spPr>
            <a:xfrm>
              <a:off x="4421351" y="7609733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455" name="tx455"/>
            <p:cNvSpPr/>
            <p:nvPr/>
          </p:nvSpPr>
          <p:spPr>
            <a:xfrm>
              <a:off x="5148891" y="7609733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456" name="tx456"/>
            <p:cNvSpPr/>
            <p:nvPr/>
          </p:nvSpPr>
          <p:spPr>
            <a:xfrm>
              <a:off x="5891610" y="760973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57" name="tx457"/>
            <p:cNvSpPr/>
            <p:nvPr/>
          </p:nvSpPr>
          <p:spPr>
            <a:xfrm>
              <a:off x="6619150" y="760973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8" name="tx458"/>
            <p:cNvSpPr/>
            <p:nvPr/>
          </p:nvSpPr>
          <p:spPr>
            <a:xfrm>
              <a:off x="4654026" y="7722692"/>
              <a:ext cx="1696029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Residuals (Habitat heterogeneity)</a:t>
              </a:r>
            </a:p>
          </p:txBody>
        </p:sp>
        <p:sp>
          <p:nvSpPr>
            <p:cNvPr id="459" name="tx459"/>
            <p:cNvSpPr/>
            <p:nvPr/>
          </p:nvSpPr>
          <p:spPr>
            <a:xfrm rot="-5400000">
              <a:off x="3190925" y="6539668"/>
              <a:ext cx="125117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Residuals (New records)</a:t>
              </a:r>
            </a:p>
          </p:txBody>
        </p:sp>
        <p:sp>
          <p:nvSpPr>
            <p:cNvPr id="460" name="tx460"/>
            <p:cNvSpPr/>
            <p:nvPr/>
          </p:nvSpPr>
          <p:spPr>
            <a:xfrm>
              <a:off x="3801677" y="5597183"/>
              <a:ext cx="4654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461" name="rc461"/>
            <p:cNvSpPr/>
            <p:nvPr/>
          </p:nvSpPr>
          <p:spPr>
            <a:xfrm>
              <a:off x="252469" y="7891751"/>
              <a:ext cx="3567863" cy="26456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rc462"/>
            <p:cNvSpPr/>
            <p:nvPr/>
          </p:nvSpPr>
          <p:spPr>
            <a:xfrm>
              <a:off x="3820332" y="7891751"/>
              <a:ext cx="4156798" cy="26456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rc463"/>
            <p:cNvSpPr/>
            <p:nvPr/>
          </p:nvSpPr>
          <p:spPr>
            <a:xfrm>
              <a:off x="678791" y="7955014"/>
              <a:ext cx="3052973" cy="22491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678791" y="10204190"/>
              <a:ext cx="3052973" cy="0"/>
            </a:xfrm>
            <a:custGeom>
              <a:avLst/>
              <a:pathLst>
                <a:path w="3052973" h="0">
                  <a:moveTo>
                    <a:pt x="0" y="0"/>
                  </a:moveTo>
                  <a:lnTo>
                    <a:pt x="3052973" y="0"/>
                  </a:lnTo>
                  <a:lnTo>
                    <a:pt x="3052973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678791" y="9641896"/>
              <a:ext cx="3052973" cy="0"/>
            </a:xfrm>
            <a:custGeom>
              <a:avLst/>
              <a:pathLst>
                <a:path w="3052973" h="0">
                  <a:moveTo>
                    <a:pt x="0" y="0"/>
                  </a:moveTo>
                  <a:lnTo>
                    <a:pt x="3052973" y="0"/>
                  </a:lnTo>
                  <a:lnTo>
                    <a:pt x="3052973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678791" y="9079602"/>
              <a:ext cx="3052973" cy="0"/>
            </a:xfrm>
            <a:custGeom>
              <a:avLst/>
              <a:pathLst>
                <a:path w="3052973" h="0">
                  <a:moveTo>
                    <a:pt x="0" y="0"/>
                  </a:moveTo>
                  <a:lnTo>
                    <a:pt x="3052973" y="0"/>
                  </a:lnTo>
                  <a:lnTo>
                    <a:pt x="3052973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678791" y="8517308"/>
              <a:ext cx="3052973" cy="0"/>
            </a:xfrm>
            <a:custGeom>
              <a:avLst/>
              <a:pathLst>
                <a:path w="3052973" h="0">
                  <a:moveTo>
                    <a:pt x="0" y="0"/>
                  </a:moveTo>
                  <a:lnTo>
                    <a:pt x="3052973" y="0"/>
                  </a:lnTo>
                  <a:lnTo>
                    <a:pt x="3052973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678791" y="7955014"/>
              <a:ext cx="3052973" cy="0"/>
            </a:xfrm>
            <a:custGeom>
              <a:avLst/>
              <a:pathLst>
                <a:path w="3052973" h="0">
                  <a:moveTo>
                    <a:pt x="0" y="0"/>
                  </a:moveTo>
                  <a:lnTo>
                    <a:pt x="3052973" y="0"/>
                  </a:lnTo>
                  <a:lnTo>
                    <a:pt x="3052973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2205278" y="7955014"/>
              <a:ext cx="0" cy="2249176"/>
            </a:xfrm>
            <a:custGeom>
              <a:avLst/>
              <a:pathLst>
                <a:path w="0" h="2249176">
                  <a:moveTo>
                    <a:pt x="0" y="22491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rc470"/>
            <p:cNvSpPr/>
            <p:nvPr/>
          </p:nvSpPr>
          <p:spPr>
            <a:xfrm>
              <a:off x="1505638" y="8158818"/>
              <a:ext cx="1399279" cy="1151766"/>
            </a:xfrm>
            <a:prstGeom prst="rect">
              <a:avLst/>
            </a:prstGeom>
            <a:solidFill>
              <a:srgbClr val="4A2C2A">
                <a:alpha val="100000"/>
              </a:srgbClr>
            </a:solidFill>
            <a:ln w="6775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1" name="rc471"/>
            <p:cNvSpPr/>
            <p:nvPr/>
          </p:nvSpPr>
          <p:spPr>
            <a:xfrm>
              <a:off x="1505638" y="9450248"/>
              <a:ext cx="1399279" cy="748344"/>
            </a:xfrm>
            <a:prstGeom prst="rect">
              <a:avLst/>
            </a:prstGeom>
            <a:solidFill>
              <a:srgbClr val="E7298A">
                <a:alpha val="100000"/>
              </a:srgbClr>
            </a:solidFill>
            <a:ln w="6775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2" name="rc472"/>
            <p:cNvSpPr/>
            <p:nvPr/>
          </p:nvSpPr>
          <p:spPr>
            <a:xfrm>
              <a:off x="1505638" y="9310585"/>
              <a:ext cx="1399279" cy="139663"/>
            </a:xfrm>
            <a:prstGeom prst="rect">
              <a:avLst/>
            </a:prstGeom>
            <a:solidFill>
              <a:srgbClr val="D7301F">
                <a:alpha val="100000"/>
              </a:srgbClr>
            </a:solidFill>
            <a:ln w="6775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3" name="rc473"/>
            <p:cNvSpPr/>
            <p:nvPr/>
          </p:nvSpPr>
          <p:spPr>
            <a:xfrm>
              <a:off x="1505638" y="8054521"/>
              <a:ext cx="1399279" cy="104296"/>
            </a:xfrm>
            <a:prstGeom prst="rect">
              <a:avLst/>
            </a:prstGeom>
            <a:solidFill>
              <a:srgbClr val="F4A582">
                <a:alpha val="100000"/>
              </a:srgbClr>
            </a:solidFill>
            <a:ln w="6775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4" name="rc474"/>
            <p:cNvSpPr/>
            <p:nvPr/>
          </p:nvSpPr>
          <p:spPr>
            <a:xfrm>
              <a:off x="1505638" y="7955014"/>
              <a:ext cx="1399279" cy="99507"/>
            </a:xfrm>
            <a:prstGeom prst="rect">
              <a:avLst/>
            </a:prstGeom>
            <a:solidFill>
              <a:srgbClr val="F6C445">
                <a:alpha val="100000"/>
              </a:srgbClr>
            </a:solidFill>
            <a:ln w="6775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5" name="rc475"/>
            <p:cNvSpPr/>
            <p:nvPr/>
          </p:nvSpPr>
          <p:spPr>
            <a:xfrm>
              <a:off x="1505638" y="10198592"/>
              <a:ext cx="1399279" cy="5598"/>
            </a:xfrm>
            <a:prstGeom prst="rect">
              <a:avLst/>
            </a:prstGeom>
            <a:solidFill>
              <a:srgbClr val="9E9AC8">
                <a:alpha val="100000"/>
              </a:srgbClr>
            </a:solidFill>
            <a:ln w="6775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6" name="rc476"/>
            <p:cNvSpPr/>
            <p:nvPr/>
          </p:nvSpPr>
          <p:spPr>
            <a:xfrm>
              <a:off x="678791" y="7955014"/>
              <a:ext cx="3052973" cy="2249176"/>
            </a:xfrm>
            <a:prstGeom prst="rect">
              <a:avLst/>
            </a:prstGeom>
            <a:noFill/>
            <a:ln w="10840" cap="rnd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tx477"/>
            <p:cNvSpPr/>
            <p:nvPr/>
          </p:nvSpPr>
          <p:spPr>
            <a:xfrm>
              <a:off x="576799" y="1017150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78" name="tx478"/>
            <p:cNvSpPr/>
            <p:nvPr/>
          </p:nvSpPr>
          <p:spPr>
            <a:xfrm>
              <a:off x="526050" y="9609206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479" name="tx479"/>
            <p:cNvSpPr/>
            <p:nvPr/>
          </p:nvSpPr>
          <p:spPr>
            <a:xfrm>
              <a:off x="526050" y="9046912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480" name="tx480"/>
            <p:cNvSpPr/>
            <p:nvPr/>
          </p:nvSpPr>
          <p:spPr>
            <a:xfrm>
              <a:off x="526050" y="8484618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75</a:t>
              </a:r>
            </a:p>
          </p:txBody>
        </p:sp>
        <p:sp>
          <p:nvSpPr>
            <p:cNvPr id="481" name="tx481"/>
            <p:cNvSpPr/>
            <p:nvPr/>
          </p:nvSpPr>
          <p:spPr>
            <a:xfrm>
              <a:off x="475301" y="7922324"/>
              <a:ext cx="15224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482" name="pl482"/>
            <p:cNvSpPr/>
            <p:nvPr/>
          </p:nvSpPr>
          <p:spPr>
            <a:xfrm>
              <a:off x="650323" y="1020419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650323" y="964189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650323" y="907960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650323" y="85173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650323" y="795501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7"/>
            <p:cNvSpPr/>
            <p:nvPr/>
          </p:nvSpPr>
          <p:spPr>
            <a:xfrm>
              <a:off x="1479427" y="10368392"/>
              <a:ext cx="14517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Deviance explained = 20.5%</a:t>
              </a:r>
            </a:p>
          </p:txBody>
        </p:sp>
        <p:sp>
          <p:nvSpPr>
            <p:cNvPr id="488" name="tx488"/>
            <p:cNvSpPr/>
            <p:nvPr/>
          </p:nvSpPr>
          <p:spPr>
            <a:xfrm rot="-5400000">
              <a:off x="-488095" y="9038682"/>
              <a:ext cx="174010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Relative importance estimates (%)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339068" y="7955380"/>
              <a:ext cx="8531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</a:t>
              </a:r>
            </a:p>
          </p:txBody>
        </p:sp>
        <p:sp>
          <p:nvSpPr>
            <p:cNvPr id="490" name="rc490"/>
            <p:cNvSpPr/>
            <p:nvPr/>
          </p:nvSpPr>
          <p:spPr>
            <a:xfrm>
              <a:off x="3908900" y="7955014"/>
              <a:ext cx="3052973" cy="22491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3908900" y="9986528"/>
              <a:ext cx="3052973" cy="0"/>
            </a:xfrm>
            <a:custGeom>
              <a:avLst/>
              <a:pathLst>
                <a:path w="3052973" h="0">
                  <a:moveTo>
                    <a:pt x="0" y="0"/>
                  </a:moveTo>
                  <a:lnTo>
                    <a:pt x="3052973" y="0"/>
                  </a:lnTo>
                  <a:lnTo>
                    <a:pt x="3052973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3908900" y="9623757"/>
              <a:ext cx="3052973" cy="0"/>
            </a:xfrm>
            <a:custGeom>
              <a:avLst/>
              <a:pathLst>
                <a:path w="3052973" h="0">
                  <a:moveTo>
                    <a:pt x="0" y="0"/>
                  </a:moveTo>
                  <a:lnTo>
                    <a:pt x="3052973" y="0"/>
                  </a:lnTo>
                  <a:lnTo>
                    <a:pt x="3052973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3908900" y="9260987"/>
              <a:ext cx="3052973" cy="0"/>
            </a:xfrm>
            <a:custGeom>
              <a:avLst/>
              <a:pathLst>
                <a:path w="3052973" h="0">
                  <a:moveTo>
                    <a:pt x="0" y="0"/>
                  </a:moveTo>
                  <a:lnTo>
                    <a:pt x="3052973" y="0"/>
                  </a:lnTo>
                  <a:lnTo>
                    <a:pt x="3052973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3908900" y="8898217"/>
              <a:ext cx="3052973" cy="0"/>
            </a:xfrm>
            <a:custGeom>
              <a:avLst/>
              <a:pathLst>
                <a:path w="3052973" h="0">
                  <a:moveTo>
                    <a:pt x="0" y="0"/>
                  </a:moveTo>
                  <a:lnTo>
                    <a:pt x="3052973" y="0"/>
                  </a:lnTo>
                  <a:lnTo>
                    <a:pt x="3052973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3908900" y="8535446"/>
              <a:ext cx="3052973" cy="0"/>
            </a:xfrm>
            <a:custGeom>
              <a:avLst/>
              <a:pathLst>
                <a:path w="3052973" h="0">
                  <a:moveTo>
                    <a:pt x="0" y="0"/>
                  </a:moveTo>
                  <a:lnTo>
                    <a:pt x="3052973" y="0"/>
                  </a:lnTo>
                  <a:lnTo>
                    <a:pt x="3052973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3908900" y="8172676"/>
              <a:ext cx="3052973" cy="0"/>
            </a:xfrm>
            <a:custGeom>
              <a:avLst/>
              <a:pathLst>
                <a:path w="3052973" h="0">
                  <a:moveTo>
                    <a:pt x="0" y="0"/>
                  </a:moveTo>
                  <a:lnTo>
                    <a:pt x="3052973" y="0"/>
                  </a:lnTo>
                  <a:lnTo>
                    <a:pt x="3052973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4549056" y="7955014"/>
              <a:ext cx="0" cy="2249176"/>
            </a:xfrm>
            <a:custGeom>
              <a:avLst/>
              <a:pathLst>
                <a:path w="0" h="2249176">
                  <a:moveTo>
                    <a:pt x="0" y="22491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5352764" y="7955014"/>
              <a:ext cx="0" cy="2249176"/>
            </a:xfrm>
            <a:custGeom>
              <a:avLst/>
              <a:pathLst>
                <a:path w="0" h="2249176">
                  <a:moveTo>
                    <a:pt x="0" y="22491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6156473" y="7955014"/>
              <a:ext cx="0" cy="2249176"/>
            </a:xfrm>
            <a:custGeom>
              <a:avLst/>
              <a:pathLst>
                <a:path w="0" h="2249176">
                  <a:moveTo>
                    <a:pt x="0" y="22491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6960182" y="7955014"/>
              <a:ext cx="0" cy="2249176"/>
            </a:xfrm>
            <a:custGeom>
              <a:avLst/>
              <a:pathLst>
                <a:path w="0" h="2249176">
                  <a:moveTo>
                    <a:pt x="0" y="22491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5352764" y="7955014"/>
              <a:ext cx="0" cy="2249176"/>
            </a:xfrm>
            <a:custGeom>
              <a:avLst/>
              <a:pathLst>
                <a:path w="0" h="2249176">
                  <a:moveTo>
                    <a:pt x="0" y="22491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195" cap="flat">
              <a:solidFill>
                <a:srgbClr val="40404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5874414" y="8143654"/>
              <a:ext cx="0" cy="58043"/>
            </a:xfrm>
            <a:custGeom>
              <a:avLst/>
              <a:pathLst>
                <a:path w="0" h="58043">
                  <a:moveTo>
                    <a:pt x="0" y="5804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F6C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4266198" y="8172676"/>
              <a:ext cx="1608215" cy="0"/>
            </a:xfrm>
            <a:custGeom>
              <a:avLst/>
              <a:pathLst>
                <a:path w="1608215" h="0">
                  <a:moveTo>
                    <a:pt x="1608215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F6C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4266198" y="8143654"/>
              <a:ext cx="0" cy="58043"/>
            </a:xfrm>
            <a:custGeom>
              <a:avLst/>
              <a:pathLst>
                <a:path w="0" h="58043">
                  <a:moveTo>
                    <a:pt x="0" y="5804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F6C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6169177" y="8506425"/>
              <a:ext cx="0" cy="58043"/>
            </a:xfrm>
            <a:custGeom>
              <a:avLst/>
              <a:pathLst>
                <a:path w="0" h="58043">
                  <a:moveTo>
                    <a:pt x="0" y="5804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F4A5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4047672" y="8535446"/>
              <a:ext cx="2121505" cy="0"/>
            </a:xfrm>
            <a:custGeom>
              <a:avLst/>
              <a:pathLst>
                <a:path w="2121505" h="0">
                  <a:moveTo>
                    <a:pt x="2121505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F4A5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4047672" y="8506425"/>
              <a:ext cx="0" cy="58043"/>
            </a:xfrm>
            <a:custGeom>
              <a:avLst/>
              <a:pathLst>
                <a:path w="0" h="58043">
                  <a:moveTo>
                    <a:pt x="0" y="5804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F4A5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6823102" y="8869195"/>
              <a:ext cx="0" cy="58043"/>
            </a:xfrm>
            <a:custGeom>
              <a:avLst/>
              <a:pathLst>
                <a:path w="0" h="58043">
                  <a:moveTo>
                    <a:pt x="0" y="5804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4A2C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5403653" y="8898217"/>
              <a:ext cx="1419448" cy="0"/>
            </a:xfrm>
            <a:custGeom>
              <a:avLst/>
              <a:pathLst>
                <a:path w="1419448" h="0">
                  <a:moveTo>
                    <a:pt x="1419448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4A2C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5403653" y="8869195"/>
              <a:ext cx="0" cy="58043"/>
            </a:xfrm>
            <a:custGeom>
              <a:avLst/>
              <a:pathLst>
                <a:path w="0" h="58043">
                  <a:moveTo>
                    <a:pt x="0" y="5804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4A2C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6623775" y="9231965"/>
              <a:ext cx="0" cy="58043"/>
            </a:xfrm>
            <a:custGeom>
              <a:avLst/>
              <a:pathLst>
                <a:path w="0" h="58043">
                  <a:moveTo>
                    <a:pt x="0" y="5804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D730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4672425" y="9260987"/>
              <a:ext cx="1951350" cy="0"/>
            </a:xfrm>
            <a:custGeom>
              <a:avLst/>
              <a:pathLst>
                <a:path w="1951350" h="0">
                  <a:moveTo>
                    <a:pt x="1951350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D730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4672425" y="9231965"/>
              <a:ext cx="0" cy="58043"/>
            </a:xfrm>
            <a:custGeom>
              <a:avLst/>
              <a:pathLst>
                <a:path w="0" h="58043">
                  <a:moveTo>
                    <a:pt x="0" y="5804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D730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6581324" y="9594736"/>
              <a:ext cx="0" cy="58043"/>
            </a:xfrm>
            <a:custGeom>
              <a:avLst/>
              <a:pathLst>
                <a:path w="0" h="58043">
                  <a:moveTo>
                    <a:pt x="0" y="5804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E729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5152812" y="9623757"/>
              <a:ext cx="1428511" cy="0"/>
            </a:xfrm>
            <a:custGeom>
              <a:avLst/>
              <a:pathLst>
                <a:path w="1428511" h="0">
                  <a:moveTo>
                    <a:pt x="1428511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E729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5152812" y="9594736"/>
              <a:ext cx="0" cy="58043"/>
            </a:xfrm>
            <a:custGeom>
              <a:avLst/>
              <a:pathLst>
                <a:path w="0" h="58043">
                  <a:moveTo>
                    <a:pt x="0" y="5804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E729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5883160" y="9957506"/>
              <a:ext cx="0" cy="58043"/>
            </a:xfrm>
            <a:custGeom>
              <a:avLst/>
              <a:pathLst>
                <a:path w="0" h="58043">
                  <a:moveTo>
                    <a:pt x="0" y="5804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9E9A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4773101" y="9986528"/>
              <a:ext cx="1110059" cy="0"/>
            </a:xfrm>
            <a:custGeom>
              <a:avLst/>
              <a:pathLst>
                <a:path w="1110059" h="0">
                  <a:moveTo>
                    <a:pt x="111005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9E9A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4773101" y="9957506"/>
              <a:ext cx="0" cy="58043"/>
            </a:xfrm>
            <a:custGeom>
              <a:avLst/>
              <a:pathLst>
                <a:path w="0" h="58043">
                  <a:moveTo>
                    <a:pt x="0" y="5804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9E9A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1393" y="8133762"/>
              <a:ext cx="77826" cy="77826"/>
            </a:xfrm>
            <a:prstGeom prst="ellipse">
              <a:avLst/>
            </a:prstGeom>
            <a:solidFill>
              <a:srgbClr val="F6C445">
                <a:alpha val="100000"/>
              </a:srgbClr>
            </a:solidFill>
            <a:ln w="7363" cap="rnd">
              <a:solidFill>
                <a:srgbClr val="F6C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5069511" y="8496533"/>
              <a:ext cx="77826" cy="77826"/>
            </a:xfrm>
            <a:prstGeom prst="ellipse">
              <a:avLst/>
            </a:prstGeom>
            <a:solidFill>
              <a:srgbClr val="F4A582">
                <a:alpha val="100000"/>
              </a:srgbClr>
            </a:solidFill>
            <a:ln w="7363" cap="rnd">
              <a:solidFill>
                <a:srgbClr val="F4A5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074464" y="8859303"/>
              <a:ext cx="77826" cy="77826"/>
            </a:xfrm>
            <a:prstGeom prst="ellipse">
              <a:avLst/>
            </a:prstGeom>
            <a:solidFill>
              <a:srgbClr val="4A2C2A">
                <a:alpha val="100000"/>
              </a:srgbClr>
            </a:solidFill>
            <a:ln w="7363" cap="rnd">
              <a:solidFill>
                <a:srgbClr val="4A2C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5609187" y="9222074"/>
              <a:ext cx="77826" cy="77826"/>
            </a:xfrm>
            <a:prstGeom prst="ellipse">
              <a:avLst/>
            </a:prstGeom>
            <a:solidFill>
              <a:srgbClr val="D7301F">
                <a:alpha val="100000"/>
              </a:srgbClr>
            </a:solidFill>
            <a:ln w="7363" cap="rnd">
              <a:solidFill>
                <a:srgbClr val="D730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828154" y="9584844"/>
              <a:ext cx="77826" cy="77826"/>
            </a:xfrm>
            <a:prstGeom prst="ellipse">
              <a:avLst/>
            </a:prstGeom>
            <a:solidFill>
              <a:srgbClr val="E7298A">
                <a:alpha val="100000"/>
              </a:srgbClr>
            </a:solidFill>
            <a:ln w="7363" cap="rnd">
              <a:solidFill>
                <a:srgbClr val="E729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5289217" y="9947614"/>
              <a:ext cx="77826" cy="77826"/>
            </a:xfrm>
            <a:prstGeom prst="ellipse">
              <a:avLst/>
            </a:prstGeom>
            <a:solidFill>
              <a:srgbClr val="9E9AC8">
                <a:alpha val="100000"/>
              </a:srgbClr>
            </a:solidFill>
            <a:ln w="7363" cap="rnd">
              <a:solidFill>
                <a:srgbClr val="9E9A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rc526"/>
            <p:cNvSpPr/>
            <p:nvPr/>
          </p:nvSpPr>
          <p:spPr>
            <a:xfrm>
              <a:off x="3908900" y="7955014"/>
              <a:ext cx="3052973" cy="2249176"/>
            </a:xfrm>
            <a:prstGeom prst="rect">
              <a:avLst/>
            </a:prstGeom>
            <a:noFill/>
            <a:ln w="10840" cap="rnd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6961873" y="9986528"/>
              <a:ext cx="28468" cy="0"/>
            </a:xfrm>
            <a:custGeom>
              <a:avLst/>
              <a:pathLst>
                <a:path w="28468" h="0">
                  <a:moveTo>
                    <a:pt x="28468" y="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6961873" y="9623757"/>
              <a:ext cx="28468" cy="0"/>
            </a:xfrm>
            <a:custGeom>
              <a:avLst/>
              <a:pathLst>
                <a:path w="28468" h="0">
                  <a:moveTo>
                    <a:pt x="28468" y="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6961873" y="9260987"/>
              <a:ext cx="28468" cy="0"/>
            </a:xfrm>
            <a:custGeom>
              <a:avLst/>
              <a:pathLst>
                <a:path w="28468" h="0">
                  <a:moveTo>
                    <a:pt x="28468" y="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6961873" y="8898217"/>
              <a:ext cx="28468" cy="0"/>
            </a:xfrm>
            <a:custGeom>
              <a:avLst/>
              <a:pathLst>
                <a:path w="28468" h="0">
                  <a:moveTo>
                    <a:pt x="28468" y="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6961873" y="8535446"/>
              <a:ext cx="28468" cy="0"/>
            </a:xfrm>
            <a:custGeom>
              <a:avLst/>
              <a:pathLst>
                <a:path w="28468" h="0">
                  <a:moveTo>
                    <a:pt x="28468" y="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6961873" y="8172676"/>
              <a:ext cx="28468" cy="0"/>
            </a:xfrm>
            <a:custGeom>
              <a:avLst/>
              <a:pathLst>
                <a:path w="28468" h="0">
                  <a:moveTo>
                    <a:pt x="28468" y="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tx533"/>
            <p:cNvSpPr/>
            <p:nvPr/>
          </p:nvSpPr>
          <p:spPr>
            <a:xfrm>
              <a:off x="7013116" y="9953838"/>
              <a:ext cx="86739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Habitat heterogeneity</a:t>
              </a:r>
            </a:p>
          </p:txBody>
        </p:sp>
        <p:sp>
          <p:nvSpPr>
            <p:cNvPr id="534" name="tx534"/>
            <p:cNvSpPr/>
            <p:nvPr/>
          </p:nvSpPr>
          <p:spPr>
            <a:xfrm>
              <a:off x="7013116" y="9591068"/>
              <a:ext cx="19275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Area</a:t>
              </a:r>
            </a:p>
          </p:txBody>
        </p:sp>
        <p:sp>
          <p:nvSpPr>
            <p:cNvPr id="535" name="tx535"/>
            <p:cNvSpPr/>
            <p:nvPr/>
          </p:nvSpPr>
          <p:spPr>
            <a:xfrm>
              <a:off x="7013116" y="9228297"/>
              <a:ext cx="63395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Per capita GDP</a:t>
              </a:r>
            </a:p>
          </p:txBody>
        </p:sp>
        <p:sp>
          <p:nvSpPr>
            <p:cNvPr id="536" name="tx536"/>
            <p:cNvSpPr/>
            <p:nvPr/>
          </p:nvSpPr>
          <p:spPr>
            <a:xfrm>
              <a:off x="7013116" y="8865527"/>
              <a:ext cx="68982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Species richness</a:t>
              </a:r>
            </a:p>
          </p:txBody>
        </p:sp>
        <p:sp>
          <p:nvSpPr>
            <p:cNvPr id="537" name="tx537"/>
            <p:cNvSpPr/>
            <p:nvPr/>
          </p:nvSpPr>
          <p:spPr>
            <a:xfrm>
              <a:off x="7013116" y="8502756"/>
              <a:ext cx="87544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Current survey efforts</a:t>
              </a:r>
            </a:p>
          </p:txBody>
        </p:sp>
        <p:sp>
          <p:nvSpPr>
            <p:cNvPr id="538" name="tx538"/>
            <p:cNvSpPr/>
            <p:nvPr/>
          </p:nvSpPr>
          <p:spPr>
            <a:xfrm>
              <a:off x="7013116" y="8139986"/>
              <a:ext cx="77916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Early survey efforts</a:t>
              </a:r>
            </a:p>
          </p:txBody>
        </p:sp>
        <p:sp>
          <p:nvSpPr>
            <p:cNvPr id="539" name="pl539"/>
            <p:cNvSpPr/>
            <p:nvPr/>
          </p:nvSpPr>
          <p:spPr>
            <a:xfrm>
              <a:off x="4549056" y="1020419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5352764" y="1020419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6156473" y="1020419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6960182" y="1020419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tx543"/>
            <p:cNvSpPr/>
            <p:nvPr/>
          </p:nvSpPr>
          <p:spPr>
            <a:xfrm>
              <a:off x="4445088" y="10255433"/>
              <a:ext cx="20793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-0.25</a:t>
              </a:r>
            </a:p>
          </p:txBody>
        </p:sp>
        <p:sp>
          <p:nvSpPr>
            <p:cNvPr id="544" name="tx544"/>
            <p:cNvSpPr/>
            <p:nvPr/>
          </p:nvSpPr>
          <p:spPr>
            <a:xfrm>
              <a:off x="5263976" y="10255433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45" name="tx545"/>
            <p:cNvSpPr/>
            <p:nvPr/>
          </p:nvSpPr>
          <p:spPr>
            <a:xfrm>
              <a:off x="6067685" y="10255433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46" name="tx546"/>
            <p:cNvSpPr/>
            <p:nvPr/>
          </p:nvSpPr>
          <p:spPr>
            <a:xfrm>
              <a:off x="6871394" y="10255433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47" name="tx547"/>
            <p:cNvSpPr/>
            <p:nvPr/>
          </p:nvSpPr>
          <p:spPr>
            <a:xfrm>
              <a:off x="5057419" y="10368392"/>
              <a:ext cx="75593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Slope estimate</a:t>
              </a:r>
            </a:p>
          </p:txBody>
        </p:sp>
        <p:sp>
          <p:nvSpPr>
            <p:cNvPr id="548" name="tx548"/>
            <p:cNvSpPr/>
            <p:nvPr/>
          </p:nvSpPr>
          <p:spPr>
            <a:xfrm>
              <a:off x="3913999" y="7955380"/>
              <a:ext cx="8531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</a:t>
              </a:r>
            </a:p>
          </p:txBody>
        </p:sp>
        <p:sp>
          <p:nvSpPr>
            <p:cNvPr id="549" name="tx549"/>
            <p:cNvSpPr/>
            <p:nvPr/>
          </p:nvSpPr>
          <p:spPr>
            <a:xfrm>
              <a:off x="341036" y="451537"/>
              <a:ext cx="470431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a-f, partial residual plots showing the independent effect of each predictor after controlling for the others. </a:t>
              </a:r>
            </a:p>
          </p:txBody>
        </p:sp>
        <p:sp>
          <p:nvSpPr>
            <p:cNvPr id="550" name="tx550"/>
            <p:cNvSpPr/>
            <p:nvPr/>
          </p:nvSpPr>
          <p:spPr>
            <a:xfrm>
              <a:off x="341036" y="561265"/>
              <a:ext cx="454731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g, relative importance from hierarchical partitioning. h, slope estimates with 95% confidence intervals </a:t>
              </a:r>
            </a:p>
          </p:txBody>
        </p:sp>
        <p:sp>
          <p:nvSpPr>
            <p:cNvPr id="551" name="tx551"/>
            <p:cNvSpPr/>
            <p:nvPr/>
          </p:nvSpPr>
          <p:spPr>
            <a:xfrm>
              <a:off x="341036" y="670993"/>
              <a:ext cx="249658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from the negative-binomial model; colours in h match g.</a:t>
              </a:r>
            </a:p>
          </p:txBody>
        </p:sp>
        <p:sp>
          <p:nvSpPr>
            <p:cNvPr id="552" name="tx552"/>
            <p:cNvSpPr/>
            <p:nvPr/>
          </p:nvSpPr>
          <p:spPr>
            <a:xfrm>
              <a:off x="341036" y="252469"/>
              <a:ext cx="389040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Provincial-level predictors of new bird distribution records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2026-07-27T13:12:48Z</dcterms:modified>
  <cp:category/>
</cp:coreProperties>
</file>