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12435840" cy="9875520"/>
            <a:chOff x="182880" y="182880"/>
            <a:chExt cx="12435840" cy="987552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12435840" cy="98755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12435840" cy="98755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4944894"/>
              <a:ext cx="12296661" cy="50439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52469" y="252469"/>
              <a:ext cx="6190210" cy="469242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442679" y="252469"/>
              <a:ext cx="6106451" cy="469242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305155" y="1092818"/>
              <a:ext cx="5048955" cy="35188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05155" y="4332438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05155" y="3867111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305155" y="3401784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305155" y="2936458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305155" y="2471131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05155" y="2005804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305155" y="1540477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33228" y="1092818"/>
              <a:ext cx="0" cy="3518815"/>
            </a:xfrm>
            <a:custGeom>
              <a:avLst/>
              <a:pathLst>
                <a:path w="0" h="3518815">
                  <a:moveTo>
                    <a:pt x="0" y="35188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00760" y="1092818"/>
              <a:ext cx="0" cy="3518815"/>
            </a:xfrm>
            <a:custGeom>
              <a:avLst/>
              <a:pathLst>
                <a:path w="0" h="3518815">
                  <a:moveTo>
                    <a:pt x="0" y="35188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768292" y="1092818"/>
              <a:ext cx="0" cy="3518815"/>
            </a:xfrm>
            <a:custGeom>
              <a:avLst/>
              <a:pathLst>
                <a:path w="0" h="3518815">
                  <a:moveTo>
                    <a:pt x="0" y="35188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35825" y="1092818"/>
              <a:ext cx="0" cy="3518815"/>
            </a:xfrm>
            <a:custGeom>
              <a:avLst/>
              <a:pathLst>
                <a:path w="0" h="3518815">
                  <a:moveTo>
                    <a:pt x="0" y="35188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00760" y="1092818"/>
              <a:ext cx="0" cy="3518815"/>
            </a:xfrm>
            <a:custGeom>
              <a:avLst/>
              <a:pathLst>
                <a:path w="0" h="3518815">
                  <a:moveTo>
                    <a:pt x="0" y="35188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735319" y="1092818"/>
              <a:ext cx="1428187" cy="447659"/>
            </a:xfrm>
            <a:custGeom>
              <a:avLst/>
              <a:pathLst>
                <a:path w="1428187" h="447659">
                  <a:moveTo>
                    <a:pt x="0" y="443975"/>
                  </a:moveTo>
                  <a:lnTo>
                    <a:pt x="8982" y="443398"/>
                  </a:lnTo>
                  <a:lnTo>
                    <a:pt x="17964" y="442811"/>
                  </a:lnTo>
                  <a:lnTo>
                    <a:pt x="26946" y="442224"/>
                  </a:lnTo>
                  <a:lnTo>
                    <a:pt x="35929" y="441642"/>
                  </a:lnTo>
                  <a:lnTo>
                    <a:pt x="44911" y="441064"/>
                  </a:lnTo>
                  <a:lnTo>
                    <a:pt x="53893" y="440480"/>
                  </a:lnTo>
                  <a:lnTo>
                    <a:pt x="62876" y="439878"/>
                  </a:lnTo>
                  <a:lnTo>
                    <a:pt x="71858" y="439241"/>
                  </a:lnTo>
                  <a:lnTo>
                    <a:pt x="80840" y="438551"/>
                  </a:lnTo>
                  <a:lnTo>
                    <a:pt x="89823" y="437794"/>
                  </a:lnTo>
                  <a:lnTo>
                    <a:pt x="98805" y="436954"/>
                  </a:lnTo>
                  <a:lnTo>
                    <a:pt x="107787" y="436018"/>
                  </a:lnTo>
                  <a:lnTo>
                    <a:pt x="116770" y="434981"/>
                  </a:lnTo>
                  <a:lnTo>
                    <a:pt x="125752" y="433827"/>
                  </a:lnTo>
                  <a:lnTo>
                    <a:pt x="134734" y="432532"/>
                  </a:lnTo>
                  <a:lnTo>
                    <a:pt x="143716" y="431062"/>
                  </a:lnTo>
                  <a:lnTo>
                    <a:pt x="152699" y="429378"/>
                  </a:lnTo>
                  <a:lnTo>
                    <a:pt x="161681" y="427435"/>
                  </a:lnTo>
                  <a:lnTo>
                    <a:pt x="170663" y="425193"/>
                  </a:lnTo>
                  <a:lnTo>
                    <a:pt x="179646" y="422622"/>
                  </a:lnTo>
                  <a:lnTo>
                    <a:pt x="188628" y="419709"/>
                  </a:lnTo>
                  <a:lnTo>
                    <a:pt x="197610" y="416464"/>
                  </a:lnTo>
                  <a:lnTo>
                    <a:pt x="206593" y="412917"/>
                  </a:lnTo>
                  <a:lnTo>
                    <a:pt x="215575" y="409119"/>
                  </a:lnTo>
                  <a:lnTo>
                    <a:pt x="224557" y="405131"/>
                  </a:lnTo>
                  <a:lnTo>
                    <a:pt x="233540" y="401026"/>
                  </a:lnTo>
                  <a:lnTo>
                    <a:pt x="242522" y="396883"/>
                  </a:lnTo>
                  <a:lnTo>
                    <a:pt x="251504" y="392754"/>
                  </a:lnTo>
                  <a:lnTo>
                    <a:pt x="260486" y="388673"/>
                  </a:lnTo>
                  <a:lnTo>
                    <a:pt x="269469" y="384648"/>
                  </a:lnTo>
                  <a:lnTo>
                    <a:pt x="278451" y="380662"/>
                  </a:lnTo>
                  <a:lnTo>
                    <a:pt x="287433" y="376667"/>
                  </a:lnTo>
                  <a:lnTo>
                    <a:pt x="296416" y="372590"/>
                  </a:lnTo>
                  <a:lnTo>
                    <a:pt x="305398" y="368341"/>
                  </a:lnTo>
                  <a:lnTo>
                    <a:pt x="314380" y="363816"/>
                  </a:lnTo>
                  <a:lnTo>
                    <a:pt x="323363" y="358909"/>
                  </a:lnTo>
                  <a:lnTo>
                    <a:pt x="332345" y="353518"/>
                  </a:lnTo>
                  <a:lnTo>
                    <a:pt x="341327" y="347554"/>
                  </a:lnTo>
                  <a:lnTo>
                    <a:pt x="350310" y="340935"/>
                  </a:lnTo>
                  <a:lnTo>
                    <a:pt x="359292" y="333557"/>
                  </a:lnTo>
                  <a:lnTo>
                    <a:pt x="368274" y="325443"/>
                  </a:lnTo>
                  <a:lnTo>
                    <a:pt x="377256" y="316599"/>
                  </a:lnTo>
                  <a:lnTo>
                    <a:pt x="386239" y="307067"/>
                  </a:lnTo>
                  <a:lnTo>
                    <a:pt x="395221" y="296933"/>
                  </a:lnTo>
                  <a:lnTo>
                    <a:pt x="404203" y="286326"/>
                  </a:lnTo>
                  <a:lnTo>
                    <a:pt x="413186" y="275415"/>
                  </a:lnTo>
                  <a:lnTo>
                    <a:pt x="422168" y="264397"/>
                  </a:lnTo>
                  <a:lnTo>
                    <a:pt x="431150" y="253479"/>
                  </a:lnTo>
                  <a:lnTo>
                    <a:pt x="440133" y="242851"/>
                  </a:lnTo>
                  <a:lnTo>
                    <a:pt x="449115" y="232663"/>
                  </a:lnTo>
                  <a:lnTo>
                    <a:pt x="458097" y="222999"/>
                  </a:lnTo>
                  <a:lnTo>
                    <a:pt x="467080" y="213860"/>
                  </a:lnTo>
                  <a:lnTo>
                    <a:pt x="476062" y="205156"/>
                  </a:lnTo>
                  <a:lnTo>
                    <a:pt x="485044" y="196720"/>
                  </a:lnTo>
                  <a:lnTo>
                    <a:pt x="494027" y="188285"/>
                  </a:lnTo>
                  <a:lnTo>
                    <a:pt x="503009" y="179619"/>
                  </a:lnTo>
                  <a:lnTo>
                    <a:pt x="511991" y="170531"/>
                  </a:lnTo>
                  <a:lnTo>
                    <a:pt x="520973" y="160904"/>
                  </a:lnTo>
                  <a:lnTo>
                    <a:pt x="529956" y="150718"/>
                  </a:lnTo>
                  <a:lnTo>
                    <a:pt x="538938" y="140048"/>
                  </a:lnTo>
                  <a:lnTo>
                    <a:pt x="547920" y="129049"/>
                  </a:lnTo>
                  <a:lnTo>
                    <a:pt x="556903" y="117933"/>
                  </a:lnTo>
                  <a:lnTo>
                    <a:pt x="565885" y="106930"/>
                  </a:lnTo>
                  <a:lnTo>
                    <a:pt x="574867" y="96262"/>
                  </a:lnTo>
                  <a:lnTo>
                    <a:pt x="583850" y="86116"/>
                  </a:lnTo>
                  <a:lnTo>
                    <a:pt x="592832" y="76633"/>
                  </a:lnTo>
                  <a:lnTo>
                    <a:pt x="601814" y="67901"/>
                  </a:lnTo>
                  <a:lnTo>
                    <a:pt x="610797" y="60005"/>
                  </a:lnTo>
                  <a:lnTo>
                    <a:pt x="619779" y="52913"/>
                  </a:lnTo>
                  <a:lnTo>
                    <a:pt x="628761" y="46559"/>
                  </a:lnTo>
                  <a:lnTo>
                    <a:pt x="637743" y="40869"/>
                  </a:lnTo>
                  <a:lnTo>
                    <a:pt x="646726" y="35745"/>
                  </a:lnTo>
                  <a:lnTo>
                    <a:pt x="655708" y="31070"/>
                  </a:lnTo>
                  <a:lnTo>
                    <a:pt x="664690" y="26720"/>
                  </a:lnTo>
                  <a:lnTo>
                    <a:pt x="673673" y="22583"/>
                  </a:lnTo>
                  <a:lnTo>
                    <a:pt x="682655" y="18573"/>
                  </a:lnTo>
                  <a:lnTo>
                    <a:pt x="691637" y="14656"/>
                  </a:lnTo>
                  <a:lnTo>
                    <a:pt x="700620" y="10863"/>
                  </a:lnTo>
                  <a:lnTo>
                    <a:pt x="709602" y="7302"/>
                  </a:lnTo>
                  <a:lnTo>
                    <a:pt x="718584" y="4156"/>
                  </a:lnTo>
                  <a:lnTo>
                    <a:pt x="727567" y="1672"/>
                  </a:lnTo>
                  <a:lnTo>
                    <a:pt x="736549" y="184"/>
                  </a:lnTo>
                  <a:lnTo>
                    <a:pt x="745531" y="0"/>
                  </a:lnTo>
                  <a:lnTo>
                    <a:pt x="754513" y="1288"/>
                  </a:lnTo>
                  <a:lnTo>
                    <a:pt x="763496" y="4159"/>
                  </a:lnTo>
                  <a:lnTo>
                    <a:pt x="772478" y="8603"/>
                  </a:lnTo>
                  <a:lnTo>
                    <a:pt x="781460" y="14484"/>
                  </a:lnTo>
                  <a:lnTo>
                    <a:pt x="790443" y="21563"/>
                  </a:lnTo>
                  <a:lnTo>
                    <a:pt x="799425" y="29529"/>
                  </a:lnTo>
                  <a:lnTo>
                    <a:pt x="808407" y="38049"/>
                  </a:lnTo>
                  <a:lnTo>
                    <a:pt x="817390" y="46815"/>
                  </a:lnTo>
                  <a:lnTo>
                    <a:pt x="826372" y="55590"/>
                  </a:lnTo>
                  <a:lnTo>
                    <a:pt x="835354" y="64228"/>
                  </a:lnTo>
                  <a:lnTo>
                    <a:pt x="844337" y="72683"/>
                  </a:lnTo>
                  <a:lnTo>
                    <a:pt x="853319" y="80991"/>
                  </a:lnTo>
                  <a:lnTo>
                    <a:pt x="862301" y="89235"/>
                  </a:lnTo>
                  <a:lnTo>
                    <a:pt x="871283" y="97515"/>
                  </a:lnTo>
                  <a:lnTo>
                    <a:pt x="880266" y="105887"/>
                  </a:lnTo>
                  <a:lnTo>
                    <a:pt x="889248" y="114357"/>
                  </a:lnTo>
                  <a:lnTo>
                    <a:pt x="898230" y="122891"/>
                  </a:lnTo>
                  <a:lnTo>
                    <a:pt x="907213" y="131433"/>
                  </a:lnTo>
                  <a:lnTo>
                    <a:pt x="916195" y="139924"/>
                  </a:lnTo>
                  <a:lnTo>
                    <a:pt x="925177" y="148324"/>
                  </a:lnTo>
                  <a:lnTo>
                    <a:pt x="934160" y="156625"/>
                  </a:lnTo>
                  <a:lnTo>
                    <a:pt x="943142" y="164847"/>
                  </a:lnTo>
                  <a:lnTo>
                    <a:pt x="952124" y="173041"/>
                  </a:lnTo>
                  <a:lnTo>
                    <a:pt x="961107" y="181274"/>
                  </a:lnTo>
                  <a:lnTo>
                    <a:pt x="970089" y="189624"/>
                  </a:lnTo>
                  <a:lnTo>
                    <a:pt x="979071" y="198170"/>
                  </a:lnTo>
                  <a:lnTo>
                    <a:pt x="988054" y="206989"/>
                  </a:lnTo>
                  <a:lnTo>
                    <a:pt x="997036" y="216176"/>
                  </a:lnTo>
                  <a:lnTo>
                    <a:pt x="1006018" y="225754"/>
                  </a:lnTo>
                  <a:lnTo>
                    <a:pt x="1015000" y="235741"/>
                  </a:lnTo>
                  <a:lnTo>
                    <a:pt x="1023983" y="246121"/>
                  </a:lnTo>
                  <a:lnTo>
                    <a:pt x="1032965" y="256845"/>
                  </a:lnTo>
                  <a:lnTo>
                    <a:pt x="1041947" y="267833"/>
                  </a:lnTo>
                  <a:lnTo>
                    <a:pt x="1050930" y="278987"/>
                  </a:lnTo>
                  <a:lnTo>
                    <a:pt x="1059912" y="290197"/>
                  </a:lnTo>
                  <a:lnTo>
                    <a:pt x="1068894" y="301359"/>
                  </a:lnTo>
                  <a:lnTo>
                    <a:pt x="1077877" y="312372"/>
                  </a:lnTo>
                  <a:lnTo>
                    <a:pt x="1086859" y="323147"/>
                  </a:lnTo>
                  <a:lnTo>
                    <a:pt x="1095841" y="333596"/>
                  </a:lnTo>
                  <a:lnTo>
                    <a:pt x="1104824" y="343631"/>
                  </a:lnTo>
                  <a:lnTo>
                    <a:pt x="1113806" y="353161"/>
                  </a:lnTo>
                  <a:lnTo>
                    <a:pt x="1122788" y="362039"/>
                  </a:lnTo>
                  <a:lnTo>
                    <a:pt x="1131770" y="370215"/>
                  </a:lnTo>
                  <a:lnTo>
                    <a:pt x="1140753" y="377632"/>
                  </a:lnTo>
                  <a:lnTo>
                    <a:pt x="1149735" y="384260"/>
                  </a:lnTo>
                  <a:lnTo>
                    <a:pt x="1158717" y="390104"/>
                  </a:lnTo>
                  <a:lnTo>
                    <a:pt x="1167700" y="395203"/>
                  </a:lnTo>
                  <a:lnTo>
                    <a:pt x="1176682" y="399620"/>
                  </a:lnTo>
                  <a:lnTo>
                    <a:pt x="1185664" y="403436"/>
                  </a:lnTo>
                  <a:lnTo>
                    <a:pt x="1194647" y="406741"/>
                  </a:lnTo>
                  <a:lnTo>
                    <a:pt x="1203629" y="409620"/>
                  </a:lnTo>
                  <a:lnTo>
                    <a:pt x="1212611" y="412155"/>
                  </a:lnTo>
                  <a:lnTo>
                    <a:pt x="1221594" y="414418"/>
                  </a:lnTo>
                  <a:lnTo>
                    <a:pt x="1230576" y="416468"/>
                  </a:lnTo>
                  <a:lnTo>
                    <a:pt x="1239558" y="418356"/>
                  </a:lnTo>
                  <a:lnTo>
                    <a:pt x="1248540" y="420114"/>
                  </a:lnTo>
                  <a:lnTo>
                    <a:pt x="1257523" y="421776"/>
                  </a:lnTo>
                  <a:lnTo>
                    <a:pt x="1266505" y="423362"/>
                  </a:lnTo>
                  <a:lnTo>
                    <a:pt x="1275487" y="424881"/>
                  </a:lnTo>
                  <a:lnTo>
                    <a:pt x="1284470" y="426338"/>
                  </a:lnTo>
                  <a:lnTo>
                    <a:pt x="1293452" y="427736"/>
                  </a:lnTo>
                  <a:lnTo>
                    <a:pt x="1302434" y="429078"/>
                  </a:lnTo>
                  <a:lnTo>
                    <a:pt x="1311417" y="430370"/>
                  </a:lnTo>
                  <a:lnTo>
                    <a:pt x="1320399" y="431620"/>
                  </a:lnTo>
                  <a:lnTo>
                    <a:pt x="1329381" y="432840"/>
                  </a:lnTo>
                  <a:lnTo>
                    <a:pt x="1338364" y="434041"/>
                  </a:lnTo>
                  <a:lnTo>
                    <a:pt x="1347346" y="435230"/>
                  </a:lnTo>
                  <a:lnTo>
                    <a:pt x="1356328" y="436414"/>
                  </a:lnTo>
                  <a:lnTo>
                    <a:pt x="1365310" y="437589"/>
                  </a:lnTo>
                  <a:lnTo>
                    <a:pt x="1374293" y="438744"/>
                  </a:lnTo>
                  <a:lnTo>
                    <a:pt x="1383275" y="439856"/>
                  </a:lnTo>
                  <a:lnTo>
                    <a:pt x="1392257" y="440902"/>
                  </a:lnTo>
                  <a:lnTo>
                    <a:pt x="1401240" y="441858"/>
                  </a:lnTo>
                  <a:lnTo>
                    <a:pt x="1410222" y="442703"/>
                  </a:lnTo>
                  <a:lnTo>
                    <a:pt x="1419204" y="443421"/>
                  </a:lnTo>
                  <a:lnTo>
                    <a:pt x="1428187" y="444009"/>
                  </a:lnTo>
                  <a:lnTo>
                    <a:pt x="1428187" y="447659"/>
                  </a:lnTo>
                  <a:lnTo>
                    <a:pt x="1419204" y="447659"/>
                  </a:lnTo>
                  <a:lnTo>
                    <a:pt x="1410222" y="447659"/>
                  </a:lnTo>
                  <a:lnTo>
                    <a:pt x="1401240" y="447659"/>
                  </a:lnTo>
                  <a:lnTo>
                    <a:pt x="1392257" y="447659"/>
                  </a:lnTo>
                  <a:lnTo>
                    <a:pt x="1383275" y="447659"/>
                  </a:lnTo>
                  <a:lnTo>
                    <a:pt x="1374293" y="447659"/>
                  </a:lnTo>
                  <a:lnTo>
                    <a:pt x="1365310" y="447659"/>
                  </a:lnTo>
                  <a:lnTo>
                    <a:pt x="1356328" y="447659"/>
                  </a:lnTo>
                  <a:lnTo>
                    <a:pt x="1347346" y="447659"/>
                  </a:lnTo>
                  <a:lnTo>
                    <a:pt x="1338364" y="447659"/>
                  </a:lnTo>
                  <a:lnTo>
                    <a:pt x="1329381" y="447659"/>
                  </a:lnTo>
                  <a:lnTo>
                    <a:pt x="1320399" y="447659"/>
                  </a:lnTo>
                  <a:lnTo>
                    <a:pt x="1311417" y="447659"/>
                  </a:lnTo>
                  <a:lnTo>
                    <a:pt x="1302434" y="447659"/>
                  </a:lnTo>
                  <a:lnTo>
                    <a:pt x="1293452" y="447659"/>
                  </a:lnTo>
                  <a:lnTo>
                    <a:pt x="1284470" y="447659"/>
                  </a:lnTo>
                  <a:lnTo>
                    <a:pt x="1275487" y="447659"/>
                  </a:lnTo>
                  <a:lnTo>
                    <a:pt x="1266505" y="447659"/>
                  </a:lnTo>
                  <a:lnTo>
                    <a:pt x="1257523" y="447659"/>
                  </a:lnTo>
                  <a:lnTo>
                    <a:pt x="1248540" y="447659"/>
                  </a:lnTo>
                  <a:lnTo>
                    <a:pt x="1239558" y="447659"/>
                  </a:lnTo>
                  <a:lnTo>
                    <a:pt x="1230576" y="447659"/>
                  </a:lnTo>
                  <a:lnTo>
                    <a:pt x="1221594" y="447659"/>
                  </a:lnTo>
                  <a:lnTo>
                    <a:pt x="1212611" y="447659"/>
                  </a:lnTo>
                  <a:lnTo>
                    <a:pt x="1203629" y="447659"/>
                  </a:lnTo>
                  <a:lnTo>
                    <a:pt x="1194647" y="447659"/>
                  </a:lnTo>
                  <a:lnTo>
                    <a:pt x="1185664" y="447659"/>
                  </a:lnTo>
                  <a:lnTo>
                    <a:pt x="1176682" y="447659"/>
                  </a:lnTo>
                  <a:lnTo>
                    <a:pt x="1167700" y="447659"/>
                  </a:lnTo>
                  <a:lnTo>
                    <a:pt x="1158717" y="447659"/>
                  </a:lnTo>
                  <a:lnTo>
                    <a:pt x="1149735" y="447659"/>
                  </a:lnTo>
                  <a:lnTo>
                    <a:pt x="1140753" y="447659"/>
                  </a:lnTo>
                  <a:lnTo>
                    <a:pt x="1131770" y="447659"/>
                  </a:lnTo>
                  <a:lnTo>
                    <a:pt x="1122788" y="447659"/>
                  </a:lnTo>
                  <a:lnTo>
                    <a:pt x="1113806" y="447659"/>
                  </a:lnTo>
                  <a:lnTo>
                    <a:pt x="1104824" y="447659"/>
                  </a:lnTo>
                  <a:lnTo>
                    <a:pt x="1095841" y="447659"/>
                  </a:lnTo>
                  <a:lnTo>
                    <a:pt x="1086859" y="447659"/>
                  </a:lnTo>
                  <a:lnTo>
                    <a:pt x="1077877" y="447659"/>
                  </a:lnTo>
                  <a:lnTo>
                    <a:pt x="1068894" y="447659"/>
                  </a:lnTo>
                  <a:lnTo>
                    <a:pt x="1059912" y="447659"/>
                  </a:lnTo>
                  <a:lnTo>
                    <a:pt x="1050930" y="447659"/>
                  </a:lnTo>
                  <a:lnTo>
                    <a:pt x="1041947" y="447659"/>
                  </a:lnTo>
                  <a:lnTo>
                    <a:pt x="1032965" y="447659"/>
                  </a:lnTo>
                  <a:lnTo>
                    <a:pt x="1023983" y="447659"/>
                  </a:lnTo>
                  <a:lnTo>
                    <a:pt x="1015000" y="447659"/>
                  </a:lnTo>
                  <a:lnTo>
                    <a:pt x="1006018" y="447659"/>
                  </a:lnTo>
                  <a:lnTo>
                    <a:pt x="997036" y="447659"/>
                  </a:lnTo>
                  <a:lnTo>
                    <a:pt x="988054" y="447659"/>
                  </a:lnTo>
                  <a:lnTo>
                    <a:pt x="979071" y="447659"/>
                  </a:lnTo>
                  <a:lnTo>
                    <a:pt x="970089" y="447659"/>
                  </a:lnTo>
                  <a:lnTo>
                    <a:pt x="961107" y="447659"/>
                  </a:lnTo>
                  <a:lnTo>
                    <a:pt x="952124" y="447659"/>
                  </a:lnTo>
                  <a:lnTo>
                    <a:pt x="943142" y="447659"/>
                  </a:lnTo>
                  <a:lnTo>
                    <a:pt x="934160" y="447659"/>
                  </a:lnTo>
                  <a:lnTo>
                    <a:pt x="925177" y="447659"/>
                  </a:lnTo>
                  <a:lnTo>
                    <a:pt x="916195" y="447659"/>
                  </a:lnTo>
                  <a:lnTo>
                    <a:pt x="907213" y="447659"/>
                  </a:lnTo>
                  <a:lnTo>
                    <a:pt x="898230" y="447659"/>
                  </a:lnTo>
                  <a:lnTo>
                    <a:pt x="889248" y="447659"/>
                  </a:lnTo>
                  <a:lnTo>
                    <a:pt x="880266" y="447659"/>
                  </a:lnTo>
                  <a:lnTo>
                    <a:pt x="871283" y="447659"/>
                  </a:lnTo>
                  <a:lnTo>
                    <a:pt x="862301" y="447659"/>
                  </a:lnTo>
                  <a:lnTo>
                    <a:pt x="853319" y="447659"/>
                  </a:lnTo>
                  <a:lnTo>
                    <a:pt x="844337" y="447659"/>
                  </a:lnTo>
                  <a:lnTo>
                    <a:pt x="835354" y="447659"/>
                  </a:lnTo>
                  <a:lnTo>
                    <a:pt x="826372" y="447659"/>
                  </a:lnTo>
                  <a:lnTo>
                    <a:pt x="817390" y="447659"/>
                  </a:lnTo>
                  <a:lnTo>
                    <a:pt x="808407" y="447659"/>
                  </a:lnTo>
                  <a:lnTo>
                    <a:pt x="799425" y="447659"/>
                  </a:lnTo>
                  <a:lnTo>
                    <a:pt x="790443" y="447659"/>
                  </a:lnTo>
                  <a:lnTo>
                    <a:pt x="781460" y="447659"/>
                  </a:lnTo>
                  <a:lnTo>
                    <a:pt x="772478" y="447659"/>
                  </a:lnTo>
                  <a:lnTo>
                    <a:pt x="763496" y="447659"/>
                  </a:lnTo>
                  <a:lnTo>
                    <a:pt x="754513" y="447659"/>
                  </a:lnTo>
                  <a:lnTo>
                    <a:pt x="745531" y="447659"/>
                  </a:lnTo>
                  <a:lnTo>
                    <a:pt x="736549" y="447659"/>
                  </a:lnTo>
                  <a:lnTo>
                    <a:pt x="727567" y="447659"/>
                  </a:lnTo>
                  <a:lnTo>
                    <a:pt x="718584" y="447659"/>
                  </a:lnTo>
                  <a:lnTo>
                    <a:pt x="709602" y="447659"/>
                  </a:lnTo>
                  <a:lnTo>
                    <a:pt x="700620" y="447659"/>
                  </a:lnTo>
                  <a:lnTo>
                    <a:pt x="691637" y="447659"/>
                  </a:lnTo>
                  <a:lnTo>
                    <a:pt x="682655" y="447659"/>
                  </a:lnTo>
                  <a:lnTo>
                    <a:pt x="673673" y="447659"/>
                  </a:lnTo>
                  <a:lnTo>
                    <a:pt x="664690" y="447659"/>
                  </a:lnTo>
                  <a:lnTo>
                    <a:pt x="655708" y="447659"/>
                  </a:lnTo>
                  <a:lnTo>
                    <a:pt x="646726" y="447659"/>
                  </a:lnTo>
                  <a:lnTo>
                    <a:pt x="637743" y="447659"/>
                  </a:lnTo>
                  <a:lnTo>
                    <a:pt x="628761" y="447659"/>
                  </a:lnTo>
                  <a:lnTo>
                    <a:pt x="619779" y="447659"/>
                  </a:lnTo>
                  <a:lnTo>
                    <a:pt x="610797" y="447659"/>
                  </a:lnTo>
                  <a:lnTo>
                    <a:pt x="601814" y="447659"/>
                  </a:lnTo>
                  <a:lnTo>
                    <a:pt x="592832" y="447659"/>
                  </a:lnTo>
                  <a:lnTo>
                    <a:pt x="583850" y="447659"/>
                  </a:lnTo>
                  <a:lnTo>
                    <a:pt x="574867" y="447659"/>
                  </a:lnTo>
                  <a:lnTo>
                    <a:pt x="565885" y="447659"/>
                  </a:lnTo>
                  <a:lnTo>
                    <a:pt x="556903" y="447659"/>
                  </a:lnTo>
                  <a:lnTo>
                    <a:pt x="547920" y="447659"/>
                  </a:lnTo>
                  <a:lnTo>
                    <a:pt x="538938" y="447659"/>
                  </a:lnTo>
                  <a:lnTo>
                    <a:pt x="529956" y="447659"/>
                  </a:lnTo>
                  <a:lnTo>
                    <a:pt x="520973" y="447659"/>
                  </a:lnTo>
                  <a:lnTo>
                    <a:pt x="511991" y="447659"/>
                  </a:lnTo>
                  <a:lnTo>
                    <a:pt x="503009" y="447659"/>
                  </a:lnTo>
                  <a:lnTo>
                    <a:pt x="494027" y="447659"/>
                  </a:lnTo>
                  <a:lnTo>
                    <a:pt x="485044" y="447659"/>
                  </a:lnTo>
                  <a:lnTo>
                    <a:pt x="476062" y="447659"/>
                  </a:lnTo>
                  <a:lnTo>
                    <a:pt x="467080" y="447659"/>
                  </a:lnTo>
                  <a:lnTo>
                    <a:pt x="458097" y="447659"/>
                  </a:lnTo>
                  <a:lnTo>
                    <a:pt x="449115" y="447659"/>
                  </a:lnTo>
                  <a:lnTo>
                    <a:pt x="440133" y="447659"/>
                  </a:lnTo>
                  <a:lnTo>
                    <a:pt x="431150" y="447659"/>
                  </a:lnTo>
                  <a:lnTo>
                    <a:pt x="422168" y="447659"/>
                  </a:lnTo>
                  <a:lnTo>
                    <a:pt x="413186" y="447659"/>
                  </a:lnTo>
                  <a:lnTo>
                    <a:pt x="404203" y="447659"/>
                  </a:lnTo>
                  <a:lnTo>
                    <a:pt x="395221" y="447659"/>
                  </a:lnTo>
                  <a:lnTo>
                    <a:pt x="386239" y="447659"/>
                  </a:lnTo>
                  <a:lnTo>
                    <a:pt x="377256" y="447659"/>
                  </a:lnTo>
                  <a:lnTo>
                    <a:pt x="368274" y="447659"/>
                  </a:lnTo>
                  <a:lnTo>
                    <a:pt x="359292" y="447659"/>
                  </a:lnTo>
                  <a:lnTo>
                    <a:pt x="350310" y="447659"/>
                  </a:lnTo>
                  <a:lnTo>
                    <a:pt x="341327" y="447659"/>
                  </a:lnTo>
                  <a:lnTo>
                    <a:pt x="332345" y="447659"/>
                  </a:lnTo>
                  <a:lnTo>
                    <a:pt x="323363" y="447659"/>
                  </a:lnTo>
                  <a:lnTo>
                    <a:pt x="314380" y="447659"/>
                  </a:lnTo>
                  <a:lnTo>
                    <a:pt x="305398" y="447659"/>
                  </a:lnTo>
                  <a:lnTo>
                    <a:pt x="296416" y="447659"/>
                  </a:lnTo>
                  <a:lnTo>
                    <a:pt x="287433" y="447659"/>
                  </a:lnTo>
                  <a:lnTo>
                    <a:pt x="278451" y="447659"/>
                  </a:lnTo>
                  <a:lnTo>
                    <a:pt x="269469" y="447659"/>
                  </a:lnTo>
                  <a:lnTo>
                    <a:pt x="260486" y="447659"/>
                  </a:lnTo>
                  <a:lnTo>
                    <a:pt x="251504" y="447659"/>
                  </a:lnTo>
                  <a:lnTo>
                    <a:pt x="242522" y="447659"/>
                  </a:lnTo>
                  <a:lnTo>
                    <a:pt x="233540" y="447659"/>
                  </a:lnTo>
                  <a:lnTo>
                    <a:pt x="224557" y="447659"/>
                  </a:lnTo>
                  <a:lnTo>
                    <a:pt x="215575" y="447659"/>
                  </a:lnTo>
                  <a:lnTo>
                    <a:pt x="206593" y="447659"/>
                  </a:lnTo>
                  <a:lnTo>
                    <a:pt x="197610" y="447659"/>
                  </a:lnTo>
                  <a:lnTo>
                    <a:pt x="188628" y="447659"/>
                  </a:lnTo>
                  <a:lnTo>
                    <a:pt x="179646" y="447659"/>
                  </a:lnTo>
                  <a:lnTo>
                    <a:pt x="170663" y="447659"/>
                  </a:lnTo>
                  <a:lnTo>
                    <a:pt x="161681" y="447659"/>
                  </a:lnTo>
                  <a:lnTo>
                    <a:pt x="152699" y="447659"/>
                  </a:lnTo>
                  <a:lnTo>
                    <a:pt x="143716" y="447659"/>
                  </a:lnTo>
                  <a:lnTo>
                    <a:pt x="134734" y="447659"/>
                  </a:lnTo>
                  <a:lnTo>
                    <a:pt x="125752" y="447659"/>
                  </a:lnTo>
                  <a:lnTo>
                    <a:pt x="116770" y="447659"/>
                  </a:lnTo>
                  <a:lnTo>
                    <a:pt x="107787" y="447659"/>
                  </a:lnTo>
                  <a:lnTo>
                    <a:pt x="98805" y="447659"/>
                  </a:lnTo>
                  <a:lnTo>
                    <a:pt x="89823" y="447659"/>
                  </a:lnTo>
                  <a:lnTo>
                    <a:pt x="80840" y="447659"/>
                  </a:lnTo>
                  <a:lnTo>
                    <a:pt x="71858" y="447659"/>
                  </a:lnTo>
                  <a:lnTo>
                    <a:pt x="62876" y="447659"/>
                  </a:lnTo>
                  <a:lnTo>
                    <a:pt x="53893" y="447659"/>
                  </a:lnTo>
                  <a:lnTo>
                    <a:pt x="44911" y="447659"/>
                  </a:lnTo>
                  <a:lnTo>
                    <a:pt x="35929" y="447659"/>
                  </a:lnTo>
                  <a:lnTo>
                    <a:pt x="26946" y="447659"/>
                  </a:lnTo>
                  <a:lnTo>
                    <a:pt x="17964" y="447659"/>
                  </a:lnTo>
                  <a:lnTo>
                    <a:pt x="8982" y="447659"/>
                  </a:lnTo>
                  <a:lnTo>
                    <a:pt x="0" y="447659"/>
                  </a:lnTo>
                  <a:close/>
                </a:path>
              </a:pathLst>
            </a:custGeom>
            <a:solidFill>
              <a:srgbClr val="7FC7C0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35319" y="1092818"/>
              <a:ext cx="1428187" cy="444009"/>
            </a:xfrm>
            <a:custGeom>
              <a:avLst/>
              <a:pathLst>
                <a:path w="1428187" h="444009">
                  <a:moveTo>
                    <a:pt x="0" y="443975"/>
                  </a:moveTo>
                  <a:lnTo>
                    <a:pt x="8982" y="443398"/>
                  </a:lnTo>
                  <a:lnTo>
                    <a:pt x="17964" y="442811"/>
                  </a:lnTo>
                  <a:lnTo>
                    <a:pt x="26946" y="442224"/>
                  </a:lnTo>
                  <a:lnTo>
                    <a:pt x="35929" y="441642"/>
                  </a:lnTo>
                  <a:lnTo>
                    <a:pt x="44911" y="441064"/>
                  </a:lnTo>
                  <a:lnTo>
                    <a:pt x="53893" y="440480"/>
                  </a:lnTo>
                  <a:lnTo>
                    <a:pt x="62876" y="439878"/>
                  </a:lnTo>
                  <a:lnTo>
                    <a:pt x="71858" y="439241"/>
                  </a:lnTo>
                  <a:lnTo>
                    <a:pt x="80840" y="438551"/>
                  </a:lnTo>
                  <a:lnTo>
                    <a:pt x="89823" y="437794"/>
                  </a:lnTo>
                  <a:lnTo>
                    <a:pt x="98805" y="436954"/>
                  </a:lnTo>
                  <a:lnTo>
                    <a:pt x="107787" y="436018"/>
                  </a:lnTo>
                  <a:lnTo>
                    <a:pt x="116770" y="434981"/>
                  </a:lnTo>
                  <a:lnTo>
                    <a:pt x="125752" y="433827"/>
                  </a:lnTo>
                  <a:lnTo>
                    <a:pt x="134734" y="432532"/>
                  </a:lnTo>
                  <a:lnTo>
                    <a:pt x="143716" y="431062"/>
                  </a:lnTo>
                  <a:lnTo>
                    <a:pt x="152699" y="429378"/>
                  </a:lnTo>
                  <a:lnTo>
                    <a:pt x="161681" y="427435"/>
                  </a:lnTo>
                  <a:lnTo>
                    <a:pt x="170663" y="425193"/>
                  </a:lnTo>
                  <a:lnTo>
                    <a:pt x="179646" y="422622"/>
                  </a:lnTo>
                  <a:lnTo>
                    <a:pt x="188628" y="419709"/>
                  </a:lnTo>
                  <a:lnTo>
                    <a:pt x="197610" y="416464"/>
                  </a:lnTo>
                  <a:lnTo>
                    <a:pt x="206593" y="412917"/>
                  </a:lnTo>
                  <a:lnTo>
                    <a:pt x="215575" y="409119"/>
                  </a:lnTo>
                  <a:lnTo>
                    <a:pt x="224557" y="405131"/>
                  </a:lnTo>
                  <a:lnTo>
                    <a:pt x="233540" y="401026"/>
                  </a:lnTo>
                  <a:lnTo>
                    <a:pt x="242522" y="396883"/>
                  </a:lnTo>
                  <a:lnTo>
                    <a:pt x="251504" y="392754"/>
                  </a:lnTo>
                  <a:lnTo>
                    <a:pt x="260486" y="388673"/>
                  </a:lnTo>
                  <a:lnTo>
                    <a:pt x="269469" y="384648"/>
                  </a:lnTo>
                  <a:lnTo>
                    <a:pt x="278451" y="380662"/>
                  </a:lnTo>
                  <a:lnTo>
                    <a:pt x="287433" y="376667"/>
                  </a:lnTo>
                  <a:lnTo>
                    <a:pt x="296416" y="372590"/>
                  </a:lnTo>
                  <a:lnTo>
                    <a:pt x="305398" y="368341"/>
                  </a:lnTo>
                  <a:lnTo>
                    <a:pt x="314380" y="363816"/>
                  </a:lnTo>
                  <a:lnTo>
                    <a:pt x="323363" y="358909"/>
                  </a:lnTo>
                  <a:lnTo>
                    <a:pt x="332345" y="353518"/>
                  </a:lnTo>
                  <a:lnTo>
                    <a:pt x="341327" y="347554"/>
                  </a:lnTo>
                  <a:lnTo>
                    <a:pt x="350310" y="340935"/>
                  </a:lnTo>
                  <a:lnTo>
                    <a:pt x="359292" y="333557"/>
                  </a:lnTo>
                  <a:lnTo>
                    <a:pt x="368274" y="325443"/>
                  </a:lnTo>
                  <a:lnTo>
                    <a:pt x="377256" y="316599"/>
                  </a:lnTo>
                  <a:lnTo>
                    <a:pt x="386239" y="307067"/>
                  </a:lnTo>
                  <a:lnTo>
                    <a:pt x="395221" y="296933"/>
                  </a:lnTo>
                  <a:lnTo>
                    <a:pt x="404203" y="286326"/>
                  </a:lnTo>
                  <a:lnTo>
                    <a:pt x="413186" y="275415"/>
                  </a:lnTo>
                  <a:lnTo>
                    <a:pt x="422168" y="264397"/>
                  </a:lnTo>
                  <a:lnTo>
                    <a:pt x="431150" y="253479"/>
                  </a:lnTo>
                  <a:lnTo>
                    <a:pt x="440133" y="242851"/>
                  </a:lnTo>
                  <a:lnTo>
                    <a:pt x="449115" y="232663"/>
                  </a:lnTo>
                  <a:lnTo>
                    <a:pt x="458097" y="222999"/>
                  </a:lnTo>
                  <a:lnTo>
                    <a:pt x="467080" y="213860"/>
                  </a:lnTo>
                  <a:lnTo>
                    <a:pt x="476062" y="205156"/>
                  </a:lnTo>
                  <a:lnTo>
                    <a:pt x="485044" y="196720"/>
                  </a:lnTo>
                  <a:lnTo>
                    <a:pt x="494027" y="188285"/>
                  </a:lnTo>
                  <a:lnTo>
                    <a:pt x="503009" y="179619"/>
                  </a:lnTo>
                  <a:lnTo>
                    <a:pt x="511991" y="170531"/>
                  </a:lnTo>
                  <a:lnTo>
                    <a:pt x="520973" y="160904"/>
                  </a:lnTo>
                  <a:lnTo>
                    <a:pt x="529956" y="150718"/>
                  </a:lnTo>
                  <a:lnTo>
                    <a:pt x="538938" y="140048"/>
                  </a:lnTo>
                  <a:lnTo>
                    <a:pt x="547920" y="129049"/>
                  </a:lnTo>
                  <a:lnTo>
                    <a:pt x="556903" y="117933"/>
                  </a:lnTo>
                  <a:lnTo>
                    <a:pt x="565885" y="106930"/>
                  </a:lnTo>
                  <a:lnTo>
                    <a:pt x="574867" y="96262"/>
                  </a:lnTo>
                  <a:lnTo>
                    <a:pt x="583850" y="86116"/>
                  </a:lnTo>
                  <a:lnTo>
                    <a:pt x="592832" y="76633"/>
                  </a:lnTo>
                  <a:lnTo>
                    <a:pt x="601814" y="67901"/>
                  </a:lnTo>
                  <a:lnTo>
                    <a:pt x="610797" y="60005"/>
                  </a:lnTo>
                  <a:lnTo>
                    <a:pt x="619779" y="52913"/>
                  </a:lnTo>
                  <a:lnTo>
                    <a:pt x="628761" y="46559"/>
                  </a:lnTo>
                  <a:lnTo>
                    <a:pt x="637743" y="40869"/>
                  </a:lnTo>
                  <a:lnTo>
                    <a:pt x="646726" y="35745"/>
                  </a:lnTo>
                  <a:lnTo>
                    <a:pt x="655708" y="31070"/>
                  </a:lnTo>
                  <a:lnTo>
                    <a:pt x="664690" y="26720"/>
                  </a:lnTo>
                  <a:lnTo>
                    <a:pt x="673673" y="22583"/>
                  </a:lnTo>
                  <a:lnTo>
                    <a:pt x="682655" y="18573"/>
                  </a:lnTo>
                  <a:lnTo>
                    <a:pt x="691637" y="14656"/>
                  </a:lnTo>
                  <a:lnTo>
                    <a:pt x="700620" y="10863"/>
                  </a:lnTo>
                  <a:lnTo>
                    <a:pt x="709602" y="7302"/>
                  </a:lnTo>
                  <a:lnTo>
                    <a:pt x="718584" y="4156"/>
                  </a:lnTo>
                  <a:lnTo>
                    <a:pt x="727567" y="1672"/>
                  </a:lnTo>
                  <a:lnTo>
                    <a:pt x="736549" y="184"/>
                  </a:lnTo>
                  <a:lnTo>
                    <a:pt x="745531" y="0"/>
                  </a:lnTo>
                  <a:lnTo>
                    <a:pt x="745531" y="0"/>
                  </a:lnTo>
                  <a:lnTo>
                    <a:pt x="754513" y="1288"/>
                  </a:lnTo>
                  <a:lnTo>
                    <a:pt x="763496" y="4159"/>
                  </a:lnTo>
                  <a:lnTo>
                    <a:pt x="772478" y="8603"/>
                  </a:lnTo>
                  <a:lnTo>
                    <a:pt x="781460" y="14484"/>
                  </a:lnTo>
                  <a:lnTo>
                    <a:pt x="790443" y="21563"/>
                  </a:lnTo>
                  <a:lnTo>
                    <a:pt x="799425" y="29529"/>
                  </a:lnTo>
                  <a:lnTo>
                    <a:pt x="808407" y="38049"/>
                  </a:lnTo>
                  <a:lnTo>
                    <a:pt x="817390" y="46815"/>
                  </a:lnTo>
                  <a:lnTo>
                    <a:pt x="826372" y="55590"/>
                  </a:lnTo>
                  <a:lnTo>
                    <a:pt x="835354" y="64228"/>
                  </a:lnTo>
                  <a:lnTo>
                    <a:pt x="844337" y="72683"/>
                  </a:lnTo>
                  <a:lnTo>
                    <a:pt x="853319" y="80991"/>
                  </a:lnTo>
                  <a:lnTo>
                    <a:pt x="862301" y="89235"/>
                  </a:lnTo>
                  <a:lnTo>
                    <a:pt x="871283" y="97515"/>
                  </a:lnTo>
                  <a:lnTo>
                    <a:pt x="880266" y="105887"/>
                  </a:lnTo>
                  <a:lnTo>
                    <a:pt x="889248" y="114357"/>
                  </a:lnTo>
                  <a:lnTo>
                    <a:pt x="898230" y="122891"/>
                  </a:lnTo>
                  <a:lnTo>
                    <a:pt x="907213" y="131433"/>
                  </a:lnTo>
                  <a:lnTo>
                    <a:pt x="916195" y="139924"/>
                  </a:lnTo>
                  <a:lnTo>
                    <a:pt x="925177" y="148324"/>
                  </a:lnTo>
                  <a:lnTo>
                    <a:pt x="934160" y="156625"/>
                  </a:lnTo>
                  <a:lnTo>
                    <a:pt x="943142" y="164847"/>
                  </a:lnTo>
                  <a:lnTo>
                    <a:pt x="952124" y="173041"/>
                  </a:lnTo>
                  <a:lnTo>
                    <a:pt x="961107" y="181274"/>
                  </a:lnTo>
                  <a:lnTo>
                    <a:pt x="970089" y="189624"/>
                  </a:lnTo>
                  <a:lnTo>
                    <a:pt x="979071" y="198170"/>
                  </a:lnTo>
                  <a:lnTo>
                    <a:pt x="988054" y="206989"/>
                  </a:lnTo>
                  <a:lnTo>
                    <a:pt x="997036" y="216176"/>
                  </a:lnTo>
                  <a:lnTo>
                    <a:pt x="1006018" y="225754"/>
                  </a:lnTo>
                  <a:lnTo>
                    <a:pt x="1015000" y="235741"/>
                  </a:lnTo>
                  <a:lnTo>
                    <a:pt x="1023983" y="246121"/>
                  </a:lnTo>
                  <a:lnTo>
                    <a:pt x="1032965" y="256845"/>
                  </a:lnTo>
                  <a:lnTo>
                    <a:pt x="1041947" y="267833"/>
                  </a:lnTo>
                  <a:lnTo>
                    <a:pt x="1050930" y="278987"/>
                  </a:lnTo>
                  <a:lnTo>
                    <a:pt x="1059912" y="290197"/>
                  </a:lnTo>
                  <a:lnTo>
                    <a:pt x="1068894" y="301359"/>
                  </a:lnTo>
                  <a:lnTo>
                    <a:pt x="1077877" y="312372"/>
                  </a:lnTo>
                  <a:lnTo>
                    <a:pt x="1086859" y="323147"/>
                  </a:lnTo>
                  <a:lnTo>
                    <a:pt x="1095841" y="333596"/>
                  </a:lnTo>
                  <a:lnTo>
                    <a:pt x="1104824" y="343631"/>
                  </a:lnTo>
                  <a:lnTo>
                    <a:pt x="1113806" y="353161"/>
                  </a:lnTo>
                  <a:lnTo>
                    <a:pt x="1122788" y="362039"/>
                  </a:lnTo>
                  <a:lnTo>
                    <a:pt x="1131770" y="370215"/>
                  </a:lnTo>
                  <a:lnTo>
                    <a:pt x="1140753" y="377632"/>
                  </a:lnTo>
                  <a:lnTo>
                    <a:pt x="1149735" y="384260"/>
                  </a:lnTo>
                  <a:lnTo>
                    <a:pt x="1158717" y="390104"/>
                  </a:lnTo>
                  <a:lnTo>
                    <a:pt x="1167700" y="395203"/>
                  </a:lnTo>
                  <a:lnTo>
                    <a:pt x="1176682" y="399620"/>
                  </a:lnTo>
                  <a:lnTo>
                    <a:pt x="1185664" y="403436"/>
                  </a:lnTo>
                  <a:lnTo>
                    <a:pt x="1194647" y="406741"/>
                  </a:lnTo>
                  <a:lnTo>
                    <a:pt x="1203629" y="409620"/>
                  </a:lnTo>
                  <a:lnTo>
                    <a:pt x="1212611" y="412155"/>
                  </a:lnTo>
                  <a:lnTo>
                    <a:pt x="1221594" y="414418"/>
                  </a:lnTo>
                  <a:lnTo>
                    <a:pt x="1230576" y="416468"/>
                  </a:lnTo>
                  <a:lnTo>
                    <a:pt x="1239558" y="418356"/>
                  </a:lnTo>
                  <a:lnTo>
                    <a:pt x="1248540" y="420114"/>
                  </a:lnTo>
                  <a:lnTo>
                    <a:pt x="1257523" y="421776"/>
                  </a:lnTo>
                  <a:lnTo>
                    <a:pt x="1266505" y="423362"/>
                  </a:lnTo>
                  <a:lnTo>
                    <a:pt x="1275487" y="424881"/>
                  </a:lnTo>
                  <a:lnTo>
                    <a:pt x="1284470" y="426338"/>
                  </a:lnTo>
                  <a:lnTo>
                    <a:pt x="1293452" y="427736"/>
                  </a:lnTo>
                  <a:lnTo>
                    <a:pt x="1302434" y="429078"/>
                  </a:lnTo>
                  <a:lnTo>
                    <a:pt x="1311417" y="430370"/>
                  </a:lnTo>
                  <a:lnTo>
                    <a:pt x="1320399" y="431620"/>
                  </a:lnTo>
                  <a:lnTo>
                    <a:pt x="1329381" y="432840"/>
                  </a:lnTo>
                  <a:lnTo>
                    <a:pt x="1338364" y="434041"/>
                  </a:lnTo>
                  <a:lnTo>
                    <a:pt x="1347346" y="435230"/>
                  </a:lnTo>
                  <a:lnTo>
                    <a:pt x="1356328" y="436414"/>
                  </a:lnTo>
                  <a:lnTo>
                    <a:pt x="1365310" y="437589"/>
                  </a:lnTo>
                  <a:lnTo>
                    <a:pt x="1374293" y="438744"/>
                  </a:lnTo>
                  <a:lnTo>
                    <a:pt x="1383275" y="439856"/>
                  </a:lnTo>
                  <a:lnTo>
                    <a:pt x="1392257" y="440902"/>
                  </a:lnTo>
                  <a:lnTo>
                    <a:pt x="1401240" y="441858"/>
                  </a:lnTo>
                  <a:lnTo>
                    <a:pt x="1410222" y="442703"/>
                  </a:lnTo>
                  <a:lnTo>
                    <a:pt x="1419204" y="443421"/>
                  </a:lnTo>
                  <a:lnTo>
                    <a:pt x="1428187" y="444009"/>
                  </a:lnTo>
                </a:path>
              </a:pathLst>
            </a:custGeom>
            <a:ln w="8130" cap="rnd">
              <a:solidFill>
                <a:srgbClr val="7FC7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3672443" y="1230959"/>
              <a:ext cx="1886284" cy="309518"/>
            </a:xfrm>
            <a:custGeom>
              <a:avLst/>
              <a:pathLst>
                <a:path w="1886284" h="309518">
                  <a:moveTo>
                    <a:pt x="0" y="305547"/>
                  </a:moveTo>
                  <a:lnTo>
                    <a:pt x="8982" y="304939"/>
                  </a:lnTo>
                  <a:lnTo>
                    <a:pt x="17964" y="304219"/>
                  </a:lnTo>
                  <a:lnTo>
                    <a:pt x="26946" y="303396"/>
                  </a:lnTo>
                  <a:lnTo>
                    <a:pt x="35929" y="302488"/>
                  </a:lnTo>
                  <a:lnTo>
                    <a:pt x="44911" y="301531"/>
                  </a:lnTo>
                  <a:lnTo>
                    <a:pt x="53893" y="300559"/>
                  </a:lnTo>
                  <a:lnTo>
                    <a:pt x="62876" y="299606"/>
                  </a:lnTo>
                  <a:lnTo>
                    <a:pt x="71858" y="298698"/>
                  </a:lnTo>
                  <a:lnTo>
                    <a:pt x="80840" y="297852"/>
                  </a:lnTo>
                  <a:lnTo>
                    <a:pt x="89823" y="297071"/>
                  </a:lnTo>
                  <a:lnTo>
                    <a:pt x="98805" y="296343"/>
                  </a:lnTo>
                  <a:lnTo>
                    <a:pt x="107787" y="295645"/>
                  </a:lnTo>
                  <a:lnTo>
                    <a:pt x="116770" y="294946"/>
                  </a:lnTo>
                  <a:lnTo>
                    <a:pt x="125752" y="294211"/>
                  </a:lnTo>
                  <a:lnTo>
                    <a:pt x="134734" y="293404"/>
                  </a:lnTo>
                  <a:lnTo>
                    <a:pt x="143716" y="292497"/>
                  </a:lnTo>
                  <a:lnTo>
                    <a:pt x="152699" y="291469"/>
                  </a:lnTo>
                  <a:lnTo>
                    <a:pt x="161681" y="290304"/>
                  </a:lnTo>
                  <a:lnTo>
                    <a:pt x="170663" y="288998"/>
                  </a:lnTo>
                  <a:lnTo>
                    <a:pt x="179646" y="287565"/>
                  </a:lnTo>
                  <a:lnTo>
                    <a:pt x="188628" y="286017"/>
                  </a:lnTo>
                  <a:lnTo>
                    <a:pt x="197610" y="284368"/>
                  </a:lnTo>
                  <a:lnTo>
                    <a:pt x="206593" y="282634"/>
                  </a:lnTo>
                  <a:lnTo>
                    <a:pt x="215575" y="280829"/>
                  </a:lnTo>
                  <a:lnTo>
                    <a:pt x="224557" y="278963"/>
                  </a:lnTo>
                  <a:lnTo>
                    <a:pt x="233540" y="277039"/>
                  </a:lnTo>
                  <a:lnTo>
                    <a:pt x="242522" y="275051"/>
                  </a:lnTo>
                  <a:lnTo>
                    <a:pt x="251504" y="272987"/>
                  </a:lnTo>
                  <a:lnTo>
                    <a:pt x="260486" y="270821"/>
                  </a:lnTo>
                  <a:lnTo>
                    <a:pt x="269469" y="268524"/>
                  </a:lnTo>
                  <a:lnTo>
                    <a:pt x="278451" y="266059"/>
                  </a:lnTo>
                  <a:lnTo>
                    <a:pt x="287433" y="263381"/>
                  </a:lnTo>
                  <a:lnTo>
                    <a:pt x="296416" y="260442"/>
                  </a:lnTo>
                  <a:lnTo>
                    <a:pt x="305398" y="257221"/>
                  </a:lnTo>
                  <a:lnTo>
                    <a:pt x="314380" y="253690"/>
                  </a:lnTo>
                  <a:lnTo>
                    <a:pt x="323363" y="249834"/>
                  </a:lnTo>
                  <a:lnTo>
                    <a:pt x="332345" y="245651"/>
                  </a:lnTo>
                  <a:lnTo>
                    <a:pt x="341327" y="241154"/>
                  </a:lnTo>
                  <a:lnTo>
                    <a:pt x="350310" y="236380"/>
                  </a:lnTo>
                  <a:lnTo>
                    <a:pt x="359292" y="231390"/>
                  </a:lnTo>
                  <a:lnTo>
                    <a:pt x="368274" y="226270"/>
                  </a:lnTo>
                  <a:lnTo>
                    <a:pt x="377256" y="221122"/>
                  </a:lnTo>
                  <a:lnTo>
                    <a:pt x="386239" y="216063"/>
                  </a:lnTo>
                  <a:lnTo>
                    <a:pt x="395221" y="211208"/>
                  </a:lnTo>
                  <a:lnTo>
                    <a:pt x="404203" y="206658"/>
                  </a:lnTo>
                  <a:lnTo>
                    <a:pt x="413186" y="202497"/>
                  </a:lnTo>
                  <a:lnTo>
                    <a:pt x="422168" y="198802"/>
                  </a:lnTo>
                  <a:lnTo>
                    <a:pt x="431150" y="195550"/>
                  </a:lnTo>
                  <a:lnTo>
                    <a:pt x="440133" y="192720"/>
                  </a:lnTo>
                  <a:lnTo>
                    <a:pt x="449115" y="190267"/>
                  </a:lnTo>
                  <a:lnTo>
                    <a:pt x="458097" y="188130"/>
                  </a:lnTo>
                  <a:lnTo>
                    <a:pt x="467080" y="186237"/>
                  </a:lnTo>
                  <a:lnTo>
                    <a:pt x="476062" y="184510"/>
                  </a:lnTo>
                  <a:lnTo>
                    <a:pt x="485044" y="182865"/>
                  </a:lnTo>
                  <a:lnTo>
                    <a:pt x="494027" y="181220"/>
                  </a:lnTo>
                  <a:lnTo>
                    <a:pt x="503009" y="179491"/>
                  </a:lnTo>
                  <a:lnTo>
                    <a:pt x="511991" y="177599"/>
                  </a:lnTo>
                  <a:lnTo>
                    <a:pt x="520973" y="175465"/>
                  </a:lnTo>
                  <a:lnTo>
                    <a:pt x="529956" y="173016"/>
                  </a:lnTo>
                  <a:lnTo>
                    <a:pt x="538938" y="170186"/>
                  </a:lnTo>
                  <a:lnTo>
                    <a:pt x="547920" y="166874"/>
                  </a:lnTo>
                  <a:lnTo>
                    <a:pt x="556903" y="163058"/>
                  </a:lnTo>
                  <a:lnTo>
                    <a:pt x="565885" y="158704"/>
                  </a:lnTo>
                  <a:lnTo>
                    <a:pt x="574867" y="153794"/>
                  </a:lnTo>
                  <a:lnTo>
                    <a:pt x="583850" y="148327"/>
                  </a:lnTo>
                  <a:lnTo>
                    <a:pt x="592832" y="142325"/>
                  </a:lnTo>
                  <a:lnTo>
                    <a:pt x="601814" y="135839"/>
                  </a:lnTo>
                  <a:lnTo>
                    <a:pt x="610797" y="128948"/>
                  </a:lnTo>
                  <a:lnTo>
                    <a:pt x="619779" y="121763"/>
                  </a:lnTo>
                  <a:lnTo>
                    <a:pt x="628761" y="114427"/>
                  </a:lnTo>
                  <a:lnTo>
                    <a:pt x="637743" y="107110"/>
                  </a:lnTo>
                  <a:lnTo>
                    <a:pt x="646726" y="99997"/>
                  </a:lnTo>
                  <a:lnTo>
                    <a:pt x="655708" y="93268"/>
                  </a:lnTo>
                  <a:lnTo>
                    <a:pt x="664690" y="87074"/>
                  </a:lnTo>
                  <a:lnTo>
                    <a:pt x="673673" y="81546"/>
                  </a:lnTo>
                  <a:lnTo>
                    <a:pt x="682655" y="76660"/>
                  </a:lnTo>
                  <a:lnTo>
                    <a:pt x="691637" y="72300"/>
                  </a:lnTo>
                  <a:lnTo>
                    <a:pt x="700620" y="68288"/>
                  </a:lnTo>
                  <a:lnTo>
                    <a:pt x="709602" y="64401"/>
                  </a:lnTo>
                  <a:lnTo>
                    <a:pt x="718584" y="60416"/>
                  </a:lnTo>
                  <a:lnTo>
                    <a:pt x="727567" y="56144"/>
                  </a:lnTo>
                  <a:lnTo>
                    <a:pt x="736549" y="51468"/>
                  </a:lnTo>
                  <a:lnTo>
                    <a:pt x="745531" y="46353"/>
                  </a:lnTo>
                  <a:lnTo>
                    <a:pt x="754513" y="40853"/>
                  </a:lnTo>
                  <a:lnTo>
                    <a:pt x="763496" y="35086"/>
                  </a:lnTo>
                  <a:lnTo>
                    <a:pt x="772478" y="29217"/>
                  </a:lnTo>
                  <a:lnTo>
                    <a:pt x="781460" y="23432"/>
                  </a:lnTo>
                  <a:lnTo>
                    <a:pt x="790443" y="17921"/>
                  </a:lnTo>
                  <a:lnTo>
                    <a:pt x="799425" y="12896"/>
                  </a:lnTo>
                  <a:lnTo>
                    <a:pt x="808407" y="8545"/>
                  </a:lnTo>
                  <a:lnTo>
                    <a:pt x="817390" y="4995"/>
                  </a:lnTo>
                  <a:lnTo>
                    <a:pt x="826372" y="2360"/>
                  </a:lnTo>
                  <a:lnTo>
                    <a:pt x="835354" y="697"/>
                  </a:lnTo>
                  <a:lnTo>
                    <a:pt x="844337" y="0"/>
                  </a:lnTo>
                  <a:lnTo>
                    <a:pt x="853319" y="177"/>
                  </a:lnTo>
                  <a:lnTo>
                    <a:pt x="862301" y="1061"/>
                  </a:lnTo>
                  <a:lnTo>
                    <a:pt x="871283" y="2421"/>
                  </a:lnTo>
                  <a:lnTo>
                    <a:pt x="880266" y="3993"/>
                  </a:lnTo>
                  <a:lnTo>
                    <a:pt x="889248" y="5517"/>
                  </a:lnTo>
                  <a:lnTo>
                    <a:pt x="898230" y="6772"/>
                  </a:lnTo>
                  <a:lnTo>
                    <a:pt x="907213" y="7615"/>
                  </a:lnTo>
                  <a:lnTo>
                    <a:pt x="916195" y="7986"/>
                  </a:lnTo>
                  <a:lnTo>
                    <a:pt x="925177" y="7911"/>
                  </a:lnTo>
                  <a:lnTo>
                    <a:pt x="934160" y="7505"/>
                  </a:lnTo>
                  <a:lnTo>
                    <a:pt x="943142" y="6956"/>
                  </a:lnTo>
                  <a:lnTo>
                    <a:pt x="952124" y="6438"/>
                  </a:lnTo>
                  <a:lnTo>
                    <a:pt x="961107" y="6117"/>
                  </a:lnTo>
                  <a:lnTo>
                    <a:pt x="970089" y="6141"/>
                  </a:lnTo>
                  <a:lnTo>
                    <a:pt x="979071" y="6635"/>
                  </a:lnTo>
                  <a:lnTo>
                    <a:pt x="988054" y="7697"/>
                  </a:lnTo>
                  <a:lnTo>
                    <a:pt x="997036" y="9396"/>
                  </a:lnTo>
                  <a:lnTo>
                    <a:pt x="1006018" y="11773"/>
                  </a:lnTo>
                  <a:lnTo>
                    <a:pt x="1015000" y="14827"/>
                  </a:lnTo>
                  <a:lnTo>
                    <a:pt x="1023983" y="18511"/>
                  </a:lnTo>
                  <a:lnTo>
                    <a:pt x="1032965" y="22729"/>
                  </a:lnTo>
                  <a:lnTo>
                    <a:pt x="1041947" y="27334"/>
                  </a:lnTo>
                  <a:lnTo>
                    <a:pt x="1050930" y="32144"/>
                  </a:lnTo>
                  <a:lnTo>
                    <a:pt x="1059912" y="36946"/>
                  </a:lnTo>
                  <a:lnTo>
                    <a:pt x="1068894" y="41549"/>
                  </a:lnTo>
                  <a:lnTo>
                    <a:pt x="1077877" y="45830"/>
                  </a:lnTo>
                  <a:lnTo>
                    <a:pt x="1086859" y="49729"/>
                  </a:lnTo>
                  <a:lnTo>
                    <a:pt x="1095841" y="53254"/>
                  </a:lnTo>
                  <a:lnTo>
                    <a:pt x="1104824" y="56474"/>
                  </a:lnTo>
                  <a:lnTo>
                    <a:pt x="1113806" y="59496"/>
                  </a:lnTo>
                  <a:lnTo>
                    <a:pt x="1122788" y="62441"/>
                  </a:lnTo>
                  <a:lnTo>
                    <a:pt x="1131770" y="65418"/>
                  </a:lnTo>
                  <a:lnTo>
                    <a:pt x="1140753" y="68508"/>
                  </a:lnTo>
                  <a:lnTo>
                    <a:pt x="1149735" y="71748"/>
                  </a:lnTo>
                  <a:lnTo>
                    <a:pt x="1158717" y="75140"/>
                  </a:lnTo>
                  <a:lnTo>
                    <a:pt x="1167700" y="78660"/>
                  </a:lnTo>
                  <a:lnTo>
                    <a:pt x="1176682" y="82275"/>
                  </a:lnTo>
                  <a:lnTo>
                    <a:pt x="1185664" y="85977"/>
                  </a:lnTo>
                  <a:lnTo>
                    <a:pt x="1194647" y="89782"/>
                  </a:lnTo>
                  <a:lnTo>
                    <a:pt x="1203629" y="93746"/>
                  </a:lnTo>
                  <a:lnTo>
                    <a:pt x="1212611" y="97953"/>
                  </a:lnTo>
                  <a:lnTo>
                    <a:pt x="1221594" y="102489"/>
                  </a:lnTo>
                  <a:lnTo>
                    <a:pt x="1230576" y="107425"/>
                  </a:lnTo>
                  <a:lnTo>
                    <a:pt x="1239558" y="112797"/>
                  </a:lnTo>
                  <a:lnTo>
                    <a:pt x="1248540" y="118594"/>
                  </a:lnTo>
                  <a:lnTo>
                    <a:pt x="1257523" y="124753"/>
                  </a:lnTo>
                  <a:lnTo>
                    <a:pt x="1266505" y="131171"/>
                  </a:lnTo>
                  <a:lnTo>
                    <a:pt x="1275487" y="137722"/>
                  </a:lnTo>
                  <a:lnTo>
                    <a:pt x="1284470" y="144279"/>
                  </a:lnTo>
                  <a:lnTo>
                    <a:pt x="1293452" y="150732"/>
                  </a:lnTo>
                  <a:lnTo>
                    <a:pt x="1302434" y="157011"/>
                  </a:lnTo>
                  <a:lnTo>
                    <a:pt x="1311417" y="163071"/>
                  </a:lnTo>
                  <a:lnTo>
                    <a:pt x="1320399" y="168926"/>
                  </a:lnTo>
                  <a:lnTo>
                    <a:pt x="1329381" y="174598"/>
                  </a:lnTo>
                  <a:lnTo>
                    <a:pt x="1338364" y="180100"/>
                  </a:lnTo>
                  <a:lnTo>
                    <a:pt x="1347346" y="185420"/>
                  </a:lnTo>
                  <a:lnTo>
                    <a:pt x="1356328" y="190524"/>
                  </a:lnTo>
                  <a:lnTo>
                    <a:pt x="1365310" y="195355"/>
                  </a:lnTo>
                  <a:lnTo>
                    <a:pt x="1374293" y="199854"/>
                  </a:lnTo>
                  <a:lnTo>
                    <a:pt x="1383275" y="203968"/>
                  </a:lnTo>
                  <a:lnTo>
                    <a:pt x="1392257" y="207671"/>
                  </a:lnTo>
                  <a:lnTo>
                    <a:pt x="1401240" y="210967"/>
                  </a:lnTo>
                  <a:lnTo>
                    <a:pt x="1410222" y="213898"/>
                  </a:lnTo>
                  <a:lnTo>
                    <a:pt x="1419204" y="216528"/>
                  </a:lnTo>
                  <a:lnTo>
                    <a:pt x="1428187" y="218939"/>
                  </a:lnTo>
                  <a:lnTo>
                    <a:pt x="1437169" y="221206"/>
                  </a:lnTo>
                  <a:lnTo>
                    <a:pt x="1446151" y="223399"/>
                  </a:lnTo>
                  <a:lnTo>
                    <a:pt x="1455134" y="225563"/>
                  </a:lnTo>
                  <a:lnTo>
                    <a:pt x="1464116" y="227721"/>
                  </a:lnTo>
                  <a:lnTo>
                    <a:pt x="1473098" y="229886"/>
                  </a:lnTo>
                  <a:lnTo>
                    <a:pt x="1482081" y="232072"/>
                  </a:lnTo>
                  <a:lnTo>
                    <a:pt x="1491063" y="234304"/>
                  </a:lnTo>
                  <a:lnTo>
                    <a:pt x="1500045" y="236616"/>
                  </a:lnTo>
                  <a:lnTo>
                    <a:pt x="1509027" y="239056"/>
                  </a:lnTo>
                  <a:lnTo>
                    <a:pt x="1518010" y="241676"/>
                  </a:lnTo>
                  <a:lnTo>
                    <a:pt x="1526992" y="244524"/>
                  </a:lnTo>
                  <a:lnTo>
                    <a:pt x="1535974" y="247637"/>
                  </a:lnTo>
                  <a:lnTo>
                    <a:pt x="1544957" y="251022"/>
                  </a:lnTo>
                  <a:lnTo>
                    <a:pt x="1553939" y="254656"/>
                  </a:lnTo>
                  <a:lnTo>
                    <a:pt x="1562921" y="258481"/>
                  </a:lnTo>
                  <a:lnTo>
                    <a:pt x="1571904" y="262394"/>
                  </a:lnTo>
                  <a:lnTo>
                    <a:pt x="1580886" y="266262"/>
                  </a:lnTo>
                  <a:lnTo>
                    <a:pt x="1589868" y="269966"/>
                  </a:lnTo>
                  <a:lnTo>
                    <a:pt x="1598851" y="273395"/>
                  </a:lnTo>
                  <a:lnTo>
                    <a:pt x="1607833" y="276468"/>
                  </a:lnTo>
                  <a:lnTo>
                    <a:pt x="1616815" y="279137"/>
                  </a:lnTo>
                  <a:lnTo>
                    <a:pt x="1625797" y="281390"/>
                  </a:lnTo>
                  <a:lnTo>
                    <a:pt x="1634780" y="283251"/>
                  </a:lnTo>
                  <a:lnTo>
                    <a:pt x="1643762" y="284767"/>
                  </a:lnTo>
                  <a:lnTo>
                    <a:pt x="1652744" y="286003"/>
                  </a:lnTo>
                  <a:lnTo>
                    <a:pt x="1661727" y="287027"/>
                  </a:lnTo>
                  <a:lnTo>
                    <a:pt x="1670709" y="287911"/>
                  </a:lnTo>
                  <a:lnTo>
                    <a:pt x="1679691" y="288716"/>
                  </a:lnTo>
                  <a:lnTo>
                    <a:pt x="1688674" y="289495"/>
                  </a:lnTo>
                  <a:lnTo>
                    <a:pt x="1697656" y="290292"/>
                  </a:lnTo>
                  <a:lnTo>
                    <a:pt x="1706638" y="291137"/>
                  </a:lnTo>
                  <a:lnTo>
                    <a:pt x="1715621" y="292044"/>
                  </a:lnTo>
                  <a:lnTo>
                    <a:pt x="1724603" y="293016"/>
                  </a:lnTo>
                  <a:lnTo>
                    <a:pt x="1733585" y="294046"/>
                  </a:lnTo>
                  <a:lnTo>
                    <a:pt x="1742567" y="295117"/>
                  </a:lnTo>
                  <a:lnTo>
                    <a:pt x="1751550" y="296202"/>
                  </a:lnTo>
                  <a:lnTo>
                    <a:pt x="1760532" y="297274"/>
                  </a:lnTo>
                  <a:lnTo>
                    <a:pt x="1769514" y="298301"/>
                  </a:lnTo>
                  <a:lnTo>
                    <a:pt x="1778497" y="299258"/>
                  </a:lnTo>
                  <a:lnTo>
                    <a:pt x="1787479" y="300125"/>
                  </a:lnTo>
                  <a:lnTo>
                    <a:pt x="1796461" y="300894"/>
                  </a:lnTo>
                  <a:lnTo>
                    <a:pt x="1805444" y="301567"/>
                  </a:lnTo>
                  <a:lnTo>
                    <a:pt x="1814426" y="302156"/>
                  </a:lnTo>
                  <a:lnTo>
                    <a:pt x="1823408" y="302675"/>
                  </a:lnTo>
                  <a:lnTo>
                    <a:pt x="1832391" y="303152"/>
                  </a:lnTo>
                  <a:lnTo>
                    <a:pt x="1841373" y="303605"/>
                  </a:lnTo>
                  <a:lnTo>
                    <a:pt x="1850355" y="304047"/>
                  </a:lnTo>
                  <a:lnTo>
                    <a:pt x="1859337" y="304489"/>
                  </a:lnTo>
                  <a:lnTo>
                    <a:pt x="1868320" y="304931"/>
                  </a:lnTo>
                  <a:lnTo>
                    <a:pt x="1877302" y="305373"/>
                  </a:lnTo>
                  <a:lnTo>
                    <a:pt x="1886284" y="305809"/>
                  </a:lnTo>
                  <a:lnTo>
                    <a:pt x="1886284" y="309518"/>
                  </a:lnTo>
                  <a:lnTo>
                    <a:pt x="1877302" y="309518"/>
                  </a:lnTo>
                  <a:lnTo>
                    <a:pt x="1868320" y="309518"/>
                  </a:lnTo>
                  <a:lnTo>
                    <a:pt x="1859337" y="309518"/>
                  </a:lnTo>
                  <a:lnTo>
                    <a:pt x="1850355" y="309518"/>
                  </a:lnTo>
                  <a:lnTo>
                    <a:pt x="1841373" y="309518"/>
                  </a:lnTo>
                  <a:lnTo>
                    <a:pt x="1832391" y="309518"/>
                  </a:lnTo>
                  <a:lnTo>
                    <a:pt x="1823408" y="309518"/>
                  </a:lnTo>
                  <a:lnTo>
                    <a:pt x="1814426" y="309518"/>
                  </a:lnTo>
                  <a:lnTo>
                    <a:pt x="1805444" y="309518"/>
                  </a:lnTo>
                  <a:lnTo>
                    <a:pt x="1796461" y="309518"/>
                  </a:lnTo>
                  <a:lnTo>
                    <a:pt x="1787479" y="309518"/>
                  </a:lnTo>
                  <a:lnTo>
                    <a:pt x="1778497" y="309518"/>
                  </a:lnTo>
                  <a:lnTo>
                    <a:pt x="1769514" y="309518"/>
                  </a:lnTo>
                  <a:lnTo>
                    <a:pt x="1760532" y="309518"/>
                  </a:lnTo>
                  <a:lnTo>
                    <a:pt x="1751550" y="309518"/>
                  </a:lnTo>
                  <a:lnTo>
                    <a:pt x="1742567" y="309518"/>
                  </a:lnTo>
                  <a:lnTo>
                    <a:pt x="1733585" y="309518"/>
                  </a:lnTo>
                  <a:lnTo>
                    <a:pt x="1724603" y="309518"/>
                  </a:lnTo>
                  <a:lnTo>
                    <a:pt x="1715621" y="309518"/>
                  </a:lnTo>
                  <a:lnTo>
                    <a:pt x="1706638" y="309518"/>
                  </a:lnTo>
                  <a:lnTo>
                    <a:pt x="1697656" y="309518"/>
                  </a:lnTo>
                  <a:lnTo>
                    <a:pt x="1688674" y="309518"/>
                  </a:lnTo>
                  <a:lnTo>
                    <a:pt x="1679691" y="309518"/>
                  </a:lnTo>
                  <a:lnTo>
                    <a:pt x="1670709" y="309518"/>
                  </a:lnTo>
                  <a:lnTo>
                    <a:pt x="1661727" y="309518"/>
                  </a:lnTo>
                  <a:lnTo>
                    <a:pt x="1652744" y="309518"/>
                  </a:lnTo>
                  <a:lnTo>
                    <a:pt x="1643762" y="309518"/>
                  </a:lnTo>
                  <a:lnTo>
                    <a:pt x="1634780" y="309518"/>
                  </a:lnTo>
                  <a:lnTo>
                    <a:pt x="1625797" y="309518"/>
                  </a:lnTo>
                  <a:lnTo>
                    <a:pt x="1616815" y="309518"/>
                  </a:lnTo>
                  <a:lnTo>
                    <a:pt x="1607833" y="309518"/>
                  </a:lnTo>
                  <a:lnTo>
                    <a:pt x="1598851" y="309518"/>
                  </a:lnTo>
                  <a:lnTo>
                    <a:pt x="1589868" y="309518"/>
                  </a:lnTo>
                  <a:lnTo>
                    <a:pt x="1580886" y="309518"/>
                  </a:lnTo>
                  <a:lnTo>
                    <a:pt x="1571904" y="309518"/>
                  </a:lnTo>
                  <a:lnTo>
                    <a:pt x="1562921" y="309518"/>
                  </a:lnTo>
                  <a:lnTo>
                    <a:pt x="1553939" y="309518"/>
                  </a:lnTo>
                  <a:lnTo>
                    <a:pt x="1544957" y="309518"/>
                  </a:lnTo>
                  <a:lnTo>
                    <a:pt x="1535974" y="309518"/>
                  </a:lnTo>
                  <a:lnTo>
                    <a:pt x="1526992" y="309518"/>
                  </a:lnTo>
                  <a:lnTo>
                    <a:pt x="1518010" y="309518"/>
                  </a:lnTo>
                  <a:lnTo>
                    <a:pt x="1509027" y="309518"/>
                  </a:lnTo>
                  <a:lnTo>
                    <a:pt x="1500045" y="309518"/>
                  </a:lnTo>
                  <a:lnTo>
                    <a:pt x="1491063" y="309518"/>
                  </a:lnTo>
                  <a:lnTo>
                    <a:pt x="1482081" y="309518"/>
                  </a:lnTo>
                  <a:lnTo>
                    <a:pt x="1473098" y="309518"/>
                  </a:lnTo>
                  <a:lnTo>
                    <a:pt x="1464116" y="309518"/>
                  </a:lnTo>
                  <a:lnTo>
                    <a:pt x="1455134" y="309518"/>
                  </a:lnTo>
                  <a:lnTo>
                    <a:pt x="1446151" y="309518"/>
                  </a:lnTo>
                  <a:lnTo>
                    <a:pt x="1437169" y="309518"/>
                  </a:lnTo>
                  <a:lnTo>
                    <a:pt x="1428187" y="309518"/>
                  </a:lnTo>
                  <a:lnTo>
                    <a:pt x="1419204" y="309518"/>
                  </a:lnTo>
                  <a:lnTo>
                    <a:pt x="1410222" y="309518"/>
                  </a:lnTo>
                  <a:lnTo>
                    <a:pt x="1401240" y="309518"/>
                  </a:lnTo>
                  <a:lnTo>
                    <a:pt x="1392257" y="309518"/>
                  </a:lnTo>
                  <a:lnTo>
                    <a:pt x="1383275" y="309518"/>
                  </a:lnTo>
                  <a:lnTo>
                    <a:pt x="1374293" y="309518"/>
                  </a:lnTo>
                  <a:lnTo>
                    <a:pt x="1365310" y="309518"/>
                  </a:lnTo>
                  <a:lnTo>
                    <a:pt x="1356328" y="309518"/>
                  </a:lnTo>
                  <a:lnTo>
                    <a:pt x="1347346" y="309518"/>
                  </a:lnTo>
                  <a:lnTo>
                    <a:pt x="1338364" y="309518"/>
                  </a:lnTo>
                  <a:lnTo>
                    <a:pt x="1329381" y="309518"/>
                  </a:lnTo>
                  <a:lnTo>
                    <a:pt x="1320399" y="309518"/>
                  </a:lnTo>
                  <a:lnTo>
                    <a:pt x="1311417" y="309518"/>
                  </a:lnTo>
                  <a:lnTo>
                    <a:pt x="1302434" y="309518"/>
                  </a:lnTo>
                  <a:lnTo>
                    <a:pt x="1293452" y="309518"/>
                  </a:lnTo>
                  <a:lnTo>
                    <a:pt x="1284470" y="309518"/>
                  </a:lnTo>
                  <a:lnTo>
                    <a:pt x="1275487" y="309518"/>
                  </a:lnTo>
                  <a:lnTo>
                    <a:pt x="1266505" y="309518"/>
                  </a:lnTo>
                  <a:lnTo>
                    <a:pt x="1257523" y="309518"/>
                  </a:lnTo>
                  <a:lnTo>
                    <a:pt x="1248540" y="309518"/>
                  </a:lnTo>
                  <a:lnTo>
                    <a:pt x="1239558" y="309518"/>
                  </a:lnTo>
                  <a:lnTo>
                    <a:pt x="1230576" y="309518"/>
                  </a:lnTo>
                  <a:lnTo>
                    <a:pt x="1221594" y="309518"/>
                  </a:lnTo>
                  <a:lnTo>
                    <a:pt x="1212611" y="309518"/>
                  </a:lnTo>
                  <a:lnTo>
                    <a:pt x="1203629" y="309518"/>
                  </a:lnTo>
                  <a:lnTo>
                    <a:pt x="1194647" y="309518"/>
                  </a:lnTo>
                  <a:lnTo>
                    <a:pt x="1185664" y="309518"/>
                  </a:lnTo>
                  <a:lnTo>
                    <a:pt x="1176682" y="309518"/>
                  </a:lnTo>
                  <a:lnTo>
                    <a:pt x="1167700" y="309518"/>
                  </a:lnTo>
                  <a:lnTo>
                    <a:pt x="1158717" y="309518"/>
                  </a:lnTo>
                  <a:lnTo>
                    <a:pt x="1149735" y="309518"/>
                  </a:lnTo>
                  <a:lnTo>
                    <a:pt x="1140753" y="309518"/>
                  </a:lnTo>
                  <a:lnTo>
                    <a:pt x="1131770" y="309518"/>
                  </a:lnTo>
                  <a:lnTo>
                    <a:pt x="1122788" y="309518"/>
                  </a:lnTo>
                  <a:lnTo>
                    <a:pt x="1113806" y="309518"/>
                  </a:lnTo>
                  <a:lnTo>
                    <a:pt x="1104824" y="309518"/>
                  </a:lnTo>
                  <a:lnTo>
                    <a:pt x="1095841" y="309518"/>
                  </a:lnTo>
                  <a:lnTo>
                    <a:pt x="1086859" y="309518"/>
                  </a:lnTo>
                  <a:lnTo>
                    <a:pt x="1077877" y="309518"/>
                  </a:lnTo>
                  <a:lnTo>
                    <a:pt x="1068894" y="309518"/>
                  </a:lnTo>
                  <a:lnTo>
                    <a:pt x="1059912" y="309518"/>
                  </a:lnTo>
                  <a:lnTo>
                    <a:pt x="1050930" y="309518"/>
                  </a:lnTo>
                  <a:lnTo>
                    <a:pt x="1041947" y="309518"/>
                  </a:lnTo>
                  <a:lnTo>
                    <a:pt x="1032965" y="309518"/>
                  </a:lnTo>
                  <a:lnTo>
                    <a:pt x="1023983" y="309518"/>
                  </a:lnTo>
                  <a:lnTo>
                    <a:pt x="1015000" y="309518"/>
                  </a:lnTo>
                  <a:lnTo>
                    <a:pt x="1006018" y="309518"/>
                  </a:lnTo>
                  <a:lnTo>
                    <a:pt x="997036" y="309518"/>
                  </a:lnTo>
                  <a:lnTo>
                    <a:pt x="988054" y="309518"/>
                  </a:lnTo>
                  <a:lnTo>
                    <a:pt x="979071" y="309518"/>
                  </a:lnTo>
                  <a:lnTo>
                    <a:pt x="970089" y="309518"/>
                  </a:lnTo>
                  <a:lnTo>
                    <a:pt x="961107" y="309518"/>
                  </a:lnTo>
                  <a:lnTo>
                    <a:pt x="952124" y="309518"/>
                  </a:lnTo>
                  <a:lnTo>
                    <a:pt x="943142" y="309518"/>
                  </a:lnTo>
                  <a:lnTo>
                    <a:pt x="934160" y="309518"/>
                  </a:lnTo>
                  <a:lnTo>
                    <a:pt x="925177" y="309518"/>
                  </a:lnTo>
                  <a:lnTo>
                    <a:pt x="916195" y="309518"/>
                  </a:lnTo>
                  <a:lnTo>
                    <a:pt x="907213" y="309518"/>
                  </a:lnTo>
                  <a:lnTo>
                    <a:pt x="898230" y="309518"/>
                  </a:lnTo>
                  <a:lnTo>
                    <a:pt x="889248" y="309518"/>
                  </a:lnTo>
                  <a:lnTo>
                    <a:pt x="880266" y="309518"/>
                  </a:lnTo>
                  <a:lnTo>
                    <a:pt x="871283" y="309518"/>
                  </a:lnTo>
                  <a:lnTo>
                    <a:pt x="862301" y="309518"/>
                  </a:lnTo>
                  <a:lnTo>
                    <a:pt x="853319" y="309518"/>
                  </a:lnTo>
                  <a:lnTo>
                    <a:pt x="844337" y="309518"/>
                  </a:lnTo>
                  <a:lnTo>
                    <a:pt x="835354" y="309518"/>
                  </a:lnTo>
                  <a:lnTo>
                    <a:pt x="826372" y="309518"/>
                  </a:lnTo>
                  <a:lnTo>
                    <a:pt x="817390" y="309518"/>
                  </a:lnTo>
                  <a:lnTo>
                    <a:pt x="808407" y="309518"/>
                  </a:lnTo>
                  <a:lnTo>
                    <a:pt x="799425" y="309518"/>
                  </a:lnTo>
                  <a:lnTo>
                    <a:pt x="790443" y="309518"/>
                  </a:lnTo>
                  <a:lnTo>
                    <a:pt x="781460" y="309518"/>
                  </a:lnTo>
                  <a:lnTo>
                    <a:pt x="772478" y="309518"/>
                  </a:lnTo>
                  <a:lnTo>
                    <a:pt x="763496" y="309518"/>
                  </a:lnTo>
                  <a:lnTo>
                    <a:pt x="754513" y="309518"/>
                  </a:lnTo>
                  <a:lnTo>
                    <a:pt x="745531" y="309518"/>
                  </a:lnTo>
                  <a:lnTo>
                    <a:pt x="736549" y="309518"/>
                  </a:lnTo>
                  <a:lnTo>
                    <a:pt x="727567" y="309518"/>
                  </a:lnTo>
                  <a:lnTo>
                    <a:pt x="718584" y="309518"/>
                  </a:lnTo>
                  <a:lnTo>
                    <a:pt x="709602" y="309518"/>
                  </a:lnTo>
                  <a:lnTo>
                    <a:pt x="700620" y="309518"/>
                  </a:lnTo>
                  <a:lnTo>
                    <a:pt x="691637" y="309518"/>
                  </a:lnTo>
                  <a:lnTo>
                    <a:pt x="682655" y="309518"/>
                  </a:lnTo>
                  <a:lnTo>
                    <a:pt x="673673" y="309518"/>
                  </a:lnTo>
                  <a:lnTo>
                    <a:pt x="664690" y="309518"/>
                  </a:lnTo>
                  <a:lnTo>
                    <a:pt x="655708" y="309518"/>
                  </a:lnTo>
                  <a:lnTo>
                    <a:pt x="646726" y="309518"/>
                  </a:lnTo>
                  <a:lnTo>
                    <a:pt x="637743" y="309518"/>
                  </a:lnTo>
                  <a:lnTo>
                    <a:pt x="628761" y="309518"/>
                  </a:lnTo>
                  <a:lnTo>
                    <a:pt x="619779" y="309518"/>
                  </a:lnTo>
                  <a:lnTo>
                    <a:pt x="610797" y="309518"/>
                  </a:lnTo>
                  <a:lnTo>
                    <a:pt x="601814" y="309518"/>
                  </a:lnTo>
                  <a:lnTo>
                    <a:pt x="592832" y="309518"/>
                  </a:lnTo>
                  <a:lnTo>
                    <a:pt x="583850" y="309518"/>
                  </a:lnTo>
                  <a:lnTo>
                    <a:pt x="574867" y="309518"/>
                  </a:lnTo>
                  <a:lnTo>
                    <a:pt x="565885" y="309518"/>
                  </a:lnTo>
                  <a:lnTo>
                    <a:pt x="556903" y="309518"/>
                  </a:lnTo>
                  <a:lnTo>
                    <a:pt x="547920" y="309518"/>
                  </a:lnTo>
                  <a:lnTo>
                    <a:pt x="538938" y="309518"/>
                  </a:lnTo>
                  <a:lnTo>
                    <a:pt x="529956" y="309518"/>
                  </a:lnTo>
                  <a:lnTo>
                    <a:pt x="520973" y="309518"/>
                  </a:lnTo>
                  <a:lnTo>
                    <a:pt x="511991" y="309518"/>
                  </a:lnTo>
                  <a:lnTo>
                    <a:pt x="503009" y="309518"/>
                  </a:lnTo>
                  <a:lnTo>
                    <a:pt x="494027" y="309518"/>
                  </a:lnTo>
                  <a:lnTo>
                    <a:pt x="485044" y="309518"/>
                  </a:lnTo>
                  <a:lnTo>
                    <a:pt x="476062" y="309518"/>
                  </a:lnTo>
                  <a:lnTo>
                    <a:pt x="467080" y="309518"/>
                  </a:lnTo>
                  <a:lnTo>
                    <a:pt x="458097" y="309518"/>
                  </a:lnTo>
                  <a:lnTo>
                    <a:pt x="449115" y="309518"/>
                  </a:lnTo>
                  <a:lnTo>
                    <a:pt x="440133" y="309518"/>
                  </a:lnTo>
                  <a:lnTo>
                    <a:pt x="431150" y="309518"/>
                  </a:lnTo>
                  <a:lnTo>
                    <a:pt x="422168" y="309518"/>
                  </a:lnTo>
                  <a:lnTo>
                    <a:pt x="413186" y="309518"/>
                  </a:lnTo>
                  <a:lnTo>
                    <a:pt x="404203" y="309518"/>
                  </a:lnTo>
                  <a:lnTo>
                    <a:pt x="395221" y="309518"/>
                  </a:lnTo>
                  <a:lnTo>
                    <a:pt x="386239" y="309518"/>
                  </a:lnTo>
                  <a:lnTo>
                    <a:pt x="377256" y="309518"/>
                  </a:lnTo>
                  <a:lnTo>
                    <a:pt x="368274" y="309518"/>
                  </a:lnTo>
                  <a:lnTo>
                    <a:pt x="359292" y="309518"/>
                  </a:lnTo>
                  <a:lnTo>
                    <a:pt x="350310" y="309518"/>
                  </a:lnTo>
                  <a:lnTo>
                    <a:pt x="341327" y="309518"/>
                  </a:lnTo>
                  <a:lnTo>
                    <a:pt x="332345" y="309518"/>
                  </a:lnTo>
                  <a:lnTo>
                    <a:pt x="323363" y="309518"/>
                  </a:lnTo>
                  <a:lnTo>
                    <a:pt x="314380" y="309518"/>
                  </a:lnTo>
                  <a:lnTo>
                    <a:pt x="305398" y="309518"/>
                  </a:lnTo>
                  <a:lnTo>
                    <a:pt x="296416" y="309518"/>
                  </a:lnTo>
                  <a:lnTo>
                    <a:pt x="287433" y="309518"/>
                  </a:lnTo>
                  <a:lnTo>
                    <a:pt x="278451" y="309518"/>
                  </a:lnTo>
                  <a:lnTo>
                    <a:pt x="269469" y="309518"/>
                  </a:lnTo>
                  <a:lnTo>
                    <a:pt x="260486" y="309518"/>
                  </a:lnTo>
                  <a:lnTo>
                    <a:pt x="251504" y="309518"/>
                  </a:lnTo>
                  <a:lnTo>
                    <a:pt x="242522" y="309518"/>
                  </a:lnTo>
                  <a:lnTo>
                    <a:pt x="233540" y="309518"/>
                  </a:lnTo>
                  <a:lnTo>
                    <a:pt x="224557" y="309518"/>
                  </a:lnTo>
                  <a:lnTo>
                    <a:pt x="215575" y="309518"/>
                  </a:lnTo>
                  <a:lnTo>
                    <a:pt x="206593" y="309518"/>
                  </a:lnTo>
                  <a:lnTo>
                    <a:pt x="197610" y="309518"/>
                  </a:lnTo>
                  <a:lnTo>
                    <a:pt x="188628" y="309518"/>
                  </a:lnTo>
                  <a:lnTo>
                    <a:pt x="179646" y="309518"/>
                  </a:lnTo>
                  <a:lnTo>
                    <a:pt x="170663" y="309518"/>
                  </a:lnTo>
                  <a:lnTo>
                    <a:pt x="161681" y="309518"/>
                  </a:lnTo>
                  <a:lnTo>
                    <a:pt x="152699" y="309518"/>
                  </a:lnTo>
                  <a:lnTo>
                    <a:pt x="143716" y="309518"/>
                  </a:lnTo>
                  <a:lnTo>
                    <a:pt x="134734" y="309518"/>
                  </a:lnTo>
                  <a:lnTo>
                    <a:pt x="125752" y="309518"/>
                  </a:lnTo>
                  <a:lnTo>
                    <a:pt x="116770" y="309518"/>
                  </a:lnTo>
                  <a:lnTo>
                    <a:pt x="107787" y="309518"/>
                  </a:lnTo>
                  <a:lnTo>
                    <a:pt x="98805" y="309518"/>
                  </a:lnTo>
                  <a:lnTo>
                    <a:pt x="89823" y="309518"/>
                  </a:lnTo>
                  <a:lnTo>
                    <a:pt x="80840" y="309518"/>
                  </a:lnTo>
                  <a:lnTo>
                    <a:pt x="71858" y="309518"/>
                  </a:lnTo>
                  <a:lnTo>
                    <a:pt x="62876" y="309518"/>
                  </a:lnTo>
                  <a:lnTo>
                    <a:pt x="53893" y="309518"/>
                  </a:lnTo>
                  <a:lnTo>
                    <a:pt x="44911" y="309518"/>
                  </a:lnTo>
                  <a:lnTo>
                    <a:pt x="35929" y="309518"/>
                  </a:lnTo>
                  <a:lnTo>
                    <a:pt x="26946" y="309518"/>
                  </a:lnTo>
                  <a:lnTo>
                    <a:pt x="17964" y="309518"/>
                  </a:lnTo>
                  <a:lnTo>
                    <a:pt x="8982" y="309518"/>
                  </a:lnTo>
                  <a:lnTo>
                    <a:pt x="0" y="309518"/>
                  </a:lnTo>
                  <a:close/>
                </a:path>
              </a:pathLst>
            </a:custGeom>
            <a:solidFill>
              <a:srgbClr val="B2ABD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672443" y="1230959"/>
              <a:ext cx="1886284" cy="305809"/>
            </a:xfrm>
            <a:custGeom>
              <a:avLst/>
              <a:pathLst>
                <a:path w="1886284" h="305809">
                  <a:moveTo>
                    <a:pt x="0" y="305547"/>
                  </a:moveTo>
                  <a:lnTo>
                    <a:pt x="8982" y="304939"/>
                  </a:lnTo>
                  <a:lnTo>
                    <a:pt x="17964" y="304219"/>
                  </a:lnTo>
                  <a:lnTo>
                    <a:pt x="26946" y="303396"/>
                  </a:lnTo>
                  <a:lnTo>
                    <a:pt x="35929" y="302488"/>
                  </a:lnTo>
                  <a:lnTo>
                    <a:pt x="44911" y="301531"/>
                  </a:lnTo>
                  <a:lnTo>
                    <a:pt x="53893" y="300559"/>
                  </a:lnTo>
                  <a:lnTo>
                    <a:pt x="62876" y="299606"/>
                  </a:lnTo>
                  <a:lnTo>
                    <a:pt x="71858" y="298698"/>
                  </a:lnTo>
                  <a:lnTo>
                    <a:pt x="80840" y="297852"/>
                  </a:lnTo>
                  <a:lnTo>
                    <a:pt x="89823" y="297071"/>
                  </a:lnTo>
                  <a:lnTo>
                    <a:pt x="98805" y="296343"/>
                  </a:lnTo>
                  <a:lnTo>
                    <a:pt x="107787" y="295645"/>
                  </a:lnTo>
                  <a:lnTo>
                    <a:pt x="116770" y="294946"/>
                  </a:lnTo>
                  <a:lnTo>
                    <a:pt x="125752" y="294211"/>
                  </a:lnTo>
                  <a:lnTo>
                    <a:pt x="134734" y="293404"/>
                  </a:lnTo>
                  <a:lnTo>
                    <a:pt x="143716" y="292497"/>
                  </a:lnTo>
                  <a:lnTo>
                    <a:pt x="152699" y="291469"/>
                  </a:lnTo>
                  <a:lnTo>
                    <a:pt x="161681" y="290304"/>
                  </a:lnTo>
                  <a:lnTo>
                    <a:pt x="170663" y="288998"/>
                  </a:lnTo>
                  <a:lnTo>
                    <a:pt x="179646" y="287565"/>
                  </a:lnTo>
                  <a:lnTo>
                    <a:pt x="188628" y="286017"/>
                  </a:lnTo>
                  <a:lnTo>
                    <a:pt x="197610" y="284368"/>
                  </a:lnTo>
                  <a:lnTo>
                    <a:pt x="206593" y="282634"/>
                  </a:lnTo>
                  <a:lnTo>
                    <a:pt x="215575" y="280829"/>
                  </a:lnTo>
                  <a:lnTo>
                    <a:pt x="224557" y="278963"/>
                  </a:lnTo>
                  <a:lnTo>
                    <a:pt x="233540" y="277039"/>
                  </a:lnTo>
                  <a:lnTo>
                    <a:pt x="242522" y="275051"/>
                  </a:lnTo>
                  <a:lnTo>
                    <a:pt x="251504" y="272987"/>
                  </a:lnTo>
                  <a:lnTo>
                    <a:pt x="260486" y="270821"/>
                  </a:lnTo>
                  <a:lnTo>
                    <a:pt x="269469" y="268524"/>
                  </a:lnTo>
                  <a:lnTo>
                    <a:pt x="278451" y="266059"/>
                  </a:lnTo>
                  <a:lnTo>
                    <a:pt x="287433" y="263381"/>
                  </a:lnTo>
                  <a:lnTo>
                    <a:pt x="296416" y="260442"/>
                  </a:lnTo>
                  <a:lnTo>
                    <a:pt x="305398" y="257221"/>
                  </a:lnTo>
                  <a:lnTo>
                    <a:pt x="314380" y="253690"/>
                  </a:lnTo>
                  <a:lnTo>
                    <a:pt x="323363" y="249834"/>
                  </a:lnTo>
                  <a:lnTo>
                    <a:pt x="332345" y="245651"/>
                  </a:lnTo>
                  <a:lnTo>
                    <a:pt x="341327" y="241154"/>
                  </a:lnTo>
                  <a:lnTo>
                    <a:pt x="350310" y="236380"/>
                  </a:lnTo>
                  <a:lnTo>
                    <a:pt x="359292" y="231390"/>
                  </a:lnTo>
                  <a:lnTo>
                    <a:pt x="368274" y="226270"/>
                  </a:lnTo>
                  <a:lnTo>
                    <a:pt x="377256" y="221122"/>
                  </a:lnTo>
                  <a:lnTo>
                    <a:pt x="386239" y="216063"/>
                  </a:lnTo>
                  <a:lnTo>
                    <a:pt x="395221" y="211208"/>
                  </a:lnTo>
                  <a:lnTo>
                    <a:pt x="404203" y="206658"/>
                  </a:lnTo>
                  <a:lnTo>
                    <a:pt x="413186" y="202497"/>
                  </a:lnTo>
                  <a:lnTo>
                    <a:pt x="422168" y="198802"/>
                  </a:lnTo>
                  <a:lnTo>
                    <a:pt x="431150" y="195550"/>
                  </a:lnTo>
                  <a:lnTo>
                    <a:pt x="440133" y="192720"/>
                  </a:lnTo>
                  <a:lnTo>
                    <a:pt x="449115" y="190267"/>
                  </a:lnTo>
                  <a:lnTo>
                    <a:pt x="458097" y="188130"/>
                  </a:lnTo>
                  <a:lnTo>
                    <a:pt x="467080" y="186237"/>
                  </a:lnTo>
                  <a:lnTo>
                    <a:pt x="476062" y="184510"/>
                  </a:lnTo>
                  <a:lnTo>
                    <a:pt x="485044" y="182865"/>
                  </a:lnTo>
                  <a:lnTo>
                    <a:pt x="494027" y="181220"/>
                  </a:lnTo>
                  <a:lnTo>
                    <a:pt x="503009" y="179491"/>
                  </a:lnTo>
                  <a:lnTo>
                    <a:pt x="511991" y="177599"/>
                  </a:lnTo>
                  <a:lnTo>
                    <a:pt x="520973" y="175465"/>
                  </a:lnTo>
                  <a:lnTo>
                    <a:pt x="529956" y="173016"/>
                  </a:lnTo>
                  <a:lnTo>
                    <a:pt x="538938" y="170186"/>
                  </a:lnTo>
                  <a:lnTo>
                    <a:pt x="547920" y="166874"/>
                  </a:lnTo>
                  <a:lnTo>
                    <a:pt x="556903" y="163058"/>
                  </a:lnTo>
                  <a:lnTo>
                    <a:pt x="565885" y="158704"/>
                  </a:lnTo>
                  <a:lnTo>
                    <a:pt x="574867" y="153794"/>
                  </a:lnTo>
                  <a:lnTo>
                    <a:pt x="583850" y="148327"/>
                  </a:lnTo>
                  <a:lnTo>
                    <a:pt x="592832" y="142325"/>
                  </a:lnTo>
                  <a:lnTo>
                    <a:pt x="601814" y="135839"/>
                  </a:lnTo>
                  <a:lnTo>
                    <a:pt x="610797" y="128948"/>
                  </a:lnTo>
                  <a:lnTo>
                    <a:pt x="619779" y="121763"/>
                  </a:lnTo>
                  <a:lnTo>
                    <a:pt x="628761" y="114427"/>
                  </a:lnTo>
                  <a:lnTo>
                    <a:pt x="637743" y="107110"/>
                  </a:lnTo>
                  <a:lnTo>
                    <a:pt x="646726" y="99997"/>
                  </a:lnTo>
                  <a:lnTo>
                    <a:pt x="655708" y="93268"/>
                  </a:lnTo>
                  <a:lnTo>
                    <a:pt x="664690" y="87074"/>
                  </a:lnTo>
                  <a:lnTo>
                    <a:pt x="673673" y="81546"/>
                  </a:lnTo>
                  <a:lnTo>
                    <a:pt x="682655" y="76660"/>
                  </a:lnTo>
                  <a:lnTo>
                    <a:pt x="691637" y="72300"/>
                  </a:lnTo>
                  <a:lnTo>
                    <a:pt x="700620" y="68288"/>
                  </a:lnTo>
                  <a:lnTo>
                    <a:pt x="709602" y="64401"/>
                  </a:lnTo>
                  <a:lnTo>
                    <a:pt x="718584" y="60416"/>
                  </a:lnTo>
                  <a:lnTo>
                    <a:pt x="727567" y="56144"/>
                  </a:lnTo>
                  <a:lnTo>
                    <a:pt x="736549" y="51468"/>
                  </a:lnTo>
                  <a:lnTo>
                    <a:pt x="745531" y="46353"/>
                  </a:lnTo>
                  <a:lnTo>
                    <a:pt x="754513" y="40853"/>
                  </a:lnTo>
                  <a:lnTo>
                    <a:pt x="763496" y="35086"/>
                  </a:lnTo>
                  <a:lnTo>
                    <a:pt x="772478" y="29217"/>
                  </a:lnTo>
                  <a:lnTo>
                    <a:pt x="781460" y="23432"/>
                  </a:lnTo>
                  <a:lnTo>
                    <a:pt x="790443" y="17921"/>
                  </a:lnTo>
                  <a:lnTo>
                    <a:pt x="799425" y="12896"/>
                  </a:lnTo>
                  <a:lnTo>
                    <a:pt x="808407" y="8545"/>
                  </a:lnTo>
                  <a:lnTo>
                    <a:pt x="817390" y="4995"/>
                  </a:lnTo>
                  <a:lnTo>
                    <a:pt x="826372" y="2360"/>
                  </a:lnTo>
                  <a:lnTo>
                    <a:pt x="835354" y="697"/>
                  </a:lnTo>
                  <a:lnTo>
                    <a:pt x="844337" y="0"/>
                  </a:lnTo>
                  <a:lnTo>
                    <a:pt x="853319" y="177"/>
                  </a:lnTo>
                  <a:lnTo>
                    <a:pt x="862301" y="1061"/>
                  </a:lnTo>
                  <a:lnTo>
                    <a:pt x="871283" y="2421"/>
                  </a:lnTo>
                  <a:lnTo>
                    <a:pt x="880266" y="3993"/>
                  </a:lnTo>
                  <a:lnTo>
                    <a:pt x="889248" y="5517"/>
                  </a:lnTo>
                  <a:lnTo>
                    <a:pt x="898230" y="6772"/>
                  </a:lnTo>
                  <a:lnTo>
                    <a:pt x="907213" y="7615"/>
                  </a:lnTo>
                  <a:lnTo>
                    <a:pt x="916195" y="7986"/>
                  </a:lnTo>
                  <a:lnTo>
                    <a:pt x="925177" y="7911"/>
                  </a:lnTo>
                  <a:lnTo>
                    <a:pt x="934160" y="7505"/>
                  </a:lnTo>
                  <a:lnTo>
                    <a:pt x="943142" y="6956"/>
                  </a:lnTo>
                  <a:lnTo>
                    <a:pt x="952124" y="6438"/>
                  </a:lnTo>
                  <a:lnTo>
                    <a:pt x="961107" y="6117"/>
                  </a:lnTo>
                  <a:lnTo>
                    <a:pt x="970089" y="6141"/>
                  </a:lnTo>
                  <a:lnTo>
                    <a:pt x="979071" y="6635"/>
                  </a:lnTo>
                  <a:lnTo>
                    <a:pt x="988054" y="7697"/>
                  </a:lnTo>
                  <a:lnTo>
                    <a:pt x="997036" y="9396"/>
                  </a:lnTo>
                  <a:lnTo>
                    <a:pt x="1006018" y="11773"/>
                  </a:lnTo>
                  <a:lnTo>
                    <a:pt x="1015000" y="14827"/>
                  </a:lnTo>
                  <a:lnTo>
                    <a:pt x="1023983" y="18511"/>
                  </a:lnTo>
                  <a:lnTo>
                    <a:pt x="1032965" y="22729"/>
                  </a:lnTo>
                  <a:lnTo>
                    <a:pt x="1041947" y="27334"/>
                  </a:lnTo>
                  <a:lnTo>
                    <a:pt x="1050930" y="32144"/>
                  </a:lnTo>
                  <a:lnTo>
                    <a:pt x="1059912" y="36946"/>
                  </a:lnTo>
                  <a:lnTo>
                    <a:pt x="1068894" y="41549"/>
                  </a:lnTo>
                  <a:lnTo>
                    <a:pt x="1077877" y="45830"/>
                  </a:lnTo>
                  <a:lnTo>
                    <a:pt x="1086859" y="49729"/>
                  </a:lnTo>
                  <a:lnTo>
                    <a:pt x="1095841" y="53254"/>
                  </a:lnTo>
                  <a:lnTo>
                    <a:pt x="1104824" y="56474"/>
                  </a:lnTo>
                  <a:lnTo>
                    <a:pt x="1113806" y="59496"/>
                  </a:lnTo>
                  <a:lnTo>
                    <a:pt x="1122788" y="62441"/>
                  </a:lnTo>
                  <a:lnTo>
                    <a:pt x="1131770" y="65418"/>
                  </a:lnTo>
                  <a:lnTo>
                    <a:pt x="1140753" y="68508"/>
                  </a:lnTo>
                  <a:lnTo>
                    <a:pt x="1149735" y="71748"/>
                  </a:lnTo>
                  <a:lnTo>
                    <a:pt x="1158717" y="75140"/>
                  </a:lnTo>
                  <a:lnTo>
                    <a:pt x="1167700" y="78660"/>
                  </a:lnTo>
                  <a:lnTo>
                    <a:pt x="1176682" y="82275"/>
                  </a:lnTo>
                  <a:lnTo>
                    <a:pt x="1185664" y="85977"/>
                  </a:lnTo>
                  <a:lnTo>
                    <a:pt x="1194647" y="89782"/>
                  </a:lnTo>
                  <a:lnTo>
                    <a:pt x="1203629" y="93746"/>
                  </a:lnTo>
                  <a:lnTo>
                    <a:pt x="1212611" y="97953"/>
                  </a:lnTo>
                  <a:lnTo>
                    <a:pt x="1221594" y="102489"/>
                  </a:lnTo>
                  <a:lnTo>
                    <a:pt x="1230576" y="107425"/>
                  </a:lnTo>
                  <a:lnTo>
                    <a:pt x="1239558" y="112797"/>
                  </a:lnTo>
                  <a:lnTo>
                    <a:pt x="1248540" y="118594"/>
                  </a:lnTo>
                  <a:lnTo>
                    <a:pt x="1257523" y="124753"/>
                  </a:lnTo>
                  <a:lnTo>
                    <a:pt x="1266505" y="131171"/>
                  </a:lnTo>
                  <a:lnTo>
                    <a:pt x="1275487" y="137722"/>
                  </a:lnTo>
                  <a:lnTo>
                    <a:pt x="1284470" y="144279"/>
                  </a:lnTo>
                  <a:lnTo>
                    <a:pt x="1293452" y="150732"/>
                  </a:lnTo>
                  <a:lnTo>
                    <a:pt x="1302434" y="157011"/>
                  </a:lnTo>
                  <a:lnTo>
                    <a:pt x="1311417" y="163071"/>
                  </a:lnTo>
                  <a:lnTo>
                    <a:pt x="1320399" y="168926"/>
                  </a:lnTo>
                  <a:lnTo>
                    <a:pt x="1329381" y="174598"/>
                  </a:lnTo>
                  <a:lnTo>
                    <a:pt x="1338364" y="180100"/>
                  </a:lnTo>
                  <a:lnTo>
                    <a:pt x="1347346" y="185420"/>
                  </a:lnTo>
                  <a:lnTo>
                    <a:pt x="1356328" y="190524"/>
                  </a:lnTo>
                  <a:lnTo>
                    <a:pt x="1365310" y="195355"/>
                  </a:lnTo>
                  <a:lnTo>
                    <a:pt x="1374293" y="199854"/>
                  </a:lnTo>
                  <a:lnTo>
                    <a:pt x="1383275" y="203968"/>
                  </a:lnTo>
                  <a:lnTo>
                    <a:pt x="1392257" y="207671"/>
                  </a:lnTo>
                  <a:lnTo>
                    <a:pt x="1401240" y="210967"/>
                  </a:lnTo>
                  <a:lnTo>
                    <a:pt x="1410222" y="213898"/>
                  </a:lnTo>
                  <a:lnTo>
                    <a:pt x="1419204" y="216528"/>
                  </a:lnTo>
                  <a:lnTo>
                    <a:pt x="1428187" y="218939"/>
                  </a:lnTo>
                  <a:lnTo>
                    <a:pt x="1437169" y="221206"/>
                  </a:lnTo>
                  <a:lnTo>
                    <a:pt x="1446151" y="223399"/>
                  </a:lnTo>
                  <a:lnTo>
                    <a:pt x="1455134" y="225563"/>
                  </a:lnTo>
                  <a:lnTo>
                    <a:pt x="1464116" y="227721"/>
                  </a:lnTo>
                  <a:lnTo>
                    <a:pt x="1473098" y="229886"/>
                  </a:lnTo>
                  <a:lnTo>
                    <a:pt x="1482081" y="232072"/>
                  </a:lnTo>
                  <a:lnTo>
                    <a:pt x="1491063" y="234304"/>
                  </a:lnTo>
                  <a:lnTo>
                    <a:pt x="1500045" y="236616"/>
                  </a:lnTo>
                  <a:lnTo>
                    <a:pt x="1509027" y="239056"/>
                  </a:lnTo>
                  <a:lnTo>
                    <a:pt x="1518010" y="241676"/>
                  </a:lnTo>
                  <a:lnTo>
                    <a:pt x="1526992" y="244524"/>
                  </a:lnTo>
                  <a:lnTo>
                    <a:pt x="1535974" y="247637"/>
                  </a:lnTo>
                  <a:lnTo>
                    <a:pt x="1544957" y="251022"/>
                  </a:lnTo>
                  <a:lnTo>
                    <a:pt x="1553939" y="254656"/>
                  </a:lnTo>
                  <a:lnTo>
                    <a:pt x="1562921" y="258481"/>
                  </a:lnTo>
                  <a:lnTo>
                    <a:pt x="1571904" y="262394"/>
                  </a:lnTo>
                  <a:lnTo>
                    <a:pt x="1580886" y="266262"/>
                  </a:lnTo>
                  <a:lnTo>
                    <a:pt x="1589868" y="269966"/>
                  </a:lnTo>
                  <a:lnTo>
                    <a:pt x="1598851" y="273395"/>
                  </a:lnTo>
                  <a:lnTo>
                    <a:pt x="1607833" y="276468"/>
                  </a:lnTo>
                  <a:lnTo>
                    <a:pt x="1616815" y="279137"/>
                  </a:lnTo>
                  <a:lnTo>
                    <a:pt x="1625797" y="281390"/>
                  </a:lnTo>
                  <a:lnTo>
                    <a:pt x="1634780" y="283251"/>
                  </a:lnTo>
                  <a:lnTo>
                    <a:pt x="1643762" y="284767"/>
                  </a:lnTo>
                  <a:lnTo>
                    <a:pt x="1652744" y="286003"/>
                  </a:lnTo>
                  <a:lnTo>
                    <a:pt x="1661727" y="287027"/>
                  </a:lnTo>
                  <a:lnTo>
                    <a:pt x="1670709" y="287911"/>
                  </a:lnTo>
                  <a:lnTo>
                    <a:pt x="1679691" y="288716"/>
                  </a:lnTo>
                  <a:lnTo>
                    <a:pt x="1688674" y="289495"/>
                  </a:lnTo>
                  <a:lnTo>
                    <a:pt x="1697656" y="290292"/>
                  </a:lnTo>
                  <a:lnTo>
                    <a:pt x="1706638" y="291137"/>
                  </a:lnTo>
                  <a:lnTo>
                    <a:pt x="1715621" y="292044"/>
                  </a:lnTo>
                  <a:lnTo>
                    <a:pt x="1724603" y="293016"/>
                  </a:lnTo>
                  <a:lnTo>
                    <a:pt x="1733585" y="294046"/>
                  </a:lnTo>
                  <a:lnTo>
                    <a:pt x="1742567" y="295117"/>
                  </a:lnTo>
                  <a:lnTo>
                    <a:pt x="1751550" y="296202"/>
                  </a:lnTo>
                  <a:lnTo>
                    <a:pt x="1760532" y="297274"/>
                  </a:lnTo>
                  <a:lnTo>
                    <a:pt x="1769514" y="298301"/>
                  </a:lnTo>
                  <a:lnTo>
                    <a:pt x="1778497" y="299258"/>
                  </a:lnTo>
                  <a:lnTo>
                    <a:pt x="1787479" y="300125"/>
                  </a:lnTo>
                  <a:lnTo>
                    <a:pt x="1796461" y="300894"/>
                  </a:lnTo>
                  <a:lnTo>
                    <a:pt x="1805444" y="301567"/>
                  </a:lnTo>
                  <a:lnTo>
                    <a:pt x="1814426" y="302156"/>
                  </a:lnTo>
                  <a:lnTo>
                    <a:pt x="1823408" y="302675"/>
                  </a:lnTo>
                  <a:lnTo>
                    <a:pt x="1832391" y="303152"/>
                  </a:lnTo>
                  <a:lnTo>
                    <a:pt x="1841373" y="303605"/>
                  </a:lnTo>
                  <a:lnTo>
                    <a:pt x="1850355" y="304047"/>
                  </a:lnTo>
                  <a:lnTo>
                    <a:pt x="1859337" y="304489"/>
                  </a:lnTo>
                  <a:lnTo>
                    <a:pt x="1868320" y="304931"/>
                  </a:lnTo>
                  <a:lnTo>
                    <a:pt x="1877302" y="305373"/>
                  </a:lnTo>
                  <a:lnTo>
                    <a:pt x="1886284" y="305809"/>
                  </a:lnTo>
                </a:path>
              </a:pathLst>
            </a:custGeom>
            <a:ln w="8130" cap="rnd">
              <a:solidFill>
                <a:srgbClr val="B2AB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828106" y="1210177"/>
              <a:ext cx="1832391" cy="330299"/>
            </a:xfrm>
            <a:custGeom>
              <a:avLst/>
              <a:pathLst>
                <a:path w="1832391" h="330299">
                  <a:moveTo>
                    <a:pt x="0" y="326424"/>
                  </a:moveTo>
                  <a:lnTo>
                    <a:pt x="8982" y="325532"/>
                  </a:lnTo>
                  <a:lnTo>
                    <a:pt x="17964" y="324503"/>
                  </a:lnTo>
                  <a:lnTo>
                    <a:pt x="26946" y="323365"/>
                  </a:lnTo>
                  <a:lnTo>
                    <a:pt x="35929" y="322156"/>
                  </a:lnTo>
                  <a:lnTo>
                    <a:pt x="44911" y="320919"/>
                  </a:lnTo>
                  <a:lnTo>
                    <a:pt x="53893" y="319695"/>
                  </a:lnTo>
                  <a:lnTo>
                    <a:pt x="62876" y="318521"/>
                  </a:lnTo>
                  <a:lnTo>
                    <a:pt x="71858" y="317423"/>
                  </a:lnTo>
                  <a:lnTo>
                    <a:pt x="80840" y="316418"/>
                  </a:lnTo>
                  <a:lnTo>
                    <a:pt x="89823" y="315511"/>
                  </a:lnTo>
                  <a:lnTo>
                    <a:pt x="98805" y="314699"/>
                  </a:lnTo>
                  <a:lnTo>
                    <a:pt x="107787" y="313967"/>
                  </a:lnTo>
                  <a:lnTo>
                    <a:pt x="116770" y="313292"/>
                  </a:lnTo>
                  <a:lnTo>
                    <a:pt x="125752" y="312634"/>
                  </a:lnTo>
                  <a:lnTo>
                    <a:pt x="134734" y="311948"/>
                  </a:lnTo>
                  <a:lnTo>
                    <a:pt x="143716" y="311184"/>
                  </a:lnTo>
                  <a:lnTo>
                    <a:pt x="152699" y="310291"/>
                  </a:lnTo>
                  <a:lnTo>
                    <a:pt x="161681" y="309223"/>
                  </a:lnTo>
                  <a:lnTo>
                    <a:pt x="170663" y="307948"/>
                  </a:lnTo>
                  <a:lnTo>
                    <a:pt x="179646" y="306446"/>
                  </a:lnTo>
                  <a:lnTo>
                    <a:pt x="188628" y="304716"/>
                  </a:lnTo>
                  <a:lnTo>
                    <a:pt x="197610" y="302772"/>
                  </a:lnTo>
                  <a:lnTo>
                    <a:pt x="206593" y="300636"/>
                  </a:lnTo>
                  <a:lnTo>
                    <a:pt x="215575" y="298331"/>
                  </a:lnTo>
                  <a:lnTo>
                    <a:pt x="224557" y="295878"/>
                  </a:lnTo>
                  <a:lnTo>
                    <a:pt x="233540" y="293287"/>
                  </a:lnTo>
                  <a:lnTo>
                    <a:pt x="242522" y="290550"/>
                  </a:lnTo>
                  <a:lnTo>
                    <a:pt x="251504" y="287666"/>
                  </a:lnTo>
                  <a:lnTo>
                    <a:pt x="260486" y="284630"/>
                  </a:lnTo>
                  <a:lnTo>
                    <a:pt x="269469" y="281439"/>
                  </a:lnTo>
                  <a:lnTo>
                    <a:pt x="278451" y="278090"/>
                  </a:lnTo>
                  <a:lnTo>
                    <a:pt x="287433" y="274580"/>
                  </a:lnTo>
                  <a:lnTo>
                    <a:pt x="296416" y="270905"/>
                  </a:lnTo>
                  <a:lnTo>
                    <a:pt x="305398" y="267058"/>
                  </a:lnTo>
                  <a:lnTo>
                    <a:pt x="314380" y="263033"/>
                  </a:lnTo>
                  <a:lnTo>
                    <a:pt x="323363" y="258834"/>
                  </a:lnTo>
                  <a:lnTo>
                    <a:pt x="332345" y="254479"/>
                  </a:lnTo>
                  <a:lnTo>
                    <a:pt x="341327" y="250008"/>
                  </a:lnTo>
                  <a:lnTo>
                    <a:pt x="350310" y="245482"/>
                  </a:lnTo>
                  <a:lnTo>
                    <a:pt x="359292" y="240979"/>
                  </a:lnTo>
                  <a:lnTo>
                    <a:pt x="368274" y="236587"/>
                  </a:lnTo>
                  <a:lnTo>
                    <a:pt x="377256" y="232372"/>
                  </a:lnTo>
                  <a:lnTo>
                    <a:pt x="386239" y="228341"/>
                  </a:lnTo>
                  <a:lnTo>
                    <a:pt x="395221" y="224458"/>
                  </a:lnTo>
                  <a:lnTo>
                    <a:pt x="404203" y="220636"/>
                  </a:lnTo>
                  <a:lnTo>
                    <a:pt x="413186" y="216753"/>
                  </a:lnTo>
                  <a:lnTo>
                    <a:pt x="422168" y="212668"/>
                  </a:lnTo>
                  <a:lnTo>
                    <a:pt x="431150" y="208245"/>
                  </a:lnTo>
                  <a:lnTo>
                    <a:pt x="440133" y="203375"/>
                  </a:lnTo>
                  <a:lnTo>
                    <a:pt x="449115" y="197997"/>
                  </a:lnTo>
                  <a:lnTo>
                    <a:pt x="458097" y="192104"/>
                  </a:lnTo>
                  <a:lnTo>
                    <a:pt x="467080" y="185752"/>
                  </a:lnTo>
                  <a:lnTo>
                    <a:pt x="476062" y="179051"/>
                  </a:lnTo>
                  <a:lnTo>
                    <a:pt x="485044" y="172152"/>
                  </a:lnTo>
                  <a:lnTo>
                    <a:pt x="494027" y="165235"/>
                  </a:lnTo>
                  <a:lnTo>
                    <a:pt x="503009" y="158503"/>
                  </a:lnTo>
                  <a:lnTo>
                    <a:pt x="511991" y="152108"/>
                  </a:lnTo>
                  <a:lnTo>
                    <a:pt x="520973" y="146159"/>
                  </a:lnTo>
                  <a:lnTo>
                    <a:pt x="529956" y="140717"/>
                  </a:lnTo>
                  <a:lnTo>
                    <a:pt x="538938" y="135793"/>
                  </a:lnTo>
                  <a:lnTo>
                    <a:pt x="547920" y="131353"/>
                  </a:lnTo>
                  <a:lnTo>
                    <a:pt x="556903" y="127332"/>
                  </a:lnTo>
                  <a:lnTo>
                    <a:pt x="565885" y="123642"/>
                  </a:lnTo>
                  <a:lnTo>
                    <a:pt x="574867" y="120189"/>
                  </a:lnTo>
                  <a:lnTo>
                    <a:pt x="583850" y="116883"/>
                  </a:lnTo>
                  <a:lnTo>
                    <a:pt x="592832" y="113645"/>
                  </a:lnTo>
                  <a:lnTo>
                    <a:pt x="601814" y="110412"/>
                  </a:lnTo>
                  <a:lnTo>
                    <a:pt x="610797" y="107133"/>
                  </a:lnTo>
                  <a:lnTo>
                    <a:pt x="619779" y="103770"/>
                  </a:lnTo>
                  <a:lnTo>
                    <a:pt x="628761" y="100286"/>
                  </a:lnTo>
                  <a:lnTo>
                    <a:pt x="637743" y="96668"/>
                  </a:lnTo>
                  <a:lnTo>
                    <a:pt x="646726" y="92906"/>
                  </a:lnTo>
                  <a:lnTo>
                    <a:pt x="655708" y="88998"/>
                  </a:lnTo>
                  <a:lnTo>
                    <a:pt x="664690" y="84955"/>
                  </a:lnTo>
                  <a:lnTo>
                    <a:pt x="673673" y="80800"/>
                  </a:lnTo>
                  <a:lnTo>
                    <a:pt x="682655" y="76566"/>
                  </a:lnTo>
                  <a:lnTo>
                    <a:pt x="691637" y="72295"/>
                  </a:lnTo>
                  <a:lnTo>
                    <a:pt x="700620" y="68033"/>
                  </a:lnTo>
                  <a:lnTo>
                    <a:pt x="709602" y="63822"/>
                  </a:lnTo>
                  <a:lnTo>
                    <a:pt x="718584" y="59698"/>
                  </a:lnTo>
                  <a:lnTo>
                    <a:pt x="727567" y="55682"/>
                  </a:lnTo>
                  <a:lnTo>
                    <a:pt x="736549" y="51783"/>
                  </a:lnTo>
                  <a:lnTo>
                    <a:pt x="745531" y="47991"/>
                  </a:lnTo>
                  <a:lnTo>
                    <a:pt x="754513" y="44290"/>
                  </a:lnTo>
                  <a:lnTo>
                    <a:pt x="763496" y="40642"/>
                  </a:lnTo>
                  <a:lnTo>
                    <a:pt x="772478" y="37016"/>
                  </a:lnTo>
                  <a:lnTo>
                    <a:pt x="781460" y="33384"/>
                  </a:lnTo>
                  <a:lnTo>
                    <a:pt x="790443" y="29728"/>
                  </a:lnTo>
                  <a:lnTo>
                    <a:pt x="799425" y="26040"/>
                  </a:lnTo>
                  <a:lnTo>
                    <a:pt x="808407" y="22330"/>
                  </a:lnTo>
                  <a:lnTo>
                    <a:pt x="817390" y="18627"/>
                  </a:lnTo>
                  <a:lnTo>
                    <a:pt x="826372" y="14985"/>
                  </a:lnTo>
                  <a:lnTo>
                    <a:pt x="835354" y="11488"/>
                  </a:lnTo>
                  <a:lnTo>
                    <a:pt x="844337" y="8241"/>
                  </a:lnTo>
                  <a:lnTo>
                    <a:pt x="853319" y="5370"/>
                  </a:lnTo>
                  <a:lnTo>
                    <a:pt x="862301" y="3004"/>
                  </a:lnTo>
                  <a:lnTo>
                    <a:pt x="871283" y="1257"/>
                  </a:lnTo>
                  <a:lnTo>
                    <a:pt x="880266" y="253"/>
                  </a:lnTo>
                  <a:lnTo>
                    <a:pt x="889248" y="0"/>
                  </a:lnTo>
                  <a:lnTo>
                    <a:pt x="898230" y="443"/>
                  </a:lnTo>
                  <a:lnTo>
                    <a:pt x="907213" y="1504"/>
                  </a:lnTo>
                  <a:lnTo>
                    <a:pt x="916195" y="3075"/>
                  </a:lnTo>
                  <a:lnTo>
                    <a:pt x="925177" y="5043"/>
                  </a:lnTo>
                  <a:lnTo>
                    <a:pt x="934160" y="7306"/>
                  </a:lnTo>
                  <a:lnTo>
                    <a:pt x="943142" y="9788"/>
                  </a:lnTo>
                  <a:lnTo>
                    <a:pt x="952124" y="12446"/>
                  </a:lnTo>
                  <a:lnTo>
                    <a:pt x="961107" y="15263"/>
                  </a:lnTo>
                  <a:lnTo>
                    <a:pt x="970089" y="18244"/>
                  </a:lnTo>
                  <a:lnTo>
                    <a:pt x="979071" y="21405"/>
                  </a:lnTo>
                  <a:lnTo>
                    <a:pt x="988054" y="24765"/>
                  </a:lnTo>
                  <a:lnTo>
                    <a:pt x="997036" y="28343"/>
                  </a:lnTo>
                  <a:lnTo>
                    <a:pt x="1006018" y="32166"/>
                  </a:lnTo>
                  <a:lnTo>
                    <a:pt x="1015000" y="36256"/>
                  </a:lnTo>
                  <a:lnTo>
                    <a:pt x="1023983" y="40620"/>
                  </a:lnTo>
                  <a:lnTo>
                    <a:pt x="1032965" y="45274"/>
                  </a:lnTo>
                  <a:lnTo>
                    <a:pt x="1041947" y="50218"/>
                  </a:lnTo>
                  <a:lnTo>
                    <a:pt x="1050930" y="55431"/>
                  </a:lnTo>
                  <a:lnTo>
                    <a:pt x="1059912" y="60866"/>
                  </a:lnTo>
                  <a:lnTo>
                    <a:pt x="1068894" y="66448"/>
                  </a:lnTo>
                  <a:lnTo>
                    <a:pt x="1077877" y="72091"/>
                  </a:lnTo>
                  <a:lnTo>
                    <a:pt x="1086859" y="77704"/>
                  </a:lnTo>
                  <a:lnTo>
                    <a:pt x="1095841" y="83219"/>
                  </a:lnTo>
                  <a:lnTo>
                    <a:pt x="1104824" y="88601"/>
                  </a:lnTo>
                  <a:lnTo>
                    <a:pt x="1113806" y="93862"/>
                  </a:lnTo>
                  <a:lnTo>
                    <a:pt x="1122788" y="99062"/>
                  </a:lnTo>
                  <a:lnTo>
                    <a:pt x="1131770" y="104303"/>
                  </a:lnTo>
                  <a:lnTo>
                    <a:pt x="1140753" y="109719"/>
                  </a:lnTo>
                  <a:lnTo>
                    <a:pt x="1149735" y="115408"/>
                  </a:lnTo>
                  <a:lnTo>
                    <a:pt x="1158717" y="121438"/>
                  </a:lnTo>
                  <a:lnTo>
                    <a:pt x="1167700" y="127830"/>
                  </a:lnTo>
                  <a:lnTo>
                    <a:pt x="1176682" y="134556"/>
                  </a:lnTo>
                  <a:lnTo>
                    <a:pt x="1185664" y="141554"/>
                  </a:lnTo>
                  <a:lnTo>
                    <a:pt x="1194647" y="148732"/>
                  </a:lnTo>
                  <a:lnTo>
                    <a:pt x="1203629" y="155985"/>
                  </a:lnTo>
                  <a:lnTo>
                    <a:pt x="1212611" y="163200"/>
                  </a:lnTo>
                  <a:lnTo>
                    <a:pt x="1221594" y="170263"/>
                  </a:lnTo>
                  <a:lnTo>
                    <a:pt x="1230576" y="177063"/>
                  </a:lnTo>
                  <a:lnTo>
                    <a:pt x="1239558" y="183494"/>
                  </a:lnTo>
                  <a:lnTo>
                    <a:pt x="1248540" y="189460"/>
                  </a:lnTo>
                  <a:lnTo>
                    <a:pt x="1257523" y="194878"/>
                  </a:lnTo>
                  <a:lnTo>
                    <a:pt x="1266505" y="199664"/>
                  </a:lnTo>
                  <a:lnTo>
                    <a:pt x="1275487" y="203861"/>
                  </a:lnTo>
                  <a:lnTo>
                    <a:pt x="1284470" y="207518"/>
                  </a:lnTo>
                  <a:lnTo>
                    <a:pt x="1293452" y="210723"/>
                  </a:lnTo>
                  <a:lnTo>
                    <a:pt x="1302434" y="213591"/>
                  </a:lnTo>
                  <a:lnTo>
                    <a:pt x="1311417" y="216247"/>
                  </a:lnTo>
                  <a:lnTo>
                    <a:pt x="1320399" y="218814"/>
                  </a:lnTo>
                  <a:lnTo>
                    <a:pt x="1329381" y="221396"/>
                  </a:lnTo>
                  <a:lnTo>
                    <a:pt x="1338364" y="224071"/>
                  </a:lnTo>
                  <a:lnTo>
                    <a:pt x="1347346" y="226889"/>
                  </a:lnTo>
                  <a:lnTo>
                    <a:pt x="1356328" y="229874"/>
                  </a:lnTo>
                  <a:lnTo>
                    <a:pt x="1365310" y="233031"/>
                  </a:lnTo>
                  <a:lnTo>
                    <a:pt x="1374293" y="236349"/>
                  </a:lnTo>
                  <a:lnTo>
                    <a:pt x="1383275" y="239813"/>
                  </a:lnTo>
                  <a:lnTo>
                    <a:pt x="1392257" y="243417"/>
                  </a:lnTo>
                  <a:lnTo>
                    <a:pt x="1401240" y="247139"/>
                  </a:lnTo>
                  <a:lnTo>
                    <a:pt x="1410222" y="250967"/>
                  </a:lnTo>
                  <a:lnTo>
                    <a:pt x="1419204" y="254890"/>
                  </a:lnTo>
                  <a:lnTo>
                    <a:pt x="1428187" y="258888"/>
                  </a:lnTo>
                  <a:lnTo>
                    <a:pt x="1437169" y="262930"/>
                  </a:lnTo>
                  <a:lnTo>
                    <a:pt x="1446151" y="266971"/>
                  </a:lnTo>
                  <a:lnTo>
                    <a:pt x="1455134" y="270956"/>
                  </a:lnTo>
                  <a:lnTo>
                    <a:pt x="1464116" y="274820"/>
                  </a:lnTo>
                  <a:lnTo>
                    <a:pt x="1473098" y="278503"/>
                  </a:lnTo>
                  <a:lnTo>
                    <a:pt x="1482081" y="281957"/>
                  </a:lnTo>
                  <a:lnTo>
                    <a:pt x="1491063" y="285155"/>
                  </a:lnTo>
                  <a:lnTo>
                    <a:pt x="1500045" y="288096"/>
                  </a:lnTo>
                  <a:lnTo>
                    <a:pt x="1509027" y="290802"/>
                  </a:lnTo>
                  <a:lnTo>
                    <a:pt x="1518010" y="293308"/>
                  </a:lnTo>
                  <a:lnTo>
                    <a:pt x="1526992" y="295671"/>
                  </a:lnTo>
                  <a:lnTo>
                    <a:pt x="1535974" y="297934"/>
                  </a:lnTo>
                  <a:lnTo>
                    <a:pt x="1544957" y="300119"/>
                  </a:lnTo>
                  <a:lnTo>
                    <a:pt x="1553939" y="302229"/>
                  </a:lnTo>
                  <a:lnTo>
                    <a:pt x="1562921" y="304254"/>
                  </a:lnTo>
                  <a:lnTo>
                    <a:pt x="1571904" y="306176"/>
                  </a:lnTo>
                  <a:lnTo>
                    <a:pt x="1580886" y="307976"/>
                  </a:lnTo>
                  <a:lnTo>
                    <a:pt x="1589868" y="309640"/>
                  </a:lnTo>
                  <a:lnTo>
                    <a:pt x="1598851" y="311159"/>
                  </a:lnTo>
                  <a:lnTo>
                    <a:pt x="1607833" y="312534"/>
                  </a:lnTo>
                  <a:lnTo>
                    <a:pt x="1616815" y="313768"/>
                  </a:lnTo>
                  <a:lnTo>
                    <a:pt x="1625797" y="314869"/>
                  </a:lnTo>
                  <a:lnTo>
                    <a:pt x="1634780" y="315842"/>
                  </a:lnTo>
                  <a:lnTo>
                    <a:pt x="1643762" y="316689"/>
                  </a:lnTo>
                  <a:lnTo>
                    <a:pt x="1652744" y="317414"/>
                  </a:lnTo>
                  <a:lnTo>
                    <a:pt x="1661727" y="318031"/>
                  </a:lnTo>
                  <a:lnTo>
                    <a:pt x="1670709" y="318548"/>
                  </a:lnTo>
                  <a:lnTo>
                    <a:pt x="1679691" y="318979"/>
                  </a:lnTo>
                  <a:lnTo>
                    <a:pt x="1688674" y="319341"/>
                  </a:lnTo>
                  <a:lnTo>
                    <a:pt x="1697656" y="319655"/>
                  </a:lnTo>
                  <a:lnTo>
                    <a:pt x="1706638" y="319941"/>
                  </a:lnTo>
                  <a:lnTo>
                    <a:pt x="1715621" y="320220"/>
                  </a:lnTo>
                  <a:lnTo>
                    <a:pt x="1724603" y="320513"/>
                  </a:lnTo>
                  <a:lnTo>
                    <a:pt x="1733585" y="320837"/>
                  </a:lnTo>
                  <a:lnTo>
                    <a:pt x="1742567" y="321205"/>
                  </a:lnTo>
                  <a:lnTo>
                    <a:pt x="1751550" y="321628"/>
                  </a:lnTo>
                  <a:lnTo>
                    <a:pt x="1760532" y="322107"/>
                  </a:lnTo>
                  <a:lnTo>
                    <a:pt x="1769514" y="322642"/>
                  </a:lnTo>
                  <a:lnTo>
                    <a:pt x="1778497" y="323223"/>
                  </a:lnTo>
                  <a:lnTo>
                    <a:pt x="1787479" y="323828"/>
                  </a:lnTo>
                  <a:lnTo>
                    <a:pt x="1796461" y="324441"/>
                  </a:lnTo>
                  <a:lnTo>
                    <a:pt x="1805444" y="325040"/>
                  </a:lnTo>
                  <a:lnTo>
                    <a:pt x="1814426" y="325609"/>
                  </a:lnTo>
                  <a:lnTo>
                    <a:pt x="1823408" y="326136"/>
                  </a:lnTo>
                  <a:lnTo>
                    <a:pt x="1832391" y="326613"/>
                  </a:lnTo>
                  <a:lnTo>
                    <a:pt x="1832391" y="330299"/>
                  </a:lnTo>
                  <a:lnTo>
                    <a:pt x="1823408" y="330299"/>
                  </a:lnTo>
                  <a:lnTo>
                    <a:pt x="1814426" y="330299"/>
                  </a:lnTo>
                  <a:lnTo>
                    <a:pt x="1805444" y="330299"/>
                  </a:lnTo>
                  <a:lnTo>
                    <a:pt x="1796461" y="330299"/>
                  </a:lnTo>
                  <a:lnTo>
                    <a:pt x="1787479" y="330299"/>
                  </a:lnTo>
                  <a:lnTo>
                    <a:pt x="1778497" y="330299"/>
                  </a:lnTo>
                  <a:lnTo>
                    <a:pt x="1769514" y="330299"/>
                  </a:lnTo>
                  <a:lnTo>
                    <a:pt x="1760532" y="330299"/>
                  </a:lnTo>
                  <a:lnTo>
                    <a:pt x="1751550" y="330299"/>
                  </a:lnTo>
                  <a:lnTo>
                    <a:pt x="1742567" y="330299"/>
                  </a:lnTo>
                  <a:lnTo>
                    <a:pt x="1733585" y="330299"/>
                  </a:lnTo>
                  <a:lnTo>
                    <a:pt x="1724603" y="330299"/>
                  </a:lnTo>
                  <a:lnTo>
                    <a:pt x="1715621" y="330299"/>
                  </a:lnTo>
                  <a:lnTo>
                    <a:pt x="1706638" y="330299"/>
                  </a:lnTo>
                  <a:lnTo>
                    <a:pt x="1697656" y="330299"/>
                  </a:lnTo>
                  <a:lnTo>
                    <a:pt x="1688674" y="330299"/>
                  </a:lnTo>
                  <a:lnTo>
                    <a:pt x="1679691" y="330299"/>
                  </a:lnTo>
                  <a:lnTo>
                    <a:pt x="1670709" y="330299"/>
                  </a:lnTo>
                  <a:lnTo>
                    <a:pt x="1661727" y="330299"/>
                  </a:lnTo>
                  <a:lnTo>
                    <a:pt x="1652744" y="330299"/>
                  </a:lnTo>
                  <a:lnTo>
                    <a:pt x="1643762" y="330299"/>
                  </a:lnTo>
                  <a:lnTo>
                    <a:pt x="1634780" y="330299"/>
                  </a:lnTo>
                  <a:lnTo>
                    <a:pt x="1625797" y="330299"/>
                  </a:lnTo>
                  <a:lnTo>
                    <a:pt x="1616815" y="330299"/>
                  </a:lnTo>
                  <a:lnTo>
                    <a:pt x="1607833" y="330299"/>
                  </a:lnTo>
                  <a:lnTo>
                    <a:pt x="1598851" y="330299"/>
                  </a:lnTo>
                  <a:lnTo>
                    <a:pt x="1589868" y="330299"/>
                  </a:lnTo>
                  <a:lnTo>
                    <a:pt x="1580886" y="330299"/>
                  </a:lnTo>
                  <a:lnTo>
                    <a:pt x="1571904" y="330299"/>
                  </a:lnTo>
                  <a:lnTo>
                    <a:pt x="1562921" y="330299"/>
                  </a:lnTo>
                  <a:lnTo>
                    <a:pt x="1553939" y="330299"/>
                  </a:lnTo>
                  <a:lnTo>
                    <a:pt x="1544957" y="330299"/>
                  </a:lnTo>
                  <a:lnTo>
                    <a:pt x="1535974" y="330299"/>
                  </a:lnTo>
                  <a:lnTo>
                    <a:pt x="1526992" y="330299"/>
                  </a:lnTo>
                  <a:lnTo>
                    <a:pt x="1518010" y="330299"/>
                  </a:lnTo>
                  <a:lnTo>
                    <a:pt x="1509027" y="330299"/>
                  </a:lnTo>
                  <a:lnTo>
                    <a:pt x="1500045" y="330299"/>
                  </a:lnTo>
                  <a:lnTo>
                    <a:pt x="1491063" y="330299"/>
                  </a:lnTo>
                  <a:lnTo>
                    <a:pt x="1482081" y="330299"/>
                  </a:lnTo>
                  <a:lnTo>
                    <a:pt x="1473098" y="330299"/>
                  </a:lnTo>
                  <a:lnTo>
                    <a:pt x="1464116" y="330299"/>
                  </a:lnTo>
                  <a:lnTo>
                    <a:pt x="1455134" y="330299"/>
                  </a:lnTo>
                  <a:lnTo>
                    <a:pt x="1446151" y="330299"/>
                  </a:lnTo>
                  <a:lnTo>
                    <a:pt x="1437169" y="330299"/>
                  </a:lnTo>
                  <a:lnTo>
                    <a:pt x="1428187" y="330299"/>
                  </a:lnTo>
                  <a:lnTo>
                    <a:pt x="1419204" y="330299"/>
                  </a:lnTo>
                  <a:lnTo>
                    <a:pt x="1410222" y="330299"/>
                  </a:lnTo>
                  <a:lnTo>
                    <a:pt x="1401240" y="330299"/>
                  </a:lnTo>
                  <a:lnTo>
                    <a:pt x="1392257" y="330299"/>
                  </a:lnTo>
                  <a:lnTo>
                    <a:pt x="1383275" y="330299"/>
                  </a:lnTo>
                  <a:lnTo>
                    <a:pt x="1374293" y="330299"/>
                  </a:lnTo>
                  <a:lnTo>
                    <a:pt x="1365310" y="330299"/>
                  </a:lnTo>
                  <a:lnTo>
                    <a:pt x="1356328" y="330299"/>
                  </a:lnTo>
                  <a:lnTo>
                    <a:pt x="1347346" y="330299"/>
                  </a:lnTo>
                  <a:lnTo>
                    <a:pt x="1338364" y="330299"/>
                  </a:lnTo>
                  <a:lnTo>
                    <a:pt x="1329381" y="330299"/>
                  </a:lnTo>
                  <a:lnTo>
                    <a:pt x="1320399" y="330299"/>
                  </a:lnTo>
                  <a:lnTo>
                    <a:pt x="1311417" y="330299"/>
                  </a:lnTo>
                  <a:lnTo>
                    <a:pt x="1302434" y="330299"/>
                  </a:lnTo>
                  <a:lnTo>
                    <a:pt x="1293452" y="330299"/>
                  </a:lnTo>
                  <a:lnTo>
                    <a:pt x="1284470" y="330299"/>
                  </a:lnTo>
                  <a:lnTo>
                    <a:pt x="1275487" y="330299"/>
                  </a:lnTo>
                  <a:lnTo>
                    <a:pt x="1266505" y="330299"/>
                  </a:lnTo>
                  <a:lnTo>
                    <a:pt x="1257523" y="330299"/>
                  </a:lnTo>
                  <a:lnTo>
                    <a:pt x="1248540" y="330299"/>
                  </a:lnTo>
                  <a:lnTo>
                    <a:pt x="1239558" y="330299"/>
                  </a:lnTo>
                  <a:lnTo>
                    <a:pt x="1230576" y="330299"/>
                  </a:lnTo>
                  <a:lnTo>
                    <a:pt x="1221594" y="330299"/>
                  </a:lnTo>
                  <a:lnTo>
                    <a:pt x="1212611" y="330299"/>
                  </a:lnTo>
                  <a:lnTo>
                    <a:pt x="1203629" y="330299"/>
                  </a:lnTo>
                  <a:lnTo>
                    <a:pt x="1194647" y="330299"/>
                  </a:lnTo>
                  <a:lnTo>
                    <a:pt x="1185664" y="330299"/>
                  </a:lnTo>
                  <a:lnTo>
                    <a:pt x="1176682" y="330299"/>
                  </a:lnTo>
                  <a:lnTo>
                    <a:pt x="1167700" y="330299"/>
                  </a:lnTo>
                  <a:lnTo>
                    <a:pt x="1158717" y="330299"/>
                  </a:lnTo>
                  <a:lnTo>
                    <a:pt x="1149735" y="330299"/>
                  </a:lnTo>
                  <a:lnTo>
                    <a:pt x="1140753" y="330299"/>
                  </a:lnTo>
                  <a:lnTo>
                    <a:pt x="1131770" y="330299"/>
                  </a:lnTo>
                  <a:lnTo>
                    <a:pt x="1122788" y="330299"/>
                  </a:lnTo>
                  <a:lnTo>
                    <a:pt x="1113806" y="330299"/>
                  </a:lnTo>
                  <a:lnTo>
                    <a:pt x="1104824" y="330299"/>
                  </a:lnTo>
                  <a:lnTo>
                    <a:pt x="1095841" y="330299"/>
                  </a:lnTo>
                  <a:lnTo>
                    <a:pt x="1086859" y="330299"/>
                  </a:lnTo>
                  <a:lnTo>
                    <a:pt x="1077877" y="330299"/>
                  </a:lnTo>
                  <a:lnTo>
                    <a:pt x="1068894" y="330299"/>
                  </a:lnTo>
                  <a:lnTo>
                    <a:pt x="1059912" y="330299"/>
                  </a:lnTo>
                  <a:lnTo>
                    <a:pt x="1050930" y="330299"/>
                  </a:lnTo>
                  <a:lnTo>
                    <a:pt x="1041947" y="330299"/>
                  </a:lnTo>
                  <a:lnTo>
                    <a:pt x="1032965" y="330299"/>
                  </a:lnTo>
                  <a:lnTo>
                    <a:pt x="1023983" y="330299"/>
                  </a:lnTo>
                  <a:lnTo>
                    <a:pt x="1015000" y="330299"/>
                  </a:lnTo>
                  <a:lnTo>
                    <a:pt x="1006018" y="330299"/>
                  </a:lnTo>
                  <a:lnTo>
                    <a:pt x="997036" y="330299"/>
                  </a:lnTo>
                  <a:lnTo>
                    <a:pt x="988054" y="330299"/>
                  </a:lnTo>
                  <a:lnTo>
                    <a:pt x="979071" y="330299"/>
                  </a:lnTo>
                  <a:lnTo>
                    <a:pt x="970089" y="330299"/>
                  </a:lnTo>
                  <a:lnTo>
                    <a:pt x="961107" y="330299"/>
                  </a:lnTo>
                  <a:lnTo>
                    <a:pt x="952124" y="330299"/>
                  </a:lnTo>
                  <a:lnTo>
                    <a:pt x="943142" y="330299"/>
                  </a:lnTo>
                  <a:lnTo>
                    <a:pt x="934160" y="330299"/>
                  </a:lnTo>
                  <a:lnTo>
                    <a:pt x="925177" y="330299"/>
                  </a:lnTo>
                  <a:lnTo>
                    <a:pt x="916195" y="330299"/>
                  </a:lnTo>
                  <a:lnTo>
                    <a:pt x="907213" y="330299"/>
                  </a:lnTo>
                  <a:lnTo>
                    <a:pt x="898230" y="330299"/>
                  </a:lnTo>
                  <a:lnTo>
                    <a:pt x="889248" y="330299"/>
                  </a:lnTo>
                  <a:lnTo>
                    <a:pt x="880266" y="330299"/>
                  </a:lnTo>
                  <a:lnTo>
                    <a:pt x="871283" y="330299"/>
                  </a:lnTo>
                  <a:lnTo>
                    <a:pt x="862301" y="330299"/>
                  </a:lnTo>
                  <a:lnTo>
                    <a:pt x="853319" y="330299"/>
                  </a:lnTo>
                  <a:lnTo>
                    <a:pt x="844337" y="330299"/>
                  </a:lnTo>
                  <a:lnTo>
                    <a:pt x="835354" y="330299"/>
                  </a:lnTo>
                  <a:lnTo>
                    <a:pt x="826372" y="330299"/>
                  </a:lnTo>
                  <a:lnTo>
                    <a:pt x="817390" y="330299"/>
                  </a:lnTo>
                  <a:lnTo>
                    <a:pt x="808407" y="330299"/>
                  </a:lnTo>
                  <a:lnTo>
                    <a:pt x="799425" y="330299"/>
                  </a:lnTo>
                  <a:lnTo>
                    <a:pt x="790443" y="330299"/>
                  </a:lnTo>
                  <a:lnTo>
                    <a:pt x="781460" y="330299"/>
                  </a:lnTo>
                  <a:lnTo>
                    <a:pt x="772478" y="330299"/>
                  </a:lnTo>
                  <a:lnTo>
                    <a:pt x="763496" y="330299"/>
                  </a:lnTo>
                  <a:lnTo>
                    <a:pt x="754513" y="330299"/>
                  </a:lnTo>
                  <a:lnTo>
                    <a:pt x="745531" y="330299"/>
                  </a:lnTo>
                  <a:lnTo>
                    <a:pt x="736549" y="330299"/>
                  </a:lnTo>
                  <a:lnTo>
                    <a:pt x="727567" y="330299"/>
                  </a:lnTo>
                  <a:lnTo>
                    <a:pt x="718584" y="330299"/>
                  </a:lnTo>
                  <a:lnTo>
                    <a:pt x="709602" y="330299"/>
                  </a:lnTo>
                  <a:lnTo>
                    <a:pt x="700620" y="330299"/>
                  </a:lnTo>
                  <a:lnTo>
                    <a:pt x="691637" y="330299"/>
                  </a:lnTo>
                  <a:lnTo>
                    <a:pt x="682655" y="330299"/>
                  </a:lnTo>
                  <a:lnTo>
                    <a:pt x="673673" y="330299"/>
                  </a:lnTo>
                  <a:lnTo>
                    <a:pt x="664690" y="330299"/>
                  </a:lnTo>
                  <a:lnTo>
                    <a:pt x="655708" y="330299"/>
                  </a:lnTo>
                  <a:lnTo>
                    <a:pt x="646726" y="330299"/>
                  </a:lnTo>
                  <a:lnTo>
                    <a:pt x="637743" y="330299"/>
                  </a:lnTo>
                  <a:lnTo>
                    <a:pt x="628761" y="330299"/>
                  </a:lnTo>
                  <a:lnTo>
                    <a:pt x="619779" y="330299"/>
                  </a:lnTo>
                  <a:lnTo>
                    <a:pt x="610797" y="330299"/>
                  </a:lnTo>
                  <a:lnTo>
                    <a:pt x="601814" y="330299"/>
                  </a:lnTo>
                  <a:lnTo>
                    <a:pt x="592832" y="330299"/>
                  </a:lnTo>
                  <a:lnTo>
                    <a:pt x="583850" y="330299"/>
                  </a:lnTo>
                  <a:lnTo>
                    <a:pt x="574867" y="330299"/>
                  </a:lnTo>
                  <a:lnTo>
                    <a:pt x="565885" y="330299"/>
                  </a:lnTo>
                  <a:lnTo>
                    <a:pt x="556903" y="330299"/>
                  </a:lnTo>
                  <a:lnTo>
                    <a:pt x="547920" y="330299"/>
                  </a:lnTo>
                  <a:lnTo>
                    <a:pt x="538938" y="330299"/>
                  </a:lnTo>
                  <a:lnTo>
                    <a:pt x="529956" y="330299"/>
                  </a:lnTo>
                  <a:lnTo>
                    <a:pt x="520973" y="330299"/>
                  </a:lnTo>
                  <a:lnTo>
                    <a:pt x="511991" y="330299"/>
                  </a:lnTo>
                  <a:lnTo>
                    <a:pt x="503009" y="330299"/>
                  </a:lnTo>
                  <a:lnTo>
                    <a:pt x="494027" y="330299"/>
                  </a:lnTo>
                  <a:lnTo>
                    <a:pt x="485044" y="330299"/>
                  </a:lnTo>
                  <a:lnTo>
                    <a:pt x="476062" y="330299"/>
                  </a:lnTo>
                  <a:lnTo>
                    <a:pt x="467080" y="330299"/>
                  </a:lnTo>
                  <a:lnTo>
                    <a:pt x="458097" y="330299"/>
                  </a:lnTo>
                  <a:lnTo>
                    <a:pt x="449115" y="330299"/>
                  </a:lnTo>
                  <a:lnTo>
                    <a:pt x="440133" y="330299"/>
                  </a:lnTo>
                  <a:lnTo>
                    <a:pt x="431150" y="330299"/>
                  </a:lnTo>
                  <a:lnTo>
                    <a:pt x="422168" y="330299"/>
                  </a:lnTo>
                  <a:lnTo>
                    <a:pt x="413186" y="330299"/>
                  </a:lnTo>
                  <a:lnTo>
                    <a:pt x="404203" y="330299"/>
                  </a:lnTo>
                  <a:lnTo>
                    <a:pt x="395221" y="330299"/>
                  </a:lnTo>
                  <a:lnTo>
                    <a:pt x="386239" y="330299"/>
                  </a:lnTo>
                  <a:lnTo>
                    <a:pt x="377256" y="330299"/>
                  </a:lnTo>
                  <a:lnTo>
                    <a:pt x="368274" y="330299"/>
                  </a:lnTo>
                  <a:lnTo>
                    <a:pt x="359292" y="330299"/>
                  </a:lnTo>
                  <a:lnTo>
                    <a:pt x="350310" y="330299"/>
                  </a:lnTo>
                  <a:lnTo>
                    <a:pt x="341327" y="330299"/>
                  </a:lnTo>
                  <a:lnTo>
                    <a:pt x="332345" y="330299"/>
                  </a:lnTo>
                  <a:lnTo>
                    <a:pt x="323363" y="330299"/>
                  </a:lnTo>
                  <a:lnTo>
                    <a:pt x="314380" y="330299"/>
                  </a:lnTo>
                  <a:lnTo>
                    <a:pt x="305398" y="330299"/>
                  </a:lnTo>
                  <a:lnTo>
                    <a:pt x="296416" y="330299"/>
                  </a:lnTo>
                  <a:lnTo>
                    <a:pt x="287433" y="330299"/>
                  </a:lnTo>
                  <a:lnTo>
                    <a:pt x="278451" y="330299"/>
                  </a:lnTo>
                  <a:lnTo>
                    <a:pt x="269469" y="330299"/>
                  </a:lnTo>
                  <a:lnTo>
                    <a:pt x="260486" y="330299"/>
                  </a:lnTo>
                  <a:lnTo>
                    <a:pt x="251504" y="330299"/>
                  </a:lnTo>
                  <a:lnTo>
                    <a:pt x="242522" y="330299"/>
                  </a:lnTo>
                  <a:lnTo>
                    <a:pt x="233540" y="330299"/>
                  </a:lnTo>
                  <a:lnTo>
                    <a:pt x="224557" y="330299"/>
                  </a:lnTo>
                  <a:lnTo>
                    <a:pt x="215575" y="330299"/>
                  </a:lnTo>
                  <a:lnTo>
                    <a:pt x="206593" y="330299"/>
                  </a:lnTo>
                  <a:lnTo>
                    <a:pt x="197610" y="330299"/>
                  </a:lnTo>
                  <a:lnTo>
                    <a:pt x="188628" y="330299"/>
                  </a:lnTo>
                  <a:lnTo>
                    <a:pt x="179646" y="330299"/>
                  </a:lnTo>
                  <a:lnTo>
                    <a:pt x="170663" y="330299"/>
                  </a:lnTo>
                  <a:lnTo>
                    <a:pt x="161681" y="330299"/>
                  </a:lnTo>
                  <a:lnTo>
                    <a:pt x="152699" y="330299"/>
                  </a:lnTo>
                  <a:lnTo>
                    <a:pt x="143716" y="330299"/>
                  </a:lnTo>
                  <a:lnTo>
                    <a:pt x="134734" y="330299"/>
                  </a:lnTo>
                  <a:lnTo>
                    <a:pt x="125752" y="330299"/>
                  </a:lnTo>
                  <a:lnTo>
                    <a:pt x="116770" y="330299"/>
                  </a:lnTo>
                  <a:lnTo>
                    <a:pt x="107787" y="330299"/>
                  </a:lnTo>
                  <a:lnTo>
                    <a:pt x="98805" y="330299"/>
                  </a:lnTo>
                  <a:lnTo>
                    <a:pt x="89823" y="330299"/>
                  </a:lnTo>
                  <a:lnTo>
                    <a:pt x="80840" y="330299"/>
                  </a:lnTo>
                  <a:lnTo>
                    <a:pt x="71858" y="330299"/>
                  </a:lnTo>
                  <a:lnTo>
                    <a:pt x="62876" y="330299"/>
                  </a:lnTo>
                  <a:lnTo>
                    <a:pt x="53893" y="330299"/>
                  </a:lnTo>
                  <a:lnTo>
                    <a:pt x="44911" y="330299"/>
                  </a:lnTo>
                  <a:lnTo>
                    <a:pt x="35929" y="330299"/>
                  </a:lnTo>
                  <a:lnTo>
                    <a:pt x="26946" y="330299"/>
                  </a:lnTo>
                  <a:lnTo>
                    <a:pt x="17964" y="330299"/>
                  </a:lnTo>
                  <a:lnTo>
                    <a:pt x="8982" y="330299"/>
                  </a:lnTo>
                  <a:lnTo>
                    <a:pt x="0" y="330299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828106" y="1210177"/>
              <a:ext cx="1832391" cy="326613"/>
            </a:xfrm>
            <a:custGeom>
              <a:avLst/>
              <a:pathLst>
                <a:path w="1832391" h="326613">
                  <a:moveTo>
                    <a:pt x="0" y="326424"/>
                  </a:moveTo>
                  <a:lnTo>
                    <a:pt x="8982" y="325532"/>
                  </a:lnTo>
                  <a:lnTo>
                    <a:pt x="17964" y="324503"/>
                  </a:lnTo>
                  <a:lnTo>
                    <a:pt x="26946" y="323365"/>
                  </a:lnTo>
                  <a:lnTo>
                    <a:pt x="35929" y="322156"/>
                  </a:lnTo>
                  <a:lnTo>
                    <a:pt x="44911" y="320919"/>
                  </a:lnTo>
                  <a:lnTo>
                    <a:pt x="53893" y="319695"/>
                  </a:lnTo>
                  <a:lnTo>
                    <a:pt x="62876" y="318521"/>
                  </a:lnTo>
                  <a:lnTo>
                    <a:pt x="71858" y="317423"/>
                  </a:lnTo>
                  <a:lnTo>
                    <a:pt x="80840" y="316418"/>
                  </a:lnTo>
                  <a:lnTo>
                    <a:pt x="89823" y="315511"/>
                  </a:lnTo>
                  <a:lnTo>
                    <a:pt x="98805" y="314699"/>
                  </a:lnTo>
                  <a:lnTo>
                    <a:pt x="107787" y="313967"/>
                  </a:lnTo>
                  <a:lnTo>
                    <a:pt x="116770" y="313292"/>
                  </a:lnTo>
                  <a:lnTo>
                    <a:pt x="125752" y="312634"/>
                  </a:lnTo>
                  <a:lnTo>
                    <a:pt x="134734" y="311948"/>
                  </a:lnTo>
                  <a:lnTo>
                    <a:pt x="143716" y="311184"/>
                  </a:lnTo>
                  <a:lnTo>
                    <a:pt x="152699" y="310291"/>
                  </a:lnTo>
                  <a:lnTo>
                    <a:pt x="161681" y="309223"/>
                  </a:lnTo>
                  <a:lnTo>
                    <a:pt x="170663" y="307948"/>
                  </a:lnTo>
                  <a:lnTo>
                    <a:pt x="179646" y="306446"/>
                  </a:lnTo>
                  <a:lnTo>
                    <a:pt x="188628" y="304716"/>
                  </a:lnTo>
                  <a:lnTo>
                    <a:pt x="197610" y="302772"/>
                  </a:lnTo>
                  <a:lnTo>
                    <a:pt x="206593" y="300636"/>
                  </a:lnTo>
                  <a:lnTo>
                    <a:pt x="215575" y="298331"/>
                  </a:lnTo>
                  <a:lnTo>
                    <a:pt x="224557" y="295878"/>
                  </a:lnTo>
                  <a:lnTo>
                    <a:pt x="233540" y="293287"/>
                  </a:lnTo>
                  <a:lnTo>
                    <a:pt x="242522" y="290550"/>
                  </a:lnTo>
                  <a:lnTo>
                    <a:pt x="251504" y="287666"/>
                  </a:lnTo>
                  <a:lnTo>
                    <a:pt x="260486" y="284630"/>
                  </a:lnTo>
                  <a:lnTo>
                    <a:pt x="269469" y="281439"/>
                  </a:lnTo>
                  <a:lnTo>
                    <a:pt x="278451" y="278090"/>
                  </a:lnTo>
                  <a:lnTo>
                    <a:pt x="287433" y="274580"/>
                  </a:lnTo>
                  <a:lnTo>
                    <a:pt x="296416" y="270905"/>
                  </a:lnTo>
                  <a:lnTo>
                    <a:pt x="305398" y="267058"/>
                  </a:lnTo>
                  <a:lnTo>
                    <a:pt x="314380" y="263033"/>
                  </a:lnTo>
                  <a:lnTo>
                    <a:pt x="323363" y="258834"/>
                  </a:lnTo>
                  <a:lnTo>
                    <a:pt x="332345" y="254479"/>
                  </a:lnTo>
                  <a:lnTo>
                    <a:pt x="341327" y="250008"/>
                  </a:lnTo>
                  <a:lnTo>
                    <a:pt x="350310" y="245482"/>
                  </a:lnTo>
                  <a:lnTo>
                    <a:pt x="359292" y="240979"/>
                  </a:lnTo>
                  <a:lnTo>
                    <a:pt x="368274" y="236587"/>
                  </a:lnTo>
                  <a:lnTo>
                    <a:pt x="377256" y="232372"/>
                  </a:lnTo>
                  <a:lnTo>
                    <a:pt x="386239" y="228341"/>
                  </a:lnTo>
                  <a:lnTo>
                    <a:pt x="395221" y="224458"/>
                  </a:lnTo>
                  <a:lnTo>
                    <a:pt x="404203" y="220636"/>
                  </a:lnTo>
                  <a:lnTo>
                    <a:pt x="413186" y="216753"/>
                  </a:lnTo>
                  <a:lnTo>
                    <a:pt x="422168" y="212668"/>
                  </a:lnTo>
                  <a:lnTo>
                    <a:pt x="431150" y="208245"/>
                  </a:lnTo>
                  <a:lnTo>
                    <a:pt x="440133" y="203375"/>
                  </a:lnTo>
                  <a:lnTo>
                    <a:pt x="449115" y="197997"/>
                  </a:lnTo>
                  <a:lnTo>
                    <a:pt x="458097" y="192104"/>
                  </a:lnTo>
                  <a:lnTo>
                    <a:pt x="467080" y="185752"/>
                  </a:lnTo>
                  <a:lnTo>
                    <a:pt x="476062" y="179051"/>
                  </a:lnTo>
                  <a:lnTo>
                    <a:pt x="485044" y="172152"/>
                  </a:lnTo>
                  <a:lnTo>
                    <a:pt x="494027" y="165235"/>
                  </a:lnTo>
                  <a:lnTo>
                    <a:pt x="503009" y="158503"/>
                  </a:lnTo>
                  <a:lnTo>
                    <a:pt x="511991" y="152108"/>
                  </a:lnTo>
                  <a:lnTo>
                    <a:pt x="520973" y="146159"/>
                  </a:lnTo>
                  <a:lnTo>
                    <a:pt x="529956" y="140717"/>
                  </a:lnTo>
                  <a:lnTo>
                    <a:pt x="538938" y="135793"/>
                  </a:lnTo>
                  <a:lnTo>
                    <a:pt x="547920" y="131353"/>
                  </a:lnTo>
                  <a:lnTo>
                    <a:pt x="556903" y="127332"/>
                  </a:lnTo>
                  <a:lnTo>
                    <a:pt x="565885" y="123642"/>
                  </a:lnTo>
                  <a:lnTo>
                    <a:pt x="574867" y="120189"/>
                  </a:lnTo>
                  <a:lnTo>
                    <a:pt x="583850" y="116883"/>
                  </a:lnTo>
                  <a:lnTo>
                    <a:pt x="592832" y="113645"/>
                  </a:lnTo>
                  <a:lnTo>
                    <a:pt x="601814" y="110412"/>
                  </a:lnTo>
                  <a:lnTo>
                    <a:pt x="610797" y="107133"/>
                  </a:lnTo>
                  <a:lnTo>
                    <a:pt x="619779" y="103770"/>
                  </a:lnTo>
                  <a:lnTo>
                    <a:pt x="628761" y="100286"/>
                  </a:lnTo>
                  <a:lnTo>
                    <a:pt x="637743" y="96668"/>
                  </a:lnTo>
                  <a:lnTo>
                    <a:pt x="646726" y="92906"/>
                  </a:lnTo>
                  <a:lnTo>
                    <a:pt x="655708" y="88998"/>
                  </a:lnTo>
                  <a:lnTo>
                    <a:pt x="664690" y="84955"/>
                  </a:lnTo>
                  <a:lnTo>
                    <a:pt x="673673" y="80800"/>
                  </a:lnTo>
                  <a:lnTo>
                    <a:pt x="682655" y="76566"/>
                  </a:lnTo>
                  <a:lnTo>
                    <a:pt x="691637" y="72295"/>
                  </a:lnTo>
                  <a:lnTo>
                    <a:pt x="700620" y="68033"/>
                  </a:lnTo>
                  <a:lnTo>
                    <a:pt x="709602" y="63822"/>
                  </a:lnTo>
                  <a:lnTo>
                    <a:pt x="718584" y="59698"/>
                  </a:lnTo>
                  <a:lnTo>
                    <a:pt x="727567" y="55682"/>
                  </a:lnTo>
                  <a:lnTo>
                    <a:pt x="736549" y="51783"/>
                  </a:lnTo>
                  <a:lnTo>
                    <a:pt x="745531" y="47991"/>
                  </a:lnTo>
                  <a:lnTo>
                    <a:pt x="754513" y="44290"/>
                  </a:lnTo>
                  <a:lnTo>
                    <a:pt x="763496" y="40642"/>
                  </a:lnTo>
                  <a:lnTo>
                    <a:pt x="772478" y="37016"/>
                  </a:lnTo>
                  <a:lnTo>
                    <a:pt x="781460" y="33384"/>
                  </a:lnTo>
                  <a:lnTo>
                    <a:pt x="790443" y="29728"/>
                  </a:lnTo>
                  <a:lnTo>
                    <a:pt x="799425" y="26040"/>
                  </a:lnTo>
                  <a:lnTo>
                    <a:pt x="808407" y="22330"/>
                  </a:lnTo>
                  <a:lnTo>
                    <a:pt x="817390" y="18627"/>
                  </a:lnTo>
                  <a:lnTo>
                    <a:pt x="826372" y="14985"/>
                  </a:lnTo>
                  <a:lnTo>
                    <a:pt x="835354" y="11488"/>
                  </a:lnTo>
                  <a:lnTo>
                    <a:pt x="844337" y="8241"/>
                  </a:lnTo>
                  <a:lnTo>
                    <a:pt x="853319" y="5370"/>
                  </a:lnTo>
                  <a:lnTo>
                    <a:pt x="862301" y="3004"/>
                  </a:lnTo>
                  <a:lnTo>
                    <a:pt x="871283" y="1257"/>
                  </a:lnTo>
                  <a:lnTo>
                    <a:pt x="880266" y="253"/>
                  </a:lnTo>
                  <a:lnTo>
                    <a:pt x="889248" y="0"/>
                  </a:lnTo>
                  <a:lnTo>
                    <a:pt x="898230" y="443"/>
                  </a:lnTo>
                  <a:lnTo>
                    <a:pt x="907213" y="1504"/>
                  </a:lnTo>
                  <a:lnTo>
                    <a:pt x="916195" y="3075"/>
                  </a:lnTo>
                  <a:lnTo>
                    <a:pt x="925177" y="5043"/>
                  </a:lnTo>
                  <a:lnTo>
                    <a:pt x="934160" y="7306"/>
                  </a:lnTo>
                  <a:lnTo>
                    <a:pt x="943142" y="9788"/>
                  </a:lnTo>
                  <a:lnTo>
                    <a:pt x="952124" y="12446"/>
                  </a:lnTo>
                  <a:lnTo>
                    <a:pt x="961107" y="15263"/>
                  </a:lnTo>
                  <a:lnTo>
                    <a:pt x="970089" y="18244"/>
                  </a:lnTo>
                  <a:lnTo>
                    <a:pt x="979071" y="21405"/>
                  </a:lnTo>
                  <a:lnTo>
                    <a:pt x="988054" y="24765"/>
                  </a:lnTo>
                  <a:lnTo>
                    <a:pt x="997036" y="28343"/>
                  </a:lnTo>
                  <a:lnTo>
                    <a:pt x="1006018" y="32166"/>
                  </a:lnTo>
                  <a:lnTo>
                    <a:pt x="1015000" y="36256"/>
                  </a:lnTo>
                  <a:lnTo>
                    <a:pt x="1023983" y="40620"/>
                  </a:lnTo>
                  <a:lnTo>
                    <a:pt x="1032965" y="45274"/>
                  </a:lnTo>
                  <a:lnTo>
                    <a:pt x="1041947" y="50218"/>
                  </a:lnTo>
                  <a:lnTo>
                    <a:pt x="1050930" y="55431"/>
                  </a:lnTo>
                  <a:lnTo>
                    <a:pt x="1059912" y="60866"/>
                  </a:lnTo>
                  <a:lnTo>
                    <a:pt x="1068894" y="66448"/>
                  </a:lnTo>
                  <a:lnTo>
                    <a:pt x="1077877" y="72091"/>
                  </a:lnTo>
                  <a:lnTo>
                    <a:pt x="1086859" y="77704"/>
                  </a:lnTo>
                  <a:lnTo>
                    <a:pt x="1095841" y="83219"/>
                  </a:lnTo>
                  <a:lnTo>
                    <a:pt x="1104824" y="88601"/>
                  </a:lnTo>
                  <a:lnTo>
                    <a:pt x="1113806" y="93862"/>
                  </a:lnTo>
                  <a:lnTo>
                    <a:pt x="1122788" y="99062"/>
                  </a:lnTo>
                  <a:lnTo>
                    <a:pt x="1131770" y="104303"/>
                  </a:lnTo>
                  <a:lnTo>
                    <a:pt x="1140753" y="109719"/>
                  </a:lnTo>
                  <a:lnTo>
                    <a:pt x="1149735" y="115408"/>
                  </a:lnTo>
                  <a:lnTo>
                    <a:pt x="1158717" y="121438"/>
                  </a:lnTo>
                  <a:lnTo>
                    <a:pt x="1167700" y="127830"/>
                  </a:lnTo>
                  <a:lnTo>
                    <a:pt x="1176682" y="134556"/>
                  </a:lnTo>
                  <a:lnTo>
                    <a:pt x="1185664" y="141554"/>
                  </a:lnTo>
                  <a:lnTo>
                    <a:pt x="1194647" y="148732"/>
                  </a:lnTo>
                  <a:lnTo>
                    <a:pt x="1203629" y="155985"/>
                  </a:lnTo>
                  <a:lnTo>
                    <a:pt x="1212611" y="163200"/>
                  </a:lnTo>
                  <a:lnTo>
                    <a:pt x="1221594" y="170263"/>
                  </a:lnTo>
                  <a:lnTo>
                    <a:pt x="1230576" y="177063"/>
                  </a:lnTo>
                  <a:lnTo>
                    <a:pt x="1239558" y="183494"/>
                  </a:lnTo>
                  <a:lnTo>
                    <a:pt x="1248540" y="189460"/>
                  </a:lnTo>
                  <a:lnTo>
                    <a:pt x="1257523" y="194878"/>
                  </a:lnTo>
                  <a:lnTo>
                    <a:pt x="1266505" y="199664"/>
                  </a:lnTo>
                  <a:lnTo>
                    <a:pt x="1275487" y="203861"/>
                  </a:lnTo>
                  <a:lnTo>
                    <a:pt x="1284470" y="207518"/>
                  </a:lnTo>
                  <a:lnTo>
                    <a:pt x="1293452" y="210723"/>
                  </a:lnTo>
                  <a:lnTo>
                    <a:pt x="1302434" y="213591"/>
                  </a:lnTo>
                  <a:lnTo>
                    <a:pt x="1311417" y="216247"/>
                  </a:lnTo>
                  <a:lnTo>
                    <a:pt x="1320399" y="218814"/>
                  </a:lnTo>
                  <a:lnTo>
                    <a:pt x="1329381" y="221396"/>
                  </a:lnTo>
                  <a:lnTo>
                    <a:pt x="1338364" y="224071"/>
                  </a:lnTo>
                  <a:lnTo>
                    <a:pt x="1347346" y="226889"/>
                  </a:lnTo>
                  <a:lnTo>
                    <a:pt x="1356328" y="229874"/>
                  </a:lnTo>
                  <a:lnTo>
                    <a:pt x="1365310" y="233031"/>
                  </a:lnTo>
                  <a:lnTo>
                    <a:pt x="1374293" y="236349"/>
                  </a:lnTo>
                  <a:lnTo>
                    <a:pt x="1383275" y="239813"/>
                  </a:lnTo>
                  <a:lnTo>
                    <a:pt x="1392257" y="243417"/>
                  </a:lnTo>
                  <a:lnTo>
                    <a:pt x="1401240" y="247139"/>
                  </a:lnTo>
                  <a:lnTo>
                    <a:pt x="1410222" y="250967"/>
                  </a:lnTo>
                  <a:lnTo>
                    <a:pt x="1419204" y="254890"/>
                  </a:lnTo>
                  <a:lnTo>
                    <a:pt x="1428187" y="258888"/>
                  </a:lnTo>
                  <a:lnTo>
                    <a:pt x="1437169" y="262930"/>
                  </a:lnTo>
                  <a:lnTo>
                    <a:pt x="1446151" y="266971"/>
                  </a:lnTo>
                  <a:lnTo>
                    <a:pt x="1455134" y="270956"/>
                  </a:lnTo>
                  <a:lnTo>
                    <a:pt x="1464116" y="274820"/>
                  </a:lnTo>
                  <a:lnTo>
                    <a:pt x="1473098" y="278503"/>
                  </a:lnTo>
                  <a:lnTo>
                    <a:pt x="1482081" y="281957"/>
                  </a:lnTo>
                  <a:lnTo>
                    <a:pt x="1491063" y="285155"/>
                  </a:lnTo>
                  <a:lnTo>
                    <a:pt x="1500045" y="288096"/>
                  </a:lnTo>
                  <a:lnTo>
                    <a:pt x="1509027" y="290802"/>
                  </a:lnTo>
                  <a:lnTo>
                    <a:pt x="1518010" y="293308"/>
                  </a:lnTo>
                  <a:lnTo>
                    <a:pt x="1526992" y="295671"/>
                  </a:lnTo>
                  <a:lnTo>
                    <a:pt x="1535974" y="297934"/>
                  </a:lnTo>
                  <a:lnTo>
                    <a:pt x="1544957" y="300119"/>
                  </a:lnTo>
                  <a:lnTo>
                    <a:pt x="1553939" y="302229"/>
                  </a:lnTo>
                  <a:lnTo>
                    <a:pt x="1562921" y="304254"/>
                  </a:lnTo>
                  <a:lnTo>
                    <a:pt x="1571904" y="306176"/>
                  </a:lnTo>
                  <a:lnTo>
                    <a:pt x="1580886" y="307976"/>
                  </a:lnTo>
                  <a:lnTo>
                    <a:pt x="1589868" y="309640"/>
                  </a:lnTo>
                  <a:lnTo>
                    <a:pt x="1598851" y="311159"/>
                  </a:lnTo>
                  <a:lnTo>
                    <a:pt x="1607833" y="312534"/>
                  </a:lnTo>
                  <a:lnTo>
                    <a:pt x="1616815" y="313768"/>
                  </a:lnTo>
                  <a:lnTo>
                    <a:pt x="1625797" y="314869"/>
                  </a:lnTo>
                  <a:lnTo>
                    <a:pt x="1634780" y="315842"/>
                  </a:lnTo>
                  <a:lnTo>
                    <a:pt x="1643762" y="316689"/>
                  </a:lnTo>
                  <a:lnTo>
                    <a:pt x="1652744" y="317414"/>
                  </a:lnTo>
                  <a:lnTo>
                    <a:pt x="1661727" y="318031"/>
                  </a:lnTo>
                  <a:lnTo>
                    <a:pt x="1670709" y="318548"/>
                  </a:lnTo>
                  <a:lnTo>
                    <a:pt x="1679691" y="318979"/>
                  </a:lnTo>
                  <a:lnTo>
                    <a:pt x="1688674" y="319341"/>
                  </a:lnTo>
                  <a:lnTo>
                    <a:pt x="1697656" y="319655"/>
                  </a:lnTo>
                  <a:lnTo>
                    <a:pt x="1706638" y="319941"/>
                  </a:lnTo>
                  <a:lnTo>
                    <a:pt x="1715621" y="320220"/>
                  </a:lnTo>
                  <a:lnTo>
                    <a:pt x="1724603" y="320513"/>
                  </a:lnTo>
                  <a:lnTo>
                    <a:pt x="1733585" y="320837"/>
                  </a:lnTo>
                  <a:lnTo>
                    <a:pt x="1742567" y="321205"/>
                  </a:lnTo>
                  <a:lnTo>
                    <a:pt x="1751550" y="321628"/>
                  </a:lnTo>
                  <a:lnTo>
                    <a:pt x="1760532" y="322107"/>
                  </a:lnTo>
                  <a:lnTo>
                    <a:pt x="1769514" y="322642"/>
                  </a:lnTo>
                  <a:lnTo>
                    <a:pt x="1778497" y="323223"/>
                  </a:lnTo>
                  <a:lnTo>
                    <a:pt x="1787479" y="323828"/>
                  </a:lnTo>
                  <a:lnTo>
                    <a:pt x="1796461" y="324441"/>
                  </a:lnTo>
                  <a:lnTo>
                    <a:pt x="1805444" y="325040"/>
                  </a:lnTo>
                  <a:lnTo>
                    <a:pt x="1814426" y="325609"/>
                  </a:lnTo>
                  <a:lnTo>
                    <a:pt x="1823408" y="326136"/>
                  </a:lnTo>
                  <a:lnTo>
                    <a:pt x="1832391" y="326613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738283" y="1604823"/>
              <a:ext cx="1491063" cy="400981"/>
            </a:xfrm>
            <a:custGeom>
              <a:avLst/>
              <a:pathLst>
                <a:path w="1491063" h="400981">
                  <a:moveTo>
                    <a:pt x="0" y="397206"/>
                  </a:moveTo>
                  <a:lnTo>
                    <a:pt x="8982" y="397026"/>
                  </a:lnTo>
                  <a:lnTo>
                    <a:pt x="17964" y="396842"/>
                  </a:lnTo>
                  <a:lnTo>
                    <a:pt x="26946" y="396624"/>
                  </a:lnTo>
                  <a:lnTo>
                    <a:pt x="35929" y="396337"/>
                  </a:lnTo>
                  <a:lnTo>
                    <a:pt x="44911" y="395940"/>
                  </a:lnTo>
                  <a:lnTo>
                    <a:pt x="53893" y="395395"/>
                  </a:lnTo>
                  <a:lnTo>
                    <a:pt x="62876" y="394670"/>
                  </a:lnTo>
                  <a:lnTo>
                    <a:pt x="71858" y="393740"/>
                  </a:lnTo>
                  <a:lnTo>
                    <a:pt x="80840" y="392588"/>
                  </a:lnTo>
                  <a:lnTo>
                    <a:pt x="89823" y="391244"/>
                  </a:lnTo>
                  <a:lnTo>
                    <a:pt x="98805" y="389741"/>
                  </a:lnTo>
                  <a:lnTo>
                    <a:pt x="107787" y="388119"/>
                  </a:lnTo>
                  <a:lnTo>
                    <a:pt x="116770" y="386425"/>
                  </a:lnTo>
                  <a:lnTo>
                    <a:pt x="125752" y="384707"/>
                  </a:lnTo>
                  <a:lnTo>
                    <a:pt x="134734" y="383007"/>
                  </a:lnTo>
                  <a:lnTo>
                    <a:pt x="143716" y="381359"/>
                  </a:lnTo>
                  <a:lnTo>
                    <a:pt x="152699" y="379787"/>
                  </a:lnTo>
                  <a:lnTo>
                    <a:pt x="161681" y="378301"/>
                  </a:lnTo>
                  <a:lnTo>
                    <a:pt x="170663" y="376897"/>
                  </a:lnTo>
                  <a:lnTo>
                    <a:pt x="179646" y="375554"/>
                  </a:lnTo>
                  <a:lnTo>
                    <a:pt x="188628" y="374237"/>
                  </a:lnTo>
                  <a:lnTo>
                    <a:pt x="197610" y="372893"/>
                  </a:lnTo>
                  <a:lnTo>
                    <a:pt x="206593" y="371448"/>
                  </a:lnTo>
                  <a:lnTo>
                    <a:pt x="215575" y="369835"/>
                  </a:lnTo>
                  <a:lnTo>
                    <a:pt x="224557" y="367989"/>
                  </a:lnTo>
                  <a:lnTo>
                    <a:pt x="233540" y="365856"/>
                  </a:lnTo>
                  <a:lnTo>
                    <a:pt x="242522" y="363389"/>
                  </a:lnTo>
                  <a:lnTo>
                    <a:pt x="251504" y="360548"/>
                  </a:lnTo>
                  <a:lnTo>
                    <a:pt x="260486" y="357299"/>
                  </a:lnTo>
                  <a:lnTo>
                    <a:pt x="269469" y="353608"/>
                  </a:lnTo>
                  <a:lnTo>
                    <a:pt x="278451" y="349445"/>
                  </a:lnTo>
                  <a:lnTo>
                    <a:pt x="287433" y="344784"/>
                  </a:lnTo>
                  <a:lnTo>
                    <a:pt x="296416" y="339617"/>
                  </a:lnTo>
                  <a:lnTo>
                    <a:pt x="305398" y="333954"/>
                  </a:lnTo>
                  <a:lnTo>
                    <a:pt x="314380" y="327835"/>
                  </a:lnTo>
                  <a:lnTo>
                    <a:pt x="323363" y="321329"/>
                  </a:lnTo>
                  <a:lnTo>
                    <a:pt x="332345" y="314510"/>
                  </a:lnTo>
                  <a:lnTo>
                    <a:pt x="341327" y="307488"/>
                  </a:lnTo>
                  <a:lnTo>
                    <a:pt x="350310" y="300343"/>
                  </a:lnTo>
                  <a:lnTo>
                    <a:pt x="359292" y="293114"/>
                  </a:lnTo>
                  <a:lnTo>
                    <a:pt x="368274" y="285809"/>
                  </a:lnTo>
                  <a:lnTo>
                    <a:pt x="377256" y="278404"/>
                  </a:lnTo>
                  <a:lnTo>
                    <a:pt x="386239" y="270863"/>
                  </a:lnTo>
                  <a:lnTo>
                    <a:pt x="395221" y="263147"/>
                  </a:lnTo>
                  <a:lnTo>
                    <a:pt x="404203" y="255235"/>
                  </a:lnTo>
                  <a:lnTo>
                    <a:pt x="413186" y="247133"/>
                  </a:lnTo>
                  <a:lnTo>
                    <a:pt x="422168" y="238879"/>
                  </a:lnTo>
                  <a:lnTo>
                    <a:pt x="431150" y="230544"/>
                  </a:lnTo>
                  <a:lnTo>
                    <a:pt x="440133" y="222225"/>
                  </a:lnTo>
                  <a:lnTo>
                    <a:pt x="449115" y="214027"/>
                  </a:lnTo>
                  <a:lnTo>
                    <a:pt x="458097" y="206062"/>
                  </a:lnTo>
                  <a:lnTo>
                    <a:pt x="467080" y="198404"/>
                  </a:lnTo>
                  <a:lnTo>
                    <a:pt x="476062" y="191055"/>
                  </a:lnTo>
                  <a:lnTo>
                    <a:pt x="485044" y="183964"/>
                  </a:lnTo>
                  <a:lnTo>
                    <a:pt x="494027" y="177022"/>
                  </a:lnTo>
                  <a:lnTo>
                    <a:pt x="503009" y="170076"/>
                  </a:lnTo>
                  <a:lnTo>
                    <a:pt x="511991" y="162954"/>
                  </a:lnTo>
                  <a:lnTo>
                    <a:pt x="520973" y="155500"/>
                  </a:lnTo>
                  <a:lnTo>
                    <a:pt x="529956" y="147604"/>
                  </a:lnTo>
                  <a:lnTo>
                    <a:pt x="538938" y="139230"/>
                  </a:lnTo>
                  <a:lnTo>
                    <a:pt x="547920" y="130426"/>
                  </a:lnTo>
                  <a:lnTo>
                    <a:pt x="556903" y="121319"/>
                  </a:lnTo>
                  <a:lnTo>
                    <a:pt x="565885" y="112092"/>
                  </a:lnTo>
                  <a:lnTo>
                    <a:pt x="574867" y="102949"/>
                  </a:lnTo>
                  <a:lnTo>
                    <a:pt x="583850" y="94084"/>
                  </a:lnTo>
                  <a:lnTo>
                    <a:pt x="592832" y="85655"/>
                  </a:lnTo>
                  <a:lnTo>
                    <a:pt x="601814" y="77693"/>
                  </a:lnTo>
                  <a:lnTo>
                    <a:pt x="610797" y="70190"/>
                  </a:lnTo>
                  <a:lnTo>
                    <a:pt x="619779" y="63104"/>
                  </a:lnTo>
                  <a:lnTo>
                    <a:pt x="628761" y="56394"/>
                  </a:lnTo>
                  <a:lnTo>
                    <a:pt x="637743" y="50048"/>
                  </a:lnTo>
                  <a:lnTo>
                    <a:pt x="646726" y="44101"/>
                  </a:lnTo>
                  <a:lnTo>
                    <a:pt x="655708" y="38637"/>
                  </a:lnTo>
                  <a:lnTo>
                    <a:pt x="664690" y="33768"/>
                  </a:lnTo>
                  <a:lnTo>
                    <a:pt x="673673" y="29612"/>
                  </a:lnTo>
                  <a:lnTo>
                    <a:pt x="682655" y="26247"/>
                  </a:lnTo>
                  <a:lnTo>
                    <a:pt x="691637" y="23685"/>
                  </a:lnTo>
                  <a:lnTo>
                    <a:pt x="700620" y="21844"/>
                  </a:lnTo>
                  <a:lnTo>
                    <a:pt x="709602" y="20552"/>
                  </a:lnTo>
                  <a:lnTo>
                    <a:pt x="718584" y="19548"/>
                  </a:lnTo>
                  <a:lnTo>
                    <a:pt x="727567" y="18512"/>
                  </a:lnTo>
                  <a:lnTo>
                    <a:pt x="736549" y="17197"/>
                  </a:lnTo>
                  <a:lnTo>
                    <a:pt x="745531" y="15441"/>
                  </a:lnTo>
                  <a:lnTo>
                    <a:pt x="754513" y="13192"/>
                  </a:lnTo>
                  <a:lnTo>
                    <a:pt x="763496" y="10527"/>
                  </a:lnTo>
                  <a:lnTo>
                    <a:pt x="772478" y="7638"/>
                  </a:lnTo>
                  <a:lnTo>
                    <a:pt x="781460" y="4805"/>
                  </a:lnTo>
                  <a:lnTo>
                    <a:pt x="790443" y="2365"/>
                  </a:lnTo>
                  <a:lnTo>
                    <a:pt x="799425" y="660"/>
                  </a:lnTo>
                  <a:lnTo>
                    <a:pt x="808407" y="0"/>
                  </a:lnTo>
                  <a:lnTo>
                    <a:pt x="817390" y="627"/>
                  </a:lnTo>
                  <a:lnTo>
                    <a:pt x="826372" y="2691"/>
                  </a:lnTo>
                  <a:lnTo>
                    <a:pt x="835354" y="6235"/>
                  </a:lnTo>
                  <a:lnTo>
                    <a:pt x="844337" y="11283"/>
                  </a:lnTo>
                  <a:lnTo>
                    <a:pt x="853319" y="17544"/>
                  </a:lnTo>
                  <a:lnTo>
                    <a:pt x="862301" y="24738"/>
                  </a:lnTo>
                  <a:lnTo>
                    <a:pt x="871283" y="32547"/>
                  </a:lnTo>
                  <a:lnTo>
                    <a:pt x="880266" y="40636"/>
                  </a:lnTo>
                  <a:lnTo>
                    <a:pt x="889248" y="48687"/>
                  </a:lnTo>
                  <a:lnTo>
                    <a:pt x="898230" y="56436"/>
                  </a:lnTo>
                  <a:lnTo>
                    <a:pt x="907213" y="63701"/>
                  </a:lnTo>
                  <a:lnTo>
                    <a:pt x="916195" y="70403"/>
                  </a:lnTo>
                  <a:lnTo>
                    <a:pt x="925177" y="76575"/>
                  </a:lnTo>
                  <a:lnTo>
                    <a:pt x="934160" y="82343"/>
                  </a:lnTo>
                  <a:lnTo>
                    <a:pt x="943142" y="87909"/>
                  </a:lnTo>
                  <a:lnTo>
                    <a:pt x="952124" y="93506"/>
                  </a:lnTo>
                  <a:lnTo>
                    <a:pt x="961107" y="99354"/>
                  </a:lnTo>
                  <a:lnTo>
                    <a:pt x="970089" y="105654"/>
                  </a:lnTo>
                  <a:lnTo>
                    <a:pt x="979071" y="112481"/>
                  </a:lnTo>
                  <a:lnTo>
                    <a:pt x="988054" y="119811"/>
                  </a:lnTo>
                  <a:lnTo>
                    <a:pt x="997036" y="127566"/>
                  </a:lnTo>
                  <a:lnTo>
                    <a:pt x="1006018" y="135635"/>
                  </a:lnTo>
                  <a:lnTo>
                    <a:pt x="1015000" y="143910"/>
                  </a:lnTo>
                  <a:lnTo>
                    <a:pt x="1023983" y="152309"/>
                  </a:lnTo>
                  <a:lnTo>
                    <a:pt x="1032965" y="160799"/>
                  </a:lnTo>
                  <a:lnTo>
                    <a:pt x="1041947" y="169399"/>
                  </a:lnTo>
                  <a:lnTo>
                    <a:pt x="1050930" y="178168"/>
                  </a:lnTo>
                  <a:lnTo>
                    <a:pt x="1059912" y="187187"/>
                  </a:lnTo>
                  <a:lnTo>
                    <a:pt x="1068894" y="196531"/>
                  </a:lnTo>
                  <a:lnTo>
                    <a:pt x="1077877" y="206241"/>
                  </a:lnTo>
                  <a:lnTo>
                    <a:pt x="1086859" y="216306"/>
                  </a:lnTo>
                  <a:lnTo>
                    <a:pt x="1095841" y="226651"/>
                  </a:lnTo>
                  <a:lnTo>
                    <a:pt x="1104824" y="237113"/>
                  </a:lnTo>
                  <a:lnTo>
                    <a:pt x="1113806" y="247488"/>
                  </a:lnTo>
                  <a:lnTo>
                    <a:pt x="1122788" y="257576"/>
                  </a:lnTo>
                  <a:lnTo>
                    <a:pt x="1131770" y="267190"/>
                  </a:lnTo>
                  <a:lnTo>
                    <a:pt x="1140753" y="276185"/>
                  </a:lnTo>
                  <a:lnTo>
                    <a:pt x="1149735" y="284466"/>
                  </a:lnTo>
                  <a:lnTo>
                    <a:pt x="1158717" y="291997"/>
                  </a:lnTo>
                  <a:lnTo>
                    <a:pt x="1167700" y="298796"/>
                  </a:lnTo>
                  <a:lnTo>
                    <a:pt x="1176682" y="304923"/>
                  </a:lnTo>
                  <a:lnTo>
                    <a:pt x="1185664" y="310466"/>
                  </a:lnTo>
                  <a:lnTo>
                    <a:pt x="1194647" y="315526"/>
                  </a:lnTo>
                  <a:lnTo>
                    <a:pt x="1203629" y="320201"/>
                  </a:lnTo>
                  <a:lnTo>
                    <a:pt x="1212611" y="324578"/>
                  </a:lnTo>
                  <a:lnTo>
                    <a:pt x="1221594" y="328717"/>
                  </a:lnTo>
                  <a:lnTo>
                    <a:pt x="1230576" y="332657"/>
                  </a:lnTo>
                  <a:lnTo>
                    <a:pt x="1239558" y="336432"/>
                  </a:lnTo>
                  <a:lnTo>
                    <a:pt x="1248540" y="340055"/>
                  </a:lnTo>
                  <a:lnTo>
                    <a:pt x="1257523" y="343534"/>
                  </a:lnTo>
                  <a:lnTo>
                    <a:pt x="1266505" y="346883"/>
                  </a:lnTo>
                  <a:lnTo>
                    <a:pt x="1275487" y="350120"/>
                  </a:lnTo>
                  <a:lnTo>
                    <a:pt x="1284470" y="353266"/>
                  </a:lnTo>
                  <a:lnTo>
                    <a:pt x="1293452" y="356345"/>
                  </a:lnTo>
                  <a:lnTo>
                    <a:pt x="1302434" y="359376"/>
                  </a:lnTo>
                  <a:lnTo>
                    <a:pt x="1311417" y="362369"/>
                  </a:lnTo>
                  <a:lnTo>
                    <a:pt x="1320399" y="365327"/>
                  </a:lnTo>
                  <a:lnTo>
                    <a:pt x="1329381" y="368242"/>
                  </a:lnTo>
                  <a:lnTo>
                    <a:pt x="1338364" y="371098"/>
                  </a:lnTo>
                  <a:lnTo>
                    <a:pt x="1347346" y="373872"/>
                  </a:lnTo>
                  <a:lnTo>
                    <a:pt x="1356328" y="376531"/>
                  </a:lnTo>
                  <a:lnTo>
                    <a:pt x="1365310" y="379056"/>
                  </a:lnTo>
                  <a:lnTo>
                    <a:pt x="1374293" y="381426"/>
                  </a:lnTo>
                  <a:lnTo>
                    <a:pt x="1383275" y="383621"/>
                  </a:lnTo>
                  <a:lnTo>
                    <a:pt x="1392257" y="385627"/>
                  </a:lnTo>
                  <a:lnTo>
                    <a:pt x="1401240" y="387436"/>
                  </a:lnTo>
                  <a:lnTo>
                    <a:pt x="1410222" y="389047"/>
                  </a:lnTo>
                  <a:lnTo>
                    <a:pt x="1419204" y="390468"/>
                  </a:lnTo>
                  <a:lnTo>
                    <a:pt x="1428187" y="391713"/>
                  </a:lnTo>
                  <a:lnTo>
                    <a:pt x="1437169" y="392802"/>
                  </a:lnTo>
                  <a:lnTo>
                    <a:pt x="1446151" y="393759"/>
                  </a:lnTo>
                  <a:lnTo>
                    <a:pt x="1455134" y="394604"/>
                  </a:lnTo>
                  <a:lnTo>
                    <a:pt x="1464116" y="395359"/>
                  </a:lnTo>
                  <a:lnTo>
                    <a:pt x="1473098" y="396035"/>
                  </a:lnTo>
                  <a:lnTo>
                    <a:pt x="1482081" y="396637"/>
                  </a:lnTo>
                  <a:lnTo>
                    <a:pt x="1491063" y="397170"/>
                  </a:lnTo>
                  <a:lnTo>
                    <a:pt x="1491063" y="400981"/>
                  </a:lnTo>
                  <a:lnTo>
                    <a:pt x="1482081" y="400981"/>
                  </a:lnTo>
                  <a:lnTo>
                    <a:pt x="1473098" y="400981"/>
                  </a:lnTo>
                  <a:lnTo>
                    <a:pt x="1464116" y="400981"/>
                  </a:lnTo>
                  <a:lnTo>
                    <a:pt x="1455134" y="400981"/>
                  </a:lnTo>
                  <a:lnTo>
                    <a:pt x="1446151" y="400981"/>
                  </a:lnTo>
                  <a:lnTo>
                    <a:pt x="1437169" y="400981"/>
                  </a:lnTo>
                  <a:lnTo>
                    <a:pt x="1428187" y="400981"/>
                  </a:lnTo>
                  <a:lnTo>
                    <a:pt x="1419204" y="400981"/>
                  </a:lnTo>
                  <a:lnTo>
                    <a:pt x="1410222" y="400981"/>
                  </a:lnTo>
                  <a:lnTo>
                    <a:pt x="1401240" y="400981"/>
                  </a:lnTo>
                  <a:lnTo>
                    <a:pt x="1392257" y="400981"/>
                  </a:lnTo>
                  <a:lnTo>
                    <a:pt x="1383275" y="400981"/>
                  </a:lnTo>
                  <a:lnTo>
                    <a:pt x="1374293" y="400981"/>
                  </a:lnTo>
                  <a:lnTo>
                    <a:pt x="1365310" y="400981"/>
                  </a:lnTo>
                  <a:lnTo>
                    <a:pt x="1356328" y="400981"/>
                  </a:lnTo>
                  <a:lnTo>
                    <a:pt x="1347346" y="400981"/>
                  </a:lnTo>
                  <a:lnTo>
                    <a:pt x="1338364" y="400981"/>
                  </a:lnTo>
                  <a:lnTo>
                    <a:pt x="1329381" y="400981"/>
                  </a:lnTo>
                  <a:lnTo>
                    <a:pt x="1320399" y="400981"/>
                  </a:lnTo>
                  <a:lnTo>
                    <a:pt x="1311417" y="400981"/>
                  </a:lnTo>
                  <a:lnTo>
                    <a:pt x="1302434" y="400981"/>
                  </a:lnTo>
                  <a:lnTo>
                    <a:pt x="1293452" y="400981"/>
                  </a:lnTo>
                  <a:lnTo>
                    <a:pt x="1284470" y="400981"/>
                  </a:lnTo>
                  <a:lnTo>
                    <a:pt x="1275487" y="400981"/>
                  </a:lnTo>
                  <a:lnTo>
                    <a:pt x="1266505" y="400981"/>
                  </a:lnTo>
                  <a:lnTo>
                    <a:pt x="1257523" y="400981"/>
                  </a:lnTo>
                  <a:lnTo>
                    <a:pt x="1248540" y="400981"/>
                  </a:lnTo>
                  <a:lnTo>
                    <a:pt x="1239558" y="400981"/>
                  </a:lnTo>
                  <a:lnTo>
                    <a:pt x="1230576" y="400981"/>
                  </a:lnTo>
                  <a:lnTo>
                    <a:pt x="1221594" y="400981"/>
                  </a:lnTo>
                  <a:lnTo>
                    <a:pt x="1212611" y="400981"/>
                  </a:lnTo>
                  <a:lnTo>
                    <a:pt x="1203629" y="400981"/>
                  </a:lnTo>
                  <a:lnTo>
                    <a:pt x="1194647" y="400981"/>
                  </a:lnTo>
                  <a:lnTo>
                    <a:pt x="1185664" y="400981"/>
                  </a:lnTo>
                  <a:lnTo>
                    <a:pt x="1176682" y="400981"/>
                  </a:lnTo>
                  <a:lnTo>
                    <a:pt x="1167700" y="400981"/>
                  </a:lnTo>
                  <a:lnTo>
                    <a:pt x="1158717" y="400981"/>
                  </a:lnTo>
                  <a:lnTo>
                    <a:pt x="1149735" y="400981"/>
                  </a:lnTo>
                  <a:lnTo>
                    <a:pt x="1140753" y="400981"/>
                  </a:lnTo>
                  <a:lnTo>
                    <a:pt x="1131770" y="400981"/>
                  </a:lnTo>
                  <a:lnTo>
                    <a:pt x="1122788" y="400981"/>
                  </a:lnTo>
                  <a:lnTo>
                    <a:pt x="1113806" y="400981"/>
                  </a:lnTo>
                  <a:lnTo>
                    <a:pt x="1104824" y="400981"/>
                  </a:lnTo>
                  <a:lnTo>
                    <a:pt x="1095841" y="400981"/>
                  </a:lnTo>
                  <a:lnTo>
                    <a:pt x="1086859" y="400981"/>
                  </a:lnTo>
                  <a:lnTo>
                    <a:pt x="1077877" y="400981"/>
                  </a:lnTo>
                  <a:lnTo>
                    <a:pt x="1068894" y="400981"/>
                  </a:lnTo>
                  <a:lnTo>
                    <a:pt x="1059912" y="400981"/>
                  </a:lnTo>
                  <a:lnTo>
                    <a:pt x="1050930" y="400981"/>
                  </a:lnTo>
                  <a:lnTo>
                    <a:pt x="1041947" y="400981"/>
                  </a:lnTo>
                  <a:lnTo>
                    <a:pt x="1032965" y="400981"/>
                  </a:lnTo>
                  <a:lnTo>
                    <a:pt x="1023983" y="400981"/>
                  </a:lnTo>
                  <a:lnTo>
                    <a:pt x="1015000" y="400981"/>
                  </a:lnTo>
                  <a:lnTo>
                    <a:pt x="1006018" y="400981"/>
                  </a:lnTo>
                  <a:lnTo>
                    <a:pt x="997036" y="400981"/>
                  </a:lnTo>
                  <a:lnTo>
                    <a:pt x="988054" y="400981"/>
                  </a:lnTo>
                  <a:lnTo>
                    <a:pt x="979071" y="400981"/>
                  </a:lnTo>
                  <a:lnTo>
                    <a:pt x="970089" y="400981"/>
                  </a:lnTo>
                  <a:lnTo>
                    <a:pt x="961107" y="400981"/>
                  </a:lnTo>
                  <a:lnTo>
                    <a:pt x="952124" y="400981"/>
                  </a:lnTo>
                  <a:lnTo>
                    <a:pt x="943142" y="400981"/>
                  </a:lnTo>
                  <a:lnTo>
                    <a:pt x="934160" y="400981"/>
                  </a:lnTo>
                  <a:lnTo>
                    <a:pt x="925177" y="400981"/>
                  </a:lnTo>
                  <a:lnTo>
                    <a:pt x="916195" y="400981"/>
                  </a:lnTo>
                  <a:lnTo>
                    <a:pt x="907213" y="400981"/>
                  </a:lnTo>
                  <a:lnTo>
                    <a:pt x="898230" y="400981"/>
                  </a:lnTo>
                  <a:lnTo>
                    <a:pt x="889248" y="400981"/>
                  </a:lnTo>
                  <a:lnTo>
                    <a:pt x="880266" y="400981"/>
                  </a:lnTo>
                  <a:lnTo>
                    <a:pt x="871283" y="400981"/>
                  </a:lnTo>
                  <a:lnTo>
                    <a:pt x="862301" y="400981"/>
                  </a:lnTo>
                  <a:lnTo>
                    <a:pt x="853319" y="400981"/>
                  </a:lnTo>
                  <a:lnTo>
                    <a:pt x="844337" y="400981"/>
                  </a:lnTo>
                  <a:lnTo>
                    <a:pt x="835354" y="400981"/>
                  </a:lnTo>
                  <a:lnTo>
                    <a:pt x="826372" y="400981"/>
                  </a:lnTo>
                  <a:lnTo>
                    <a:pt x="817390" y="400981"/>
                  </a:lnTo>
                  <a:lnTo>
                    <a:pt x="808407" y="400981"/>
                  </a:lnTo>
                  <a:lnTo>
                    <a:pt x="799425" y="400981"/>
                  </a:lnTo>
                  <a:lnTo>
                    <a:pt x="790443" y="400981"/>
                  </a:lnTo>
                  <a:lnTo>
                    <a:pt x="781460" y="400981"/>
                  </a:lnTo>
                  <a:lnTo>
                    <a:pt x="772478" y="400981"/>
                  </a:lnTo>
                  <a:lnTo>
                    <a:pt x="763496" y="400981"/>
                  </a:lnTo>
                  <a:lnTo>
                    <a:pt x="754513" y="400981"/>
                  </a:lnTo>
                  <a:lnTo>
                    <a:pt x="745531" y="400981"/>
                  </a:lnTo>
                  <a:lnTo>
                    <a:pt x="736549" y="400981"/>
                  </a:lnTo>
                  <a:lnTo>
                    <a:pt x="727567" y="400981"/>
                  </a:lnTo>
                  <a:lnTo>
                    <a:pt x="718584" y="400981"/>
                  </a:lnTo>
                  <a:lnTo>
                    <a:pt x="709602" y="400981"/>
                  </a:lnTo>
                  <a:lnTo>
                    <a:pt x="700620" y="400981"/>
                  </a:lnTo>
                  <a:lnTo>
                    <a:pt x="691637" y="400981"/>
                  </a:lnTo>
                  <a:lnTo>
                    <a:pt x="682655" y="400981"/>
                  </a:lnTo>
                  <a:lnTo>
                    <a:pt x="673673" y="400981"/>
                  </a:lnTo>
                  <a:lnTo>
                    <a:pt x="664690" y="400981"/>
                  </a:lnTo>
                  <a:lnTo>
                    <a:pt x="655708" y="400981"/>
                  </a:lnTo>
                  <a:lnTo>
                    <a:pt x="646726" y="400981"/>
                  </a:lnTo>
                  <a:lnTo>
                    <a:pt x="637743" y="400981"/>
                  </a:lnTo>
                  <a:lnTo>
                    <a:pt x="628761" y="400981"/>
                  </a:lnTo>
                  <a:lnTo>
                    <a:pt x="619779" y="400981"/>
                  </a:lnTo>
                  <a:lnTo>
                    <a:pt x="610797" y="400981"/>
                  </a:lnTo>
                  <a:lnTo>
                    <a:pt x="601814" y="400981"/>
                  </a:lnTo>
                  <a:lnTo>
                    <a:pt x="592832" y="400981"/>
                  </a:lnTo>
                  <a:lnTo>
                    <a:pt x="583850" y="400981"/>
                  </a:lnTo>
                  <a:lnTo>
                    <a:pt x="574867" y="400981"/>
                  </a:lnTo>
                  <a:lnTo>
                    <a:pt x="565885" y="400981"/>
                  </a:lnTo>
                  <a:lnTo>
                    <a:pt x="556903" y="400981"/>
                  </a:lnTo>
                  <a:lnTo>
                    <a:pt x="547920" y="400981"/>
                  </a:lnTo>
                  <a:lnTo>
                    <a:pt x="538938" y="400981"/>
                  </a:lnTo>
                  <a:lnTo>
                    <a:pt x="529956" y="400981"/>
                  </a:lnTo>
                  <a:lnTo>
                    <a:pt x="520973" y="400981"/>
                  </a:lnTo>
                  <a:lnTo>
                    <a:pt x="511991" y="400981"/>
                  </a:lnTo>
                  <a:lnTo>
                    <a:pt x="503009" y="400981"/>
                  </a:lnTo>
                  <a:lnTo>
                    <a:pt x="494027" y="400981"/>
                  </a:lnTo>
                  <a:lnTo>
                    <a:pt x="485044" y="400981"/>
                  </a:lnTo>
                  <a:lnTo>
                    <a:pt x="476062" y="400981"/>
                  </a:lnTo>
                  <a:lnTo>
                    <a:pt x="467080" y="400981"/>
                  </a:lnTo>
                  <a:lnTo>
                    <a:pt x="458097" y="400981"/>
                  </a:lnTo>
                  <a:lnTo>
                    <a:pt x="449115" y="400981"/>
                  </a:lnTo>
                  <a:lnTo>
                    <a:pt x="440133" y="400981"/>
                  </a:lnTo>
                  <a:lnTo>
                    <a:pt x="431150" y="400981"/>
                  </a:lnTo>
                  <a:lnTo>
                    <a:pt x="422168" y="400981"/>
                  </a:lnTo>
                  <a:lnTo>
                    <a:pt x="413186" y="400981"/>
                  </a:lnTo>
                  <a:lnTo>
                    <a:pt x="404203" y="400981"/>
                  </a:lnTo>
                  <a:lnTo>
                    <a:pt x="395221" y="400981"/>
                  </a:lnTo>
                  <a:lnTo>
                    <a:pt x="386239" y="400981"/>
                  </a:lnTo>
                  <a:lnTo>
                    <a:pt x="377256" y="400981"/>
                  </a:lnTo>
                  <a:lnTo>
                    <a:pt x="368274" y="400981"/>
                  </a:lnTo>
                  <a:lnTo>
                    <a:pt x="359292" y="400981"/>
                  </a:lnTo>
                  <a:lnTo>
                    <a:pt x="350310" y="400981"/>
                  </a:lnTo>
                  <a:lnTo>
                    <a:pt x="341327" y="400981"/>
                  </a:lnTo>
                  <a:lnTo>
                    <a:pt x="332345" y="400981"/>
                  </a:lnTo>
                  <a:lnTo>
                    <a:pt x="323363" y="400981"/>
                  </a:lnTo>
                  <a:lnTo>
                    <a:pt x="314380" y="400981"/>
                  </a:lnTo>
                  <a:lnTo>
                    <a:pt x="305398" y="400981"/>
                  </a:lnTo>
                  <a:lnTo>
                    <a:pt x="296416" y="400981"/>
                  </a:lnTo>
                  <a:lnTo>
                    <a:pt x="287433" y="400981"/>
                  </a:lnTo>
                  <a:lnTo>
                    <a:pt x="278451" y="400981"/>
                  </a:lnTo>
                  <a:lnTo>
                    <a:pt x="269469" y="400981"/>
                  </a:lnTo>
                  <a:lnTo>
                    <a:pt x="260486" y="400981"/>
                  </a:lnTo>
                  <a:lnTo>
                    <a:pt x="251504" y="400981"/>
                  </a:lnTo>
                  <a:lnTo>
                    <a:pt x="242522" y="400981"/>
                  </a:lnTo>
                  <a:lnTo>
                    <a:pt x="233540" y="400981"/>
                  </a:lnTo>
                  <a:lnTo>
                    <a:pt x="224557" y="400981"/>
                  </a:lnTo>
                  <a:lnTo>
                    <a:pt x="215575" y="400981"/>
                  </a:lnTo>
                  <a:lnTo>
                    <a:pt x="206593" y="400981"/>
                  </a:lnTo>
                  <a:lnTo>
                    <a:pt x="197610" y="400981"/>
                  </a:lnTo>
                  <a:lnTo>
                    <a:pt x="188628" y="400981"/>
                  </a:lnTo>
                  <a:lnTo>
                    <a:pt x="179646" y="400981"/>
                  </a:lnTo>
                  <a:lnTo>
                    <a:pt x="170663" y="400981"/>
                  </a:lnTo>
                  <a:lnTo>
                    <a:pt x="161681" y="400981"/>
                  </a:lnTo>
                  <a:lnTo>
                    <a:pt x="152699" y="400981"/>
                  </a:lnTo>
                  <a:lnTo>
                    <a:pt x="143716" y="400981"/>
                  </a:lnTo>
                  <a:lnTo>
                    <a:pt x="134734" y="400981"/>
                  </a:lnTo>
                  <a:lnTo>
                    <a:pt x="125752" y="400981"/>
                  </a:lnTo>
                  <a:lnTo>
                    <a:pt x="116770" y="400981"/>
                  </a:lnTo>
                  <a:lnTo>
                    <a:pt x="107787" y="400981"/>
                  </a:lnTo>
                  <a:lnTo>
                    <a:pt x="98805" y="400981"/>
                  </a:lnTo>
                  <a:lnTo>
                    <a:pt x="89823" y="400981"/>
                  </a:lnTo>
                  <a:lnTo>
                    <a:pt x="80840" y="400981"/>
                  </a:lnTo>
                  <a:lnTo>
                    <a:pt x="71858" y="400981"/>
                  </a:lnTo>
                  <a:lnTo>
                    <a:pt x="62876" y="400981"/>
                  </a:lnTo>
                  <a:lnTo>
                    <a:pt x="53893" y="400981"/>
                  </a:lnTo>
                  <a:lnTo>
                    <a:pt x="44911" y="400981"/>
                  </a:lnTo>
                  <a:lnTo>
                    <a:pt x="35929" y="400981"/>
                  </a:lnTo>
                  <a:lnTo>
                    <a:pt x="26946" y="400981"/>
                  </a:lnTo>
                  <a:lnTo>
                    <a:pt x="17964" y="400981"/>
                  </a:lnTo>
                  <a:lnTo>
                    <a:pt x="8982" y="400981"/>
                  </a:lnTo>
                  <a:lnTo>
                    <a:pt x="0" y="400981"/>
                  </a:lnTo>
                  <a:close/>
                </a:path>
              </a:pathLst>
            </a:custGeom>
            <a:solidFill>
              <a:srgbClr val="7FC7C0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38283" y="1604823"/>
              <a:ext cx="1491063" cy="397206"/>
            </a:xfrm>
            <a:custGeom>
              <a:avLst/>
              <a:pathLst>
                <a:path w="1491063" h="397206">
                  <a:moveTo>
                    <a:pt x="0" y="397206"/>
                  </a:moveTo>
                  <a:lnTo>
                    <a:pt x="8982" y="397026"/>
                  </a:lnTo>
                  <a:lnTo>
                    <a:pt x="17964" y="396842"/>
                  </a:lnTo>
                  <a:lnTo>
                    <a:pt x="26946" y="396624"/>
                  </a:lnTo>
                  <a:lnTo>
                    <a:pt x="35929" y="396337"/>
                  </a:lnTo>
                  <a:lnTo>
                    <a:pt x="44911" y="395940"/>
                  </a:lnTo>
                  <a:lnTo>
                    <a:pt x="53893" y="395395"/>
                  </a:lnTo>
                  <a:lnTo>
                    <a:pt x="62876" y="394670"/>
                  </a:lnTo>
                  <a:lnTo>
                    <a:pt x="71858" y="393740"/>
                  </a:lnTo>
                  <a:lnTo>
                    <a:pt x="80840" y="392588"/>
                  </a:lnTo>
                  <a:lnTo>
                    <a:pt x="89823" y="391244"/>
                  </a:lnTo>
                  <a:lnTo>
                    <a:pt x="98805" y="389741"/>
                  </a:lnTo>
                  <a:lnTo>
                    <a:pt x="107787" y="388119"/>
                  </a:lnTo>
                  <a:lnTo>
                    <a:pt x="116770" y="386425"/>
                  </a:lnTo>
                  <a:lnTo>
                    <a:pt x="125752" y="384707"/>
                  </a:lnTo>
                  <a:lnTo>
                    <a:pt x="134734" y="383007"/>
                  </a:lnTo>
                  <a:lnTo>
                    <a:pt x="143716" y="381359"/>
                  </a:lnTo>
                  <a:lnTo>
                    <a:pt x="152699" y="379787"/>
                  </a:lnTo>
                  <a:lnTo>
                    <a:pt x="161681" y="378301"/>
                  </a:lnTo>
                  <a:lnTo>
                    <a:pt x="170663" y="376897"/>
                  </a:lnTo>
                  <a:lnTo>
                    <a:pt x="179646" y="375554"/>
                  </a:lnTo>
                  <a:lnTo>
                    <a:pt x="188628" y="374237"/>
                  </a:lnTo>
                  <a:lnTo>
                    <a:pt x="197610" y="372893"/>
                  </a:lnTo>
                  <a:lnTo>
                    <a:pt x="206593" y="371448"/>
                  </a:lnTo>
                  <a:lnTo>
                    <a:pt x="215575" y="369835"/>
                  </a:lnTo>
                  <a:lnTo>
                    <a:pt x="224557" y="367989"/>
                  </a:lnTo>
                  <a:lnTo>
                    <a:pt x="233540" y="365856"/>
                  </a:lnTo>
                  <a:lnTo>
                    <a:pt x="242522" y="363389"/>
                  </a:lnTo>
                  <a:lnTo>
                    <a:pt x="251504" y="360548"/>
                  </a:lnTo>
                  <a:lnTo>
                    <a:pt x="260486" y="357299"/>
                  </a:lnTo>
                  <a:lnTo>
                    <a:pt x="269469" y="353608"/>
                  </a:lnTo>
                  <a:lnTo>
                    <a:pt x="278451" y="349445"/>
                  </a:lnTo>
                  <a:lnTo>
                    <a:pt x="287433" y="344784"/>
                  </a:lnTo>
                  <a:lnTo>
                    <a:pt x="296416" y="339617"/>
                  </a:lnTo>
                  <a:lnTo>
                    <a:pt x="305398" y="333954"/>
                  </a:lnTo>
                  <a:lnTo>
                    <a:pt x="314380" y="327835"/>
                  </a:lnTo>
                  <a:lnTo>
                    <a:pt x="323363" y="321329"/>
                  </a:lnTo>
                  <a:lnTo>
                    <a:pt x="332345" y="314510"/>
                  </a:lnTo>
                  <a:lnTo>
                    <a:pt x="341327" y="307488"/>
                  </a:lnTo>
                  <a:lnTo>
                    <a:pt x="350310" y="300343"/>
                  </a:lnTo>
                  <a:lnTo>
                    <a:pt x="359292" y="293114"/>
                  </a:lnTo>
                  <a:lnTo>
                    <a:pt x="368274" y="285809"/>
                  </a:lnTo>
                  <a:lnTo>
                    <a:pt x="377256" y="278404"/>
                  </a:lnTo>
                  <a:lnTo>
                    <a:pt x="386239" y="270863"/>
                  </a:lnTo>
                  <a:lnTo>
                    <a:pt x="395221" y="263147"/>
                  </a:lnTo>
                  <a:lnTo>
                    <a:pt x="404203" y="255235"/>
                  </a:lnTo>
                  <a:lnTo>
                    <a:pt x="413186" y="247133"/>
                  </a:lnTo>
                  <a:lnTo>
                    <a:pt x="422168" y="238879"/>
                  </a:lnTo>
                  <a:lnTo>
                    <a:pt x="431150" y="230544"/>
                  </a:lnTo>
                  <a:lnTo>
                    <a:pt x="440133" y="222225"/>
                  </a:lnTo>
                  <a:lnTo>
                    <a:pt x="449115" y="214027"/>
                  </a:lnTo>
                  <a:lnTo>
                    <a:pt x="458097" y="206062"/>
                  </a:lnTo>
                  <a:lnTo>
                    <a:pt x="467080" y="198404"/>
                  </a:lnTo>
                  <a:lnTo>
                    <a:pt x="476062" y="191055"/>
                  </a:lnTo>
                  <a:lnTo>
                    <a:pt x="485044" y="183964"/>
                  </a:lnTo>
                  <a:lnTo>
                    <a:pt x="494027" y="177022"/>
                  </a:lnTo>
                  <a:lnTo>
                    <a:pt x="503009" y="170076"/>
                  </a:lnTo>
                  <a:lnTo>
                    <a:pt x="511991" y="162954"/>
                  </a:lnTo>
                  <a:lnTo>
                    <a:pt x="520973" y="155500"/>
                  </a:lnTo>
                  <a:lnTo>
                    <a:pt x="529956" y="147604"/>
                  </a:lnTo>
                  <a:lnTo>
                    <a:pt x="538938" y="139230"/>
                  </a:lnTo>
                  <a:lnTo>
                    <a:pt x="547920" y="130426"/>
                  </a:lnTo>
                  <a:lnTo>
                    <a:pt x="556903" y="121319"/>
                  </a:lnTo>
                  <a:lnTo>
                    <a:pt x="565885" y="112092"/>
                  </a:lnTo>
                  <a:lnTo>
                    <a:pt x="574867" y="102949"/>
                  </a:lnTo>
                  <a:lnTo>
                    <a:pt x="583850" y="94084"/>
                  </a:lnTo>
                  <a:lnTo>
                    <a:pt x="592832" y="85655"/>
                  </a:lnTo>
                  <a:lnTo>
                    <a:pt x="601814" y="77693"/>
                  </a:lnTo>
                  <a:lnTo>
                    <a:pt x="610797" y="70190"/>
                  </a:lnTo>
                  <a:lnTo>
                    <a:pt x="619779" y="63104"/>
                  </a:lnTo>
                  <a:lnTo>
                    <a:pt x="628761" y="56394"/>
                  </a:lnTo>
                  <a:lnTo>
                    <a:pt x="637743" y="50048"/>
                  </a:lnTo>
                  <a:lnTo>
                    <a:pt x="646726" y="44101"/>
                  </a:lnTo>
                  <a:lnTo>
                    <a:pt x="655708" y="38637"/>
                  </a:lnTo>
                  <a:lnTo>
                    <a:pt x="664690" y="33768"/>
                  </a:lnTo>
                  <a:lnTo>
                    <a:pt x="673673" y="29612"/>
                  </a:lnTo>
                  <a:lnTo>
                    <a:pt x="682655" y="26247"/>
                  </a:lnTo>
                  <a:lnTo>
                    <a:pt x="691637" y="23685"/>
                  </a:lnTo>
                  <a:lnTo>
                    <a:pt x="700620" y="21844"/>
                  </a:lnTo>
                  <a:lnTo>
                    <a:pt x="709602" y="20552"/>
                  </a:lnTo>
                  <a:lnTo>
                    <a:pt x="718584" y="19548"/>
                  </a:lnTo>
                  <a:lnTo>
                    <a:pt x="727567" y="18512"/>
                  </a:lnTo>
                  <a:lnTo>
                    <a:pt x="736549" y="17197"/>
                  </a:lnTo>
                  <a:lnTo>
                    <a:pt x="745531" y="15441"/>
                  </a:lnTo>
                  <a:lnTo>
                    <a:pt x="754513" y="13192"/>
                  </a:lnTo>
                  <a:lnTo>
                    <a:pt x="763496" y="10527"/>
                  </a:lnTo>
                  <a:lnTo>
                    <a:pt x="772478" y="7638"/>
                  </a:lnTo>
                  <a:lnTo>
                    <a:pt x="781460" y="4805"/>
                  </a:lnTo>
                  <a:lnTo>
                    <a:pt x="790443" y="2365"/>
                  </a:lnTo>
                  <a:lnTo>
                    <a:pt x="799425" y="660"/>
                  </a:lnTo>
                  <a:lnTo>
                    <a:pt x="808407" y="0"/>
                  </a:lnTo>
                  <a:lnTo>
                    <a:pt x="817390" y="627"/>
                  </a:lnTo>
                  <a:lnTo>
                    <a:pt x="826372" y="2691"/>
                  </a:lnTo>
                  <a:lnTo>
                    <a:pt x="835354" y="6235"/>
                  </a:lnTo>
                  <a:lnTo>
                    <a:pt x="844337" y="11283"/>
                  </a:lnTo>
                  <a:lnTo>
                    <a:pt x="853319" y="17544"/>
                  </a:lnTo>
                  <a:lnTo>
                    <a:pt x="862301" y="24738"/>
                  </a:lnTo>
                  <a:lnTo>
                    <a:pt x="871283" y="32547"/>
                  </a:lnTo>
                  <a:lnTo>
                    <a:pt x="880266" y="40636"/>
                  </a:lnTo>
                  <a:lnTo>
                    <a:pt x="889248" y="48687"/>
                  </a:lnTo>
                  <a:lnTo>
                    <a:pt x="898230" y="56436"/>
                  </a:lnTo>
                  <a:lnTo>
                    <a:pt x="907213" y="63701"/>
                  </a:lnTo>
                  <a:lnTo>
                    <a:pt x="916195" y="70403"/>
                  </a:lnTo>
                  <a:lnTo>
                    <a:pt x="925177" y="76575"/>
                  </a:lnTo>
                  <a:lnTo>
                    <a:pt x="934160" y="82343"/>
                  </a:lnTo>
                  <a:lnTo>
                    <a:pt x="943142" y="87909"/>
                  </a:lnTo>
                  <a:lnTo>
                    <a:pt x="952124" y="93506"/>
                  </a:lnTo>
                  <a:lnTo>
                    <a:pt x="961107" y="99354"/>
                  </a:lnTo>
                  <a:lnTo>
                    <a:pt x="970089" y="105654"/>
                  </a:lnTo>
                  <a:lnTo>
                    <a:pt x="979071" y="112481"/>
                  </a:lnTo>
                  <a:lnTo>
                    <a:pt x="988054" y="119811"/>
                  </a:lnTo>
                  <a:lnTo>
                    <a:pt x="997036" y="127566"/>
                  </a:lnTo>
                  <a:lnTo>
                    <a:pt x="1006018" y="135635"/>
                  </a:lnTo>
                  <a:lnTo>
                    <a:pt x="1015000" y="143910"/>
                  </a:lnTo>
                  <a:lnTo>
                    <a:pt x="1023983" y="152309"/>
                  </a:lnTo>
                  <a:lnTo>
                    <a:pt x="1032965" y="160799"/>
                  </a:lnTo>
                  <a:lnTo>
                    <a:pt x="1041947" y="169399"/>
                  </a:lnTo>
                  <a:lnTo>
                    <a:pt x="1050930" y="178168"/>
                  </a:lnTo>
                  <a:lnTo>
                    <a:pt x="1059912" y="187187"/>
                  </a:lnTo>
                  <a:lnTo>
                    <a:pt x="1068894" y="196531"/>
                  </a:lnTo>
                  <a:lnTo>
                    <a:pt x="1077877" y="206241"/>
                  </a:lnTo>
                  <a:lnTo>
                    <a:pt x="1086859" y="216306"/>
                  </a:lnTo>
                  <a:lnTo>
                    <a:pt x="1095841" y="226651"/>
                  </a:lnTo>
                  <a:lnTo>
                    <a:pt x="1104824" y="237113"/>
                  </a:lnTo>
                  <a:lnTo>
                    <a:pt x="1113806" y="247488"/>
                  </a:lnTo>
                  <a:lnTo>
                    <a:pt x="1122788" y="257576"/>
                  </a:lnTo>
                  <a:lnTo>
                    <a:pt x="1131770" y="267190"/>
                  </a:lnTo>
                  <a:lnTo>
                    <a:pt x="1140753" y="276185"/>
                  </a:lnTo>
                  <a:lnTo>
                    <a:pt x="1149735" y="284466"/>
                  </a:lnTo>
                  <a:lnTo>
                    <a:pt x="1158717" y="291997"/>
                  </a:lnTo>
                  <a:lnTo>
                    <a:pt x="1167700" y="298796"/>
                  </a:lnTo>
                  <a:lnTo>
                    <a:pt x="1176682" y="304923"/>
                  </a:lnTo>
                  <a:lnTo>
                    <a:pt x="1185664" y="310466"/>
                  </a:lnTo>
                  <a:lnTo>
                    <a:pt x="1194647" y="315526"/>
                  </a:lnTo>
                  <a:lnTo>
                    <a:pt x="1203629" y="320201"/>
                  </a:lnTo>
                  <a:lnTo>
                    <a:pt x="1212611" y="324578"/>
                  </a:lnTo>
                  <a:lnTo>
                    <a:pt x="1221594" y="328717"/>
                  </a:lnTo>
                  <a:lnTo>
                    <a:pt x="1230576" y="332657"/>
                  </a:lnTo>
                  <a:lnTo>
                    <a:pt x="1239558" y="336432"/>
                  </a:lnTo>
                  <a:lnTo>
                    <a:pt x="1248540" y="340055"/>
                  </a:lnTo>
                  <a:lnTo>
                    <a:pt x="1257523" y="343534"/>
                  </a:lnTo>
                  <a:lnTo>
                    <a:pt x="1266505" y="346883"/>
                  </a:lnTo>
                  <a:lnTo>
                    <a:pt x="1275487" y="350120"/>
                  </a:lnTo>
                  <a:lnTo>
                    <a:pt x="1284470" y="353266"/>
                  </a:lnTo>
                  <a:lnTo>
                    <a:pt x="1293452" y="356345"/>
                  </a:lnTo>
                  <a:lnTo>
                    <a:pt x="1302434" y="359376"/>
                  </a:lnTo>
                  <a:lnTo>
                    <a:pt x="1311417" y="362369"/>
                  </a:lnTo>
                  <a:lnTo>
                    <a:pt x="1320399" y="365327"/>
                  </a:lnTo>
                  <a:lnTo>
                    <a:pt x="1329381" y="368242"/>
                  </a:lnTo>
                  <a:lnTo>
                    <a:pt x="1338364" y="371098"/>
                  </a:lnTo>
                  <a:lnTo>
                    <a:pt x="1347346" y="373872"/>
                  </a:lnTo>
                  <a:lnTo>
                    <a:pt x="1356328" y="376531"/>
                  </a:lnTo>
                  <a:lnTo>
                    <a:pt x="1365310" y="379056"/>
                  </a:lnTo>
                  <a:lnTo>
                    <a:pt x="1374293" y="381426"/>
                  </a:lnTo>
                  <a:lnTo>
                    <a:pt x="1383275" y="383621"/>
                  </a:lnTo>
                  <a:lnTo>
                    <a:pt x="1392257" y="385627"/>
                  </a:lnTo>
                  <a:lnTo>
                    <a:pt x="1401240" y="387436"/>
                  </a:lnTo>
                  <a:lnTo>
                    <a:pt x="1410222" y="389047"/>
                  </a:lnTo>
                  <a:lnTo>
                    <a:pt x="1419204" y="390468"/>
                  </a:lnTo>
                  <a:lnTo>
                    <a:pt x="1428187" y="391713"/>
                  </a:lnTo>
                  <a:lnTo>
                    <a:pt x="1437169" y="392802"/>
                  </a:lnTo>
                  <a:lnTo>
                    <a:pt x="1446151" y="393759"/>
                  </a:lnTo>
                  <a:lnTo>
                    <a:pt x="1455134" y="394604"/>
                  </a:lnTo>
                  <a:lnTo>
                    <a:pt x="1464116" y="395359"/>
                  </a:lnTo>
                  <a:lnTo>
                    <a:pt x="1473098" y="396035"/>
                  </a:lnTo>
                  <a:lnTo>
                    <a:pt x="1482081" y="396637"/>
                  </a:lnTo>
                  <a:lnTo>
                    <a:pt x="1491063" y="397170"/>
                  </a:lnTo>
                </a:path>
              </a:pathLst>
            </a:custGeom>
            <a:ln w="8130" cap="rnd">
              <a:solidFill>
                <a:srgbClr val="7FC7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432884" y="1612861"/>
              <a:ext cx="1571904" cy="392943"/>
            </a:xfrm>
            <a:custGeom>
              <a:avLst/>
              <a:pathLst>
                <a:path w="1571904" h="392943">
                  <a:moveTo>
                    <a:pt x="0" y="388966"/>
                  </a:moveTo>
                  <a:lnTo>
                    <a:pt x="8982" y="388496"/>
                  </a:lnTo>
                  <a:lnTo>
                    <a:pt x="17964" y="388023"/>
                  </a:lnTo>
                  <a:lnTo>
                    <a:pt x="26946" y="387552"/>
                  </a:lnTo>
                  <a:lnTo>
                    <a:pt x="35929" y="387088"/>
                  </a:lnTo>
                  <a:lnTo>
                    <a:pt x="44911" y="386630"/>
                  </a:lnTo>
                  <a:lnTo>
                    <a:pt x="53893" y="386172"/>
                  </a:lnTo>
                  <a:lnTo>
                    <a:pt x="62876" y="385701"/>
                  </a:lnTo>
                  <a:lnTo>
                    <a:pt x="71858" y="385196"/>
                  </a:lnTo>
                  <a:lnTo>
                    <a:pt x="80840" y="384632"/>
                  </a:lnTo>
                  <a:lnTo>
                    <a:pt x="89823" y="383976"/>
                  </a:lnTo>
                  <a:lnTo>
                    <a:pt x="98805" y="383199"/>
                  </a:lnTo>
                  <a:lnTo>
                    <a:pt x="107787" y="382271"/>
                  </a:lnTo>
                  <a:lnTo>
                    <a:pt x="116770" y="381173"/>
                  </a:lnTo>
                  <a:lnTo>
                    <a:pt x="125752" y="379884"/>
                  </a:lnTo>
                  <a:lnTo>
                    <a:pt x="134734" y="378409"/>
                  </a:lnTo>
                  <a:lnTo>
                    <a:pt x="143716" y="376772"/>
                  </a:lnTo>
                  <a:lnTo>
                    <a:pt x="152699" y="375000"/>
                  </a:lnTo>
                  <a:lnTo>
                    <a:pt x="161681" y="373127"/>
                  </a:lnTo>
                  <a:lnTo>
                    <a:pt x="170663" y="371186"/>
                  </a:lnTo>
                  <a:lnTo>
                    <a:pt x="179646" y="369208"/>
                  </a:lnTo>
                  <a:lnTo>
                    <a:pt x="188628" y="367215"/>
                  </a:lnTo>
                  <a:lnTo>
                    <a:pt x="197610" y="365219"/>
                  </a:lnTo>
                  <a:lnTo>
                    <a:pt x="206593" y="363220"/>
                  </a:lnTo>
                  <a:lnTo>
                    <a:pt x="215575" y="361208"/>
                  </a:lnTo>
                  <a:lnTo>
                    <a:pt x="224557" y="359161"/>
                  </a:lnTo>
                  <a:lnTo>
                    <a:pt x="233540" y="357055"/>
                  </a:lnTo>
                  <a:lnTo>
                    <a:pt x="242522" y="354858"/>
                  </a:lnTo>
                  <a:lnTo>
                    <a:pt x="251504" y="352533"/>
                  </a:lnTo>
                  <a:lnTo>
                    <a:pt x="260486" y="350033"/>
                  </a:lnTo>
                  <a:lnTo>
                    <a:pt x="269469" y="347331"/>
                  </a:lnTo>
                  <a:lnTo>
                    <a:pt x="278451" y="344396"/>
                  </a:lnTo>
                  <a:lnTo>
                    <a:pt x="287433" y="341208"/>
                  </a:lnTo>
                  <a:lnTo>
                    <a:pt x="296416" y="337757"/>
                  </a:lnTo>
                  <a:lnTo>
                    <a:pt x="305398" y="334053"/>
                  </a:lnTo>
                  <a:lnTo>
                    <a:pt x="314380" y="330116"/>
                  </a:lnTo>
                  <a:lnTo>
                    <a:pt x="323363" y="325985"/>
                  </a:lnTo>
                  <a:lnTo>
                    <a:pt x="332345" y="321703"/>
                  </a:lnTo>
                  <a:lnTo>
                    <a:pt x="341327" y="317318"/>
                  </a:lnTo>
                  <a:lnTo>
                    <a:pt x="350310" y="312876"/>
                  </a:lnTo>
                  <a:lnTo>
                    <a:pt x="359292" y="308408"/>
                  </a:lnTo>
                  <a:lnTo>
                    <a:pt x="368274" y="303929"/>
                  </a:lnTo>
                  <a:lnTo>
                    <a:pt x="377256" y="299434"/>
                  </a:lnTo>
                  <a:lnTo>
                    <a:pt x="386239" y="294881"/>
                  </a:lnTo>
                  <a:lnTo>
                    <a:pt x="395221" y="290212"/>
                  </a:lnTo>
                  <a:lnTo>
                    <a:pt x="404203" y="285347"/>
                  </a:lnTo>
                  <a:lnTo>
                    <a:pt x="413186" y="280195"/>
                  </a:lnTo>
                  <a:lnTo>
                    <a:pt x="422168" y="274664"/>
                  </a:lnTo>
                  <a:lnTo>
                    <a:pt x="431150" y="268664"/>
                  </a:lnTo>
                  <a:lnTo>
                    <a:pt x="440133" y="262123"/>
                  </a:lnTo>
                  <a:lnTo>
                    <a:pt x="449115" y="254985"/>
                  </a:lnTo>
                  <a:lnTo>
                    <a:pt x="458097" y="247225"/>
                  </a:lnTo>
                  <a:lnTo>
                    <a:pt x="467080" y="238847"/>
                  </a:lnTo>
                  <a:lnTo>
                    <a:pt x="476062" y="229894"/>
                  </a:lnTo>
                  <a:lnTo>
                    <a:pt x="485044" y="220447"/>
                  </a:lnTo>
                  <a:lnTo>
                    <a:pt x="494027" y="210628"/>
                  </a:lnTo>
                  <a:lnTo>
                    <a:pt x="503009" y="200595"/>
                  </a:lnTo>
                  <a:lnTo>
                    <a:pt x="511991" y="190554"/>
                  </a:lnTo>
                  <a:lnTo>
                    <a:pt x="520973" y="180733"/>
                  </a:lnTo>
                  <a:lnTo>
                    <a:pt x="529956" y="171330"/>
                  </a:lnTo>
                  <a:lnTo>
                    <a:pt x="538938" y="162515"/>
                  </a:lnTo>
                  <a:lnTo>
                    <a:pt x="547920" y="154402"/>
                  </a:lnTo>
                  <a:lnTo>
                    <a:pt x="556903" y="147035"/>
                  </a:lnTo>
                  <a:lnTo>
                    <a:pt x="565885" y="140376"/>
                  </a:lnTo>
                  <a:lnTo>
                    <a:pt x="574867" y="134302"/>
                  </a:lnTo>
                  <a:lnTo>
                    <a:pt x="583850" y="128619"/>
                  </a:lnTo>
                  <a:lnTo>
                    <a:pt x="592832" y="123083"/>
                  </a:lnTo>
                  <a:lnTo>
                    <a:pt x="601814" y="117436"/>
                  </a:lnTo>
                  <a:lnTo>
                    <a:pt x="610797" y="111443"/>
                  </a:lnTo>
                  <a:lnTo>
                    <a:pt x="619779" y="104931"/>
                  </a:lnTo>
                  <a:lnTo>
                    <a:pt x="628761" y="97819"/>
                  </a:lnTo>
                  <a:lnTo>
                    <a:pt x="637743" y="90110"/>
                  </a:lnTo>
                  <a:lnTo>
                    <a:pt x="646726" y="81975"/>
                  </a:lnTo>
                  <a:lnTo>
                    <a:pt x="655708" y="73643"/>
                  </a:lnTo>
                  <a:lnTo>
                    <a:pt x="664690" y="65354"/>
                  </a:lnTo>
                  <a:lnTo>
                    <a:pt x="673673" y="57337"/>
                  </a:lnTo>
                  <a:lnTo>
                    <a:pt x="682655" y="49776"/>
                  </a:lnTo>
                  <a:lnTo>
                    <a:pt x="691637" y="42802"/>
                  </a:lnTo>
                  <a:lnTo>
                    <a:pt x="700620" y="36478"/>
                  </a:lnTo>
                  <a:lnTo>
                    <a:pt x="709602" y="30811"/>
                  </a:lnTo>
                  <a:lnTo>
                    <a:pt x="718584" y="25763"/>
                  </a:lnTo>
                  <a:lnTo>
                    <a:pt x="727567" y="21269"/>
                  </a:lnTo>
                  <a:lnTo>
                    <a:pt x="736549" y="17254"/>
                  </a:lnTo>
                  <a:lnTo>
                    <a:pt x="745531" y="13651"/>
                  </a:lnTo>
                  <a:lnTo>
                    <a:pt x="754513" y="10411"/>
                  </a:lnTo>
                  <a:lnTo>
                    <a:pt x="763496" y="7533"/>
                  </a:lnTo>
                  <a:lnTo>
                    <a:pt x="772478" y="5040"/>
                  </a:lnTo>
                  <a:lnTo>
                    <a:pt x="781460" y="2970"/>
                  </a:lnTo>
                  <a:lnTo>
                    <a:pt x="790443" y="1391"/>
                  </a:lnTo>
                  <a:lnTo>
                    <a:pt x="799425" y="379"/>
                  </a:lnTo>
                  <a:lnTo>
                    <a:pt x="808407" y="0"/>
                  </a:lnTo>
                  <a:lnTo>
                    <a:pt x="817390" y="303"/>
                  </a:lnTo>
                  <a:lnTo>
                    <a:pt x="826372" y="1314"/>
                  </a:lnTo>
                  <a:lnTo>
                    <a:pt x="835354" y="3034"/>
                  </a:lnTo>
                  <a:lnTo>
                    <a:pt x="844337" y="5436"/>
                  </a:lnTo>
                  <a:lnTo>
                    <a:pt x="853319" y="8475"/>
                  </a:lnTo>
                  <a:lnTo>
                    <a:pt x="862301" y="12087"/>
                  </a:lnTo>
                  <a:lnTo>
                    <a:pt x="871283" y="16198"/>
                  </a:lnTo>
                  <a:lnTo>
                    <a:pt x="880266" y="20729"/>
                  </a:lnTo>
                  <a:lnTo>
                    <a:pt x="889248" y="25601"/>
                  </a:lnTo>
                  <a:lnTo>
                    <a:pt x="898230" y="30734"/>
                  </a:lnTo>
                  <a:lnTo>
                    <a:pt x="907213" y="36027"/>
                  </a:lnTo>
                  <a:lnTo>
                    <a:pt x="916195" y="41411"/>
                  </a:lnTo>
                  <a:lnTo>
                    <a:pt x="925177" y="46823"/>
                  </a:lnTo>
                  <a:lnTo>
                    <a:pt x="934160" y="52225"/>
                  </a:lnTo>
                  <a:lnTo>
                    <a:pt x="943142" y="57604"/>
                  </a:lnTo>
                  <a:lnTo>
                    <a:pt x="952124" y="62987"/>
                  </a:lnTo>
                  <a:lnTo>
                    <a:pt x="961107" y="68442"/>
                  </a:lnTo>
                  <a:lnTo>
                    <a:pt x="970089" y="74076"/>
                  </a:lnTo>
                  <a:lnTo>
                    <a:pt x="979071" y="80027"/>
                  </a:lnTo>
                  <a:lnTo>
                    <a:pt x="988054" y="86446"/>
                  </a:lnTo>
                  <a:lnTo>
                    <a:pt x="997036" y="93476"/>
                  </a:lnTo>
                  <a:lnTo>
                    <a:pt x="1006018" y="101229"/>
                  </a:lnTo>
                  <a:lnTo>
                    <a:pt x="1015000" y="109769"/>
                  </a:lnTo>
                  <a:lnTo>
                    <a:pt x="1023983" y="119126"/>
                  </a:lnTo>
                  <a:lnTo>
                    <a:pt x="1032965" y="129134"/>
                  </a:lnTo>
                  <a:lnTo>
                    <a:pt x="1041947" y="139613"/>
                  </a:lnTo>
                  <a:lnTo>
                    <a:pt x="1050930" y="150327"/>
                  </a:lnTo>
                  <a:lnTo>
                    <a:pt x="1059912" y="161002"/>
                  </a:lnTo>
                  <a:lnTo>
                    <a:pt x="1068894" y="171351"/>
                  </a:lnTo>
                  <a:lnTo>
                    <a:pt x="1077877" y="181108"/>
                  </a:lnTo>
                  <a:lnTo>
                    <a:pt x="1086859" y="190050"/>
                  </a:lnTo>
                  <a:lnTo>
                    <a:pt x="1095841" y="198027"/>
                  </a:lnTo>
                  <a:lnTo>
                    <a:pt x="1104824" y="204978"/>
                  </a:lnTo>
                  <a:lnTo>
                    <a:pt x="1113806" y="210942"/>
                  </a:lnTo>
                  <a:lnTo>
                    <a:pt x="1122788" y="216054"/>
                  </a:lnTo>
                  <a:lnTo>
                    <a:pt x="1131770" y="220530"/>
                  </a:lnTo>
                  <a:lnTo>
                    <a:pt x="1140753" y="224644"/>
                  </a:lnTo>
                  <a:lnTo>
                    <a:pt x="1149735" y="228712"/>
                  </a:lnTo>
                  <a:lnTo>
                    <a:pt x="1158717" y="233038"/>
                  </a:lnTo>
                  <a:lnTo>
                    <a:pt x="1167700" y="237835"/>
                  </a:lnTo>
                  <a:lnTo>
                    <a:pt x="1176682" y="243236"/>
                  </a:lnTo>
                  <a:lnTo>
                    <a:pt x="1185664" y="249283"/>
                  </a:lnTo>
                  <a:lnTo>
                    <a:pt x="1194647" y="255930"/>
                  </a:lnTo>
                  <a:lnTo>
                    <a:pt x="1203629" y="263060"/>
                  </a:lnTo>
                  <a:lnTo>
                    <a:pt x="1212611" y="270507"/>
                  </a:lnTo>
                  <a:lnTo>
                    <a:pt x="1221594" y="278083"/>
                  </a:lnTo>
                  <a:lnTo>
                    <a:pt x="1230576" y="285609"/>
                  </a:lnTo>
                  <a:lnTo>
                    <a:pt x="1239558" y="292935"/>
                  </a:lnTo>
                  <a:lnTo>
                    <a:pt x="1248540" y="299951"/>
                  </a:lnTo>
                  <a:lnTo>
                    <a:pt x="1257523" y="306595"/>
                  </a:lnTo>
                  <a:lnTo>
                    <a:pt x="1266505" y="312845"/>
                  </a:lnTo>
                  <a:lnTo>
                    <a:pt x="1275487" y="318684"/>
                  </a:lnTo>
                  <a:lnTo>
                    <a:pt x="1284470" y="324142"/>
                  </a:lnTo>
                  <a:lnTo>
                    <a:pt x="1293452" y="329239"/>
                  </a:lnTo>
                  <a:lnTo>
                    <a:pt x="1302434" y="333974"/>
                  </a:lnTo>
                  <a:lnTo>
                    <a:pt x="1311417" y="338333"/>
                  </a:lnTo>
                  <a:lnTo>
                    <a:pt x="1320399" y="342293"/>
                  </a:lnTo>
                  <a:lnTo>
                    <a:pt x="1329381" y="345835"/>
                  </a:lnTo>
                  <a:lnTo>
                    <a:pt x="1338364" y="348951"/>
                  </a:lnTo>
                  <a:lnTo>
                    <a:pt x="1347346" y="351655"/>
                  </a:lnTo>
                  <a:lnTo>
                    <a:pt x="1356328" y="353989"/>
                  </a:lnTo>
                  <a:lnTo>
                    <a:pt x="1365310" y="356017"/>
                  </a:lnTo>
                  <a:lnTo>
                    <a:pt x="1374293" y="357826"/>
                  </a:lnTo>
                  <a:lnTo>
                    <a:pt x="1383275" y="359508"/>
                  </a:lnTo>
                  <a:lnTo>
                    <a:pt x="1392257" y="361153"/>
                  </a:lnTo>
                  <a:lnTo>
                    <a:pt x="1401240" y="362828"/>
                  </a:lnTo>
                  <a:lnTo>
                    <a:pt x="1410222" y="364573"/>
                  </a:lnTo>
                  <a:lnTo>
                    <a:pt x="1419204" y="366382"/>
                  </a:lnTo>
                  <a:lnTo>
                    <a:pt x="1428187" y="368232"/>
                  </a:lnTo>
                  <a:lnTo>
                    <a:pt x="1437169" y="370084"/>
                  </a:lnTo>
                  <a:lnTo>
                    <a:pt x="1446151" y="371899"/>
                  </a:lnTo>
                  <a:lnTo>
                    <a:pt x="1455134" y="373650"/>
                  </a:lnTo>
                  <a:lnTo>
                    <a:pt x="1464116" y="375322"/>
                  </a:lnTo>
                  <a:lnTo>
                    <a:pt x="1473098" y="376914"/>
                  </a:lnTo>
                  <a:lnTo>
                    <a:pt x="1482081" y="378434"/>
                  </a:lnTo>
                  <a:lnTo>
                    <a:pt x="1491063" y="379894"/>
                  </a:lnTo>
                  <a:lnTo>
                    <a:pt x="1500045" y="381302"/>
                  </a:lnTo>
                  <a:lnTo>
                    <a:pt x="1509027" y="382656"/>
                  </a:lnTo>
                  <a:lnTo>
                    <a:pt x="1518010" y="383945"/>
                  </a:lnTo>
                  <a:lnTo>
                    <a:pt x="1526992" y="385148"/>
                  </a:lnTo>
                  <a:lnTo>
                    <a:pt x="1535974" y="386235"/>
                  </a:lnTo>
                  <a:lnTo>
                    <a:pt x="1544957" y="387194"/>
                  </a:lnTo>
                  <a:lnTo>
                    <a:pt x="1553939" y="388011"/>
                  </a:lnTo>
                  <a:lnTo>
                    <a:pt x="1562921" y="388683"/>
                  </a:lnTo>
                  <a:lnTo>
                    <a:pt x="1571904" y="389214"/>
                  </a:lnTo>
                  <a:lnTo>
                    <a:pt x="1571904" y="392943"/>
                  </a:lnTo>
                  <a:lnTo>
                    <a:pt x="1562921" y="392943"/>
                  </a:lnTo>
                  <a:lnTo>
                    <a:pt x="1553939" y="392943"/>
                  </a:lnTo>
                  <a:lnTo>
                    <a:pt x="1544957" y="392943"/>
                  </a:lnTo>
                  <a:lnTo>
                    <a:pt x="1535974" y="392943"/>
                  </a:lnTo>
                  <a:lnTo>
                    <a:pt x="1526992" y="392943"/>
                  </a:lnTo>
                  <a:lnTo>
                    <a:pt x="1518010" y="392943"/>
                  </a:lnTo>
                  <a:lnTo>
                    <a:pt x="1509027" y="392943"/>
                  </a:lnTo>
                  <a:lnTo>
                    <a:pt x="1500045" y="392943"/>
                  </a:lnTo>
                  <a:lnTo>
                    <a:pt x="1491063" y="392943"/>
                  </a:lnTo>
                  <a:lnTo>
                    <a:pt x="1482081" y="392943"/>
                  </a:lnTo>
                  <a:lnTo>
                    <a:pt x="1473098" y="392943"/>
                  </a:lnTo>
                  <a:lnTo>
                    <a:pt x="1464116" y="392943"/>
                  </a:lnTo>
                  <a:lnTo>
                    <a:pt x="1455134" y="392943"/>
                  </a:lnTo>
                  <a:lnTo>
                    <a:pt x="1446151" y="392943"/>
                  </a:lnTo>
                  <a:lnTo>
                    <a:pt x="1437169" y="392943"/>
                  </a:lnTo>
                  <a:lnTo>
                    <a:pt x="1428187" y="392943"/>
                  </a:lnTo>
                  <a:lnTo>
                    <a:pt x="1419204" y="392943"/>
                  </a:lnTo>
                  <a:lnTo>
                    <a:pt x="1410222" y="392943"/>
                  </a:lnTo>
                  <a:lnTo>
                    <a:pt x="1401240" y="392943"/>
                  </a:lnTo>
                  <a:lnTo>
                    <a:pt x="1392257" y="392943"/>
                  </a:lnTo>
                  <a:lnTo>
                    <a:pt x="1383275" y="392943"/>
                  </a:lnTo>
                  <a:lnTo>
                    <a:pt x="1374293" y="392943"/>
                  </a:lnTo>
                  <a:lnTo>
                    <a:pt x="1365310" y="392943"/>
                  </a:lnTo>
                  <a:lnTo>
                    <a:pt x="1356328" y="392943"/>
                  </a:lnTo>
                  <a:lnTo>
                    <a:pt x="1347346" y="392943"/>
                  </a:lnTo>
                  <a:lnTo>
                    <a:pt x="1338364" y="392943"/>
                  </a:lnTo>
                  <a:lnTo>
                    <a:pt x="1329381" y="392943"/>
                  </a:lnTo>
                  <a:lnTo>
                    <a:pt x="1320399" y="392943"/>
                  </a:lnTo>
                  <a:lnTo>
                    <a:pt x="1311417" y="392943"/>
                  </a:lnTo>
                  <a:lnTo>
                    <a:pt x="1302434" y="392943"/>
                  </a:lnTo>
                  <a:lnTo>
                    <a:pt x="1293452" y="392943"/>
                  </a:lnTo>
                  <a:lnTo>
                    <a:pt x="1284470" y="392943"/>
                  </a:lnTo>
                  <a:lnTo>
                    <a:pt x="1275487" y="392943"/>
                  </a:lnTo>
                  <a:lnTo>
                    <a:pt x="1266505" y="392943"/>
                  </a:lnTo>
                  <a:lnTo>
                    <a:pt x="1257523" y="392943"/>
                  </a:lnTo>
                  <a:lnTo>
                    <a:pt x="1248540" y="392943"/>
                  </a:lnTo>
                  <a:lnTo>
                    <a:pt x="1239558" y="392943"/>
                  </a:lnTo>
                  <a:lnTo>
                    <a:pt x="1230576" y="392943"/>
                  </a:lnTo>
                  <a:lnTo>
                    <a:pt x="1221594" y="392943"/>
                  </a:lnTo>
                  <a:lnTo>
                    <a:pt x="1212611" y="392943"/>
                  </a:lnTo>
                  <a:lnTo>
                    <a:pt x="1203629" y="392943"/>
                  </a:lnTo>
                  <a:lnTo>
                    <a:pt x="1194647" y="392943"/>
                  </a:lnTo>
                  <a:lnTo>
                    <a:pt x="1185664" y="392943"/>
                  </a:lnTo>
                  <a:lnTo>
                    <a:pt x="1176682" y="392943"/>
                  </a:lnTo>
                  <a:lnTo>
                    <a:pt x="1167700" y="392943"/>
                  </a:lnTo>
                  <a:lnTo>
                    <a:pt x="1158717" y="392943"/>
                  </a:lnTo>
                  <a:lnTo>
                    <a:pt x="1149735" y="392943"/>
                  </a:lnTo>
                  <a:lnTo>
                    <a:pt x="1140753" y="392943"/>
                  </a:lnTo>
                  <a:lnTo>
                    <a:pt x="1131770" y="392943"/>
                  </a:lnTo>
                  <a:lnTo>
                    <a:pt x="1122788" y="392943"/>
                  </a:lnTo>
                  <a:lnTo>
                    <a:pt x="1113806" y="392943"/>
                  </a:lnTo>
                  <a:lnTo>
                    <a:pt x="1104824" y="392943"/>
                  </a:lnTo>
                  <a:lnTo>
                    <a:pt x="1095841" y="392943"/>
                  </a:lnTo>
                  <a:lnTo>
                    <a:pt x="1086859" y="392943"/>
                  </a:lnTo>
                  <a:lnTo>
                    <a:pt x="1077877" y="392943"/>
                  </a:lnTo>
                  <a:lnTo>
                    <a:pt x="1068894" y="392943"/>
                  </a:lnTo>
                  <a:lnTo>
                    <a:pt x="1059912" y="392943"/>
                  </a:lnTo>
                  <a:lnTo>
                    <a:pt x="1050930" y="392943"/>
                  </a:lnTo>
                  <a:lnTo>
                    <a:pt x="1041947" y="392943"/>
                  </a:lnTo>
                  <a:lnTo>
                    <a:pt x="1032965" y="392943"/>
                  </a:lnTo>
                  <a:lnTo>
                    <a:pt x="1023983" y="392943"/>
                  </a:lnTo>
                  <a:lnTo>
                    <a:pt x="1015000" y="392943"/>
                  </a:lnTo>
                  <a:lnTo>
                    <a:pt x="1006018" y="392943"/>
                  </a:lnTo>
                  <a:lnTo>
                    <a:pt x="997036" y="392943"/>
                  </a:lnTo>
                  <a:lnTo>
                    <a:pt x="988054" y="392943"/>
                  </a:lnTo>
                  <a:lnTo>
                    <a:pt x="979071" y="392943"/>
                  </a:lnTo>
                  <a:lnTo>
                    <a:pt x="970089" y="392943"/>
                  </a:lnTo>
                  <a:lnTo>
                    <a:pt x="961107" y="392943"/>
                  </a:lnTo>
                  <a:lnTo>
                    <a:pt x="952124" y="392943"/>
                  </a:lnTo>
                  <a:lnTo>
                    <a:pt x="943142" y="392943"/>
                  </a:lnTo>
                  <a:lnTo>
                    <a:pt x="934160" y="392943"/>
                  </a:lnTo>
                  <a:lnTo>
                    <a:pt x="925177" y="392943"/>
                  </a:lnTo>
                  <a:lnTo>
                    <a:pt x="916195" y="392943"/>
                  </a:lnTo>
                  <a:lnTo>
                    <a:pt x="907213" y="392943"/>
                  </a:lnTo>
                  <a:lnTo>
                    <a:pt x="898230" y="392943"/>
                  </a:lnTo>
                  <a:lnTo>
                    <a:pt x="889248" y="392943"/>
                  </a:lnTo>
                  <a:lnTo>
                    <a:pt x="880266" y="392943"/>
                  </a:lnTo>
                  <a:lnTo>
                    <a:pt x="871283" y="392943"/>
                  </a:lnTo>
                  <a:lnTo>
                    <a:pt x="862301" y="392943"/>
                  </a:lnTo>
                  <a:lnTo>
                    <a:pt x="853319" y="392943"/>
                  </a:lnTo>
                  <a:lnTo>
                    <a:pt x="844337" y="392943"/>
                  </a:lnTo>
                  <a:lnTo>
                    <a:pt x="835354" y="392943"/>
                  </a:lnTo>
                  <a:lnTo>
                    <a:pt x="826372" y="392943"/>
                  </a:lnTo>
                  <a:lnTo>
                    <a:pt x="817390" y="392943"/>
                  </a:lnTo>
                  <a:lnTo>
                    <a:pt x="808407" y="392943"/>
                  </a:lnTo>
                  <a:lnTo>
                    <a:pt x="799425" y="392943"/>
                  </a:lnTo>
                  <a:lnTo>
                    <a:pt x="790443" y="392943"/>
                  </a:lnTo>
                  <a:lnTo>
                    <a:pt x="781460" y="392943"/>
                  </a:lnTo>
                  <a:lnTo>
                    <a:pt x="772478" y="392943"/>
                  </a:lnTo>
                  <a:lnTo>
                    <a:pt x="763496" y="392943"/>
                  </a:lnTo>
                  <a:lnTo>
                    <a:pt x="754513" y="392943"/>
                  </a:lnTo>
                  <a:lnTo>
                    <a:pt x="745531" y="392943"/>
                  </a:lnTo>
                  <a:lnTo>
                    <a:pt x="736549" y="392943"/>
                  </a:lnTo>
                  <a:lnTo>
                    <a:pt x="727567" y="392943"/>
                  </a:lnTo>
                  <a:lnTo>
                    <a:pt x="718584" y="392943"/>
                  </a:lnTo>
                  <a:lnTo>
                    <a:pt x="709602" y="392943"/>
                  </a:lnTo>
                  <a:lnTo>
                    <a:pt x="700620" y="392943"/>
                  </a:lnTo>
                  <a:lnTo>
                    <a:pt x="691637" y="392943"/>
                  </a:lnTo>
                  <a:lnTo>
                    <a:pt x="682655" y="392943"/>
                  </a:lnTo>
                  <a:lnTo>
                    <a:pt x="673673" y="392943"/>
                  </a:lnTo>
                  <a:lnTo>
                    <a:pt x="664690" y="392943"/>
                  </a:lnTo>
                  <a:lnTo>
                    <a:pt x="655708" y="392943"/>
                  </a:lnTo>
                  <a:lnTo>
                    <a:pt x="646726" y="392943"/>
                  </a:lnTo>
                  <a:lnTo>
                    <a:pt x="637743" y="392943"/>
                  </a:lnTo>
                  <a:lnTo>
                    <a:pt x="628761" y="392943"/>
                  </a:lnTo>
                  <a:lnTo>
                    <a:pt x="619779" y="392943"/>
                  </a:lnTo>
                  <a:lnTo>
                    <a:pt x="610797" y="392943"/>
                  </a:lnTo>
                  <a:lnTo>
                    <a:pt x="601814" y="392943"/>
                  </a:lnTo>
                  <a:lnTo>
                    <a:pt x="592832" y="392943"/>
                  </a:lnTo>
                  <a:lnTo>
                    <a:pt x="583850" y="392943"/>
                  </a:lnTo>
                  <a:lnTo>
                    <a:pt x="574867" y="392943"/>
                  </a:lnTo>
                  <a:lnTo>
                    <a:pt x="565885" y="392943"/>
                  </a:lnTo>
                  <a:lnTo>
                    <a:pt x="556903" y="392943"/>
                  </a:lnTo>
                  <a:lnTo>
                    <a:pt x="547920" y="392943"/>
                  </a:lnTo>
                  <a:lnTo>
                    <a:pt x="538938" y="392943"/>
                  </a:lnTo>
                  <a:lnTo>
                    <a:pt x="529956" y="392943"/>
                  </a:lnTo>
                  <a:lnTo>
                    <a:pt x="520973" y="392943"/>
                  </a:lnTo>
                  <a:lnTo>
                    <a:pt x="511991" y="392943"/>
                  </a:lnTo>
                  <a:lnTo>
                    <a:pt x="503009" y="392943"/>
                  </a:lnTo>
                  <a:lnTo>
                    <a:pt x="494027" y="392943"/>
                  </a:lnTo>
                  <a:lnTo>
                    <a:pt x="485044" y="392943"/>
                  </a:lnTo>
                  <a:lnTo>
                    <a:pt x="476062" y="392943"/>
                  </a:lnTo>
                  <a:lnTo>
                    <a:pt x="467080" y="392943"/>
                  </a:lnTo>
                  <a:lnTo>
                    <a:pt x="458097" y="392943"/>
                  </a:lnTo>
                  <a:lnTo>
                    <a:pt x="449115" y="392943"/>
                  </a:lnTo>
                  <a:lnTo>
                    <a:pt x="440133" y="392943"/>
                  </a:lnTo>
                  <a:lnTo>
                    <a:pt x="431150" y="392943"/>
                  </a:lnTo>
                  <a:lnTo>
                    <a:pt x="422168" y="392943"/>
                  </a:lnTo>
                  <a:lnTo>
                    <a:pt x="413186" y="392943"/>
                  </a:lnTo>
                  <a:lnTo>
                    <a:pt x="404203" y="392943"/>
                  </a:lnTo>
                  <a:lnTo>
                    <a:pt x="395221" y="392943"/>
                  </a:lnTo>
                  <a:lnTo>
                    <a:pt x="386239" y="392943"/>
                  </a:lnTo>
                  <a:lnTo>
                    <a:pt x="377256" y="392943"/>
                  </a:lnTo>
                  <a:lnTo>
                    <a:pt x="368274" y="392943"/>
                  </a:lnTo>
                  <a:lnTo>
                    <a:pt x="359292" y="392943"/>
                  </a:lnTo>
                  <a:lnTo>
                    <a:pt x="350310" y="392943"/>
                  </a:lnTo>
                  <a:lnTo>
                    <a:pt x="341327" y="392943"/>
                  </a:lnTo>
                  <a:lnTo>
                    <a:pt x="332345" y="392943"/>
                  </a:lnTo>
                  <a:lnTo>
                    <a:pt x="323363" y="392943"/>
                  </a:lnTo>
                  <a:lnTo>
                    <a:pt x="314380" y="392943"/>
                  </a:lnTo>
                  <a:lnTo>
                    <a:pt x="305398" y="392943"/>
                  </a:lnTo>
                  <a:lnTo>
                    <a:pt x="296416" y="392943"/>
                  </a:lnTo>
                  <a:lnTo>
                    <a:pt x="287433" y="392943"/>
                  </a:lnTo>
                  <a:lnTo>
                    <a:pt x="278451" y="392943"/>
                  </a:lnTo>
                  <a:lnTo>
                    <a:pt x="269469" y="392943"/>
                  </a:lnTo>
                  <a:lnTo>
                    <a:pt x="260486" y="392943"/>
                  </a:lnTo>
                  <a:lnTo>
                    <a:pt x="251504" y="392943"/>
                  </a:lnTo>
                  <a:lnTo>
                    <a:pt x="242522" y="392943"/>
                  </a:lnTo>
                  <a:lnTo>
                    <a:pt x="233540" y="392943"/>
                  </a:lnTo>
                  <a:lnTo>
                    <a:pt x="224557" y="392943"/>
                  </a:lnTo>
                  <a:lnTo>
                    <a:pt x="215575" y="392943"/>
                  </a:lnTo>
                  <a:lnTo>
                    <a:pt x="206593" y="392943"/>
                  </a:lnTo>
                  <a:lnTo>
                    <a:pt x="197610" y="392943"/>
                  </a:lnTo>
                  <a:lnTo>
                    <a:pt x="188628" y="392943"/>
                  </a:lnTo>
                  <a:lnTo>
                    <a:pt x="179646" y="392943"/>
                  </a:lnTo>
                  <a:lnTo>
                    <a:pt x="170663" y="392943"/>
                  </a:lnTo>
                  <a:lnTo>
                    <a:pt x="161681" y="392943"/>
                  </a:lnTo>
                  <a:lnTo>
                    <a:pt x="152699" y="392943"/>
                  </a:lnTo>
                  <a:lnTo>
                    <a:pt x="143716" y="392943"/>
                  </a:lnTo>
                  <a:lnTo>
                    <a:pt x="134734" y="392943"/>
                  </a:lnTo>
                  <a:lnTo>
                    <a:pt x="125752" y="392943"/>
                  </a:lnTo>
                  <a:lnTo>
                    <a:pt x="116770" y="392943"/>
                  </a:lnTo>
                  <a:lnTo>
                    <a:pt x="107787" y="392943"/>
                  </a:lnTo>
                  <a:lnTo>
                    <a:pt x="98805" y="392943"/>
                  </a:lnTo>
                  <a:lnTo>
                    <a:pt x="89823" y="392943"/>
                  </a:lnTo>
                  <a:lnTo>
                    <a:pt x="80840" y="392943"/>
                  </a:lnTo>
                  <a:lnTo>
                    <a:pt x="71858" y="392943"/>
                  </a:lnTo>
                  <a:lnTo>
                    <a:pt x="62876" y="392943"/>
                  </a:lnTo>
                  <a:lnTo>
                    <a:pt x="53893" y="392943"/>
                  </a:lnTo>
                  <a:lnTo>
                    <a:pt x="44911" y="392943"/>
                  </a:lnTo>
                  <a:lnTo>
                    <a:pt x="35929" y="392943"/>
                  </a:lnTo>
                  <a:lnTo>
                    <a:pt x="26946" y="392943"/>
                  </a:lnTo>
                  <a:lnTo>
                    <a:pt x="17964" y="392943"/>
                  </a:lnTo>
                  <a:lnTo>
                    <a:pt x="8982" y="392943"/>
                  </a:lnTo>
                  <a:lnTo>
                    <a:pt x="0" y="392943"/>
                  </a:lnTo>
                  <a:close/>
                </a:path>
              </a:pathLst>
            </a:custGeom>
            <a:solidFill>
              <a:srgbClr val="B2ABD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432884" y="1612861"/>
              <a:ext cx="1571904" cy="389214"/>
            </a:xfrm>
            <a:custGeom>
              <a:avLst/>
              <a:pathLst>
                <a:path w="1571904" h="389214">
                  <a:moveTo>
                    <a:pt x="0" y="388966"/>
                  </a:moveTo>
                  <a:lnTo>
                    <a:pt x="8982" y="388496"/>
                  </a:lnTo>
                  <a:lnTo>
                    <a:pt x="17964" y="388023"/>
                  </a:lnTo>
                  <a:lnTo>
                    <a:pt x="26946" y="387552"/>
                  </a:lnTo>
                  <a:lnTo>
                    <a:pt x="35929" y="387088"/>
                  </a:lnTo>
                  <a:lnTo>
                    <a:pt x="44911" y="386630"/>
                  </a:lnTo>
                  <a:lnTo>
                    <a:pt x="53893" y="386172"/>
                  </a:lnTo>
                  <a:lnTo>
                    <a:pt x="62876" y="385701"/>
                  </a:lnTo>
                  <a:lnTo>
                    <a:pt x="71858" y="385196"/>
                  </a:lnTo>
                  <a:lnTo>
                    <a:pt x="80840" y="384632"/>
                  </a:lnTo>
                  <a:lnTo>
                    <a:pt x="89823" y="383976"/>
                  </a:lnTo>
                  <a:lnTo>
                    <a:pt x="98805" y="383199"/>
                  </a:lnTo>
                  <a:lnTo>
                    <a:pt x="107787" y="382271"/>
                  </a:lnTo>
                  <a:lnTo>
                    <a:pt x="116770" y="381173"/>
                  </a:lnTo>
                  <a:lnTo>
                    <a:pt x="125752" y="379884"/>
                  </a:lnTo>
                  <a:lnTo>
                    <a:pt x="134734" y="378409"/>
                  </a:lnTo>
                  <a:lnTo>
                    <a:pt x="143716" y="376772"/>
                  </a:lnTo>
                  <a:lnTo>
                    <a:pt x="152699" y="375000"/>
                  </a:lnTo>
                  <a:lnTo>
                    <a:pt x="161681" y="373127"/>
                  </a:lnTo>
                  <a:lnTo>
                    <a:pt x="170663" y="371186"/>
                  </a:lnTo>
                  <a:lnTo>
                    <a:pt x="179646" y="369208"/>
                  </a:lnTo>
                  <a:lnTo>
                    <a:pt x="188628" y="367215"/>
                  </a:lnTo>
                  <a:lnTo>
                    <a:pt x="197610" y="365219"/>
                  </a:lnTo>
                  <a:lnTo>
                    <a:pt x="206593" y="363220"/>
                  </a:lnTo>
                  <a:lnTo>
                    <a:pt x="215575" y="361208"/>
                  </a:lnTo>
                  <a:lnTo>
                    <a:pt x="224557" y="359161"/>
                  </a:lnTo>
                  <a:lnTo>
                    <a:pt x="233540" y="357055"/>
                  </a:lnTo>
                  <a:lnTo>
                    <a:pt x="242522" y="354858"/>
                  </a:lnTo>
                  <a:lnTo>
                    <a:pt x="251504" y="352533"/>
                  </a:lnTo>
                  <a:lnTo>
                    <a:pt x="260486" y="350033"/>
                  </a:lnTo>
                  <a:lnTo>
                    <a:pt x="269469" y="347331"/>
                  </a:lnTo>
                  <a:lnTo>
                    <a:pt x="278451" y="344396"/>
                  </a:lnTo>
                  <a:lnTo>
                    <a:pt x="287433" y="341208"/>
                  </a:lnTo>
                  <a:lnTo>
                    <a:pt x="296416" y="337757"/>
                  </a:lnTo>
                  <a:lnTo>
                    <a:pt x="305398" y="334053"/>
                  </a:lnTo>
                  <a:lnTo>
                    <a:pt x="314380" y="330116"/>
                  </a:lnTo>
                  <a:lnTo>
                    <a:pt x="323363" y="325985"/>
                  </a:lnTo>
                  <a:lnTo>
                    <a:pt x="332345" y="321703"/>
                  </a:lnTo>
                  <a:lnTo>
                    <a:pt x="341327" y="317318"/>
                  </a:lnTo>
                  <a:lnTo>
                    <a:pt x="350310" y="312876"/>
                  </a:lnTo>
                  <a:lnTo>
                    <a:pt x="359292" y="308408"/>
                  </a:lnTo>
                  <a:lnTo>
                    <a:pt x="368274" y="303929"/>
                  </a:lnTo>
                  <a:lnTo>
                    <a:pt x="377256" y="299434"/>
                  </a:lnTo>
                  <a:lnTo>
                    <a:pt x="386239" y="294881"/>
                  </a:lnTo>
                  <a:lnTo>
                    <a:pt x="395221" y="290212"/>
                  </a:lnTo>
                  <a:lnTo>
                    <a:pt x="404203" y="285347"/>
                  </a:lnTo>
                  <a:lnTo>
                    <a:pt x="413186" y="280195"/>
                  </a:lnTo>
                  <a:lnTo>
                    <a:pt x="422168" y="274664"/>
                  </a:lnTo>
                  <a:lnTo>
                    <a:pt x="431150" y="268664"/>
                  </a:lnTo>
                  <a:lnTo>
                    <a:pt x="440133" y="262123"/>
                  </a:lnTo>
                  <a:lnTo>
                    <a:pt x="449115" y="254985"/>
                  </a:lnTo>
                  <a:lnTo>
                    <a:pt x="458097" y="247225"/>
                  </a:lnTo>
                  <a:lnTo>
                    <a:pt x="467080" y="238847"/>
                  </a:lnTo>
                  <a:lnTo>
                    <a:pt x="476062" y="229894"/>
                  </a:lnTo>
                  <a:lnTo>
                    <a:pt x="485044" y="220447"/>
                  </a:lnTo>
                  <a:lnTo>
                    <a:pt x="494027" y="210628"/>
                  </a:lnTo>
                  <a:lnTo>
                    <a:pt x="503009" y="200595"/>
                  </a:lnTo>
                  <a:lnTo>
                    <a:pt x="511991" y="190554"/>
                  </a:lnTo>
                  <a:lnTo>
                    <a:pt x="520973" y="180733"/>
                  </a:lnTo>
                  <a:lnTo>
                    <a:pt x="529956" y="171330"/>
                  </a:lnTo>
                  <a:lnTo>
                    <a:pt x="538938" y="162515"/>
                  </a:lnTo>
                  <a:lnTo>
                    <a:pt x="547920" y="154402"/>
                  </a:lnTo>
                  <a:lnTo>
                    <a:pt x="556903" y="147035"/>
                  </a:lnTo>
                  <a:lnTo>
                    <a:pt x="565885" y="140376"/>
                  </a:lnTo>
                  <a:lnTo>
                    <a:pt x="574867" y="134302"/>
                  </a:lnTo>
                  <a:lnTo>
                    <a:pt x="583850" y="128619"/>
                  </a:lnTo>
                  <a:lnTo>
                    <a:pt x="592832" y="123083"/>
                  </a:lnTo>
                  <a:lnTo>
                    <a:pt x="601814" y="117436"/>
                  </a:lnTo>
                  <a:lnTo>
                    <a:pt x="610797" y="111443"/>
                  </a:lnTo>
                  <a:lnTo>
                    <a:pt x="619779" y="104931"/>
                  </a:lnTo>
                  <a:lnTo>
                    <a:pt x="628761" y="97819"/>
                  </a:lnTo>
                  <a:lnTo>
                    <a:pt x="637743" y="90110"/>
                  </a:lnTo>
                  <a:lnTo>
                    <a:pt x="646726" y="81975"/>
                  </a:lnTo>
                  <a:lnTo>
                    <a:pt x="655708" y="73643"/>
                  </a:lnTo>
                  <a:lnTo>
                    <a:pt x="664690" y="65354"/>
                  </a:lnTo>
                  <a:lnTo>
                    <a:pt x="673673" y="57337"/>
                  </a:lnTo>
                  <a:lnTo>
                    <a:pt x="682655" y="49776"/>
                  </a:lnTo>
                  <a:lnTo>
                    <a:pt x="691637" y="42802"/>
                  </a:lnTo>
                  <a:lnTo>
                    <a:pt x="700620" y="36478"/>
                  </a:lnTo>
                  <a:lnTo>
                    <a:pt x="709602" y="30811"/>
                  </a:lnTo>
                  <a:lnTo>
                    <a:pt x="718584" y="25763"/>
                  </a:lnTo>
                  <a:lnTo>
                    <a:pt x="727567" y="21269"/>
                  </a:lnTo>
                  <a:lnTo>
                    <a:pt x="736549" y="17254"/>
                  </a:lnTo>
                  <a:lnTo>
                    <a:pt x="745531" y="13651"/>
                  </a:lnTo>
                  <a:lnTo>
                    <a:pt x="754513" y="10411"/>
                  </a:lnTo>
                  <a:lnTo>
                    <a:pt x="763496" y="7533"/>
                  </a:lnTo>
                  <a:lnTo>
                    <a:pt x="772478" y="5040"/>
                  </a:lnTo>
                  <a:lnTo>
                    <a:pt x="781460" y="2970"/>
                  </a:lnTo>
                  <a:lnTo>
                    <a:pt x="790443" y="1391"/>
                  </a:lnTo>
                  <a:lnTo>
                    <a:pt x="799425" y="379"/>
                  </a:lnTo>
                  <a:lnTo>
                    <a:pt x="808407" y="0"/>
                  </a:lnTo>
                  <a:lnTo>
                    <a:pt x="817390" y="303"/>
                  </a:lnTo>
                  <a:lnTo>
                    <a:pt x="826372" y="1314"/>
                  </a:lnTo>
                  <a:lnTo>
                    <a:pt x="835354" y="3034"/>
                  </a:lnTo>
                  <a:lnTo>
                    <a:pt x="844337" y="5436"/>
                  </a:lnTo>
                  <a:lnTo>
                    <a:pt x="853319" y="8475"/>
                  </a:lnTo>
                  <a:lnTo>
                    <a:pt x="862301" y="12087"/>
                  </a:lnTo>
                  <a:lnTo>
                    <a:pt x="871283" y="16198"/>
                  </a:lnTo>
                  <a:lnTo>
                    <a:pt x="880266" y="20729"/>
                  </a:lnTo>
                  <a:lnTo>
                    <a:pt x="889248" y="25601"/>
                  </a:lnTo>
                  <a:lnTo>
                    <a:pt x="898230" y="30734"/>
                  </a:lnTo>
                  <a:lnTo>
                    <a:pt x="907213" y="36027"/>
                  </a:lnTo>
                  <a:lnTo>
                    <a:pt x="916195" y="41411"/>
                  </a:lnTo>
                  <a:lnTo>
                    <a:pt x="925177" y="46823"/>
                  </a:lnTo>
                  <a:lnTo>
                    <a:pt x="934160" y="52225"/>
                  </a:lnTo>
                  <a:lnTo>
                    <a:pt x="943142" y="57604"/>
                  </a:lnTo>
                  <a:lnTo>
                    <a:pt x="952124" y="62987"/>
                  </a:lnTo>
                  <a:lnTo>
                    <a:pt x="961107" y="68442"/>
                  </a:lnTo>
                  <a:lnTo>
                    <a:pt x="970089" y="74076"/>
                  </a:lnTo>
                  <a:lnTo>
                    <a:pt x="979071" y="80027"/>
                  </a:lnTo>
                  <a:lnTo>
                    <a:pt x="988054" y="86446"/>
                  </a:lnTo>
                  <a:lnTo>
                    <a:pt x="997036" y="93476"/>
                  </a:lnTo>
                  <a:lnTo>
                    <a:pt x="1006018" y="101229"/>
                  </a:lnTo>
                  <a:lnTo>
                    <a:pt x="1015000" y="109769"/>
                  </a:lnTo>
                  <a:lnTo>
                    <a:pt x="1023983" y="119126"/>
                  </a:lnTo>
                  <a:lnTo>
                    <a:pt x="1032965" y="129134"/>
                  </a:lnTo>
                  <a:lnTo>
                    <a:pt x="1041947" y="139613"/>
                  </a:lnTo>
                  <a:lnTo>
                    <a:pt x="1050930" y="150327"/>
                  </a:lnTo>
                  <a:lnTo>
                    <a:pt x="1059912" y="161002"/>
                  </a:lnTo>
                  <a:lnTo>
                    <a:pt x="1068894" y="171351"/>
                  </a:lnTo>
                  <a:lnTo>
                    <a:pt x="1077877" y="181108"/>
                  </a:lnTo>
                  <a:lnTo>
                    <a:pt x="1086859" y="190050"/>
                  </a:lnTo>
                  <a:lnTo>
                    <a:pt x="1095841" y="198027"/>
                  </a:lnTo>
                  <a:lnTo>
                    <a:pt x="1104824" y="204978"/>
                  </a:lnTo>
                  <a:lnTo>
                    <a:pt x="1113806" y="210942"/>
                  </a:lnTo>
                  <a:lnTo>
                    <a:pt x="1122788" y="216054"/>
                  </a:lnTo>
                  <a:lnTo>
                    <a:pt x="1131770" y="220530"/>
                  </a:lnTo>
                  <a:lnTo>
                    <a:pt x="1140753" y="224644"/>
                  </a:lnTo>
                  <a:lnTo>
                    <a:pt x="1149735" y="228712"/>
                  </a:lnTo>
                  <a:lnTo>
                    <a:pt x="1158717" y="233038"/>
                  </a:lnTo>
                  <a:lnTo>
                    <a:pt x="1167700" y="237835"/>
                  </a:lnTo>
                  <a:lnTo>
                    <a:pt x="1176682" y="243236"/>
                  </a:lnTo>
                  <a:lnTo>
                    <a:pt x="1185664" y="249283"/>
                  </a:lnTo>
                  <a:lnTo>
                    <a:pt x="1194647" y="255930"/>
                  </a:lnTo>
                  <a:lnTo>
                    <a:pt x="1203629" y="263060"/>
                  </a:lnTo>
                  <a:lnTo>
                    <a:pt x="1212611" y="270507"/>
                  </a:lnTo>
                  <a:lnTo>
                    <a:pt x="1221594" y="278083"/>
                  </a:lnTo>
                  <a:lnTo>
                    <a:pt x="1230576" y="285609"/>
                  </a:lnTo>
                  <a:lnTo>
                    <a:pt x="1239558" y="292935"/>
                  </a:lnTo>
                  <a:lnTo>
                    <a:pt x="1248540" y="299951"/>
                  </a:lnTo>
                  <a:lnTo>
                    <a:pt x="1257523" y="306595"/>
                  </a:lnTo>
                  <a:lnTo>
                    <a:pt x="1266505" y="312845"/>
                  </a:lnTo>
                  <a:lnTo>
                    <a:pt x="1275487" y="318684"/>
                  </a:lnTo>
                  <a:lnTo>
                    <a:pt x="1284470" y="324142"/>
                  </a:lnTo>
                  <a:lnTo>
                    <a:pt x="1293452" y="329239"/>
                  </a:lnTo>
                  <a:lnTo>
                    <a:pt x="1302434" y="333974"/>
                  </a:lnTo>
                  <a:lnTo>
                    <a:pt x="1311417" y="338333"/>
                  </a:lnTo>
                  <a:lnTo>
                    <a:pt x="1320399" y="342293"/>
                  </a:lnTo>
                  <a:lnTo>
                    <a:pt x="1329381" y="345835"/>
                  </a:lnTo>
                  <a:lnTo>
                    <a:pt x="1338364" y="348951"/>
                  </a:lnTo>
                  <a:lnTo>
                    <a:pt x="1347346" y="351655"/>
                  </a:lnTo>
                  <a:lnTo>
                    <a:pt x="1356328" y="353989"/>
                  </a:lnTo>
                  <a:lnTo>
                    <a:pt x="1365310" y="356017"/>
                  </a:lnTo>
                  <a:lnTo>
                    <a:pt x="1374293" y="357826"/>
                  </a:lnTo>
                  <a:lnTo>
                    <a:pt x="1383275" y="359508"/>
                  </a:lnTo>
                  <a:lnTo>
                    <a:pt x="1392257" y="361153"/>
                  </a:lnTo>
                  <a:lnTo>
                    <a:pt x="1401240" y="362828"/>
                  </a:lnTo>
                  <a:lnTo>
                    <a:pt x="1410222" y="364573"/>
                  </a:lnTo>
                  <a:lnTo>
                    <a:pt x="1419204" y="366382"/>
                  </a:lnTo>
                  <a:lnTo>
                    <a:pt x="1428187" y="368232"/>
                  </a:lnTo>
                  <a:lnTo>
                    <a:pt x="1437169" y="370084"/>
                  </a:lnTo>
                  <a:lnTo>
                    <a:pt x="1446151" y="371899"/>
                  </a:lnTo>
                  <a:lnTo>
                    <a:pt x="1455134" y="373650"/>
                  </a:lnTo>
                  <a:lnTo>
                    <a:pt x="1464116" y="375322"/>
                  </a:lnTo>
                  <a:lnTo>
                    <a:pt x="1473098" y="376914"/>
                  </a:lnTo>
                  <a:lnTo>
                    <a:pt x="1482081" y="378434"/>
                  </a:lnTo>
                  <a:lnTo>
                    <a:pt x="1491063" y="379894"/>
                  </a:lnTo>
                  <a:lnTo>
                    <a:pt x="1500045" y="381302"/>
                  </a:lnTo>
                  <a:lnTo>
                    <a:pt x="1509027" y="382656"/>
                  </a:lnTo>
                  <a:lnTo>
                    <a:pt x="1518010" y="383945"/>
                  </a:lnTo>
                  <a:lnTo>
                    <a:pt x="1526992" y="385148"/>
                  </a:lnTo>
                  <a:lnTo>
                    <a:pt x="1535974" y="386235"/>
                  </a:lnTo>
                  <a:lnTo>
                    <a:pt x="1544957" y="387194"/>
                  </a:lnTo>
                  <a:lnTo>
                    <a:pt x="1553939" y="388011"/>
                  </a:lnTo>
                  <a:lnTo>
                    <a:pt x="1562921" y="388683"/>
                  </a:lnTo>
                  <a:lnTo>
                    <a:pt x="1571904" y="389214"/>
                  </a:lnTo>
                </a:path>
              </a:pathLst>
            </a:custGeom>
            <a:ln w="8130" cap="rnd">
              <a:solidFill>
                <a:srgbClr val="B2AB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070628" y="1684319"/>
              <a:ext cx="1850355" cy="321485"/>
            </a:xfrm>
            <a:custGeom>
              <a:avLst/>
              <a:pathLst>
                <a:path w="1850355" h="321485">
                  <a:moveTo>
                    <a:pt x="0" y="317855"/>
                  </a:moveTo>
                  <a:lnTo>
                    <a:pt x="8982" y="317630"/>
                  </a:lnTo>
                  <a:lnTo>
                    <a:pt x="17964" y="317377"/>
                  </a:lnTo>
                  <a:lnTo>
                    <a:pt x="26946" y="317080"/>
                  </a:lnTo>
                  <a:lnTo>
                    <a:pt x="35929" y="316727"/>
                  </a:lnTo>
                  <a:lnTo>
                    <a:pt x="44911" y="316308"/>
                  </a:lnTo>
                  <a:lnTo>
                    <a:pt x="53893" y="315818"/>
                  </a:lnTo>
                  <a:lnTo>
                    <a:pt x="62876" y="315262"/>
                  </a:lnTo>
                  <a:lnTo>
                    <a:pt x="71858" y="314649"/>
                  </a:lnTo>
                  <a:lnTo>
                    <a:pt x="80840" y="313989"/>
                  </a:lnTo>
                  <a:lnTo>
                    <a:pt x="89823" y="313294"/>
                  </a:lnTo>
                  <a:lnTo>
                    <a:pt x="98805" y="312576"/>
                  </a:lnTo>
                  <a:lnTo>
                    <a:pt x="107787" y="311837"/>
                  </a:lnTo>
                  <a:lnTo>
                    <a:pt x="116770" y="311077"/>
                  </a:lnTo>
                  <a:lnTo>
                    <a:pt x="125752" y="310286"/>
                  </a:lnTo>
                  <a:lnTo>
                    <a:pt x="134734" y="309448"/>
                  </a:lnTo>
                  <a:lnTo>
                    <a:pt x="143716" y="308546"/>
                  </a:lnTo>
                  <a:lnTo>
                    <a:pt x="152699" y="307561"/>
                  </a:lnTo>
                  <a:lnTo>
                    <a:pt x="161681" y="306476"/>
                  </a:lnTo>
                  <a:lnTo>
                    <a:pt x="170663" y="305280"/>
                  </a:lnTo>
                  <a:lnTo>
                    <a:pt x="179646" y="303972"/>
                  </a:lnTo>
                  <a:lnTo>
                    <a:pt x="188628" y="302559"/>
                  </a:lnTo>
                  <a:lnTo>
                    <a:pt x="197610" y="301056"/>
                  </a:lnTo>
                  <a:lnTo>
                    <a:pt x="206593" y="299486"/>
                  </a:lnTo>
                  <a:lnTo>
                    <a:pt x="215575" y="297867"/>
                  </a:lnTo>
                  <a:lnTo>
                    <a:pt x="224557" y="296215"/>
                  </a:lnTo>
                  <a:lnTo>
                    <a:pt x="233540" y="294536"/>
                  </a:lnTo>
                  <a:lnTo>
                    <a:pt x="242522" y="292823"/>
                  </a:lnTo>
                  <a:lnTo>
                    <a:pt x="251504" y="291060"/>
                  </a:lnTo>
                  <a:lnTo>
                    <a:pt x="260486" y="289219"/>
                  </a:lnTo>
                  <a:lnTo>
                    <a:pt x="269469" y="287282"/>
                  </a:lnTo>
                  <a:lnTo>
                    <a:pt x="278451" y="285235"/>
                  </a:lnTo>
                  <a:lnTo>
                    <a:pt x="287433" y="283073"/>
                  </a:lnTo>
                  <a:lnTo>
                    <a:pt x="296416" y="280802"/>
                  </a:lnTo>
                  <a:lnTo>
                    <a:pt x="305398" y="278437"/>
                  </a:lnTo>
                  <a:lnTo>
                    <a:pt x="314380" y="275996"/>
                  </a:lnTo>
                  <a:lnTo>
                    <a:pt x="323363" y="273503"/>
                  </a:lnTo>
                  <a:lnTo>
                    <a:pt x="332345" y="270974"/>
                  </a:lnTo>
                  <a:lnTo>
                    <a:pt x="341327" y="268421"/>
                  </a:lnTo>
                  <a:lnTo>
                    <a:pt x="350310" y="265843"/>
                  </a:lnTo>
                  <a:lnTo>
                    <a:pt x="359292" y="263224"/>
                  </a:lnTo>
                  <a:lnTo>
                    <a:pt x="368274" y="260537"/>
                  </a:lnTo>
                  <a:lnTo>
                    <a:pt x="377256" y="257748"/>
                  </a:lnTo>
                  <a:lnTo>
                    <a:pt x="386239" y="254804"/>
                  </a:lnTo>
                  <a:lnTo>
                    <a:pt x="395221" y="251683"/>
                  </a:lnTo>
                  <a:lnTo>
                    <a:pt x="404203" y="248362"/>
                  </a:lnTo>
                  <a:lnTo>
                    <a:pt x="413186" y="244831"/>
                  </a:lnTo>
                  <a:lnTo>
                    <a:pt x="422168" y="241087"/>
                  </a:lnTo>
                  <a:lnTo>
                    <a:pt x="431150" y="237127"/>
                  </a:lnTo>
                  <a:lnTo>
                    <a:pt x="440133" y="232945"/>
                  </a:lnTo>
                  <a:lnTo>
                    <a:pt x="449115" y="228530"/>
                  </a:lnTo>
                  <a:lnTo>
                    <a:pt x="458097" y="223861"/>
                  </a:lnTo>
                  <a:lnTo>
                    <a:pt x="467080" y="218920"/>
                  </a:lnTo>
                  <a:lnTo>
                    <a:pt x="476062" y="213694"/>
                  </a:lnTo>
                  <a:lnTo>
                    <a:pt x="485044" y="208187"/>
                  </a:lnTo>
                  <a:lnTo>
                    <a:pt x="494027" y="202423"/>
                  </a:lnTo>
                  <a:lnTo>
                    <a:pt x="503009" y="196450"/>
                  </a:lnTo>
                  <a:lnTo>
                    <a:pt x="511991" y="190333"/>
                  </a:lnTo>
                  <a:lnTo>
                    <a:pt x="520973" y="184166"/>
                  </a:lnTo>
                  <a:lnTo>
                    <a:pt x="529956" y="178026"/>
                  </a:lnTo>
                  <a:lnTo>
                    <a:pt x="538938" y="171972"/>
                  </a:lnTo>
                  <a:lnTo>
                    <a:pt x="547920" y="166047"/>
                  </a:lnTo>
                  <a:lnTo>
                    <a:pt x="556903" y="160269"/>
                  </a:lnTo>
                  <a:lnTo>
                    <a:pt x="565885" y="154643"/>
                  </a:lnTo>
                  <a:lnTo>
                    <a:pt x="574867" y="149160"/>
                  </a:lnTo>
                  <a:lnTo>
                    <a:pt x="583850" y="143808"/>
                  </a:lnTo>
                  <a:lnTo>
                    <a:pt x="592832" y="138583"/>
                  </a:lnTo>
                  <a:lnTo>
                    <a:pt x="601814" y="133489"/>
                  </a:lnTo>
                  <a:lnTo>
                    <a:pt x="610797" y="128545"/>
                  </a:lnTo>
                  <a:lnTo>
                    <a:pt x="619779" y="123784"/>
                  </a:lnTo>
                  <a:lnTo>
                    <a:pt x="628761" y="119244"/>
                  </a:lnTo>
                  <a:lnTo>
                    <a:pt x="637743" y="114972"/>
                  </a:lnTo>
                  <a:lnTo>
                    <a:pt x="646726" y="110971"/>
                  </a:lnTo>
                  <a:lnTo>
                    <a:pt x="655708" y="107208"/>
                  </a:lnTo>
                  <a:lnTo>
                    <a:pt x="664690" y="103619"/>
                  </a:lnTo>
                  <a:lnTo>
                    <a:pt x="673673" y="100105"/>
                  </a:lnTo>
                  <a:lnTo>
                    <a:pt x="682655" y="96545"/>
                  </a:lnTo>
                  <a:lnTo>
                    <a:pt x="691637" y="92808"/>
                  </a:lnTo>
                  <a:lnTo>
                    <a:pt x="700620" y="88774"/>
                  </a:lnTo>
                  <a:lnTo>
                    <a:pt x="709602" y="84345"/>
                  </a:lnTo>
                  <a:lnTo>
                    <a:pt x="718584" y="79462"/>
                  </a:lnTo>
                  <a:lnTo>
                    <a:pt x="727567" y="74109"/>
                  </a:lnTo>
                  <a:lnTo>
                    <a:pt x="736549" y="68317"/>
                  </a:lnTo>
                  <a:lnTo>
                    <a:pt x="745531" y="62160"/>
                  </a:lnTo>
                  <a:lnTo>
                    <a:pt x="754513" y="55748"/>
                  </a:lnTo>
                  <a:lnTo>
                    <a:pt x="763496" y="49218"/>
                  </a:lnTo>
                  <a:lnTo>
                    <a:pt x="772478" y="42741"/>
                  </a:lnTo>
                  <a:lnTo>
                    <a:pt x="781460" y="36469"/>
                  </a:lnTo>
                  <a:lnTo>
                    <a:pt x="790443" y="30544"/>
                  </a:lnTo>
                  <a:lnTo>
                    <a:pt x="799425" y="25085"/>
                  </a:lnTo>
                  <a:lnTo>
                    <a:pt x="808407" y="20190"/>
                  </a:lnTo>
                  <a:lnTo>
                    <a:pt x="817390" y="15926"/>
                  </a:lnTo>
                  <a:lnTo>
                    <a:pt x="826372" y="12327"/>
                  </a:lnTo>
                  <a:lnTo>
                    <a:pt x="835354" y="9389"/>
                  </a:lnTo>
                  <a:lnTo>
                    <a:pt x="844337" y="7070"/>
                  </a:lnTo>
                  <a:lnTo>
                    <a:pt x="853319" y="5294"/>
                  </a:lnTo>
                  <a:lnTo>
                    <a:pt x="862301" y="3961"/>
                  </a:lnTo>
                  <a:lnTo>
                    <a:pt x="871283" y="2956"/>
                  </a:lnTo>
                  <a:lnTo>
                    <a:pt x="880266" y="2170"/>
                  </a:lnTo>
                  <a:lnTo>
                    <a:pt x="889248" y="1516"/>
                  </a:lnTo>
                  <a:lnTo>
                    <a:pt x="898230" y="946"/>
                  </a:lnTo>
                  <a:lnTo>
                    <a:pt x="907213" y="464"/>
                  </a:lnTo>
                  <a:lnTo>
                    <a:pt x="916195" y="120"/>
                  </a:lnTo>
                  <a:lnTo>
                    <a:pt x="925177" y="0"/>
                  </a:lnTo>
                  <a:lnTo>
                    <a:pt x="934160" y="195"/>
                  </a:lnTo>
                  <a:lnTo>
                    <a:pt x="943142" y="792"/>
                  </a:lnTo>
                  <a:lnTo>
                    <a:pt x="952124" y="1847"/>
                  </a:lnTo>
                  <a:lnTo>
                    <a:pt x="961107" y="3381"/>
                  </a:lnTo>
                  <a:lnTo>
                    <a:pt x="970089" y="5374"/>
                  </a:lnTo>
                  <a:lnTo>
                    <a:pt x="979071" y="7772"/>
                  </a:lnTo>
                  <a:lnTo>
                    <a:pt x="988054" y="10495"/>
                  </a:lnTo>
                  <a:lnTo>
                    <a:pt x="997036" y="13448"/>
                  </a:lnTo>
                  <a:lnTo>
                    <a:pt x="1006018" y="16530"/>
                  </a:lnTo>
                  <a:lnTo>
                    <a:pt x="1015000" y="19644"/>
                  </a:lnTo>
                  <a:lnTo>
                    <a:pt x="1023983" y="22677"/>
                  </a:lnTo>
                  <a:lnTo>
                    <a:pt x="1032965" y="25537"/>
                  </a:lnTo>
                  <a:lnTo>
                    <a:pt x="1041947" y="28147"/>
                  </a:lnTo>
                  <a:lnTo>
                    <a:pt x="1050930" y="30451"/>
                  </a:lnTo>
                  <a:lnTo>
                    <a:pt x="1059912" y="32428"/>
                  </a:lnTo>
                  <a:lnTo>
                    <a:pt x="1068894" y="34111"/>
                  </a:lnTo>
                  <a:lnTo>
                    <a:pt x="1077877" y="35590"/>
                  </a:lnTo>
                  <a:lnTo>
                    <a:pt x="1086859" y="37012"/>
                  </a:lnTo>
                  <a:lnTo>
                    <a:pt x="1095841" y="38574"/>
                  </a:lnTo>
                  <a:lnTo>
                    <a:pt x="1104824" y="40499"/>
                  </a:lnTo>
                  <a:lnTo>
                    <a:pt x="1113806" y="43008"/>
                  </a:lnTo>
                  <a:lnTo>
                    <a:pt x="1122788" y="46288"/>
                  </a:lnTo>
                  <a:lnTo>
                    <a:pt x="1131770" y="50469"/>
                  </a:lnTo>
                  <a:lnTo>
                    <a:pt x="1140753" y="55602"/>
                  </a:lnTo>
                  <a:lnTo>
                    <a:pt x="1149735" y="61715"/>
                  </a:lnTo>
                  <a:lnTo>
                    <a:pt x="1158717" y="68618"/>
                  </a:lnTo>
                  <a:lnTo>
                    <a:pt x="1167700" y="76131"/>
                  </a:lnTo>
                  <a:lnTo>
                    <a:pt x="1176682" y="84056"/>
                  </a:lnTo>
                  <a:lnTo>
                    <a:pt x="1185664" y="92194"/>
                  </a:lnTo>
                  <a:lnTo>
                    <a:pt x="1194647" y="100370"/>
                  </a:lnTo>
                  <a:lnTo>
                    <a:pt x="1203629" y="108441"/>
                  </a:lnTo>
                  <a:lnTo>
                    <a:pt x="1212611" y="116305"/>
                  </a:lnTo>
                  <a:lnTo>
                    <a:pt x="1221594" y="123894"/>
                  </a:lnTo>
                  <a:lnTo>
                    <a:pt x="1230576" y="131169"/>
                  </a:lnTo>
                  <a:lnTo>
                    <a:pt x="1239558" y="138108"/>
                  </a:lnTo>
                  <a:lnTo>
                    <a:pt x="1248540" y="144696"/>
                  </a:lnTo>
                  <a:lnTo>
                    <a:pt x="1257523" y="150923"/>
                  </a:lnTo>
                  <a:lnTo>
                    <a:pt x="1266505" y="156781"/>
                  </a:lnTo>
                  <a:lnTo>
                    <a:pt x="1275487" y="162251"/>
                  </a:lnTo>
                  <a:lnTo>
                    <a:pt x="1284470" y="167364"/>
                  </a:lnTo>
                  <a:lnTo>
                    <a:pt x="1293452" y="172171"/>
                  </a:lnTo>
                  <a:lnTo>
                    <a:pt x="1302434" y="176724"/>
                  </a:lnTo>
                  <a:lnTo>
                    <a:pt x="1311417" y="181088"/>
                  </a:lnTo>
                  <a:lnTo>
                    <a:pt x="1320399" y="185321"/>
                  </a:lnTo>
                  <a:lnTo>
                    <a:pt x="1329381" y="189474"/>
                  </a:lnTo>
                  <a:lnTo>
                    <a:pt x="1338364" y="193576"/>
                  </a:lnTo>
                  <a:lnTo>
                    <a:pt x="1347346" y="197636"/>
                  </a:lnTo>
                  <a:lnTo>
                    <a:pt x="1356328" y="201642"/>
                  </a:lnTo>
                  <a:lnTo>
                    <a:pt x="1365310" y="205571"/>
                  </a:lnTo>
                  <a:lnTo>
                    <a:pt x="1374293" y="209389"/>
                  </a:lnTo>
                  <a:lnTo>
                    <a:pt x="1383275" y="213062"/>
                  </a:lnTo>
                  <a:lnTo>
                    <a:pt x="1392257" y="216562"/>
                  </a:lnTo>
                  <a:lnTo>
                    <a:pt x="1401240" y="219860"/>
                  </a:lnTo>
                  <a:lnTo>
                    <a:pt x="1410222" y="222952"/>
                  </a:lnTo>
                  <a:lnTo>
                    <a:pt x="1419204" y="225854"/>
                  </a:lnTo>
                  <a:lnTo>
                    <a:pt x="1428187" y="228591"/>
                  </a:lnTo>
                  <a:lnTo>
                    <a:pt x="1437169" y="231194"/>
                  </a:lnTo>
                  <a:lnTo>
                    <a:pt x="1446151" y="233703"/>
                  </a:lnTo>
                  <a:lnTo>
                    <a:pt x="1455134" y="236159"/>
                  </a:lnTo>
                  <a:lnTo>
                    <a:pt x="1464116" y="238599"/>
                  </a:lnTo>
                  <a:lnTo>
                    <a:pt x="1473098" y="241055"/>
                  </a:lnTo>
                  <a:lnTo>
                    <a:pt x="1482081" y="243552"/>
                  </a:lnTo>
                  <a:lnTo>
                    <a:pt x="1491063" y="246105"/>
                  </a:lnTo>
                  <a:lnTo>
                    <a:pt x="1500045" y="248723"/>
                  </a:lnTo>
                  <a:lnTo>
                    <a:pt x="1509027" y="251409"/>
                  </a:lnTo>
                  <a:lnTo>
                    <a:pt x="1518010" y="254163"/>
                  </a:lnTo>
                  <a:lnTo>
                    <a:pt x="1526992" y="256983"/>
                  </a:lnTo>
                  <a:lnTo>
                    <a:pt x="1535974" y="259866"/>
                  </a:lnTo>
                  <a:lnTo>
                    <a:pt x="1544957" y="262804"/>
                  </a:lnTo>
                  <a:lnTo>
                    <a:pt x="1553939" y="265791"/>
                  </a:lnTo>
                  <a:lnTo>
                    <a:pt x="1562921" y="268819"/>
                  </a:lnTo>
                  <a:lnTo>
                    <a:pt x="1571904" y="271878"/>
                  </a:lnTo>
                  <a:lnTo>
                    <a:pt x="1580886" y="274952"/>
                  </a:lnTo>
                  <a:lnTo>
                    <a:pt x="1589868" y="278018"/>
                  </a:lnTo>
                  <a:lnTo>
                    <a:pt x="1598851" y="281041"/>
                  </a:lnTo>
                  <a:lnTo>
                    <a:pt x="1607833" y="283980"/>
                  </a:lnTo>
                  <a:lnTo>
                    <a:pt x="1616815" y="286784"/>
                  </a:lnTo>
                  <a:lnTo>
                    <a:pt x="1625797" y="289407"/>
                  </a:lnTo>
                  <a:lnTo>
                    <a:pt x="1634780" y="291807"/>
                  </a:lnTo>
                  <a:lnTo>
                    <a:pt x="1643762" y="293963"/>
                  </a:lnTo>
                  <a:lnTo>
                    <a:pt x="1652744" y="295877"/>
                  </a:lnTo>
                  <a:lnTo>
                    <a:pt x="1661727" y="297566"/>
                  </a:lnTo>
                  <a:lnTo>
                    <a:pt x="1670709" y="299103"/>
                  </a:lnTo>
                  <a:lnTo>
                    <a:pt x="1679691" y="300543"/>
                  </a:lnTo>
                  <a:lnTo>
                    <a:pt x="1688674" y="301939"/>
                  </a:lnTo>
                  <a:lnTo>
                    <a:pt x="1697656" y="303321"/>
                  </a:lnTo>
                  <a:lnTo>
                    <a:pt x="1706638" y="304699"/>
                  </a:lnTo>
                  <a:lnTo>
                    <a:pt x="1715621" y="306060"/>
                  </a:lnTo>
                  <a:lnTo>
                    <a:pt x="1724603" y="307376"/>
                  </a:lnTo>
                  <a:lnTo>
                    <a:pt x="1733585" y="308614"/>
                  </a:lnTo>
                  <a:lnTo>
                    <a:pt x="1742567" y="309742"/>
                  </a:lnTo>
                  <a:lnTo>
                    <a:pt x="1751550" y="310744"/>
                  </a:lnTo>
                  <a:lnTo>
                    <a:pt x="1760532" y="311617"/>
                  </a:lnTo>
                  <a:lnTo>
                    <a:pt x="1769514" y="312374"/>
                  </a:lnTo>
                  <a:lnTo>
                    <a:pt x="1778497" y="313040"/>
                  </a:lnTo>
                  <a:lnTo>
                    <a:pt x="1787479" y="313641"/>
                  </a:lnTo>
                  <a:lnTo>
                    <a:pt x="1796461" y="314212"/>
                  </a:lnTo>
                  <a:lnTo>
                    <a:pt x="1805444" y="314774"/>
                  </a:lnTo>
                  <a:lnTo>
                    <a:pt x="1814426" y="315337"/>
                  </a:lnTo>
                  <a:lnTo>
                    <a:pt x="1823408" y="315904"/>
                  </a:lnTo>
                  <a:lnTo>
                    <a:pt x="1832391" y="316467"/>
                  </a:lnTo>
                  <a:lnTo>
                    <a:pt x="1841373" y="317012"/>
                  </a:lnTo>
                  <a:lnTo>
                    <a:pt x="1850355" y="317522"/>
                  </a:lnTo>
                  <a:lnTo>
                    <a:pt x="1850355" y="321485"/>
                  </a:lnTo>
                  <a:lnTo>
                    <a:pt x="1841373" y="321485"/>
                  </a:lnTo>
                  <a:lnTo>
                    <a:pt x="1832391" y="321485"/>
                  </a:lnTo>
                  <a:lnTo>
                    <a:pt x="1823408" y="321485"/>
                  </a:lnTo>
                  <a:lnTo>
                    <a:pt x="1814426" y="321485"/>
                  </a:lnTo>
                  <a:lnTo>
                    <a:pt x="1805444" y="321485"/>
                  </a:lnTo>
                  <a:lnTo>
                    <a:pt x="1796461" y="321485"/>
                  </a:lnTo>
                  <a:lnTo>
                    <a:pt x="1787479" y="321485"/>
                  </a:lnTo>
                  <a:lnTo>
                    <a:pt x="1778497" y="321485"/>
                  </a:lnTo>
                  <a:lnTo>
                    <a:pt x="1769514" y="321485"/>
                  </a:lnTo>
                  <a:lnTo>
                    <a:pt x="1760532" y="321485"/>
                  </a:lnTo>
                  <a:lnTo>
                    <a:pt x="1751550" y="321485"/>
                  </a:lnTo>
                  <a:lnTo>
                    <a:pt x="1742567" y="321485"/>
                  </a:lnTo>
                  <a:lnTo>
                    <a:pt x="1733585" y="321485"/>
                  </a:lnTo>
                  <a:lnTo>
                    <a:pt x="1724603" y="321485"/>
                  </a:lnTo>
                  <a:lnTo>
                    <a:pt x="1715621" y="321485"/>
                  </a:lnTo>
                  <a:lnTo>
                    <a:pt x="1706638" y="321485"/>
                  </a:lnTo>
                  <a:lnTo>
                    <a:pt x="1697656" y="321485"/>
                  </a:lnTo>
                  <a:lnTo>
                    <a:pt x="1688674" y="321485"/>
                  </a:lnTo>
                  <a:lnTo>
                    <a:pt x="1679691" y="321485"/>
                  </a:lnTo>
                  <a:lnTo>
                    <a:pt x="1670709" y="321485"/>
                  </a:lnTo>
                  <a:lnTo>
                    <a:pt x="1661727" y="321485"/>
                  </a:lnTo>
                  <a:lnTo>
                    <a:pt x="1652744" y="321485"/>
                  </a:lnTo>
                  <a:lnTo>
                    <a:pt x="1643762" y="321485"/>
                  </a:lnTo>
                  <a:lnTo>
                    <a:pt x="1634780" y="321485"/>
                  </a:lnTo>
                  <a:lnTo>
                    <a:pt x="1625797" y="321485"/>
                  </a:lnTo>
                  <a:lnTo>
                    <a:pt x="1616815" y="321485"/>
                  </a:lnTo>
                  <a:lnTo>
                    <a:pt x="1607833" y="321485"/>
                  </a:lnTo>
                  <a:lnTo>
                    <a:pt x="1598851" y="321485"/>
                  </a:lnTo>
                  <a:lnTo>
                    <a:pt x="1589868" y="321485"/>
                  </a:lnTo>
                  <a:lnTo>
                    <a:pt x="1580886" y="321485"/>
                  </a:lnTo>
                  <a:lnTo>
                    <a:pt x="1571904" y="321485"/>
                  </a:lnTo>
                  <a:lnTo>
                    <a:pt x="1562921" y="321485"/>
                  </a:lnTo>
                  <a:lnTo>
                    <a:pt x="1553939" y="321485"/>
                  </a:lnTo>
                  <a:lnTo>
                    <a:pt x="1544957" y="321485"/>
                  </a:lnTo>
                  <a:lnTo>
                    <a:pt x="1535974" y="321485"/>
                  </a:lnTo>
                  <a:lnTo>
                    <a:pt x="1526992" y="321485"/>
                  </a:lnTo>
                  <a:lnTo>
                    <a:pt x="1518010" y="321485"/>
                  </a:lnTo>
                  <a:lnTo>
                    <a:pt x="1509027" y="321485"/>
                  </a:lnTo>
                  <a:lnTo>
                    <a:pt x="1500045" y="321485"/>
                  </a:lnTo>
                  <a:lnTo>
                    <a:pt x="1491063" y="321485"/>
                  </a:lnTo>
                  <a:lnTo>
                    <a:pt x="1482081" y="321485"/>
                  </a:lnTo>
                  <a:lnTo>
                    <a:pt x="1473098" y="321485"/>
                  </a:lnTo>
                  <a:lnTo>
                    <a:pt x="1464116" y="321485"/>
                  </a:lnTo>
                  <a:lnTo>
                    <a:pt x="1455134" y="321485"/>
                  </a:lnTo>
                  <a:lnTo>
                    <a:pt x="1446151" y="321485"/>
                  </a:lnTo>
                  <a:lnTo>
                    <a:pt x="1437169" y="321485"/>
                  </a:lnTo>
                  <a:lnTo>
                    <a:pt x="1428187" y="321485"/>
                  </a:lnTo>
                  <a:lnTo>
                    <a:pt x="1419204" y="321485"/>
                  </a:lnTo>
                  <a:lnTo>
                    <a:pt x="1410222" y="321485"/>
                  </a:lnTo>
                  <a:lnTo>
                    <a:pt x="1401240" y="321485"/>
                  </a:lnTo>
                  <a:lnTo>
                    <a:pt x="1392257" y="321485"/>
                  </a:lnTo>
                  <a:lnTo>
                    <a:pt x="1383275" y="321485"/>
                  </a:lnTo>
                  <a:lnTo>
                    <a:pt x="1374293" y="321485"/>
                  </a:lnTo>
                  <a:lnTo>
                    <a:pt x="1365310" y="321485"/>
                  </a:lnTo>
                  <a:lnTo>
                    <a:pt x="1356328" y="321485"/>
                  </a:lnTo>
                  <a:lnTo>
                    <a:pt x="1347346" y="321485"/>
                  </a:lnTo>
                  <a:lnTo>
                    <a:pt x="1338364" y="321485"/>
                  </a:lnTo>
                  <a:lnTo>
                    <a:pt x="1329381" y="321485"/>
                  </a:lnTo>
                  <a:lnTo>
                    <a:pt x="1320399" y="321485"/>
                  </a:lnTo>
                  <a:lnTo>
                    <a:pt x="1311417" y="321485"/>
                  </a:lnTo>
                  <a:lnTo>
                    <a:pt x="1302434" y="321485"/>
                  </a:lnTo>
                  <a:lnTo>
                    <a:pt x="1293452" y="321485"/>
                  </a:lnTo>
                  <a:lnTo>
                    <a:pt x="1284470" y="321485"/>
                  </a:lnTo>
                  <a:lnTo>
                    <a:pt x="1275487" y="321485"/>
                  </a:lnTo>
                  <a:lnTo>
                    <a:pt x="1266505" y="321485"/>
                  </a:lnTo>
                  <a:lnTo>
                    <a:pt x="1257523" y="321485"/>
                  </a:lnTo>
                  <a:lnTo>
                    <a:pt x="1248540" y="321485"/>
                  </a:lnTo>
                  <a:lnTo>
                    <a:pt x="1239558" y="321485"/>
                  </a:lnTo>
                  <a:lnTo>
                    <a:pt x="1230576" y="321485"/>
                  </a:lnTo>
                  <a:lnTo>
                    <a:pt x="1221594" y="321485"/>
                  </a:lnTo>
                  <a:lnTo>
                    <a:pt x="1212611" y="321485"/>
                  </a:lnTo>
                  <a:lnTo>
                    <a:pt x="1203629" y="321485"/>
                  </a:lnTo>
                  <a:lnTo>
                    <a:pt x="1194647" y="321485"/>
                  </a:lnTo>
                  <a:lnTo>
                    <a:pt x="1185664" y="321485"/>
                  </a:lnTo>
                  <a:lnTo>
                    <a:pt x="1176682" y="321485"/>
                  </a:lnTo>
                  <a:lnTo>
                    <a:pt x="1167700" y="321485"/>
                  </a:lnTo>
                  <a:lnTo>
                    <a:pt x="1158717" y="321485"/>
                  </a:lnTo>
                  <a:lnTo>
                    <a:pt x="1149735" y="321485"/>
                  </a:lnTo>
                  <a:lnTo>
                    <a:pt x="1140753" y="321485"/>
                  </a:lnTo>
                  <a:lnTo>
                    <a:pt x="1131770" y="321485"/>
                  </a:lnTo>
                  <a:lnTo>
                    <a:pt x="1122788" y="321485"/>
                  </a:lnTo>
                  <a:lnTo>
                    <a:pt x="1113806" y="321485"/>
                  </a:lnTo>
                  <a:lnTo>
                    <a:pt x="1104824" y="321485"/>
                  </a:lnTo>
                  <a:lnTo>
                    <a:pt x="1095841" y="321485"/>
                  </a:lnTo>
                  <a:lnTo>
                    <a:pt x="1086859" y="321485"/>
                  </a:lnTo>
                  <a:lnTo>
                    <a:pt x="1077877" y="321485"/>
                  </a:lnTo>
                  <a:lnTo>
                    <a:pt x="1068894" y="321485"/>
                  </a:lnTo>
                  <a:lnTo>
                    <a:pt x="1059912" y="321485"/>
                  </a:lnTo>
                  <a:lnTo>
                    <a:pt x="1050930" y="321485"/>
                  </a:lnTo>
                  <a:lnTo>
                    <a:pt x="1041947" y="321485"/>
                  </a:lnTo>
                  <a:lnTo>
                    <a:pt x="1032965" y="321485"/>
                  </a:lnTo>
                  <a:lnTo>
                    <a:pt x="1023983" y="321485"/>
                  </a:lnTo>
                  <a:lnTo>
                    <a:pt x="1015000" y="321485"/>
                  </a:lnTo>
                  <a:lnTo>
                    <a:pt x="1006018" y="321485"/>
                  </a:lnTo>
                  <a:lnTo>
                    <a:pt x="997036" y="321485"/>
                  </a:lnTo>
                  <a:lnTo>
                    <a:pt x="988054" y="321485"/>
                  </a:lnTo>
                  <a:lnTo>
                    <a:pt x="979071" y="321485"/>
                  </a:lnTo>
                  <a:lnTo>
                    <a:pt x="970089" y="321485"/>
                  </a:lnTo>
                  <a:lnTo>
                    <a:pt x="961107" y="321485"/>
                  </a:lnTo>
                  <a:lnTo>
                    <a:pt x="952124" y="321485"/>
                  </a:lnTo>
                  <a:lnTo>
                    <a:pt x="943142" y="321485"/>
                  </a:lnTo>
                  <a:lnTo>
                    <a:pt x="934160" y="321485"/>
                  </a:lnTo>
                  <a:lnTo>
                    <a:pt x="925177" y="321485"/>
                  </a:lnTo>
                  <a:lnTo>
                    <a:pt x="916195" y="321485"/>
                  </a:lnTo>
                  <a:lnTo>
                    <a:pt x="907213" y="321485"/>
                  </a:lnTo>
                  <a:lnTo>
                    <a:pt x="898230" y="321485"/>
                  </a:lnTo>
                  <a:lnTo>
                    <a:pt x="889248" y="321485"/>
                  </a:lnTo>
                  <a:lnTo>
                    <a:pt x="880266" y="321485"/>
                  </a:lnTo>
                  <a:lnTo>
                    <a:pt x="871283" y="321485"/>
                  </a:lnTo>
                  <a:lnTo>
                    <a:pt x="862301" y="321485"/>
                  </a:lnTo>
                  <a:lnTo>
                    <a:pt x="853319" y="321485"/>
                  </a:lnTo>
                  <a:lnTo>
                    <a:pt x="844337" y="321485"/>
                  </a:lnTo>
                  <a:lnTo>
                    <a:pt x="835354" y="321485"/>
                  </a:lnTo>
                  <a:lnTo>
                    <a:pt x="826372" y="321485"/>
                  </a:lnTo>
                  <a:lnTo>
                    <a:pt x="817390" y="321485"/>
                  </a:lnTo>
                  <a:lnTo>
                    <a:pt x="808407" y="321485"/>
                  </a:lnTo>
                  <a:lnTo>
                    <a:pt x="799425" y="321485"/>
                  </a:lnTo>
                  <a:lnTo>
                    <a:pt x="790443" y="321485"/>
                  </a:lnTo>
                  <a:lnTo>
                    <a:pt x="781460" y="321485"/>
                  </a:lnTo>
                  <a:lnTo>
                    <a:pt x="772478" y="321485"/>
                  </a:lnTo>
                  <a:lnTo>
                    <a:pt x="763496" y="321485"/>
                  </a:lnTo>
                  <a:lnTo>
                    <a:pt x="754513" y="321485"/>
                  </a:lnTo>
                  <a:lnTo>
                    <a:pt x="745531" y="321485"/>
                  </a:lnTo>
                  <a:lnTo>
                    <a:pt x="736549" y="321485"/>
                  </a:lnTo>
                  <a:lnTo>
                    <a:pt x="727567" y="321485"/>
                  </a:lnTo>
                  <a:lnTo>
                    <a:pt x="718584" y="321485"/>
                  </a:lnTo>
                  <a:lnTo>
                    <a:pt x="709602" y="321485"/>
                  </a:lnTo>
                  <a:lnTo>
                    <a:pt x="700620" y="321485"/>
                  </a:lnTo>
                  <a:lnTo>
                    <a:pt x="691637" y="321485"/>
                  </a:lnTo>
                  <a:lnTo>
                    <a:pt x="682655" y="321485"/>
                  </a:lnTo>
                  <a:lnTo>
                    <a:pt x="673673" y="321485"/>
                  </a:lnTo>
                  <a:lnTo>
                    <a:pt x="664690" y="321485"/>
                  </a:lnTo>
                  <a:lnTo>
                    <a:pt x="655708" y="321485"/>
                  </a:lnTo>
                  <a:lnTo>
                    <a:pt x="646726" y="321485"/>
                  </a:lnTo>
                  <a:lnTo>
                    <a:pt x="637743" y="321485"/>
                  </a:lnTo>
                  <a:lnTo>
                    <a:pt x="628761" y="321485"/>
                  </a:lnTo>
                  <a:lnTo>
                    <a:pt x="619779" y="321485"/>
                  </a:lnTo>
                  <a:lnTo>
                    <a:pt x="610797" y="321485"/>
                  </a:lnTo>
                  <a:lnTo>
                    <a:pt x="601814" y="321485"/>
                  </a:lnTo>
                  <a:lnTo>
                    <a:pt x="592832" y="321485"/>
                  </a:lnTo>
                  <a:lnTo>
                    <a:pt x="583850" y="321485"/>
                  </a:lnTo>
                  <a:lnTo>
                    <a:pt x="574867" y="321485"/>
                  </a:lnTo>
                  <a:lnTo>
                    <a:pt x="565885" y="321485"/>
                  </a:lnTo>
                  <a:lnTo>
                    <a:pt x="556903" y="321485"/>
                  </a:lnTo>
                  <a:lnTo>
                    <a:pt x="547920" y="321485"/>
                  </a:lnTo>
                  <a:lnTo>
                    <a:pt x="538938" y="321485"/>
                  </a:lnTo>
                  <a:lnTo>
                    <a:pt x="529956" y="321485"/>
                  </a:lnTo>
                  <a:lnTo>
                    <a:pt x="520973" y="321485"/>
                  </a:lnTo>
                  <a:lnTo>
                    <a:pt x="511991" y="321485"/>
                  </a:lnTo>
                  <a:lnTo>
                    <a:pt x="503009" y="321485"/>
                  </a:lnTo>
                  <a:lnTo>
                    <a:pt x="494027" y="321485"/>
                  </a:lnTo>
                  <a:lnTo>
                    <a:pt x="485044" y="321485"/>
                  </a:lnTo>
                  <a:lnTo>
                    <a:pt x="476062" y="321485"/>
                  </a:lnTo>
                  <a:lnTo>
                    <a:pt x="467080" y="321485"/>
                  </a:lnTo>
                  <a:lnTo>
                    <a:pt x="458097" y="321485"/>
                  </a:lnTo>
                  <a:lnTo>
                    <a:pt x="449115" y="321485"/>
                  </a:lnTo>
                  <a:lnTo>
                    <a:pt x="440133" y="321485"/>
                  </a:lnTo>
                  <a:lnTo>
                    <a:pt x="431150" y="321485"/>
                  </a:lnTo>
                  <a:lnTo>
                    <a:pt x="422168" y="321485"/>
                  </a:lnTo>
                  <a:lnTo>
                    <a:pt x="413186" y="321485"/>
                  </a:lnTo>
                  <a:lnTo>
                    <a:pt x="404203" y="321485"/>
                  </a:lnTo>
                  <a:lnTo>
                    <a:pt x="395221" y="321485"/>
                  </a:lnTo>
                  <a:lnTo>
                    <a:pt x="386239" y="321485"/>
                  </a:lnTo>
                  <a:lnTo>
                    <a:pt x="377256" y="321485"/>
                  </a:lnTo>
                  <a:lnTo>
                    <a:pt x="368274" y="321485"/>
                  </a:lnTo>
                  <a:lnTo>
                    <a:pt x="359292" y="321485"/>
                  </a:lnTo>
                  <a:lnTo>
                    <a:pt x="350310" y="321485"/>
                  </a:lnTo>
                  <a:lnTo>
                    <a:pt x="341327" y="321485"/>
                  </a:lnTo>
                  <a:lnTo>
                    <a:pt x="332345" y="321485"/>
                  </a:lnTo>
                  <a:lnTo>
                    <a:pt x="323363" y="321485"/>
                  </a:lnTo>
                  <a:lnTo>
                    <a:pt x="314380" y="321485"/>
                  </a:lnTo>
                  <a:lnTo>
                    <a:pt x="305398" y="321485"/>
                  </a:lnTo>
                  <a:lnTo>
                    <a:pt x="296416" y="321485"/>
                  </a:lnTo>
                  <a:lnTo>
                    <a:pt x="287433" y="321485"/>
                  </a:lnTo>
                  <a:lnTo>
                    <a:pt x="278451" y="321485"/>
                  </a:lnTo>
                  <a:lnTo>
                    <a:pt x="269469" y="321485"/>
                  </a:lnTo>
                  <a:lnTo>
                    <a:pt x="260486" y="321485"/>
                  </a:lnTo>
                  <a:lnTo>
                    <a:pt x="251504" y="321485"/>
                  </a:lnTo>
                  <a:lnTo>
                    <a:pt x="242522" y="321485"/>
                  </a:lnTo>
                  <a:lnTo>
                    <a:pt x="233540" y="321485"/>
                  </a:lnTo>
                  <a:lnTo>
                    <a:pt x="224557" y="321485"/>
                  </a:lnTo>
                  <a:lnTo>
                    <a:pt x="215575" y="321485"/>
                  </a:lnTo>
                  <a:lnTo>
                    <a:pt x="206593" y="321485"/>
                  </a:lnTo>
                  <a:lnTo>
                    <a:pt x="197610" y="321485"/>
                  </a:lnTo>
                  <a:lnTo>
                    <a:pt x="188628" y="321485"/>
                  </a:lnTo>
                  <a:lnTo>
                    <a:pt x="179646" y="321485"/>
                  </a:lnTo>
                  <a:lnTo>
                    <a:pt x="170663" y="321485"/>
                  </a:lnTo>
                  <a:lnTo>
                    <a:pt x="161681" y="321485"/>
                  </a:lnTo>
                  <a:lnTo>
                    <a:pt x="152699" y="321485"/>
                  </a:lnTo>
                  <a:lnTo>
                    <a:pt x="143716" y="321485"/>
                  </a:lnTo>
                  <a:lnTo>
                    <a:pt x="134734" y="321485"/>
                  </a:lnTo>
                  <a:lnTo>
                    <a:pt x="125752" y="321485"/>
                  </a:lnTo>
                  <a:lnTo>
                    <a:pt x="116770" y="321485"/>
                  </a:lnTo>
                  <a:lnTo>
                    <a:pt x="107787" y="321485"/>
                  </a:lnTo>
                  <a:lnTo>
                    <a:pt x="98805" y="321485"/>
                  </a:lnTo>
                  <a:lnTo>
                    <a:pt x="89823" y="321485"/>
                  </a:lnTo>
                  <a:lnTo>
                    <a:pt x="80840" y="321485"/>
                  </a:lnTo>
                  <a:lnTo>
                    <a:pt x="71858" y="321485"/>
                  </a:lnTo>
                  <a:lnTo>
                    <a:pt x="62876" y="321485"/>
                  </a:lnTo>
                  <a:lnTo>
                    <a:pt x="53893" y="321485"/>
                  </a:lnTo>
                  <a:lnTo>
                    <a:pt x="44911" y="321485"/>
                  </a:lnTo>
                  <a:lnTo>
                    <a:pt x="35929" y="321485"/>
                  </a:lnTo>
                  <a:lnTo>
                    <a:pt x="26946" y="321485"/>
                  </a:lnTo>
                  <a:lnTo>
                    <a:pt x="17964" y="321485"/>
                  </a:lnTo>
                  <a:lnTo>
                    <a:pt x="8982" y="321485"/>
                  </a:lnTo>
                  <a:lnTo>
                    <a:pt x="0" y="321485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070628" y="1684319"/>
              <a:ext cx="1850355" cy="317855"/>
            </a:xfrm>
            <a:custGeom>
              <a:avLst/>
              <a:pathLst>
                <a:path w="1850355" h="317855">
                  <a:moveTo>
                    <a:pt x="0" y="317855"/>
                  </a:moveTo>
                  <a:lnTo>
                    <a:pt x="8982" y="317630"/>
                  </a:lnTo>
                  <a:lnTo>
                    <a:pt x="17964" y="317377"/>
                  </a:lnTo>
                  <a:lnTo>
                    <a:pt x="26946" y="317080"/>
                  </a:lnTo>
                  <a:lnTo>
                    <a:pt x="35929" y="316727"/>
                  </a:lnTo>
                  <a:lnTo>
                    <a:pt x="44911" y="316308"/>
                  </a:lnTo>
                  <a:lnTo>
                    <a:pt x="53893" y="315818"/>
                  </a:lnTo>
                  <a:lnTo>
                    <a:pt x="62876" y="315262"/>
                  </a:lnTo>
                  <a:lnTo>
                    <a:pt x="71858" y="314649"/>
                  </a:lnTo>
                  <a:lnTo>
                    <a:pt x="80840" y="313989"/>
                  </a:lnTo>
                  <a:lnTo>
                    <a:pt x="89823" y="313294"/>
                  </a:lnTo>
                  <a:lnTo>
                    <a:pt x="98805" y="312576"/>
                  </a:lnTo>
                  <a:lnTo>
                    <a:pt x="107787" y="311837"/>
                  </a:lnTo>
                  <a:lnTo>
                    <a:pt x="116770" y="311077"/>
                  </a:lnTo>
                  <a:lnTo>
                    <a:pt x="125752" y="310286"/>
                  </a:lnTo>
                  <a:lnTo>
                    <a:pt x="134734" y="309448"/>
                  </a:lnTo>
                  <a:lnTo>
                    <a:pt x="143716" y="308546"/>
                  </a:lnTo>
                  <a:lnTo>
                    <a:pt x="152699" y="307561"/>
                  </a:lnTo>
                  <a:lnTo>
                    <a:pt x="161681" y="306476"/>
                  </a:lnTo>
                  <a:lnTo>
                    <a:pt x="170663" y="305280"/>
                  </a:lnTo>
                  <a:lnTo>
                    <a:pt x="179646" y="303972"/>
                  </a:lnTo>
                  <a:lnTo>
                    <a:pt x="188628" y="302559"/>
                  </a:lnTo>
                  <a:lnTo>
                    <a:pt x="197610" y="301056"/>
                  </a:lnTo>
                  <a:lnTo>
                    <a:pt x="206593" y="299486"/>
                  </a:lnTo>
                  <a:lnTo>
                    <a:pt x="215575" y="297867"/>
                  </a:lnTo>
                  <a:lnTo>
                    <a:pt x="224557" y="296215"/>
                  </a:lnTo>
                  <a:lnTo>
                    <a:pt x="233540" y="294536"/>
                  </a:lnTo>
                  <a:lnTo>
                    <a:pt x="242522" y="292823"/>
                  </a:lnTo>
                  <a:lnTo>
                    <a:pt x="251504" y="291060"/>
                  </a:lnTo>
                  <a:lnTo>
                    <a:pt x="260486" y="289219"/>
                  </a:lnTo>
                  <a:lnTo>
                    <a:pt x="269469" y="287282"/>
                  </a:lnTo>
                  <a:lnTo>
                    <a:pt x="278451" y="285235"/>
                  </a:lnTo>
                  <a:lnTo>
                    <a:pt x="287433" y="283073"/>
                  </a:lnTo>
                  <a:lnTo>
                    <a:pt x="296416" y="280802"/>
                  </a:lnTo>
                  <a:lnTo>
                    <a:pt x="305398" y="278437"/>
                  </a:lnTo>
                  <a:lnTo>
                    <a:pt x="314380" y="275996"/>
                  </a:lnTo>
                  <a:lnTo>
                    <a:pt x="323363" y="273503"/>
                  </a:lnTo>
                  <a:lnTo>
                    <a:pt x="332345" y="270974"/>
                  </a:lnTo>
                  <a:lnTo>
                    <a:pt x="341327" y="268421"/>
                  </a:lnTo>
                  <a:lnTo>
                    <a:pt x="350310" y="265843"/>
                  </a:lnTo>
                  <a:lnTo>
                    <a:pt x="359292" y="263224"/>
                  </a:lnTo>
                  <a:lnTo>
                    <a:pt x="368274" y="260537"/>
                  </a:lnTo>
                  <a:lnTo>
                    <a:pt x="377256" y="257748"/>
                  </a:lnTo>
                  <a:lnTo>
                    <a:pt x="386239" y="254804"/>
                  </a:lnTo>
                  <a:lnTo>
                    <a:pt x="395221" y="251683"/>
                  </a:lnTo>
                  <a:lnTo>
                    <a:pt x="404203" y="248362"/>
                  </a:lnTo>
                  <a:lnTo>
                    <a:pt x="413186" y="244831"/>
                  </a:lnTo>
                  <a:lnTo>
                    <a:pt x="422168" y="241087"/>
                  </a:lnTo>
                  <a:lnTo>
                    <a:pt x="431150" y="237127"/>
                  </a:lnTo>
                  <a:lnTo>
                    <a:pt x="440133" y="232945"/>
                  </a:lnTo>
                  <a:lnTo>
                    <a:pt x="449115" y="228530"/>
                  </a:lnTo>
                  <a:lnTo>
                    <a:pt x="458097" y="223861"/>
                  </a:lnTo>
                  <a:lnTo>
                    <a:pt x="467080" y="218920"/>
                  </a:lnTo>
                  <a:lnTo>
                    <a:pt x="476062" y="213694"/>
                  </a:lnTo>
                  <a:lnTo>
                    <a:pt x="485044" y="208187"/>
                  </a:lnTo>
                  <a:lnTo>
                    <a:pt x="494027" y="202423"/>
                  </a:lnTo>
                  <a:lnTo>
                    <a:pt x="503009" y="196450"/>
                  </a:lnTo>
                  <a:lnTo>
                    <a:pt x="511991" y="190333"/>
                  </a:lnTo>
                  <a:lnTo>
                    <a:pt x="520973" y="184166"/>
                  </a:lnTo>
                  <a:lnTo>
                    <a:pt x="529956" y="178026"/>
                  </a:lnTo>
                  <a:lnTo>
                    <a:pt x="538938" y="171972"/>
                  </a:lnTo>
                  <a:lnTo>
                    <a:pt x="547920" y="166047"/>
                  </a:lnTo>
                  <a:lnTo>
                    <a:pt x="556903" y="160269"/>
                  </a:lnTo>
                  <a:lnTo>
                    <a:pt x="565885" y="154643"/>
                  </a:lnTo>
                  <a:lnTo>
                    <a:pt x="574867" y="149160"/>
                  </a:lnTo>
                  <a:lnTo>
                    <a:pt x="583850" y="143808"/>
                  </a:lnTo>
                  <a:lnTo>
                    <a:pt x="592832" y="138583"/>
                  </a:lnTo>
                  <a:lnTo>
                    <a:pt x="601814" y="133489"/>
                  </a:lnTo>
                  <a:lnTo>
                    <a:pt x="610797" y="128545"/>
                  </a:lnTo>
                  <a:lnTo>
                    <a:pt x="619779" y="123784"/>
                  </a:lnTo>
                  <a:lnTo>
                    <a:pt x="628761" y="119244"/>
                  </a:lnTo>
                  <a:lnTo>
                    <a:pt x="637743" y="114972"/>
                  </a:lnTo>
                  <a:lnTo>
                    <a:pt x="646726" y="110971"/>
                  </a:lnTo>
                  <a:lnTo>
                    <a:pt x="655708" y="107208"/>
                  </a:lnTo>
                  <a:lnTo>
                    <a:pt x="664690" y="103619"/>
                  </a:lnTo>
                  <a:lnTo>
                    <a:pt x="673673" y="100105"/>
                  </a:lnTo>
                  <a:lnTo>
                    <a:pt x="682655" y="96545"/>
                  </a:lnTo>
                  <a:lnTo>
                    <a:pt x="691637" y="92808"/>
                  </a:lnTo>
                  <a:lnTo>
                    <a:pt x="700620" y="88774"/>
                  </a:lnTo>
                  <a:lnTo>
                    <a:pt x="709602" y="84345"/>
                  </a:lnTo>
                  <a:lnTo>
                    <a:pt x="718584" y="79462"/>
                  </a:lnTo>
                  <a:lnTo>
                    <a:pt x="727567" y="74109"/>
                  </a:lnTo>
                  <a:lnTo>
                    <a:pt x="736549" y="68317"/>
                  </a:lnTo>
                  <a:lnTo>
                    <a:pt x="745531" y="62160"/>
                  </a:lnTo>
                  <a:lnTo>
                    <a:pt x="754513" y="55748"/>
                  </a:lnTo>
                  <a:lnTo>
                    <a:pt x="763496" y="49218"/>
                  </a:lnTo>
                  <a:lnTo>
                    <a:pt x="772478" y="42741"/>
                  </a:lnTo>
                  <a:lnTo>
                    <a:pt x="781460" y="36469"/>
                  </a:lnTo>
                  <a:lnTo>
                    <a:pt x="790443" y="30544"/>
                  </a:lnTo>
                  <a:lnTo>
                    <a:pt x="799425" y="25085"/>
                  </a:lnTo>
                  <a:lnTo>
                    <a:pt x="808407" y="20190"/>
                  </a:lnTo>
                  <a:lnTo>
                    <a:pt x="817390" y="15926"/>
                  </a:lnTo>
                  <a:lnTo>
                    <a:pt x="826372" y="12327"/>
                  </a:lnTo>
                  <a:lnTo>
                    <a:pt x="835354" y="9389"/>
                  </a:lnTo>
                  <a:lnTo>
                    <a:pt x="844337" y="7070"/>
                  </a:lnTo>
                  <a:lnTo>
                    <a:pt x="853319" y="5294"/>
                  </a:lnTo>
                  <a:lnTo>
                    <a:pt x="862301" y="3961"/>
                  </a:lnTo>
                  <a:lnTo>
                    <a:pt x="871283" y="2956"/>
                  </a:lnTo>
                  <a:lnTo>
                    <a:pt x="880266" y="2170"/>
                  </a:lnTo>
                  <a:lnTo>
                    <a:pt x="889248" y="1516"/>
                  </a:lnTo>
                  <a:lnTo>
                    <a:pt x="898230" y="946"/>
                  </a:lnTo>
                  <a:lnTo>
                    <a:pt x="907213" y="464"/>
                  </a:lnTo>
                  <a:lnTo>
                    <a:pt x="916195" y="120"/>
                  </a:lnTo>
                  <a:lnTo>
                    <a:pt x="925177" y="0"/>
                  </a:lnTo>
                  <a:lnTo>
                    <a:pt x="934160" y="195"/>
                  </a:lnTo>
                  <a:lnTo>
                    <a:pt x="943142" y="792"/>
                  </a:lnTo>
                  <a:lnTo>
                    <a:pt x="952124" y="1847"/>
                  </a:lnTo>
                  <a:lnTo>
                    <a:pt x="961107" y="3381"/>
                  </a:lnTo>
                  <a:lnTo>
                    <a:pt x="970089" y="5374"/>
                  </a:lnTo>
                  <a:lnTo>
                    <a:pt x="979071" y="7772"/>
                  </a:lnTo>
                  <a:lnTo>
                    <a:pt x="988054" y="10495"/>
                  </a:lnTo>
                  <a:lnTo>
                    <a:pt x="997036" y="13448"/>
                  </a:lnTo>
                  <a:lnTo>
                    <a:pt x="1006018" y="16530"/>
                  </a:lnTo>
                  <a:lnTo>
                    <a:pt x="1015000" y="19644"/>
                  </a:lnTo>
                  <a:lnTo>
                    <a:pt x="1023983" y="22677"/>
                  </a:lnTo>
                  <a:lnTo>
                    <a:pt x="1032965" y="25537"/>
                  </a:lnTo>
                  <a:lnTo>
                    <a:pt x="1041947" y="28147"/>
                  </a:lnTo>
                  <a:lnTo>
                    <a:pt x="1050930" y="30451"/>
                  </a:lnTo>
                  <a:lnTo>
                    <a:pt x="1059912" y="32428"/>
                  </a:lnTo>
                  <a:lnTo>
                    <a:pt x="1068894" y="34111"/>
                  </a:lnTo>
                  <a:lnTo>
                    <a:pt x="1077877" y="35590"/>
                  </a:lnTo>
                  <a:lnTo>
                    <a:pt x="1086859" y="37012"/>
                  </a:lnTo>
                  <a:lnTo>
                    <a:pt x="1095841" y="38574"/>
                  </a:lnTo>
                  <a:lnTo>
                    <a:pt x="1104824" y="40499"/>
                  </a:lnTo>
                  <a:lnTo>
                    <a:pt x="1113806" y="43008"/>
                  </a:lnTo>
                  <a:lnTo>
                    <a:pt x="1122788" y="46288"/>
                  </a:lnTo>
                  <a:lnTo>
                    <a:pt x="1131770" y="50469"/>
                  </a:lnTo>
                  <a:lnTo>
                    <a:pt x="1140753" y="55602"/>
                  </a:lnTo>
                  <a:lnTo>
                    <a:pt x="1149735" y="61715"/>
                  </a:lnTo>
                  <a:lnTo>
                    <a:pt x="1158717" y="68618"/>
                  </a:lnTo>
                  <a:lnTo>
                    <a:pt x="1167700" y="76131"/>
                  </a:lnTo>
                  <a:lnTo>
                    <a:pt x="1176682" y="84056"/>
                  </a:lnTo>
                  <a:lnTo>
                    <a:pt x="1185664" y="92194"/>
                  </a:lnTo>
                  <a:lnTo>
                    <a:pt x="1194647" y="100370"/>
                  </a:lnTo>
                  <a:lnTo>
                    <a:pt x="1203629" y="108441"/>
                  </a:lnTo>
                  <a:lnTo>
                    <a:pt x="1212611" y="116305"/>
                  </a:lnTo>
                  <a:lnTo>
                    <a:pt x="1221594" y="123894"/>
                  </a:lnTo>
                  <a:lnTo>
                    <a:pt x="1230576" y="131169"/>
                  </a:lnTo>
                  <a:lnTo>
                    <a:pt x="1239558" y="138108"/>
                  </a:lnTo>
                  <a:lnTo>
                    <a:pt x="1248540" y="144696"/>
                  </a:lnTo>
                  <a:lnTo>
                    <a:pt x="1257523" y="150923"/>
                  </a:lnTo>
                  <a:lnTo>
                    <a:pt x="1266505" y="156781"/>
                  </a:lnTo>
                  <a:lnTo>
                    <a:pt x="1275487" y="162251"/>
                  </a:lnTo>
                  <a:lnTo>
                    <a:pt x="1284470" y="167364"/>
                  </a:lnTo>
                  <a:lnTo>
                    <a:pt x="1293452" y="172171"/>
                  </a:lnTo>
                  <a:lnTo>
                    <a:pt x="1302434" y="176724"/>
                  </a:lnTo>
                  <a:lnTo>
                    <a:pt x="1311417" y="181088"/>
                  </a:lnTo>
                  <a:lnTo>
                    <a:pt x="1320399" y="185321"/>
                  </a:lnTo>
                  <a:lnTo>
                    <a:pt x="1329381" y="189474"/>
                  </a:lnTo>
                  <a:lnTo>
                    <a:pt x="1338364" y="193576"/>
                  </a:lnTo>
                  <a:lnTo>
                    <a:pt x="1347346" y="197636"/>
                  </a:lnTo>
                  <a:lnTo>
                    <a:pt x="1356328" y="201642"/>
                  </a:lnTo>
                  <a:lnTo>
                    <a:pt x="1365310" y="205571"/>
                  </a:lnTo>
                  <a:lnTo>
                    <a:pt x="1374293" y="209389"/>
                  </a:lnTo>
                  <a:lnTo>
                    <a:pt x="1383275" y="213062"/>
                  </a:lnTo>
                  <a:lnTo>
                    <a:pt x="1392257" y="216562"/>
                  </a:lnTo>
                  <a:lnTo>
                    <a:pt x="1401240" y="219860"/>
                  </a:lnTo>
                  <a:lnTo>
                    <a:pt x="1410222" y="222952"/>
                  </a:lnTo>
                  <a:lnTo>
                    <a:pt x="1419204" y="225854"/>
                  </a:lnTo>
                  <a:lnTo>
                    <a:pt x="1428187" y="228591"/>
                  </a:lnTo>
                  <a:lnTo>
                    <a:pt x="1437169" y="231194"/>
                  </a:lnTo>
                  <a:lnTo>
                    <a:pt x="1446151" y="233703"/>
                  </a:lnTo>
                  <a:lnTo>
                    <a:pt x="1455134" y="236159"/>
                  </a:lnTo>
                  <a:lnTo>
                    <a:pt x="1464116" y="238599"/>
                  </a:lnTo>
                  <a:lnTo>
                    <a:pt x="1473098" y="241055"/>
                  </a:lnTo>
                  <a:lnTo>
                    <a:pt x="1482081" y="243552"/>
                  </a:lnTo>
                  <a:lnTo>
                    <a:pt x="1491063" y="246105"/>
                  </a:lnTo>
                  <a:lnTo>
                    <a:pt x="1500045" y="248723"/>
                  </a:lnTo>
                  <a:lnTo>
                    <a:pt x="1509027" y="251409"/>
                  </a:lnTo>
                  <a:lnTo>
                    <a:pt x="1518010" y="254163"/>
                  </a:lnTo>
                  <a:lnTo>
                    <a:pt x="1526992" y="256983"/>
                  </a:lnTo>
                  <a:lnTo>
                    <a:pt x="1535974" y="259866"/>
                  </a:lnTo>
                  <a:lnTo>
                    <a:pt x="1544957" y="262804"/>
                  </a:lnTo>
                  <a:lnTo>
                    <a:pt x="1553939" y="265791"/>
                  </a:lnTo>
                  <a:lnTo>
                    <a:pt x="1562921" y="268819"/>
                  </a:lnTo>
                  <a:lnTo>
                    <a:pt x="1571904" y="271878"/>
                  </a:lnTo>
                  <a:lnTo>
                    <a:pt x="1580886" y="274952"/>
                  </a:lnTo>
                  <a:lnTo>
                    <a:pt x="1589868" y="278018"/>
                  </a:lnTo>
                  <a:lnTo>
                    <a:pt x="1598851" y="281041"/>
                  </a:lnTo>
                  <a:lnTo>
                    <a:pt x="1607833" y="283980"/>
                  </a:lnTo>
                  <a:lnTo>
                    <a:pt x="1616815" y="286784"/>
                  </a:lnTo>
                  <a:lnTo>
                    <a:pt x="1625797" y="289407"/>
                  </a:lnTo>
                  <a:lnTo>
                    <a:pt x="1634780" y="291807"/>
                  </a:lnTo>
                  <a:lnTo>
                    <a:pt x="1643762" y="293963"/>
                  </a:lnTo>
                  <a:lnTo>
                    <a:pt x="1652744" y="295877"/>
                  </a:lnTo>
                  <a:lnTo>
                    <a:pt x="1661727" y="297566"/>
                  </a:lnTo>
                  <a:lnTo>
                    <a:pt x="1670709" y="299103"/>
                  </a:lnTo>
                  <a:lnTo>
                    <a:pt x="1679691" y="300543"/>
                  </a:lnTo>
                  <a:lnTo>
                    <a:pt x="1688674" y="301939"/>
                  </a:lnTo>
                  <a:lnTo>
                    <a:pt x="1697656" y="303321"/>
                  </a:lnTo>
                  <a:lnTo>
                    <a:pt x="1706638" y="304699"/>
                  </a:lnTo>
                  <a:lnTo>
                    <a:pt x="1715621" y="306060"/>
                  </a:lnTo>
                  <a:lnTo>
                    <a:pt x="1724603" y="307376"/>
                  </a:lnTo>
                  <a:lnTo>
                    <a:pt x="1733585" y="308614"/>
                  </a:lnTo>
                  <a:lnTo>
                    <a:pt x="1742567" y="309742"/>
                  </a:lnTo>
                  <a:lnTo>
                    <a:pt x="1751550" y="310744"/>
                  </a:lnTo>
                  <a:lnTo>
                    <a:pt x="1760532" y="311617"/>
                  </a:lnTo>
                  <a:lnTo>
                    <a:pt x="1769514" y="312374"/>
                  </a:lnTo>
                  <a:lnTo>
                    <a:pt x="1778497" y="313040"/>
                  </a:lnTo>
                  <a:lnTo>
                    <a:pt x="1787479" y="313641"/>
                  </a:lnTo>
                  <a:lnTo>
                    <a:pt x="1796461" y="314212"/>
                  </a:lnTo>
                  <a:lnTo>
                    <a:pt x="1805444" y="314774"/>
                  </a:lnTo>
                  <a:lnTo>
                    <a:pt x="1814426" y="315337"/>
                  </a:lnTo>
                  <a:lnTo>
                    <a:pt x="1823408" y="315904"/>
                  </a:lnTo>
                  <a:lnTo>
                    <a:pt x="1832391" y="316467"/>
                  </a:lnTo>
                  <a:lnTo>
                    <a:pt x="1841373" y="317012"/>
                  </a:lnTo>
                  <a:lnTo>
                    <a:pt x="1850355" y="317522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837088" y="2042204"/>
              <a:ext cx="1428187" cy="428926"/>
            </a:xfrm>
            <a:custGeom>
              <a:avLst/>
              <a:pathLst>
                <a:path w="1428187" h="428926">
                  <a:moveTo>
                    <a:pt x="0" y="425290"/>
                  </a:moveTo>
                  <a:lnTo>
                    <a:pt x="8982" y="424634"/>
                  </a:lnTo>
                  <a:lnTo>
                    <a:pt x="17964" y="423938"/>
                  </a:lnTo>
                  <a:lnTo>
                    <a:pt x="26946" y="423215"/>
                  </a:lnTo>
                  <a:lnTo>
                    <a:pt x="35929" y="422471"/>
                  </a:lnTo>
                  <a:lnTo>
                    <a:pt x="44911" y="421704"/>
                  </a:lnTo>
                  <a:lnTo>
                    <a:pt x="53893" y="420907"/>
                  </a:lnTo>
                  <a:lnTo>
                    <a:pt x="62876" y="420062"/>
                  </a:lnTo>
                  <a:lnTo>
                    <a:pt x="71858" y="419150"/>
                  </a:lnTo>
                  <a:lnTo>
                    <a:pt x="80840" y="418149"/>
                  </a:lnTo>
                  <a:lnTo>
                    <a:pt x="89823" y="417040"/>
                  </a:lnTo>
                  <a:lnTo>
                    <a:pt x="98805" y="415810"/>
                  </a:lnTo>
                  <a:lnTo>
                    <a:pt x="107787" y="414445"/>
                  </a:lnTo>
                  <a:lnTo>
                    <a:pt x="116770" y="412957"/>
                  </a:lnTo>
                  <a:lnTo>
                    <a:pt x="125752" y="411356"/>
                  </a:lnTo>
                  <a:lnTo>
                    <a:pt x="134734" y="409650"/>
                  </a:lnTo>
                  <a:lnTo>
                    <a:pt x="143716" y="407842"/>
                  </a:lnTo>
                  <a:lnTo>
                    <a:pt x="152699" y="405928"/>
                  </a:lnTo>
                  <a:lnTo>
                    <a:pt x="161681" y="403889"/>
                  </a:lnTo>
                  <a:lnTo>
                    <a:pt x="170663" y="401701"/>
                  </a:lnTo>
                  <a:lnTo>
                    <a:pt x="179646" y="399332"/>
                  </a:lnTo>
                  <a:lnTo>
                    <a:pt x="188628" y="396749"/>
                  </a:lnTo>
                  <a:lnTo>
                    <a:pt x="197610" y="393921"/>
                  </a:lnTo>
                  <a:lnTo>
                    <a:pt x="206593" y="390828"/>
                  </a:lnTo>
                  <a:lnTo>
                    <a:pt x="215575" y="387459"/>
                  </a:lnTo>
                  <a:lnTo>
                    <a:pt x="224557" y="383817"/>
                  </a:lnTo>
                  <a:lnTo>
                    <a:pt x="233540" y="379901"/>
                  </a:lnTo>
                  <a:lnTo>
                    <a:pt x="242522" y="375744"/>
                  </a:lnTo>
                  <a:lnTo>
                    <a:pt x="251504" y="371374"/>
                  </a:lnTo>
                  <a:lnTo>
                    <a:pt x="260486" y="366799"/>
                  </a:lnTo>
                  <a:lnTo>
                    <a:pt x="269469" y="362015"/>
                  </a:lnTo>
                  <a:lnTo>
                    <a:pt x="278451" y="356990"/>
                  </a:lnTo>
                  <a:lnTo>
                    <a:pt x="287433" y="351666"/>
                  </a:lnTo>
                  <a:lnTo>
                    <a:pt x="296416" y="345963"/>
                  </a:lnTo>
                  <a:lnTo>
                    <a:pt x="305398" y="339787"/>
                  </a:lnTo>
                  <a:lnTo>
                    <a:pt x="314380" y="333045"/>
                  </a:lnTo>
                  <a:lnTo>
                    <a:pt x="323363" y="325666"/>
                  </a:lnTo>
                  <a:lnTo>
                    <a:pt x="332345" y="317618"/>
                  </a:lnTo>
                  <a:lnTo>
                    <a:pt x="341327" y="308930"/>
                  </a:lnTo>
                  <a:lnTo>
                    <a:pt x="350310" y="299692"/>
                  </a:lnTo>
                  <a:lnTo>
                    <a:pt x="359292" y="290051"/>
                  </a:lnTo>
                  <a:lnTo>
                    <a:pt x="368274" y="280235"/>
                  </a:lnTo>
                  <a:lnTo>
                    <a:pt x="377256" y="270477"/>
                  </a:lnTo>
                  <a:lnTo>
                    <a:pt x="386239" y="260975"/>
                  </a:lnTo>
                  <a:lnTo>
                    <a:pt x="395221" y="251886"/>
                  </a:lnTo>
                  <a:lnTo>
                    <a:pt x="404203" y="243307"/>
                  </a:lnTo>
                  <a:lnTo>
                    <a:pt x="413186" y="235277"/>
                  </a:lnTo>
                  <a:lnTo>
                    <a:pt x="422168" y="227773"/>
                  </a:lnTo>
                  <a:lnTo>
                    <a:pt x="431150" y="220727"/>
                  </a:lnTo>
                  <a:lnTo>
                    <a:pt x="440133" y="214035"/>
                  </a:lnTo>
                  <a:lnTo>
                    <a:pt x="449115" y="207563"/>
                  </a:lnTo>
                  <a:lnTo>
                    <a:pt x="458097" y="201163"/>
                  </a:lnTo>
                  <a:lnTo>
                    <a:pt x="467080" y="194670"/>
                  </a:lnTo>
                  <a:lnTo>
                    <a:pt x="476062" y="187912"/>
                  </a:lnTo>
                  <a:lnTo>
                    <a:pt x="485044" y="180703"/>
                  </a:lnTo>
                  <a:lnTo>
                    <a:pt x="494027" y="172849"/>
                  </a:lnTo>
                  <a:lnTo>
                    <a:pt x="503009" y="164257"/>
                  </a:lnTo>
                  <a:lnTo>
                    <a:pt x="511991" y="154865"/>
                  </a:lnTo>
                  <a:lnTo>
                    <a:pt x="520973" y="144678"/>
                  </a:lnTo>
                  <a:lnTo>
                    <a:pt x="529956" y="133775"/>
                  </a:lnTo>
                  <a:lnTo>
                    <a:pt x="538938" y="122299"/>
                  </a:lnTo>
                  <a:lnTo>
                    <a:pt x="547920" y="110441"/>
                  </a:lnTo>
                  <a:lnTo>
                    <a:pt x="556903" y="98416"/>
                  </a:lnTo>
                  <a:lnTo>
                    <a:pt x="565885" y="86440"/>
                  </a:lnTo>
                  <a:lnTo>
                    <a:pt x="574867" y="74710"/>
                  </a:lnTo>
                  <a:lnTo>
                    <a:pt x="583850" y="63392"/>
                  </a:lnTo>
                  <a:lnTo>
                    <a:pt x="592832" y="52625"/>
                  </a:lnTo>
                  <a:lnTo>
                    <a:pt x="601814" y="42528"/>
                  </a:lnTo>
                  <a:lnTo>
                    <a:pt x="610797" y="33223"/>
                  </a:lnTo>
                  <a:lnTo>
                    <a:pt x="619779" y="24909"/>
                  </a:lnTo>
                  <a:lnTo>
                    <a:pt x="628761" y="17661"/>
                  </a:lnTo>
                  <a:lnTo>
                    <a:pt x="637743" y="11602"/>
                  </a:lnTo>
                  <a:lnTo>
                    <a:pt x="646726" y="6823"/>
                  </a:lnTo>
                  <a:lnTo>
                    <a:pt x="655708" y="3355"/>
                  </a:lnTo>
                  <a:lnTo>
                    <a:pt x="664690" y="1155"/>
                  </a:lnTo>
                  <a:lnTo>
                    <a:pt x="673673" y="99"/>
                  </a:lnTo>
                  <a:lnTo>
                    <a:pt x="682655" y="0"/>
                  </a:lnTo>
                  <a:lnTo>
                    <a:pt x="691637" y="631"/>
                  </a:lnTo>
                  <a:lnTo>
                    <a:pt x="700620" y="1764"/>
                  </a:lnTo>
                  <a:lnTo>
                    <a:pt x="709602" y="3204"/>
                  </a:lnTo>
                  <a:lnTo>
                    <a:pt x="718584" y="4817"/>
                  </a:lnTo>
                  <a:lnTo>
                    <a:pt x="727567" y="6551"/>
                  </a:lnTo>
                  <a:lnTo>
                    <a:pt x="736549" y="8430"/>
                  </a:lnTo>
                  <a:lnTo>
                    <a:pt x="745531" y="10576"/>
                  </a:lnTo>
                  <a:lnTo>
                    <a:pt x="754513" y="13121"/>
                  </a:lnTo>
                  <a:lnTo>
                    <a:pt x="763496" y="16201"/>
                  </a:lnTo>
                  <a:lnTo>
                    <a:pt x="772478" y="19930"/>
                  </a:lnTo>
                  <a:lnTo>
                    <a:pt x="781460" y="24370"/>
                  </a:lnTo>
                  <a:lnTo>
                    <a:pt x="790443" y="29525"/>
                  </a:lnTo>
                  <a:lnTo>
                    <a:pt x="799425" y="35334"/>
                  </a:lnTo>
                  <a:lnTo>
                    <a:pt x="808407" y="41678"/>
                  </a:lnTo>
                  <a:lnTo>
                    <a:pt x="817390" y="48402"/>
                  </a:lnTo>
                  <a:lnTo>
                    <a:pt x="826372" y="55332"/>
                  </a:lnTo>
                  <a:lnTo>
                    <a:pt x="835354" y="62306"/>
                  </a:lnTo>
                  <a:lnTo>
                    <a:pt x="844337" y="69197"/>
                  </a:lnTo>
                  <a:lnTo>
                    <a:pt x="853319" y="75932"/>
                  </a:lnTo>
                  <a:lnTo>
                    <a:pt x="862301" y="82504"/>
                  </a:lnTo>
                  <a:lnTo>
                    <a:pt x="871283" y="88967"/>
                  </a:lnTo>
                  <a:lnTo>
                    <a:pt x="880266" y="95445"/>
                  </a:lnTo>
                  <a:lnTo>
                    <a:pt x="889248" y="102081"/>
                  </a:lnTo>
                  <a:lnTo>
                    <a:pt x="898230" y="109021"/>
                  </a:lnTo>
                  <a:lnTo>
                    <a:pt x="907213" y="116398"/>
                  </a:lnTo>
                  <a:lnTo>
                    <a:pt x="916195" y="124327"/>
                  </a:lnTo>
                  <a:lnTo>
                    <a:pt x="925177" y="132888"/>
                  </a:lnTo>
                  <a:lnTo>
                    <a:pt x="934160" y="142131"/>
                  </a:lnTo>
                  <a:lnTo>
                    <a:pt x="943142" y="152064"/>
                  </a:lnTo>
                  <a:lnTo>
                    <a:pt x="952124" y="162658"/>
                  </a:lnTo>
                  <a:lnTo>
                    <a:pt x="961107" y="173840"/>
                  </a:lnTo>
                  <a:lnTo>
                    <a:pt x="970089" y="185493"/>
                  </a:lnTo>
                  <a:lnTo>
                    <a:pt x="979071" y="197460"/>
                  </a:lnTo>
                  <a:lnTo>
                    <a:pt x="988054" y="209545"/>
                  </a:lnTo>
                  <a:lnTo>
                    <a:pt x="997036" y="221513"/>
                  </a:lnTo>
                  <a:lnTo>
                    <a:pt x="1006018" y="233110"/>
                  </a:lnTo>
                  <a:lnTo>
                    <a:pt x="1015000" y="244133"/>
                  </a:lnTo>
                  <a:lnTo>
                    <a:pt x="1023983" y="254422"/>
                  </a:lnTo>
                  <a:lnTo>
                    <a:pt x="1032965" y="263875"/>
                  </a:lnTo>
                  <a:lnTo>
                    <a:pt x="1041947" y="272458"/>
                  </a:lnTo>
                  <a:lnTo>
                    <a:pt x="1050930" y="280209"/>
                  </a:lnTo>
                  <a:lnTo>
                    <a:pt x="1059912" y="287225"/>
                  </a:lnTo>
                  <a:lnTo>
                    <a:pt x="1068894" y="293649"/>
                  </a:lnTo>
                  <a:lnTo>
                    <a:pt x="1077877" y="299646"/>
                  </a:lnTo>
                  <a:lnTo>
                    <a:pt x="1086859" y="305387"/>
                  </a:lnTo>
                  <a:lnTo>
                    <a:pt x="1095841" y="311024"/>
                  </a:lnTo>
                  <a:lnTo>
                    <a:pt x="1104824" y="316679"/>
                  </a:lnTo>
                  <a:lnTo>
                    <a:pt x="1113806" y="322436"/>
                  </a:lnTo>
                  <a:lnTo>
                    <a:pt x="1122788" y="328339"/>
                  </a:lnTo>
                  <a:lnTo>
                    <a:pt x="1131770" y="334391"/>
                  </a:lnTo>
                  <a:lnTo>
                    <a:pt x="1140753" y="340546"/>
                  </a:lnTo>
                  <a:lnTo>
                    <a:pt x="1149735" y="346742"/>
                  </a:lnTo>
                  <a:lnTo>
                    <a:pt x="1158717" y="352904"/>
                  </a:lnTo>
                  <a:lnTo>
                    <a:pt x="1167700" y="358945"/>
                  </a:lnTo>
                  <a:lnTo>
                    <a:pt x="1176682" y="364779"/>
                  </a:lnTo>
                  <a:lnTo>
                    <a:pt x="1185664" y="370320"/>
                  </a:lnTo>
                  <a:lnTo>
                    <a:pt x="1194647" y="375491"/>
                  </a:lnTo>
                  <a:lnTo>
                    <a:pt x="1203629" y="380231"/>
                  </a:lnTo>
                  <a:lnTo>
                    <a:pt x="1212611" y="384493"/>
                  </a:lnTo>
                  <a:lnTo>
                    <a:pt x="1221594" y="388252"/>
                  </a:lnTo>
                  <a:lnTo>
                    <a:pt x="1230576" y="391506"/>
                  </a:lnTo>
                  <a:lnTo>
                    <a:pt x="1239558" y="394275"/>
                  </a:lnTo>
                  <a:lnTo>
                    <a:pt x="1248540" y="396601"/>
                  </a:lnTo>
                  <a:lnTo>
                    <a:pt x="1257523" y="398534"/>
                  </a:lnTo>
                  <a:lnTo>
                    <a:pt x="1266505" y="400195"/>
                  </a:lnTo>
                  <a:lnTo>
                    <a:pt x="1275487" y="401679"/>
                  </a:lnTo>
                  <a:lnTo>
                    <a:pt x="1284470" y="403080"/>
                  </a:lnTo>
                  <a:lnTo>
                    <a:pt x="1293452" y="404483"/>
                  </a:lnTo>
                  <a:lnTo>
                    <a:pt x="1302434" y="405951"/>
                  </a:lnTo>
                  <a:lnTo>
                    <a:pt x="1311417" y="407524"/>
                  </a:lnTo>
                  <a:lnTo>
                    <a:pt x="1320399" y="409211"/>
                  </a:lnTo>
                  <a:lnTo>
                    <a:pt x="1329381" y="410992"/>
                  </a:lnTo>
                  <a:lnTo>
                    <a:pt x="1338364" y="412829"/>
                  </a:lnTo>
                  <a:lnTo>
                    <a:pt x="1347346" y="414666"/>
                  </a:lnTo>
                  <a:lnTo>
                    <a:pt x="1356328" y="416445"/>
                  </a:lnTo>
                  <a:lnTo>
                    <a:pt x="1365310" y="418113"/>
                  </a:lnTo>
                  <a:lnTo>
                    <a:pt x="1374293" y="419629"/>
                  </a:lnTo>
                  <a:lnTo>
                    <a:pt x="1383275" y="420955"/>
                  </a:lnTo>
                  <a:lnTo>
                    <a:pt x="1392257" y="422101"/>
                  </a:lnTo>
                  <a:lnTo>
                    <a:pt x="1401240" y="423081"/>
                  </a:lnTo>
                  <a:lnTo>
                    <a:pt x="1410222" y="423918"/>
                  </a:lnTo>
                  <a:lnTo>
                    <a:pt x="1419204" y="424636"/>
                  </a:lnTo>
                  <a:lnTo>
                    <a:pt x="1428187" y="425260"/>
                  </a:lnTo>
                  <a:lnTo>
                    <a:pt x="1428187" y="428926"/>
                  </a:lnTo>
                  <a:lnTo>
                    <a:pt x="1419204" y="428926"/>
                  </a:lnTo>
                  <a:lnTo>
                    <a:pt x="1410222" y="428926"/>
                  </a:lnTo>
                  <a:lnTo>
                    <a:pt x="1401240" y="428926"/>
                  </a:lnTo>
                  <a:lnTo>
                    <a:pt x="1392257" y="428926"/>
                  </a:lnTo>
                  <a:lnTo>
                    <a:pt x="1383275" y="428926"/>
                  </a:lnTo>
                  <a:lnTo>
                    <a:pt x="1374293" y="428926"/>
                  </a:lnTo>
                  <a:lnTo>
                    <a:pt x="1365310" y="428926"/>
                  </a:lnTo>
                  <a:lnTo>
                    <a:pt x="1356328" y="428926"/>
                  </a:lnTo>
                  <a:lnTo>
                    <a:pt x="1347346" y="428926"/>
                  </a:lnTo>
                  <a:lnTo>
                    <a:pt x="1338364" y="428926"/>
                  </a:lnTo>
                  <a:lnTo>
                    <a:pt x="1329381" y="428926"/>
                  </a:lnTo>
                  <a:lnTo>
                    <a:pt x="1320399" y="428926"/>
                  </a:lnTo>
                  <a:lnTo>
                    <a:pt x="1311417" y="428926"/>
                  </a:lnTo>
                  <a:lnTo>
                    <a:pt x="1302434" y="428926"/>
                  </a:lnTo>
                  <a:lnTo>
                    <a:pt x="1293452" y="428926"/>
                  </a:lnTo>
                  <a:lnTo>
                    <a:pt x="1284470" y="428926"/>
                  </a:lnTo>
                  <a:lnTo>
                    <a:pt x="1275487" y="428926"/>
                  </a:lnTo>
                  <a:lnTo>
                    <a:pt x="1266505" y="428926"/>
                  </a:lnTo>
                  <a:lnTo>
                    <a:pt x="1257523" y="428926"/>
                  </a:lnTo>
                  <a:lnTo>
                    <a:pt x="1248540" y="428926"/>
                  </a:lnTo>
                  <a:lnTo>
                    <a:pt x="1239558" y="428926"/>
                  </a:lnTo>
                  <a:lnTo>
                    <a:pt x="1230576" y="428926"/>
                  </a:lnTo>
                  <a:lnTo>
                    <a:pt x="1221594" y="428926"/>
                  </a:lnTo>
                  <a:lnTo>
                    <a:pt x="1212611" y="428926"/>
                  </a:lnTo>
                  <a:lnTo>
                    <a:pt x="1203629" y="428926"/>
                  </a:lnTo>
                  <a:lnTo>
                    <a:pt x="1194647" y="428926"/>
                  </a:lnTo>
                  <a:lnTo>
                    <a:pt x="1185664" y="428926"/>
                  </a:lnTo>
                  <a:lnTo>
                    <a:pt x="1176682" y="428926"/>
                  </a:lnTo>
                  <a:lnTo>
                    <a:pt x="1167700" y="428926"/>
                  </a:lnTo>
                  <a:lnTo>
                    <a:pt x="1158717" y="428926"/>
                  </a:lnTo>
                  <a:lnTo>
                    <a:pt x="1149735" y="428926"/>
                  </a:lnTo>
                  <a:lnTo>
                    <a:pt x="1140753" y="428926"/>
                  </a:lnTo>
                  <a:lnTo>
                    <a:pt x="1131770" y="428926"/>
                  </a:lnTo>
                  <a:lnTo>
                    <a:pt x="1122788" y="428926"/>
                  </a:lnTo>
                  <a:lnTo>
                    <a:pt x="1113806" y="428926"/>
                  </a:lnTo>
                  <a:lnTo>
                    <a:pt x="1104824" y="428926"/>
                  </a:lnTo>
                  <a:lnTo>
                    <a:pt x="1095841" y="428926"/>
                  </a:lnTo>
                  <a:lnTo>
                    <a:pt x="1086859" y="428926"/>
                  </a:lnTo>
                  <a:lnTo>
                    <a:pt x="1077877" y="428926"/>
                  </a:lnTo>
                  <a:lnTo>
                    <a:pt x="1068894" y="428926"/>
                  </a:lnTo>
                  <a:lnTo>
                    <a:pt x="1059912" y="428926"/>
                  </a:lnTo>
                  <a:lnTo>
                    <a:pt x="1050930" y="428926"/>
                  </a:lnTo>
                  <a:lnTo>
                    <a:pt x="1041947" y="428926"/>
                  </a:lnTo>
                  <a:lnTo>
                    <a:pt x="1032965" y="428926"/>
                  </a:lnTo>
                  <a:lnTo>
                    <a:pt x="1023983" y="428926"/>
                  </a:lnTo>
                  <a:lnTo>
                    <a:pt x="1015000" y="428926"/>
                  </a:lnTo>
                  <a:lnTo>
                    <a:pt x="1006018" y="428926"/>
                  </a:lnTo>
                  <a:lnTo>
                    <a:pt x="997036" y="428926"/>
                  </a:lnTo>
                  <a:lnTo>
                    <a:pt x="988054" y="428926"/>
                  </a:lnTo>
                  <a:lnTo>
                    <a:pt x="979071" y="428926"/>
                  </a:lnTo>
                  <a:lnTo>
                    <a:pt x="970089" y="428926"/>
                  </a:lnTo>
                  <a:lnTo>
                    <a:pt x="961107" y="428926"/>
                  </a:lnTo>
                  <a:lnTo>
                    <a:pt x="952124" y="428926"/>
                  </a:lnTo>
                  <a:lnTo>
                    <a:pt x="943142" y="428926"/>
                  </a:lnTo>
                  <a:lnTo>
                    <a:pt x="934160" y="428926"/>
                  </a:lnTo>
                  <a:lnTo>
                    <a:pt x="925177" y="428926"/>
                  </a:lnTo>
                  <a:lnTo>
                    <a:pt x="916195" y="428926"/>
                  </a:lnTo>
                  <a:lnTo>
                    <a:pt x="907213" y="428926"/>
                  </a:lnTo>
                  <a:lnTo>
                    <a:pt x="898230" y="428926"/>
                  </a:lnTo>
                  <a:lnTo>
                    <a:pt x="889248" y="428926"/>
                  </a:lnTo>
                  <a:lnTo>
                    <a:pt x="880266" y="428926"/>
                  </a:lnTo>
                  <a:lnTo>
                    <a:pt x="871283" y="428926"/>
                  </a:lnTo>
                  <a:lnTo>
                    <a:pt x="862301" y="428926"/>
                  </a:lnTo>
                  <a:lnTo>
                    <a:pt x="853319" y="428926"/>
                  </a:lnTo>
                  <a:lnTo>
                    <a:pt x="844337" y="428926"/>
                  </a:lnTo>
                  <a:lnTo>
                    <a:pt x="835354" y="428926"/>
                  </a:lnTo>
                  <a:lnTo>
                    <a:pt x="826372" y="428926"/>
                  </a:lnTo>
                  <a:lnTo>
                    <a:pt x="817390" y="428926"/>
                  </a:lnTo>
                  <a:lnTo>
                    <a:pt x="808407" y="428926"/>
                  </a:lnTo>
                  <a:lnTo>
                    <a:pt x="799425" y="428926"/>
                  </a:lnTo>
                  <a:lnTo>
                    <a:pt x="790443" y="428926"/>
                  </a:lnTo>
                  <a:lnTo>
                    <a:pt x="781460" y="428926"/>
                  </a:lnTo>
                  <a:lnTo>
                    <a:pt x="772478" y="428926"/>
                  </a:lnTo>
                  <a:lnTo>
                    <a:pt x="763496" y="428926"/>
                  </a:lnTo>
                  <a:lnTo>
                    <a:pt x="754513" y="428926"/>
                  </a:lnTo>
                  <a:lnTo>
                    <a:pt x="745531" y="428926"/>
                  </a:lnTo>
                  <a:lnTo>
                    <a:pt x="736549" y="428926"/>
                  </a:lnTo>
                  <a:lnTo>
                    <a:pt x="727567" y="428926"/>
                  </a:lnTo>
                  <a:lnTo>
                    <a:pt x="718584" y="428926"/>
                  </a:lnTo>
                  <a:lnTo>
                    <a:pt x="709602" y="428926"/>
                  </a:lnTo>
                  <a:lnTo>
                    <a:pt x="700620" y="428926"/>
                  </a:lnTo>
                  <a:lnTo>
                    <a:pt x="691637" y="428926"/>
                  </a:lnTo>
                  <a:lnTo>
                    <a:pt x="682655" y="428926"/>
                  </a:lnTo>
                  <a:lnTo>
                    <a:pt x="673673" y="428926"/>
                  </a:lnTo>
                  <a:lnTo>
                    <a:pt x="664690" y="428926"/>
                  </a:lnTo>
                  <a:lnTo>
                    <a:pt x="655708" y="428926"/>
                  </a:lnTo>
                  <a:lnTo>
                    <a:pt x="646726" y="428926"/>
                  </a:lnTo>
                  <a:lnTo>
                    <a:pt x="637743" y="428926"/>
                  </a:lnTo>
                  <a:lnTo>
                    <a:pt x="628761" y="428926"/>
                  </a:lnTo>
                  <a:lnTo>
                    <a:pt x="619779" y="428926"/>
                  </a:lnTo>
                  <a:lnTo>
                    <a:pt x="610797" y="428926"/>
                  </a:lnTo>
                  <a:lnTo>
                    <a:pt x="601814" y="428926"/>
                  </a:lnTo>
                  <a:lnTo>
                    <a:pt x="592832" y="428926"/>
                  </a:lnTo>
                  <a:lnTo>
                    <a:pt x="583850" y="428926"/>
                  </a:lnTo>
                  <a:lnTo>
                    <a:pt x="574867" y="428926"/>
                  </a:lnTo>
                  <a:lnTo>
                    <a:pt x="565885" y="428926"/>
                  </a:lnTo>
                  <a:lnTo>
                    <a:pt x="556903" y="428926"/>
                  </a:lnTo>
                  <a:lnTo>
                    <a:pt x="547920" y="428926"/>
                  </a:lnTo>
                  <a:lnTo>
                    <a:pt x="538938" y="428926"/>
                  </a:lnTo>
                  <a:lnTo>
                    <a:pt x="529956" y="428926"/>
                  </a:lnTo>
                  <a:lnTo>
                    <a:pt x="520973" y="428926"/>
                  </a:lnTo>
                  <a:lnTo>
                    <a:pt x="511991" y="428926"/>
                  </a:lnTo>
                  <a:lnTo>
                    <a:pt x="503009" y="428926"/>
                  </a:lnTo>
                  <a:lnTo>
                    <a:pt x="494027" y="428926"/>
                  </a:lnTo>
                  <a:lnTo>
                    <a:pt x="485044" y="428926"/>
                  </a:lnTo>
                  <a:lnTo>
                    <a:pt x="476062" y="428926"/>
                  </a:lnTo>
                  <a:lnTo>
                    <a:pt x="467080" y="428926"/>
                  </a:lnTo>
                  <a:lnTo>
                    <a:pt x="458097" y="428926"/>
                  </a:lnTo>
                  <a:lnTo>
                    <a:pt x="449115" y="428926"/>
                  </a:lnTo>
                  <a:lnTo>
                    <a:pt x="440133" y="428926"/>
                  </a:lnTo>
                  <a:lnTo>
                    <a:pt x="431150" y="428926"/>
                  </a:lnTo>
                  <a:lnTo>
                    <a:pt x="422168" y="428926"/>
                  </a:lnTo>
                  <a:lnTo>
                    <a:pt x="413186" y="428926"/>
                  </a:lnTo>
                  <a:lnTo>
                    <a:pt x="404203" y="428926"/>
                  </a:lnTo>
                  <a:lnTo>
                    <a:pt x="395221" y="428926"/>
                  </a:lnTo>
                  <a:lnTo>
                    <a:pt x="386239" y="428926"/>
                  </a:lnTo>
                  <a:lnTo>
                    <a:pt x="377256" y="428926"/>
                  </a:lnTo>
                  <a:lnTo>
                    <a:pt x="368274" y="428926"/>
                  </a:lnTo>
                  <a:lnTo>
                    <a:pt x="359292" y="428926"/>
                  </a:lnTo>
                  <a:lnTo>
                    <a:pt x="350310" y="428926"/>
                  </a:lnTo>
                  <a:lnTo>
                    <a:pt x="341327" y="428926"/>
                  </a:lnTo>
                  <a:lnTo>
                    <a:pt x="332345" y="428926"/>
                  </a:lnTo>
                  <a:lnTo>
                    <a:pt x="323363" y="428926"/>
                  </a:lnTo>
                  <a:lnTo>
                    <a:pt x="314380" y="428926"/>
                  </a:lnTo>
                  <a:lnTo>
                    <a:pt x="305398" y="428926"/>
                  </a:lnTo>
                  <a:lnTo>
                    <a:pt x="296416" y="428926"/>
                  </a:lnTo>
                  <a:lnTo>
                    <a:pt x="287433" y="428926"/>
                  </a:lnTo>
                  <a:lnTo>
                    <a:pt x="278451" y="428926"/>
                  </a:lnTo>
                  <a:lnTo>
                    <a:pt x="269469" y="428926"/>
                  </a:lnTo>
                  <a:lnTo>
                    <a:pt x="260486" y="428926"/>
                  </a:lnTo>
                  <a:lnTo>
                    <a:pt x="251504" y="428926"/>
                  </a:lnTo>
                  <a:lnTo>
                    <a:pt x="242522" y="428926"/>
                  </a:lnTo>
                  <a:lnTo>
                    <a:pt x="233540" y="428926"/>
                  </a:lnTo>
                  <a:lnTo>
                    <a:pt x="224557" y="428926"/>
                  </a:lnTo>
                  <a:lnTo>
                    <a:pt x="215575" y="428926"/>
                  </a:lnTo>
                  <a:lnTo>
                    <a:pt x="206593" y="428926"/>
                  </a:lnTo>
                  <a:lnTo>
                    <a:pt x="197610" y="428926"/>
                  </a:lnTo>
                  <a:lnTo>
                    <a:pt x="188628" y="428926"/>
                  </a:lnTo>
                  <a:lnTo>
                    <a:pt x="179646" y="428926"/>
                  </a:lnTo>
                  <a:lnTo>
                    <a:pt x="170663" y="428926"/>
                  </a:lnTo>
                  <a:lnTo>
                    <a:pt x="161681" y="428926"/>
                  </a:lnTo>
                  <a:lnTo>
                    <a:pt x="152699" y="428926"/>
                  </a:lnTo>
                  <a:lnTo>
                    <a:pt x="143716" y="428926"/>
                  </a:lnTo>
                  <a:lnTo>
                    <a:pt x="134734" y="428926"/>
                  </a:lnTo>
                  <a:lnTo>
                    <a:pt x="125752" y="428926"/>
                  </a:lnTo>
                  <a:lnTo>
                    <a:pt x="116770" y="428926"/>
                  </a:lnTo>
                  <a:lnTo>
                    <a:pt x="107787" y="428926"/>
                  </a:lnTo>
                  <a:lnTo>
                    <a:pt x="98805" y="428926"/>
                  </a:lnTo>
                  <a:lnTo>
                    <a:pt x="89823" y="428926"/>
                  </a:lnTo>
                  <a:lnTo>
                    <a:pt x="80840" y="428926"/>
                  </a:lnTo>
                  <a:lnTo>
                    <a:pt x="71858" y="428926"/>
                  </a:lnTo>
                  <a:lnTo>
                    <a:pt x="62876" y="428926"/>
                  </a:lnTo>
                  <a:lnTo>
                    <a:pt x="53893" y="428926"/>
                  </a:lnTo>
                  <a:lnTo>
                    <a:pt x="44911" y="428926"/>
                  </a:lnTo>
                  <a:lnTo>
                    <a:pt x="35929" y="428926"/>
                  </a:lnTo>
                  <a:lnTo>
                    <a:pt x="26946" y="428926"/>
                  </a:lnTo>
                  <a:lnTo>
                    <a:pt x="17964" y="428926"/>
                  </a:lnTo>
                  <a:lnTo>
                    <a:pt x="8982" y="428926"/>
                  </a:lnTo>
                  <a:lnTo>
                    <a:pt x="0" y="428926"/>
                  </a:lnTo>
                  <a:close/>
                </a:path>
              </a:pathLst>
            </a:custGeom>
            <a:solidFill>
              <a:srgbClr val="7FC7C0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837088" y="2042204"/>
              <a:ext cx="1428187" cy="425290"/>
            </a:xfrm>
            <a:custGeom>
              <a:avLst/>
              <a:pathLst>
                <a:path w="1428187" h="425290">
                  <a:moveTo>
                    <a:pt x="0" y="425290"/>
                  </a:moveTo>
                  <a:lnTo>
                    <a:pt x="8982" y="424634"/>
                  </a:lnTo>
                  <a:lnTo>
                    <a:pt x="17964" y="423938"/>
                  </a:lnTo>
                  <a:lnTo>
                    <a:pt x="26946" y="423215"/>
                  </a:lnTo>
                  <a:lnTo>
                    <a:pt x="35929" y="422471"/>
                  </a:lnTo>
                  <a:lnTo>
                    <a:pt x="44911" y="421704"/>
                  </a:lnTo>
                  <a:lnTo>
                    <a:pt x="53893" y="420907"/>
                  </a:lnTo>
                  <a:lnTo>
                    <a:pt x="62876" y="420062"/>
                  </a:lnTo>
                  <a:lnTo>
                    <a:pt x="71858" y="419150"/>
                  </a:lnTo>
                  <a:lnTo>
                    <a:pt x="80840" y="418149"/>
                  </a:lnTo>
                  <a:lnTo>
                    <a:pt x="89823" y="417040"/>
                  </a:lnTo>
                  <a:lnTo>
                    <a:pt x="98805" y="415810"/>
                  </a:lnTo>
                  <a:lnTo>
                    <a:pt x="107787" y="414445"/>
                  </a:lnTo>
                  <a:lnTo>
                    <a:pt x="116770" y="412957"/>
                  </a:lnTo>
                  <a:lnTo>
                    <a:pt x="125752" y="411356"/>
                  </a:lnTo>
                  <a:lnTo>
                    <a:pt x="134734" y="409650"/>
                  </a:lnTo>
                  <a:lnTo>
                    <a:pt x="143716" y="407842"/>
                  </a:lnTo>
                  <a:lnTo>
                    <a:pt x="152699" y="405928"/>
                  </a:lnTo>
                  <a:lnTo>
                    <a:pt x="161681" y="403889"/>
                  </a:lnTo>
                  <a:lnTo>
                    <a:pt x="170663" y="401701"/>
                  </a:lnTo>
                  <a:lnTo>
                    <a:pt x="179646" y="399332"/>
                  </a:lnTo>
                  <a:lnTo>
                    <a:pt x="188628" y="396749"/>
                  </a:lnTo>
                  <a:lnTo>
                    <a:pt x="197610" y="393921"/>
                  </a:lnTo>
                  <a:lnTo>
                    <a:pt x="206593" y="390828"/>
                  </a:lnTo>
                  <a:lnTo>
                    <a:pt x="215575" y="387459"/>
                  </a:lnTo>
                  <a:lnTo>
                    <a:pt x="224557" y="383817"/>
                  </a:lnTo>
                  <a:lnTo>
                    <a:pt x="233540" y="379901"/>
                  </a:lnTo>
                  <a:lnTo>
                    <a:pt x="242522" y="375744"/>
                  </a:lnTo>
                  <a:lnTo>
                    <a:pt x="251504" y="371374"/>
                  </a:lnTo>
                  <a:lnTo>
                    <a:pt x="260486" y="366799"/>
                  </a:lnTo>
                  <a:lnTo>
                    <a:pt x="269469" y="362015"/>
                  </a:lnTo>
                  <a:lnTo>
                    <a:pt x="278451" y="356990"/>
                  </a:lnTo>
                  <a:lnTo>
                    <a:pt x="287433" y="351666"/>
                  </a:lnTo>
                  <a:lnTo>
                    <a:pt x="296416" y="345963"/>
                  </a:lnTo>
                  <a:lnTo>
                    <a:pt x="305398" y="339787"/>
                  </a:lnTo>
                  <a:lnTo>
                    <a:pt x="314380" y="333045"/>
                  </a:lnTo>
                  <a:lnTo>
                    <a:pt x="323363" y="325666"/>
                  </a:lnTo>
                  <a:lnTo>
                    <a:pt x="332345" y="317618"/>
                  </a:lnTo>
                  <a:lnTo>
                    <a:pt x="341327" y="308930"/>
                  </a:lnTo>
                  <a:lnTo>
                    <a:pt x="350310" y="299692"/>
                  </a:lnTo>
                  <a:lnTo>
                    <a:pt x="359292" y="290051"/>
                  </a:lnTo>
                  <a:lnTo>
                    <a:pt x="368274" y="280235"/>
                  </a:lnTo>
                  <a:lnTo>
                    <a:pt x="377256" y="270477"/>
                  </a:lnTo>
                  <a:lnTo>
                    <a:pt x="386239" y="260975"/>
                  </a:lnTo>
                  <a:lnTo>
                    <a:pt x="395221" y="251886"/>
                  </a:lnTo>
                  <a:lnTo>
                    <a:pt x="404203" y="243307"/>
                  </a:lnTo>
                  <a:lnTo>
                    <a:pt x="413186" y="235277"/>
                  </a:lnTo>
                  <a:lnTo>
                    <a:pt x="422168" y="227773"/>
                  </a:lnTo>
                  <a:lnTo>
                    <a:pt x="431150" y="220727"/>
                  </a:lnTo>
                  <a:lnTo>
                    <a:pt x="440133" y="214035"/>
                  </a:lnTo>
                  <a:lnTo>
                    <a:pt x="449115" y="207563"/>
                  </a:lnTo>
                  <a:lnTo>
                    <a:pt x="458097" y="201163"/>
                  </a:lnTo>
                  <a:lnTo>
                    <a:pt x="467080" y="194670"/>
                  </a:lnTo>
                  <a:lnTo>
                    <a:pt x="476062" y="187912"/>
                  </a:lnTo>
                  <a:lnTo>
                    <a:pt x="485044" y="180703"/>
                  </a:lnTo>
                  <a:lnTo>
                    <a:pt x="494027" y="172849"/>
                  </a:lnTo>
                  <a:lnTo>
                    <a:pt x="503009" y="164257"/>
                  </a:lnTo>
                  <a:lnTo>
                    <a:pt x="511991" y="154865"/>
                  </a:lnTo>
                  <a:lnTo>
                    <a:pt x="520973" y="144678"/>
                  </a:lnTo>
                  <a:lnTo>
                    <a:pt x="529956" y="133775"/>
                  </a:lnTo>
                  <a:lnTo>
                    <a:pt x="538938" y="122299"/>
                  </a:lnTo>
                  <a:lnTo>
                    <a:pt x="547920" y="110441"/>
                  </a:lnTo>
                  <a:lnTo>
                    <a:pt x="556903" y="98416"/>
                  </a:lnTo>
                  <a:lnTo>
                    <a:pt x="565885" y="86440"/>
                  </a:lnTo>
                  <a:lnTo>
                    <a:pt x="574867" y="74710"/>
                  </a:lnTo>
                  <a:lnTo>
                    <a:pt x="583850" y="63392"/>
                  </a:lnTo>
                  <a:lnTo>
                    <a:pt x="592832" y="52625"/>
                  </a:lnTo>
                  <a:lnTo>
                    <a:pt x="601814" y="42528"/>
                  </a:lnTo>
                  <a:lnTo>
                    <a:pt x="610797" y="33223"/>
                  </a:lnTo>
                  <a:lnTo>
                    <a:pt x="619779" y="24909"/>
                  </a:lnTo>
                  <a:lnTo>
                    <a:pt x="628761" y="17661"/>
                  </a:lnTo>
                  <a:lnTo>
                    <a:pt x="637743" y="11602"/>
                  </a:lnTo>
                  <a:lnTo>
                    <a:pt x="646726" y="6823"/>
                  </a:lnTo>
                  <a:lnTo>
                    <a:pt x="655708" y="3355"/>
                  </a:lnTo>
                  <a:lnTo>
                    <a:pt x="664690" y="1155"/>
                  </a:lnTo>
                  <a:lnTo>
                    <a:pt x="673673" y="99"/>
                  </a:lnTo>
                  <a:lnTo>
                    <a:pt x="682655" y="0"/>
                  </a:lnTo>
                  <a:lnTo>
                    <a:pt x="691637" y="631"/>
                  </a:lnTo>
                  <a:lnTo>
                    <a:pt x="700620" y="1764"/>
                  </a:lnTo>
                  <a:lnTo>
                    <a:pt x="709602" y="3204"/>
                  </a:lnTo>
                  <a:lnTo>
                    <a:pt x="718584" y="4817"/>
                  </a:lnTo>
                  <a:lnTo>
                    <a:pt x="727567" y="6551"/>
                  </a:lnTo>
                  <a:lnTo>
                    <a:pt x="736549" y="8430"/>
                  </a:lnTo>
                  <a:lnTo>
                    <a:pt x="745531" y="10576"/>
                  </a:lnTo>
                  <a:lnTo>
                    <a:pt x="754513" y="13121"/>
                  </a:lnTo>
                  <a:lnTo>
                    <a:pt x="763496" y="16201"/>
                  </a:lnTo>
                  <a:lnTo>
                    <a:pt x="772478" y="19930"/>
                  </a:lnTo>
                  <a:lnTo>
                    <a:pt x="781460" y="24370"/>
                  </a:lnTo>
                  <a:lnTo>
                    <a:pt x="790443" y="29525"/>
                  </a:lnTo>
                  <a:lnTo>
                    <a:pt x="799425" y="35334"/>
                  </a:lnTo>
                  <a:lnTo>
                    <a:pt x="808407" y="41678"/>
                  </a:lnTo>
                  <a:lnTo>
                    <a:pt x="817390" y="48402"/>
                  </a:lnTo>
                  <a:lnTo>
                    <a:pt x="826372" y="55332"/>
                  </a:lnTo>
                  <a:lnTo>
                    <a:pt x="835354" y="62306"/>
                  </a:lnTo>
                  <a:lnTo>
                    <a:pt x="844337" y="69197"/>
                  </a:lnTo>
                  <a:lnTo>
                    <a:pt x="853319" y="75932"/>
                  </a:lnTo>
                  <a:lnTo>
                    <a:pt x="862301" y="82504"/>
                  </a:lnTo>
                  <a:lnTo>
                    <a:pt x="871283" y="88967"/>
                  </a:lnTo>
                  <a:lnTo>
                    <a:pt x="880266" y="95445"/>
                  </a:lnTo>
                  <a:lnTo>
                    <a:pt x="889248" y="102081"/>
                  </a:lnTo>
                  <a:lnTo>
                    <a:pt x="898230" y="109021"/>
                  </a:lnTo>
                  <a:lnTo>
                    <a:pt x="907213" y="116398"/>
                  </a:lnTo>
                  <a:lnTo>
                    <a:pt x="916195" y="124327"/>
                  </a:lnTo>
                  <a:lnTo>
                    <a:pt x="925177" y="132888"/>
                  </a:lnTo>
                  <a:lnTo>
                    <a:pt x="934160" y="142131"/>
                  </a:lnTo>
                  <a:lnTo>
                    <a:pt x="943142" y="152064"/>
                  </a:lnTo>
                  <a:lnTo>
                    <a:pt x="952124" y="162658"/>
                  </a:lnTo>
                  <a:lnTo>
                    <a:pt x="961107" y="173840"/>
                  </a:lnTo>
                  <a:lnTo>
                    <a:pt x="970089" y="185493"/>
                  </a:lnTo>
                  <a:lnTo>
                    <a:pt x="979071" y="197460"/>
                  </a:lnTo>
                  <a:lnTo>
                    <a:pt x="988054" y="209545"/>
                  </a:lnTo>
                  <a:lnTo>
                    <a:pt x="997036" y="221513"/>
                  </a:lnTo>
                  <a:lnTo>
                    <a:pt x="1006018" y="233110"/>
                  </a:lnTo>
                  <a:lnTo>
                    <a:pt x="1015000" y="244133"/>
                  </a:lnTo>
                  <a:lnTo>
                    <a:pt x="1023983" y="254422"/>
                  </a:lnTo>
                  <a:lnTo>
                    <a:pt x="1032965" y="263875"/>
                  </a:lnTo>
                  <a:lnTo>
                    <a:pt x="1041947" y="272458"/>
                  </a:lnTo>
                  <a:lnTo>
                    <a:pt x="1050930" y="280209"/>
                  </a:lnTo>
                  <a:lnTo>
                    <a:pt x="1059912" y="287225"/>
                  </a:lnTo>
                  <a:lnTo>
                    <a:pt x="1068894" y="293649"/>
                  </a:lnTo>
                  <a:lnTo>
                    <a:pt x="1077877" y="299646"/>
                  </a:lnTo>
                  <a:lnTo>
                    <a:pt x="1086859" y="305387"/>
                  </a:lnTo>
                  <a:lnTo>
                    <a:pt x="1095841" y="311024"/>
                  </a:lnTo>
                  <a:lnTo>
                    <a:pt x="1104824" y="316679"/>
                  </a:lnTo>
                  <a:lnTo>
                    <a:pt x="1113806" y="322436"/>
                  </a:lnTo>
                  <a:lnTo>
                    <a:pt x="1122788" y="328339"/>
                  </a:lnTo>
                  <a:lnTo>
                    <a:pt x="1131770" y="334391"/>
                  </a:lnTo>
                  <a:lnTo>
                    <a:pt x="1140753" y="340546"/>
                  </a:lnTo>
                  <a:lnTo>
                    <a:pt x="1149735" y="346742"/>
                  </a:lnTo>
                  <a:lnTo>
                    <a:pt x="1158717" y="352904"/>
                  </a:lnTo>
                  <a:lnTo>
                    <a:pt x="1167700" y="358945"/>
                  </a:lnTo>
                  <a:lnTo>
                    <a:pt x="1176682" y="364779"/>
                  </a:lnTo>
                  <a:lnTo>
                    <a:pt x="1185664" y="370320"/>
                  </a:lnTo>
                  <a:lnTo>
                    <a:pt x="1194647" y="375491"/>
                  </a:lnTo>
                  <a:lnTo>
                    <a:pt x="1203629" y="380231"/>
                  </a:lnTo>
                  <a:lnTo>
                    <a:pt x="1212611" y="384493"/>
                  </a:lnTo>
                  <a:lnTo>
                    <a:pt x="1221594" y="388252"/>
                  </a:lnTo>
                  <a:lnTo>
                    <a:pt x="1230576" y="391506"/>
                  </a:lnTo>
                  <a:lnTo>
                    <a:pt x="1239558" y="394275"/>
                  </a:lnTo>
                  <a:lnTo>
                    <a:pt x="1248540" y="396601"/>
                  </a:lnTo>
                  <a:lnTo>
                    <a:pt x="1257523" y="398534"/>
                  </a:lnTo>
                  <a:lnTo>
                    <a:pt x="1266505" y="400195"/>
                  </a:lnTo>
                  <a:lnTo>
                    <a:pt x="1275487" y="401679"/>
                  </a:lnTo>
                  <a:lnTo>
                    <a:pt x="1284470" y="403080"/>
                  </a:lnTo>
                  <a:lnTo>
                    <a:pt x="1293452" y="404483"/>
                  </a:lnTo>
                  <a:lnTo>
                    <a:pt x="1302434" y="405951"/>
                  </a:lnTo>
                  <a:lnTo>
                    <a:pt x="1311417" y="407524"/>
                  </a:lnTo>
                  <a:lnTo>
                    <a:pt x="1320399" y="409211"/>
                  </a:lnTo>
                  <a:lnTo>
                    <a:pt x="1329381" y="410992"/>
                  </a:lnTo>
                  <a:lnTo>
                    <a:pt x="1338364" y="412829"/>
                  </a:lnTo>
                  <a:lnTo>
                    <a:pt x="1347346" y="414666"/>
                  </a:lnTo>
                  <a:lnTo>
                    <a:pt x="1356328" y="416445"/>
                  </a:lnTo>
                  <a:lnTo>
                    <a:pt x="1365310" y="418113"/>
                  </a:lnTo>
                  <a:lnTo>
                    <a:pt x="1374293" y="419629"/>
                  </a:lnTo>
                  <a:lnTo>
                    <a:pt x="1383275" y="420955"/>
                  </a:lnTo>
                  <a:lnTo>
                    <a:pt x="1392257" y="422101"/>
                  </a:lnTo>
                  <a:lnTo>
                    <a:pt x="1401240" y="423081"/>
                  </a:lnTo>
                  <a:lnTo>
                    <a:pt x="1410222" y="423918"/>
                  </a:lnTo>
                  <a:lnTo>
                    <a:pt x="1419204" y="424636"/>
                  </a:lnTo>
                  <a:lnTo>
                    <a:pt x="1428187" y="425260"/>
                  </a:lnTo>
                </a:path>
              </a:pathLst>
            </a:custGeom>
            <a:ln w="8130" cap="rnd">
              <a:solidFill>
                <a:srgbClr val="7FC7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3025716" y="2127341"/>
              <a:ext cx="1751550" cy="343789"/>
            </a:xfrm>
            <a:custGeom>
              <a:avLst/>
              <a:pathLst>
                <a:path w="1751550" h="343789">
                  <a:moveTo>
                    <a:pt x="0" y="339968"/>
                  </a:moveTo>
                  <a:lnTo>
                    <a:pt x="8982" y="339639"/>
                  </a:lnTo>
                  <a:lnTo>
                    <a:pt x="17964" y="339317"/>
                  </a:lnTo>
                  <a:lnTo>
                    <a:pt x="26946" y="338994"/>
                  </a:lnTo>
                  <a:lnTo>
                    <a:pt x="35929" y="338657"/>
                  </a:lnTo>
                  <a:lnTo>
                    <a:pt x="44911" y="338290"/>
                  </a:lnTo>
                  <a:lnTo>
                    <a:pt x="53893" y="337886"/>
                  </a:lnTo>
                  <a:lnTo>
                    <a:pt x="62876" y="337441"/>
                  </a:lnTo>
                  <a:lnTo>
                    <a:pt x="71858" y="336955"/>
                  </a:lnTo>
                  <a:lnTo>
                    <a:pt x="80840" y="336430"/>
                  </a:lnTo>
                  <a:lnTo>
                    <a:pt x="89823" y="335863"/>
                  </a:lnTo>
                  <a:lnTo>
                    <a:pt x="98805" y="335243"/>
                  </a:lnTo>
                  <a:lnTo>
                    <a:pt x="107787" y="334548"/>
                  </a:lnTo>
                  <a:lnTo>
                    <a:pt x="116770" y="333748"/>
                  </a:lnTo>
                  <a:lnTo>
                    <a:pt x="125752" y="332807"/>
                  </a:lnTo>
                  <a:lnTo>
                    <a:pt x="134734" y="331692"/>
                  </a:lnTo>
                  <a:lnTo>
                    <a:pt x="143716" y="330378"/>
                  </a:lnTo>
                  <a:lnTo>
                    <a:pt x="152699" y="328859"/>
                  </a:lnTo>
                  <a:lnTo>
                    <a:pt x="161681" y="327146"/>
                  </a:lnTo>
                  <a:lnTo>
                    <a:pt x="170663" y="325266"/>
                  </a:lnTo>
                  <a:lnTo>
                    <a:pt x="179646" y="323270"/>
                  </a:lnTo>
                  <a:lnTo>
                    <a:pt x="188628" y="321211"/>
                  </a:lnTo>
                  <a:lnTo>
                    <a:pt x="197610" y="319123"/>
                  </a:lnTo>
                  <a:lnTo>
                    <a:pt x="206593" y="317023"/>
                  </a:lnTo>
                  <a:lnTo>
                    <a:pt x="215575" y="314907"/>
                  </a:lnTo>
                  <a:lnTo>
                    <a:pt x="224557" y="312746"/>
                  </a:lnTo>
                  <a:lnTo>
                    <a:pt x="233540" y="310497"/>
                  </a:lnTo>
                  <a:lnTo>
                    <a:pt x="242522" y="308106"/>
                  </a:lnTo>
                  <a:lnTo>
                    <a:pt x="251504" y="305520"/>
                  </a:lnTo>
                  <a:lnTo>
                    <a:pt x="260486" y="302692"/>
                  </a:lnTo>
                  <a:lnTo>
                    <a:pt x="269469" y="299598"/>
                  </a:lnTo>
                  <a:lnTo>
                    <a:pt x="278451" y="296233"/>
                  </a:lnTo>
                  <a:lnTo>
                    <a:pt x="287433" y="292625"/>
                  </a:lnTo>
                  <a:lnTo>
                    <a:pt x="296416" y="288824"/>
                  </a:lnTo>
                  <a:lnTo>
                    <a:pt x="305398" y="284914"/>
                  </a:lnTo>
                  <a:lnTo>
                    <a:pt x="314380" y="280998"/>
                  </a:lnTo>
                  <a:lnTo>
                    <a:pt x="323363" y="277160"/>
                  </a:lnTo>
                  <a:lnTo>
                    <a:pt x="332345" y="273472"/>
                  </a:lnTo>
                  <a:lnTo>
                    <a:pt x="341327" y="269976"/>
                  </a:lnTo>
                  <a:lnTo>
                    <a:pt x="350310" y="266684"/>
                  </a:lnTo>
                  <a:lnTo>
                    <a:pt x="359292" y="263576"/>
                  </a:lnTo>
                  <a:lnTo>
                    <a:pt x="368274" y="260602"/>
                  </a:lnTo>
                  <a:lnTo>
                    <a:pt x="377256" y="257692"/>
                  </a:lnTo>
                  <a:lnTo>
                    <a:pt x="386239" y="254759"/>
                  </a:lnTo>
                  <a:lnTo>
                    <a:pt x="395221" y="251707"/>
                  </a:lnTo>
                  <a:lnTo>
                    <a:pt x="404203" y="248436"/>
                  </a:lnTo>
                  <a:lnTo>
                    <a:pt x="413186" y="244848"/>
                  </a:lnTo>
                  <a:lnTo>
                    <a:pt x="422168" y="240847"/>
                  </a:lnTo>
                  <a:lnTo>
                    <a:pt x="431150" y="236319"/>
                  </a:lnTo>
                  <a:lnTo>
                    <a:pt x="440133" y="231247"/>
                  </a:lnTo>
                  <a:lnTo>
                    <a:pt x="449115" y="225615"/>
                  </a:lnTo>
                  <a:lnTo>
                    <a:pt x="458097" y="219435"/>
                  </a:lnTo>
                  <a:lnTo>
                    <a:pt x="467080" y="212747"/>
                  </a:lnTo>
                  <a:lnTo>
                    <a:pt x="476062" y="205609"/>
                  </a:lnTo>
                  <a:lnTo>
                    <a:pt x="485044" y="198091"/>
                  </a:lnTo>
                  <a:lnTo>
                    <a:pt x="494027" y="190269"/>
                  </a:lnTo>
                  <a:lnTo>
                    <a:pt x="503009" y="182219"/>
                  </a:lnTo>
                  <a:lnTo>
                    <a:pt x="511991" y="174022"/>
                  </a:lnTo>
                  <a:lnTo>
                    <a:pt x="520973" y="165765"/>
                  </a:lnTo>
                  <a:lnTo>
                    <a:pt x="529956" y="157545"/>
                  </a:lnTo>
                  <a:lnTo>
                    <a:pt x="538938" y="149469"/>
                  </a:lnTo>
                  <a:lnTo>
                    <a:pt x="547920" y="141653"/>
                  </a:lnTo>
                  <a:lnTo>
                    <a:pt x="556903" y="134255"/>
                  </a:lnTo>
                  <a:lnTo>
                    <a:pt x="565885" y="127371"/>
                  </a:lnTo>
                  <a:lnTo>
                    <a:pt x="574867" y="121100"/>
                  </a:lnTo>
                  <a:lnTo>
                    <a:pt x="583850" y="115523"/>
                  </a:lnTo>
                  <a:lnTo>
                    <a:pt x="592832" y="110699"/>
                  </a:lnTo>
                  <a:lnTo>
                    <a:pt x="601814" y="106656"/>
                  </a:lnTo>
                  <a:lnTo>
                    <a:pt x="610797" y="103386"/>
                  </a:lnTo>
                  <a:lnTo>
                    <a:pt x="619779" y="100830"/>
                  </a:lnTo>
                  <a:lnTo>
                    <a:pt x="628761" y="98874"/>
                  </a:lnTo>
                  <a:lnTo>
                    <a:pt x="637743" y="97344"/>
                  </a:lnTo>
                  <a:lnTo>
                    <a:pt x="646726" y="96013"/>
                  </a:lnTo>
                  <a:lnTo>
                    <a:pt x="655708" y="94612"/>
                  </a:lnTo>
                  <a:lnTo>
                    <a:pt x="664690" y="92857"/>
                  </a:lnTo>
                  <a:lnTo>
                    <a:pt x="673673" y="90477"/>
                  </a:lnTo>
                  <a:lnTo>
                    <a:pt x="682655" y="87182"/>
                  </a:lnTo>
                  <a:lnTo>
                    <a:pt x="691637" y="82834"/>
                  </a:lnTo>
                  <a:lnTo>
                    <a:pt x="700620" y="77403"/>
                  </a:lnTo>
                  <a:lnTo>
                    <a:pt x="709602" y="70929"/>
                  </a:lnTo>
                  <a:lnTo>
                    <a:pt x="718584" y="63545"/>
                  </a:lnTo>
                  <a:lnTo>
                    <a:pt x="727567" y="55463"/>
                  </a:lnTo>
                  <a:lnTo>
                    <a:pt x="736549" y="46968"/>
                  </a:lnTo>
                  <a:lnTo>
                    <a:pt x="745531" y="38391"/>
                  </a:lnTo>
                  <a:lnTo>
                    <a:pt x="754513" y="30088"/>
                  </a:lnTo>
                  <a:lnTo>
                    <a:pt x="763496" y="22405"/>
                  </a:lnTo>
                  <a:lnTo>
                    <a:pt x="772478" y="15646"/>
                  </a:lnTo>
                  <a:lnTo>
                    <a:pt x="781460" y="10039"/>
                  </a:lnTo>
                  <a:lnTo>
                    <a:pt x="790443" y="5713"/>
                  </a:lnTo>
                  <a:lnTo>
                    <a:pt x="799425" y="2681"/>
                  </a:lnTo>
                  <a:lnTo>
                    <a:pt x="808407" y="884"/>
                  </a:lnTo>
                  <a:lnTo>
                    <a:pt x="817390" y="95"/>
                  </a:lnTo>
                  <a:lnTo>
                    <a:pt x="826372" y="0"/>
                  </a:lnTo>
                  <a:lnTo>
                    <a:pt x="835354" y="321"/>
                  </a:lnTo>
                  <a:lnTo>
                    <a:pt x="844337" y="804"/>
                  </a:lnTo>
                  <a:lnTo>
                    <a:pt x="853319" y="1243"/>
                  </a:lnTo>
                  <a:lnTo>
                    <a:pt x="862301" y="1500"/>
                  </a:lnTo>
                  <a:lnTo>
                    <a:pt x="871283" y="1516"/>
                  </a:lnTo>
                  <a:lnTo>
                    <a:pt x="880266" y="1311"/>
                  </a:lnTo>
                  <a:lnTo>
                    <a:pt x="889248" y="975"/>
                  </a:lnTo>
                  <a:lnTo>
                    <a:pt x="898230" y="655"/>
                  </a:lnTo>
                  <a:lnTo>
                    <a:pt x="907213" y="526"/>
                  </a:lnTo>
                  <a:lnTo>
                    <a:pt x="916195" y="771"/>
                  </a:lnTo>
                  <a:lnTo>
                    <a:pt x="925177" y="1551"/>
                  </a:lnTo>
                  <a:lnTo>
                    <a:pt x="934160" y="3005"/>
                  </a:lnTo>
                  <a:lnTo>
                    <a:pt x="943142" y="5225"/>
                  </a:lnTo>
                  <a:lnTo>
                    <a:pt x="952124" y="8166"/>
                  </a:lnTo>
                  <a:lnTo>
                    <a:pt x="961107" y="11777"/>
                  </a:lnTo>
                  <a:lnTo>
                    <a:pt x="970089" y="15975"/>
                  </a:lnTo>
                  <a:lnTo>
                    <a:pt x="979071" y="20661"/>
                  </a:lnTo>
                  <a:lnTo>
                    <a:pt x="988054" y="25739"/>
                  </a:lnTo>
                  <a:lnTo>
                    <a:pt x="997036" y="31120"/>
                  </a:lnTo>
                  <a:lnTo>
                    <a:pt x="1006018" y="36738"/>
                  </a:lnTo>
                  <a:lnTo>
                    <a:pt x="1015000" y="42544"/>
                  </a:lnTo>
                  <a:lnTo>
                    <a:pt x="1023983" y="48500"/>
                  </a:lnTo>
                  <a:lnTo>
                    <a:pt x="1032965" y="54580"/>
                  </a:lnTo>
                  <a:lnTo>
                    <a:pt x="1041947" y="60751"/>
                  </a:lnTo>
                  <a:lnTo>
                    <a:pt x="1050930" y="66973"/>
                  </a:lnTo>
                  <a:lnTo>
                    <a:pt x="1059912" y="73196"/>
                  </a:lnTo>
                  <a:lnTo>
                    <a:pt x="1068894" y="79350"/>
                  </a:lnTo>
                  <a:lnTo>
                    <a:pt x="1077877" y="85385"/>
                  </a:lnTo>
                  <a:lnTo>
                    <a:pt x="1086859" y="91272"/>
                  </a:lnTo>
                  <a:lnTo>
                    <a:pt x="1095841" y="97009"/>
                  </a:lnTo>
                  <a:lnTo>
                    <a:pt x="1104824" y="102627"/>
                  </a:lnTo>
                  <a:lnTo>
                    <a:pt x="1113806" y="108176"/>
                  </a:lnTo>
                  <a:lnTo>
                    <a:pt x="1122788" y="113716"/>
                  </a:lnTo>
                  <a:lnTo>
                    <a:pt x="1131770" y="119293"/>
                  </a:lnTo>
                  <a:lnTo>
                    <a:pt x="1140753" y="124924"/>
                  </a:lnTo>
                  <a:lnTo>
                    <a:pt x="1149735" y="130595"/>
                  </a:lnTo>
                  <a:lnTo>
                    <a:pt x="1158717" y="136255"/>
                  </a:lnTo>
                  <a:lnTo>
                    <a:pt x="1167700" y="141840"/>
                  </a:lnTo>
                  <a:lnTo>
                    <a:pt x="1176682" y="147287"/>
                  </a:lnTo>
                  <a:lnTo>
                    <a:pt x="1185664" y="152564"/>
                  </a:lnTo>
                  <a:lnTo>
                    <a:pt x="1194647" y="157685"/>
                  </a:lnTo>
                  <a:lnTo>
                    <a:pt x="1203629" y="162747"/>
                  </a:lnTo>
                  <a:lnTo>
                    <a:pt x="1212611" y="167875"/>
                  </a:lnTo>
                  <a:lnTo>
                    <a:pt x="1221594" y="173205"/>
                  </a:lnTo>
                  <a:lnTo>
                    <a:pt x="1230576" y="178854"/>
                  </a:lnTo>
                  <a:lnTo>
                    <a:pt x="1239558" y="184894"/>
                  </a:lnTo>
                  <a:lnTo>
                    <a:pt x="1248540" y="191338"/>
                  </a:lnTo>
                  <a:lnTo>
                    <a:pt x="1257523" y="198134"/>
                  </a:lnTo>
                  <a:lnTo>
                    <a:pt x="1266505" y="205177"/>
                  </a:lnTo>
                  <a:lnTo>
                    <a:pt x="1275487" y="212321"/>
                  </a:lnTo>
                  <a:lnTo>
                    <a:pt x="1284470" y="219406"/>
                  </a:lnTo>
                  <a:lnTo>
                    <a:pt x="1293452" y="226280"/>
                  </a:lnTo>
                  <a:lnTo>
                    <a:pt x="1302434" y="232816"/>
                  </a:lnTo>
                  <a:lnTo>
                    <a:pt x="1311417" y="238926"/>
                  </a:lnTo>
                  <a:lnTo>
                    <a:pt x="1320399" y="244538"/>
                  </a:lnTo>
                  <a:lnTo>
                    <a:pt x="1329381" y="249674"/>
                  </a:lnTo>
                  <a:lnTo>
                    <a:pt x="1338364" y="254386"/>
                  </a:lnTo>
                  <a:lnTo>
                    <a:pt x="1347346" y="258729"/>
                  </a:lnTo>
                  <a:lnTo>
                    <a:pt x="1356328" y="262762"/>
                  </a:lnTo>
                  <a:lnTo>
                    <a:pt x="1365310" y="266537"/>
                  </a:lnTo>
                  <a:lnTo>
                    <a:pt x="1374293" y="270088"/>
                  </a:lnTo>
                  <a:lnTo>
                    <a:pt x="1383275" y="273439"/>
                  </a:lnTo>
                  <a:lnTo>
                    <a:pt x="1392257" y="276604"/>
                  </a:lnTo>
                  <a:lnTo>
                    <a:pt x="1401240" y="279598"/>
                  </a:lnTo>
                  <a:lnTo>
                    <a:pt x="1410222" y="282444"/>
                  </a:lnTo>
                  <a:lnTo>
                    <a:pt x="1419204" y="285179"/>
                  </a:lnTo>
                  <a:lnTo>
                    <a:pt x="1428187" y="287851"/>
                  </a:lnTo>
                  <a:lnTo>
                    <a:pt x="1437169" y="290516"/>
                  </a:lnTo>
                  <a:lnTo>
                    <a:pt x="1446151" y="293230"/>
                  </a:lnTo>
                  <a:lnTo>
                    <a:pt x="1455134" y="296027"/>
                  </a:lnTo>
                  <a:lnTo>
                    <a:pt x="1464116" y="298907"/>
                  </a:lnTo>
                  <a:lnTo>
                    <a:pt x="1473098" y="301842"/>
                  </a:lnTo>
                  <a:lnTo>
                    <a:pt x="1482081" y="304780"/>
                  </a:lnTo>
                  <a:lnTo>
                    <a:pt x="1491063" y="307659"/>
                  </a:lnTo>
                  <a:lnTo>
                    <a:pt x="1500045" y="310415"/>
                  </a:lnTo>
                  <a:lnTo>
                    <a:pt x="1509027" y="312997"/>
                  </a:lnTo>
                  <a:lnTo>
                    <a:pt x="1518010" y="315376"/>
                  </a:lnTo>
                  <a:lnTo>
                    <a:pt x="1526992" y="317542"/>
                  </a:lnTo>
                  <a:lnTo>
                    <a:pt x="1535974" y="319511"/>
                  </a:lnTo>
                  <a:lnTo>
                    <a:pt x="1544957" y="321309"/>
                  </a:lnTo>
                  <a:lnTo>
                    <a:pt x="1553939" y="322972"/>
                  </a:lnTo>
                  <a:lnTo>
                    <a:pt x="1562921" y="324532"/>
                  </a:lnTo>
                  <a:lnTo>
                    <a:pt x="1571904" y="326010"/>
                  </a:lnTo>
                  <a:lnTo>
                    <a:pt x="1580886" y="327416"/>
                  </a:lnTo>
                  <a:lnTo>
                    <a:pt x="1589868" y="328753"/>
                  </a:lnTo>
                  <a:lnTo>
                    <a:pt x="1598851" y="330015"/>
                  </a:lnTo>
                  <a:lnTo>
                    <a:pt x="1607833" y="331196"/>
                  </a:lnTo>
                  <a:lnTo>
                    <a:pt x="1616815" y="332292"/>
                  </a:lnTo>
                  <a:lnTo>
                    <a:pt x="1625797" y="333305"/>
                  </a:lnTo>
                  <a:lnTo>
                    <a:pt x="1634780" y="334239"/>
                  </a:lnTo>
                  <a:lnTo>
                    <a:pt x="1643762" y="335099"/>
                  </a:lnTo>
                  <a:lnTo>
                    <a:pt x="1652744" y="335890"/>
                  </a:lnTo>
                  <a:lnTo>
                    <a:pt x="1661727" y="336613"/>
                  </a:lnTo>
                  <a:lnTo>
                    <a:pt x="1670709" y="337263"/>
                  </a:lnTo>
                  <a:lnTo>
                    <a:pt x="1679691" y="337837"/>
                  </a:lnTo>
                  <a:lnTo>
                    <a:pt x="1688674" y="338328"/>
                  </a:lnTo>
                  <a:lnTo>
                    <a:pt x="1697656" y="338735"/>
                  </a:lnTo>
                  <a:lnTo>
                    <a:pt x="1706638" y="339058"/>
                  </a:lnTo>
                  <a:lnTo>
                    <a:pt x="1715621" y="339315"/>
                  </a:lnTo>
                  <a:lnTo>
                    <a:pt x="1724603" y="339522"/>
                  </a:lnTo>
                  <a:lnTo>
                    <a:pt x="1733585" y="339697"/>
                  </a:lnTo>
                  <a:lnTo>
                    <a:pt x="1742567" y="339856"/>
                  </a:lnTo>
                  <a:lnTo>
                    <a:pt x="1751550" y="340012"/>
                  </a:lnTo>
                  <a:lnTo>
                    <a:pt x="1751550" y="343789"/>
                  </a:lnTo>
                  <a:lnTo>
                    <a:pt x="1742567" y="343789"/>
                  </a:lnTo>
                  <a:lnTo>
                    <a:pt x="1733585" y="343789"/>
                  </a:lnTo>
                  <a:lnTo>
                    <a:pt x="1724603" y="343789"/>
                  </a:lnTo>
                  <a:lnTo>
                    <a:pt x="1715621" y="343789"/>
                  </a:lnTo>
                  <a:lnTo>
                    <a:pt x="1706638" y="343789"/>
                  </a:lnTo>
                  <a:lnTo>
                    <a:pt x="1697656" y="343789"/>
                  </a:lnTo>
                  <a:lnTo>
                    <a:pt x="1688674" y="343789"/>
                  </a:lnTo>
                  <a:lnTo>
                    <a:pt x="1679691" y="343789"/>
                  </a:lnTo>
                  <a:lnTo>
                    <a:pt x="1670709" y="343789"/>
                  </a:lnTo>
                  <a:lnTo>
                    <a:pt x="1661727" y="343789"/>
                  </a:lnTo>
                  <a:lnTo>
                    <a:pt x="1652744" y="343789"/>
                  </a:lnTo>
                  <a:lnTo>
                    <a:pt x="1643762" y="343789"/>
                  </a:lnTo>
                  <a:lnTo>
                    <a:pt x="1634780" y="343789"/>
                  </a:lnTo>
                  <a:lnTo>
                    <a:pt x="1625797" y="343789"/>
                  </a:lnTo>
                  <a:lnTo>
                    <a:pt x="1616815" y="343789"/>
                  </a:lnTo>
                  <a:lnTo>
                    <a:pt x="1607833" y="343789"/>
                  </a:lnTo>
                  <a:lnTo>
                    <a:pt x="1598851" y="343789"/>
                  </a:lnTo>
                  <a:lnTo>
                    <a:pt x="1589868" y="343789"/>
                  </a:lnTo>
                  <a:lnTo>
                    <a:pt x="1580886" y="343789"/>
                  </a:lnTo>
                  <a:lnTo>
                    <a:pt x="1571904" y="343789"/>
                  </a:lnTo>
                  <a:lnTo>
                    <a:pt x="1562921" y="343789"/>
                  </a:lnTo>
                  <a:lnTo>
                    <a:pt x="1553939" y="343789"/>
                  </a:lnTo>
                  <a:lnTo>
                    <a:pt x="1544957" y="343789"/>
                  </a:lnTo>
                  <a:lnTo>
                    <a:pt x="1535974" y="343789"/>
                  </a:lnTo>
                  <a:lnTo>
                    <a:pt x="1526992" y="343789"/>
                  </a:lnTo>
                  <a:lnTo>
                    <a:pt x="1518010" y="343789"/>
                  </a:lnTo>
                  <a:lnTo>
                    <a:pt x="1509027" y="343789"/>
                  </a:lnTo>
                  <a:lnTo>
                    <a:pt x="1500045" y="343789"/>
                  </a:lnTo>
                  <a:lnTo>
                    <a:pt x="1491063" y="343789"/>
                  </a:lnTo>
                  <a:lnTo>
                    <a:pt x="1482081" y="343789"/>
                  </a:lnTo>
                  <a:lnTo>
                    <a:pt x="1473098" y="343789"/>
                  </a:lnTo>
                  <a:lnTo>
                    <a:pt x="1464116" y="343789"/>
                  </a:lnTo>
                  <a:lnTo>
                    <a:pt x="1455134" y="343789"/>
                  </a:lnTo>
                  <a:lnTo>
                    <a:pt x="1446151" y="343789"/>
                  </a:lnTo>
                  <a:lnTo>
                    <a:pt x="1437169" y="343789"/>
                  </a:lnTo>
                  <a:lnTo>
                    <a:pt x="1428187" y="343789"/>
                  </a:lnTo>
                  <a:lnTo>
                    <a:pt x="1419204" y="343789"/>
                  </a:lnTo>
                  <a:lnTo>
                    <a:pt x="1410222" y="343789"/>
                  </a:lnTo>
                  <a:lnTo>
                    <a:pt x="1401240" y="343789"/>
                  </a:lnTo>
                  <a:lnTo>
                    <a:pt x="1392257" y="343789"/>
                  </a:lnTo>
                  <a:lnTo>
                    <a:pt x="1383275" y="343789"/>
                  </a:lnTo>
                  <a:lnTo>
                    <a:pt x="1374293" y="343789"/>
                  </a:lnTo>
                  <a:lnTo>
                    <a:pt x="1365310" y="343789"/>
                  </a:lnTo>
                  <a:lnTo>
                    <a:pt x="1356328" y="343789"/>
                  </a:lnTo>
                  <a:lnTo>
                    <a:pt x="1347346" y="343789"/>
                  </a:lnTo>
                  <a:lnTo>
                    <a:pt x="1338364" y="343789"/>
                  </a:lnTo>
                  <a:lnTo>
                    <a:pt x="1329381" y="343789"/>
                  </a:lnTo>
                  <a:lnTo>
                    <a:pt x="1320399" y="343789"/>
                  </a:lnTo>
                  <a:lnTo>
                    <a:pt x="1311417" y="343789"/>
                  </a:lnTo>
                  <a:lnTo>
                    <a:pt x="1302434" y="343789"/>
                  </a:lnTo>
                  <a:lnTo>
                    <a:pt x="1293452" y="343789"/>
                  </a:lnTo>
                  <a:lnTo>
                    <a:pt x="1284470" y="343789"/>
                  </a:lnTo>
                  <a:lnTo>
                    <a:pt x="1275487" y="343789"/>
                  </a:lnTo>
                  <a:lnTo>
                    <a:pt x="1266505" y="343789"/>
                  </a:lnTo>
                  <a:lnTo>
                    <a:pt x="1257523" y="343789"/>
                  </a:lnTo>
                  <a:lnTo>
                    <a:pt x="1248540" y="343789"/>
                  </a:lnTo>
                  <a:lnTo>
                    <a:pt x="1239558" y="343789"/>
                  </a:lnTo>
                  <a:lnTo>
                    <a:pt x="1230576" y="343789"/>
                  </a:lnTo>
                  <a:lnTo>
                    <a:pt x="1221594" y="343789"/>
                  </a:lnTo>
                  <a:lnTo>
                    <a:pt x="1212611" y="343789"/>
                  </a:lnTo>
                  <a:lnTo>
                    <a:pt x="1203629" y="343789"/>
                  </a:lnTo>
                  <a:lnTo>
                    <a:pt x="1194647" y="343789"/>
                  </a:lnTo>
                  <a:lnTo>
                    <a:pt x="1185664" y="343789"/>
                  </a:lnTo>
                  <a:lnTo>
                    <a:pt x="1176682" y="343789"/>
                  </a:lnTo>
                  <a:lnTo>
                    <a:pt x="1167700" y="343789"/>
                  </a:lnTo>
                  <a:lnTo>
                    <a:pt x="1158717" y="343789"/>
                  </a:lnTo>
                  <a:lnTo>
                    <a:pt x="1149735" y="343789"/>
                  </a:lnTo>
                  <a:lnTo>
                    <a:pt x="1140753" y="343789"/>
                  </a:lnTo>
                  <a:lnTo>
                    <a:pt x="1131770" y="343789"/>
                  </a:lnTo>
                  <a:lnTo>
                    <a:pt x="1122788" y="343789"/>
                  </a:lnTo>
                  <a:lnTo>
                    <a:pt x="1113806" y="343789"/>
                  </a:lnTo>
                  <a:lnTo>
                    <a:pt x="1104824" y="343789"/>
                  </a:lnTo>
                  <a:lnTo>
                    <a:pt x="1095841" y="343789"/>
                  </a:lnTo>
                  <a:lnTo>
                    <a:pt x="1086859" y="343789"/>
                  </a:lnTo>
                  <a:lnTo>
                    <a:pt x="1077877" y="343789"/>
                  </a:lnTo>
                  <a:lnTo>
                    <a:pt x="1068894" y="343789"/>
                  </a:lnTo>
                  <a:lnTo>
                    <a:pt x="1059912" y="343789"/>
                  </a:lnTo>
                  <a:lnTo>
                    <a:pt x="1050930" y="343789"/>
                  </a:lnTo>
                  <a:lnTo>
                    <a:pt x="1041947" y="343789"/>
                  </a:lnTo>
                  <a:lnTo>
                    <a:pt x="1032965" y="343789"/>
                  </a:lnTo>
                  <a:lnTo>
                    <a:pt x="1023983" y="343789"/>
                  </a:lnTo>
                  <a:lnTo>
                    <a:pt x="1015000" y="343789"/>
                  </a:lnTo>
                  <a:lnTo>
                    <a:pt x="1006018" y="343789"/>
                  </a:lnTo>
                  <a:lnTo>
                    <a:pt x="997036" y="343789"/>
                  </a:lnTo>
                  <a:lnTo>
                    <a:pt x="988054" y="343789"/>
                  </a:lnTo>
                  <a:lnTo>
                    <a:pt x="979071" y="343789"/>
                  </a:lnTo>
                  <a:lnTo>
                    <a:pt x="970089" y="343789"/>
                  </a:lnTo>
                  <a:lnTo>
                    <a:pt x="961107" y="343789"/>
                  </a:lnTo>
                  <a:lnTo>
                    <a:pt x="952124" y="343789"/>
                  </a:lnTo>
                  <a:lnTo>
                    <a:pt x="943142" y="343789"/>
                  </a:lnTo>
                  <a:lnTo>
                    <a:pt x="934160" y="343789"/>
                  </a:lnTo>
                  <a:lnTo>
                    <a:pt x="925177" y="343789"/>
                  </a:lnTo>
                  <a:lnTo>
                    <a:pt x="916195" y="343789"/>
                  </a:lnTo>
                  <a:lnTo>
                    <a:pt x="907213" y="343789"/>
                  </a:lnTo>
                  <a:lnTo>
                    <a:pt x="898230" y="343789"/>
                  </a:lnTo>
                  <a:lnTo>
                    <a:pt x="889248" y="343789"/>
                  </a:lnTo>
                  <a:lnTo>
                    <a:pt x="880266" y="343789"/>
                  </a:lnTo>
                  <a:lnTo>
                    <a:pt x="871283" y="343789"/>
                  </a:lnTo>
                  <a:lnTo>
                    <a:pt x="862301" y="343789"/>
                  </a:lnTo>
                  <a:lnTo>
                    <a:pt x="853319" y="343789"/>
                  </a:lnTo>
                  <a:lnTo>
                    <a:pt x="844337" y="343789"/>
                  </a:lnTo>
                  <a:lnTo>
                    <a:pt x="835354" y="343789"/>
                  </a:lnTo>
                  <a:lnTo>
                    <a:pt x="826372" y="343789"/>
                  </a:lnTo>
                  <a:lnTo>
                    <a:pt x="817390" y="343789"/>
                  </a:lnTo>
                  <a:lnTo>
                    <a:pt x="808407" y="343789"/>
                  </a:lnTo>
                  <a:lnTo>
                    <a:pt x="799425" y="343789"/>
                  </a:lnTo>
                  <a:lnTo>
                    <a:pt x="790443" y="343789"/>
                  </a:lnTo>
                  <a:lnTo>
                    <a:pt x="781460" y="343789"/>
                  </a:lnTo>
                  <a:lnTo>
                    <a:pt x="772478" y="343789"/>
                  </a:lnTo>
                  <a:lnTo>
                    <a:pt x="763496" y="343789"/>
                  </a:lnTo>
                  <a:lnTo>
                    <a:pt x="754513" y="343789"/>
                  </a:lnTo>
                  <a:lnTo>
                    <a:pt x="745531" y="343789"/>
                  </a:lnTo>
                  <a:lnTo>
                    <a:pt x="736549" y="343789"/>
                  </a:lnTo>
                  <a:lnTo>
                    <a:pt x="727567" y="343789"/>
                  </a:lnTo>
                  <a:lnTo>
                    <a:pt x="718584" y="343789"/>
                  </a:lnTo>
                  <a:lnTo>
                    <a:pt x="709602" y="343789"/>
                  </a:lnTo>
                  <a:lnTo>
                    <a:pt x="700620" y="343789"/>
                  </a:lnTo>
                  <a:lnTo>
                    <a:pt x="691637" y="343789"/>
                  </a:lnTo>
                  <a:lnTo>
                    <a:pt x="682655" y="343789"/>
                  </a:lnTo>
                  <a:lnTo>
                    <a:pt x="673673" y="343789"/>
                  </a:lnTo>
                  <a:lnTo>
                    <a:pt x="664690" y="343789"/>
                  </a:lnTo>
                  <a:lnTo>
                    <a:pt x="655708" y="343789"/>
                  </a:lnTo>
                  <a:lnTo>
                    <a:pt x="646726" y="343789"/>
                  </a:lnTo>
                  <a:lnTo>
                    <a:pt x="637743" y="343789"/>
                  </a:lnTo>
                  <a:lnTo>
                    <a:pt x="628761" y="343789"/>
                  </a:lnTo>
                  <a:lnTo>
                    <a:pt x="619779" y="343789"/>
                  </a:lnTo>
                  <a:lnTo>
                    <a:pt x="610797" y="343789"/>
                  </a:lnTo>
                  <a:lnTo>
                    <a:pt x="601814" y="343789"/>
                  </a:lnTo>
                  <a:lnTo>
                    <a:pt x="592832" y="343789"/>
                  </a:lnTo>
                  <a:lnTo>
                    <a:pt x="583850" y="343789"/>
                  </a:lnTo>
                  <a:lnTo>
                    <a:pt x="574867" y="343789"/>
                  </a:lnTo>
                  <a:lnTo>
                    <a:pt x="565885" y="343789"/>
                  </a:lnTo>
                  <a:lnTo>
                    <a:pt x="556903" y="343789"/>
                  </a:lnTo>
                  <a:lnTo>
                    <a:pt x="547920" y="343789"/>
                  </a:lnTo>
                  <a:lnTo>
                    <a:pt x="538938" y="343789"/>
                  </a:lnTo>
                  <a:lnTo>
                    <a:pt x="529956" y="343789"/>
                  </a:lnTo>
                  <a:lnTo>
                    <a:pt x="520973" y="343789"/>
                  </a:lnTo>
                  <a:lnTo>
                    <a:pt x="511991" y="343789"/>
                  </a:lnTo>
                  <a:lnTo>
                    <a:pt x="503009" y="343789"/>
                  </a:lnTo>
                  <a:lnTo>
                    <a:pt x="494027" y="343789"/>
                  </a:lnTo>
                  <a:lnTo>
                    <a:pt x="485044" y="343789"/>
                  </a:lnTo>
                  <a:lnTo>
                    <a:pt x="476062" y="343789"/>
                  </a:lnTo>
                  <a:lnTo>
                    <a:pt x="467080" y="343789"/>
                  </a:lnTo>
                  <a:lnTo>
                    <a:pt x="458097" y="343789"/>
                  </a:lnTo>
                  <a:lnTo>
                    <a:pt x="449115" y="343789"/>
                  </a:lnTo>
                  <a:lnTo>
                    <a:pt x="440133" y="343789"/>
                  </a:lnTo>
                  <a:lnTo>
                    <a:pt x="431150" y="343789"/>
                  </a:lnTo>
                  <a:lnTo>
                    <a:pt x="422168" y="343789"/>
                  </a:lnTo>
                  <a:lnTo>
                    <a:pt x="413186" y="343789"/>
                  </a:lnTo>
                  <a:lnTo>
                    <a:pt x="404203" y="343789"/>
                  </a:lnTo>
                  <a:lnTo>
                    <a:pt x="395221" y="343789"/>
                  </a:lnTo>
                  <a:lnTo>
                    <a:pt x="386239" y="343789"/>
                  </a:lnTo>
                  <a:lnTo>
                    <a:pt x="377256" y="343789"/>
                  </a:lnTo>
                  <a:lnTo>
                    <a:pt x="368274" y="343789"/>
                  </a:lnTo>
                  <a:lnTo>
                    <a:pt x="359292" y="343789"/>
                  </a:lnTo>
                  <a:lnTo>
                    <a:pt x="350310" y="343789"/>
                  </a:lnTo>
                  <a:lnTo>
                    <a:pt x="341327" y="343789"/>
                  </a:lnTo>
                  <a:lnTo>
                    <a:pt x="332345" y="343789"/>
                  </a:lnTo>
                  <a:lnTo>
                    <a:pt x="323363" y="343789"/>
                  </a:lnTo>
                  <a:lnTo>
                    <a:pt x="314380" y="343789"/>
                  </a:lnTo>
                  <a:lnTo>
                    <a:pt x="305398" y="343789"/>
                  </a:lnTo>
                  <a:lnTo>
                    <a:pt x="296416" y="343789"/>
                  </a:lnTo>
                  <a:lnTo>
                    <a:pt x="287433" y="343789"/>
                  </a:lnTo>
                  <a:lnTo>
                    <a:pt x="278451" y="343789"/>
                  </a:lnTo>
                  <a:lnTo>
                    <a:pt x="269469" y="343789"/>
                  </a:lnTo>
                  <a:lnTo>
                    <a:pt x="260486" y="343789"/>
                  </a:lnTo>
                  <a:lnTo>
                    <a:pt x="251504" y="343789"/>
                  </a:lnTo>
                  <a:lnTo>
                    <a:pt x="242522" y="343789"/>
                  </a:lnTo>
                  <a:lnTo>
                    <a:pt x="233540" y="343789"/>
                  </a:lnTo>
                  <a:lnTo>
                    <a:pt x="224557" y="343789"/>
                  </a:lnTo>
                  <a:lnTo>
                    <a:pt x="215575" y="343789"/>
                  </a:lnTo>
                  <a:lnTo>
                    <a:pt x="206593" y="343789"/>
                  </a:lnTo>
                  <a:lnTo>
                    <a:pt x="197610" y="343789"/>
                  </a:lnTo>
                  <a:lnTo>
                    <a:pt x="188628" y="343789"/>
                  </a:lnTo>
                  <a:lnTo>
                    <a:pt x="179646" y="343789"/>
                  </a:lnTo>
                  <a:lnTo>
                    <a:pt x="170663" y="343789"/>
                  </a:lnTo>
                  <a:lnTo>
                    <a:pt x="161681" y="343789"/>
                  </a:lnTo>
                  <a:lnTo>
                    <a:pt x="152699" y="343789"/>
                  </a:lnTo>
                  <a:lnTo>
                    <a:pt x="143716" y="343789"/>
                  </a:lnTo>
                  <a:lnTo>
                    <a:pt x="134734" y="343789"/>
                  </a:lnTo>
                  <a:lnTo>
                    <a:pt x="125752" y="343789"/>
                  </a:lnTo>
                  <a:lnTo>
                    <a:pt x="116770" y="343789"/>
                  </a:lnTo>
                  <a:lnTo>
                    <a:pt x="107787" y="343789"/>
                  </a:lnTo>
                  <a:lnTo>
                    <a:pt x="98805" y="343789"/>
                  </a:lnTo>
                  <a:lnTo>
                    <a:pt x="89823" y="343789"/>
                  </a:lnTo>
                  <a:lnTo>
                    <a:pt x="80840" y="343789"/>
                  </a:lnTo>
                  <a:lnTo>
                    <a:pt x="71858" y="343789"/>
                  </a:lnTo>
                  <a:lnTo>
                    <a:pt x="62876" y="343789"/>
                  </a:lnTo>
                  <a:lnTo>
                    <a:pt x="53893" y="343789"/>
                  </a:lnTo>
                  <a:lnTo>
                    <a:pt x="44911" y="343789"/>
                  </a:lnTo>
                  <a:lnTo>
                    <a:pt x="35929" y="343789"/>
                  </a:lnTo>
                  <a:lnTo>
                    <a:pt x="26946" y="343789"/>
                  </a:lnTo>
                  <a:lnTo>
                    <a:pt x="17964" y="343789"/>
                  </a:lnTo>
                  <a:lnTo>
                    <a:pt x="8982" y="343789"/>
                  </a:lnTo>
                  <a:lnTo>
                    <a:pt x="0" y="343789"/>
                  </a:lnTo>
                  <a:close/>
                </a:path>
              </a:pathLst>
            </a:custGeom>
            <a:solidFill>
              <a:srgbClr val="B2ABD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25716" y="2127341"/>
              <a:ext cx="1751550" cy="340012"/>
            </a:xfrm>
            <a:custGeom>
              <a:avLst/>
              <a:pathLst>
                <a:path w="1751550" h="340012">
                  <a:moveTo>
                    <a:pt x="0" y="339968"/>
                  </a:moveTo>
                  <a:lnTo>
                    <a:pt x="8982" y="339639"/>
                  </a:lnTo>
                  <a:lnTo>
                    <a:pt x="17964" y="339317"/>
                  </a:lnTo>
                  <a:lnTo>
                    <a:pt x="26946" y="338994"/>
                  </a:lnTo>
                  <a:lnTo>
                    <a:pt x="35929" y="338657"/>
                  </a:lnTo>
                  <a:lnTo>
                    <a:pt x="44911" y="338290"/>
                  </a:lnTo>
                  <a:lnTo>
                    <a:pt x="53893" y="337886"/>
                  </a:lnTo>
                  <a:lnTo>
                    <a:pt x="62876" y="337441"/>
                  </a:lnTo>
                  <a:lnTo>
                    <a:pt x="71858" y="336955"/>
                  </a:lnTo>
                  <a:lnTo>
                    <a:pt x="80840" y="336430"/>
                  </a:lnTo>
                  <a:lnTo>
                    <a:pt x="89823" y="335863"/>
                  </a:lnTo>
                  <a:lnTo>
                    <a:pt x="98805" y="335243"/>
                  </a:lnTo>
                  <a:lnTo>
                    <a:pt x="107787" y="334548"/>
                  </a:lnTo>
                  <a:lnTo>
                    <a:pt x="116770" y="333748"/>
                  </a:lnTo>
                  <a:lnTo>
                    <a:pt x="125752" y="332807"/>
                  </a:lnTo>
                  <a:lnTo>
                    <a:pt x="134734" y="331692"/>
                  </a:lnTo>
                  <a:lnTo>
                    <a:pt x="143716" y="330378"/>
                  </a:lnTo>
                  <a:lnTo>
                    <a:pt x="152699" y="328859"/>
                  </a:lnTo>
                  <a:lnTo>
                    <a:pt x="161681" y="327146"/>
                  </a:lnTo>
                  <a:lnTo>
                    <a:pt x="170663" y="325266"/>
                  </a:lnTo>
                  <a:lnTo>
                    <a:pt x="179646" y="323270"/>
                  </a:lnTo>
                  <a:lnTo>
                    <a:pt x="188628" y="321211"/>
                  </a:lnTo>
                  <a:lnTo>
                    <a:pt x="197610" y="319123"/>
                  </a:lnTo>
                  <a:lnTo>
                    <a:pt x="206593" y="317023"/>
                  </a:lnTo>
                  <a:lnTo>
                    <a:pt x="215575" y="314907"/>
                  </a:lnTo>
                  <a:lnTo>
                    <a:pt x="224557" y="312746"/>
                  </a:lnTo>
                  <a:lnTo>
                    <a:pt x="233540" y="310497"/>
                  </a:lnTo>
                  <a:lnTo>
                    <a:pt x="242522" y="308106"/>
                  </a:lnTo>
                  <a:lnTo>
                    <a:pt x="251504" y="305520"/>
                  </a:lnTo>
                  <a:lnTo>
                    <a:pt x="260486" y="302692"/>
                  </a:lnTo>
                  <a:lnTo>
                    <a:pt x="269469" y="299598"/>
                  </a:lnTo>
                  <a:lnTo>
                    <a:pt x="278451" y="296233"/>
                  </a:lnTo>
                  <a:lnTo>
                    <a:pt x="287433" y="292625"/>
                  </a:lnTo>
                  <a:lnTo>
                    <a:pt x="296416" y="288824"/>
                  </a:lnTo>
                  <a:lnTo>
                    <a:pt x="305398" y="284914"/>
                  </a:lnTo>
                  <a:lnTo>
                    <a:pt x="314380" y="280998"/>
                  </a:lnTo>
                  <a:lnTo>
                    <a:pt x="323363" y="277160"/>
                  </a:lnTo>
                  <a:lnTo>
                    <a:pt x="332345" y="273472"/>
                  </a:lnTo>
                  <a:lnTo>
                    <a:pt x="341327" y="269976"/>
                  </a:lnTo>
                  <a:lnTo>
                    <a:pt x="350310" y="266684"/>
                  </a:lnTo>
                  <a:lnTo>
                    <a:pt x="359292" y="263576"/>
                  </a:lnTo>
                  <a:lnTo>
                    <a:pt x="368274" y="260602"/>
                  </a:lnTo>
                  <a:lnTo>
                    <a:pt x="377256" y="257692"/>
                  </a:lnTo>
                  <a:lnTo>
                    <a:pt x="386239" y="254759"/>
                  </a:lnTo>
                  <a:lnTo>
                    <a:pt x="395221" y="251707"/>
                  </a:lnTo>
                  <a:lnTo>
                    <a:pt x="404203" y="248436"/>
                  </a:lnTo>
                  <a:lnTo>
                    <a:pt x="413186" y="244848"/>
                  </a:lnTo>
                  <a:lnTo>
                    <a:pt x="422168" y="240847"/>
                  </a:lnTo>
                  <a:lnTo>
                    <a:pt x="431150" y="236319"/>
                  </a:lnTo>
                  <a:lnTo>
                    <a:pt x="440133" y="231247"/>
                  </a:lnTo>
                  <a:lnTo>
                    <a:pt x="449115" y="225615"/>
                  </a:lnTo>
                  <a:lnTo>
                    <a:pt x="458097" y="219435"/>
                  </a:lnTo>
                  <a:lnTo>
                    <a:pt x="467080" y="212747"/>
                  </a:lnTo>
                  <a:lnTo>
                    <a:pt x="476062" y="205609"/>
                  </a:lnTo>
                  <a:lnTo>
                    <a:pt x="485044" y="198091"/>
                  </a:lnTo>
                  <a:lnTo>
                    <a:pt x="494027" y="190269"/>
                  </a:lnTo>
                  <a:lnTo>
                    <a:pt x="503009" y="182219"/>
                  </a:lnTo>
                  <a:lnTo>
                    <a:pt x="511991" y="174022"/>
                  </a:lnTo>
                  <a:lnTo>
                    <a:pt x="520973" y="165765"/>
                  </a:lnTo>
                  <a:lnTo>
                    <a:pt x="529956" y="157545"/>
                  </a:lnTo>
                  <a:lnTo>
                    <a:pt x="538938" y="149469"/>
                  </a:lnTo>
                  <a:lnTo>
                    <a:pt x="547920" y="141653"/>
                  </a:lnTo>
                  <a:lnTo>
                    <a:pt x="556903" y="134255"/>
                  </a:lnTo>
                  <a:lnTo>
                    <a:pt x="565885" y="127371"/>
                  </a:lnTo>
                  <a:lnTo>
                    <a:pt x="574867" y="121100"/>
                  </a:lnTo>
                  <a:lnTo>
                    <a:pt x="583850" y="115523"/>
                  </a:lnTo>
                  <a:lnTo>
                    <a:pt x="592832" y="110699"/>
                  </a:lnTo>
                  <a:lnTo>
                    <a:pt x="601814" y="106656"/>
                  </a:lnTo>
                  <a:lnTo>
                    <a:pt x="610797" y="103386"/>
                  </a:lnTo>
                  <a:lnTo>
                    <a:pt x="619779" y="100830"/>
                  </a:lnTo>
                  <a:lnTo>
                    <a:pt x="628761" y="98874"/>
                  </a:lnTo>
                  <a:lnTo>
                    <a:pt x="637743" y="97344"/>
                  </a:lnTo>
                  <a:lnTo>
                    <a:pt x="646726" y="96013"/>
                  </a:lnTo>
                  <a:lnTo>
                    <a:pt x="655708" y="94612"/>
                  </a:lnTo>
                  <a:lnTo>
                    <a:pt x="664690" y="92857"/>
                  </a:lnTo>
                  <a:lnTo>
                    <a:pt x="673673" y="90477"/>
                  </a:lnTo>
                  <a:lnTo>
                    <a:pt x="682655" y="87182"/>
                  </a:lnTo>
                  <a:lnTo>
                    <a:pt x="691637" y="82834"/>
                  </a:lnTo>
                  <a:lnTo>
                    <a:pt x="700620" y="77403"/>
                  </a:lnTo>
                  <a:lnTo>
                    <a:pt x="709602" y="70929"/>
                  </a:lnTo>
                  <a:lnTo>
                    <a:pt x="718584" y="63545"/>
                  </a:lnTo>
                  <a:lnTo>
                    <a:pt x="727567" y="55463"/>
                  </a:lnTo>
                  <a:lnTo>
                    <a:pt x="736549" y="46968"/>
                  </a:lnTo>
                  <a:lnTo>
                    <a:pt x="745531" y="38391"/>
                  </a:lnTo>
                  <a:lnTo>
                    <a:pt x="754513" y="30088"/>
                  </a:lnTo>
                  <a:lnTo>
                    <a:pt x="763496" y="22405"/>
                  </a:lnTo>
                  <a:lnTo>
                    <a:pt x="772478" y="15646"/>
                  </a:lnTo>
                  <a:lnTo>
                    <a:pt x="781460" y="10039"/>
                  </a:lnTo>
                  <a:lnTo>
                    <a:pt x="790443" y="5713"/>
                  </a:lnTo>
                  <a:lnTo>
                    <a:pt x="799425" y="2681"/>
                  </a:lnTo>
                  <a:lnTo>
                    <a:pt x="808407" y="884"/>
                  </a:lnTo>
                  <a:lnTo>
                    <a:pt x="817390" y="95"/>
                  </a:lnTo>
                  <a:lnTo>
                    <a:pt x="826372" y="0"/>
                  </a:lnTo>
                  <a:lnTo>
                    <a:pt x="835354" y="321"/>
                  </a:lnTo>
                  <a:lnTo>
                    <a:pt x="844337" y="804"/>
                  </a:lnTo>
                  <a:lnTo>
                    <a:pt x="853319" y="1243"/>
                  </a:lnTo>
                  <a:lnTo>
                    <a:pt x="862301" y="1500"/>
                  </a:lnTo>
                  <a:lnTo>
                    <a:pt x="871283" y="1516"/>
                  </a:lnTo>
                  <a:lnTo>
                    <a:pt x="880266" y="1311"/>
                  </a:lnTo>
                  <a:lnTo>
                    <a:pt x="889248" y="975"/>
                  </a:lnTo>
                  <a:lnTo>
                    <a:pt x="898230" y="655"/>
                  </a:lnTo>
                  <a:lnTo>
                    <a:pt x="907213" y="526"/>
                  </a:lnTo>
                  <a:lnTo>
                    <a:pt x="916195" y="771"/>
                  </a:lnTo>
                  <a:lnTo>
                    <a:pt x="925177" y="1551"/>
                  </a:lnTo>
                  <a:lnTo>
                    <a:pt x="934160" y="3005"/>
                  </a:lnTo>
                  <a:lnTo>
                    <a:pt x="943142" y="5225"/>
                  </a:lnTo>
                  <a:lnTo>
                    <a:pt x="952124" y="8166"/>
                  </a:lnTo>
                  <a:lnTo>
                    <a:pt x="961107" y="11777"/>
                  </a:lnTo>
                  <a:lnTo>
                    <a:pt x="970089" y="15975"/>
                  </a:lnTo>
                  <a:lnTo>
                    <a:pt x="979071" y="20661"/>
                  </a:lnTo>
                  <a:lnTo>
                    <a:pt x="988054" y="25739"/>
                  </a:lnTo>
                  <a:lnTo>
                    <a:pt x="997036" y="31120"/>
                  </a:lnTo>
                  <a:lnTo>
                    <a:pt x="1006018" y="36738"/>
                  </a:lnTo>
                  <a:lnTo>
                    <a:pt x="1015000" y="42544"/>
                  </a:lnTo>
                  <a:lnTo>
                    <a:pt x="1023983" y="48500"/>
                  </a:lnTo>
                  <a:lnTo>
                    <a:pt x="1032965" y="54580"/>
                  </a:lnTo>
                  <a:lnTo>
                    <a:pt x="1041947" y="60751"/>
                  </a:lnTo>
                  <a:lnTo>
                    <a:pt x="1050930" y="66973"/>
                  </a:lnTo>
                  <a:lnTo>
                    <a:pt x="1059912" y="73196"/>
                  </a:lnTo>
                  <a:lnTo>
                    <a:pt x="1068894" y="79350"/>
                  </a:lnTo>
                  <a:lnTo>
                    <a:pt x="1077877" y="85385"/>
                  </a:lnTo>
                  <a:lnTo>
                    <a:pt x="1086859" y="91272"/>
                  </a:lnTo>
                  <a:lnTo>
                    <a:pt x="1095841" y="97009"/>
                  </a:lnTo>
                  <a:lnTo>
                    <a:pt x="1104824" y="102627"/>
                  </a:lnTo>
                  <a:lnTo>
                    <a:pt x="1113806" y="108176"/>
                  </a:lnTo>
                  <a:lnTo>
                    <a:pt x="1122788" y="113716"/>
                  </a:lnTo>
                  <a:lnTo>
                    <a:pt x="1131770" y="119293"/>
                  </a:lnTo>
                  <a:lnTo>
                    <a:pt x="1140753" y="124924"/>
                  </a:lnTo>
                  <a:lnTo>
                    <a:pt x="1149735" y="130595"/>
                  </a:lnTo>
                  <a:lnTo>
                    <a:pt x="1158717" y="136255"/>
                  </a:lnTo>
                  <a:lnTo>
                    <a:pt x="1167700" y="141840"/>
                  </a:lnTo>
                  <a:lnTo>
                    <a:pt x="1176682" y="147287"/>
                  </a:lnTo>
                  <a:lnTo>
                    <a:pt x="1185664" y="152564"/>
                  </a:lnTo>
                  <a:lnTo>
                    <a:pt x="1194647" y="157685"/>
                  </a:lnTo>
                  <a:lnTo>
                    <a:pt x="1203629" y="162747"/>
                  </a:lnTo>
                  <a:lnTo>
                    <a:pt x="1212611" y="167875"/>
                  </a:lnTo>
                  <a:lnTo>
                    <a:pt x="1221594" y="173205"/>
                  </a:lnTo>
                  <a:lnTo>
                    <a:pt x="1230576" y="178854"/>
                  </a:lnTo>
                  <a:lnTo>
                    <a:pt x="1239558" y="184894"/>
                  </a:lnTo>
                  <a:lnTo>
                    <a:pt x="1248540" y="191338"/>
                  </a:lnTo>
                  <a:lnTo>
                    <a:pt x="1257523" y="198134"/>
                  </a:lnTo>
                  <a:lnTo>
                    <a:pt x="1266505" y="205177"/>
                  </a:lnTo>
                  <a:lnTo>
                    <a:pt x="1275487" y="212321"/>
                  </a:lnTo>
                  <a:lnTo>
                    <a:pt x="1284470" y="219406"/>
                  </a:lnTo>
                  <a:lnTo>
                    <a:pt x="1293452" y="226280"/>
                  </a:lnTo>
                  <a:lnTo>
                    <a:pt x="1302434" y="232816"/>
                  </a:lnTo>
                  <a:lnTo>
                    <a:pt x="1311417" y="238926"/>
                  </a:lnTo>
                  <a:lnTo>
                    <a:pt x="1320399" y="244538"/>
                  </a:lnTo>
                  <a:lnTo>
                    <a:pt x="1329381" y="249674"/>
                  </a:lnTo>
                  <a:lnTo>
                    <a:pt x="1338364" y="254386"/>
                  </a:lnTo>
                  <a:lnTo>
                    <a:pt x="1347346" y="258729"/>
                  </a:lnTo>
                  <a:lnTo>
                    <a:pt x="1356328" y="262762"/>
                  </a:lnTo>
                  <a:lnTo>
                    <a:pt x="1365310" y="266537"/>
                  </a:lnTo>
                  <a:lnTo>
                    <a:pt x="1374293" y="270088"/>
                  </a:lnTo>
                  <a:lnTo>
                    <a:pt x="1383275" y="273439"/>
                  </a:lnTo>
                  <a:lnTo>
                    <a:pt x="1392257" y="276604"/>
                  </a:lnTo>
                  <a:lnTo>
                    <a:pt x="1401240" y="279598"/>
                  </a:lnTo>
                  <a:lnTo>
                    <a:pt x="1410222" y="282444"/>
                  </a:lnTo>
                  <a:lnTo>
                    <a:pt x="1419204" y="285179"/>
                  </a:lnTo>
                  <a:lnTo>
                    <a:pt x="1428187" y="287851"/>
                  </a:lnTo>
                  <a:lnTo>
                    <a:pt x="1437169" y="290516"/>
                  </a:lnTo>
                  <a:lnTo>
                    <a:pt x="1446151" y="293230"/>
                  </a:lnTo>
                  <a:lnTo>
                    <a:pt x="1455134" y="296027"/>
                  </a:lnTo>
                  <a:lnTo>
                    <a:pt x="1464116" y="298907"/>
                  </a:lnTo>
                  <a:lnTo>
                    <a:pt x="1473098" y="301842"/>
                  </a:lnTo>
                  <a:lnTo>
                    <a:pt x="1482081" y="304780"/>
                  </a:lnTo>
                  <a:lnTo>
                    <a:pt x="1491063" y="307659"/>
                  </a:lnTo>
                  <a:lnTo>
                    <a:pt x="1500045" y="310415"/>
                  </a:lnTo>
                  <a:lnTo>
                    <a:pt x="1509027" y="312997"/>
                  </a:lnTo>
                  <a:lnTo>
                    <a:pt x="1518010" y="315376"/>
                  </a:lnTo>
                  <a:lnTo>
                    <a:pt x="1526992" y="317542"/>
                  </a:lnTo>
                  <a:lnTo>
                    <a:pt x="1535974" y="319511"/>
                  </a:lnTo>
                  <a:lnTo>
                    <a:pt x="1544957" y="321309"/>
                  </a:lnTo>
                  <a:lnTo>
                    <a:pt x="1553939" y="322972"/>
                  </a:lnTo>
                  <a:lnTo>
                    <a:pt x="1562921" y="324532"/>
                  </a:lnTo>
                  <a:lnTo>
                    <a:pt x="1571904" y="326010"/>
                  </a:lnTo>
                  <a:lnTo>
                    <a:pt x="1580886" y="327416"/>
                  </a:lnTo>
                  <a:lnTo>
                    <a:pt x="1589868" y="328753"/>
                  </a:lnTo>
                  <a:lnTo>
                    <a:pt x="1598851" y="330015"/>
                  </a:lnTo>
                  <a:lnTo>
                    <a:pt x="1607833" y="331196"/>
                  </a:lnTo>
                  <a:lnTo>
                    <a:pt x="1616815" y="332292"/>
                  </a:lnTo>
                  <a:lnTo>
                    <a:pt x="1625797" y="333305"/>
                  </a:lnTo>
                  <a:lnTo>
                    <a:pt x="1634780" y="334239"/>
                  </a:lnTo>
                  <a:lnTo>
                    <a:pt x="1643762" y="335099"/>
                  </a:lnTo>
                  <a:lnTo>
                    <a:pt x="1652744" y="335890"/>
                  </a:lnTo>
                  <a:lnTo>
                    <a:pt x="1661727" y="336613"/>
                  </a:lnTo>
                  <a:lnTo>
                    <a:pt x="1670709" y="337263"/>
                  </a:lnTo>
                  <a:lnTo>
                    <a:pt x="1679691" y="337837"/>
                  </a:lnTo>
                  <a:lnTo>
                    <a:pt x="1688674" y="338328"/>
                  </a:lnTo>
                  <a:lnTo>
                    <a:pt x="1697656" y="338735"/>
                  </a:lnTo>
                  <a:lnTo>
                    <a:pt x="1706638" y="339058"/>
                  </a:lnTo>
                  <a:lnTo>
                    <a:pt x="1715621" y="339315"/>
                  </a:lnTo>
                  <a:lnTo>
                    <a:pt x="1724603" y="339522"/>
                  </a:lnTo>
                  <a:lnTo>
                    <a:pt x="1733585" y="339697"/>
                  </a:lnTo>
                  <a:lnTo>
                    <a:pt x="1742567" y="339856"/>
                  </a:lnTo>
                  <a:lnTo>
                    <a:pt x="1751550" y="340012"/>
                  </a:lnTo>
                </a:path>
              </a:pathLst>
            </a:custGeom>
            <a:ln w="8130" cap="rnd">
              <a:solidFill>
                <a:srgbClr val="B2AB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1813105" y="2200104"/>
              <a:ext cx="2308453" cy="271026"/>
            </a:xfrm>
            <a:custGeom>
              <a:avLst/>
              <a:pathLst>
                <a:path w="2308453" h="271026">
                  <a:moveTo>
                    <a:pt x="0" y="267394"/>
                  </a:moveTo>
                  <a:lnTo>
                    <a:pt x="8982" y="267115"/>
                  </a:lnTo>
                  <a:lnTo>
                    <a:pt x="17964" y="266855"/>
                  </a:lnTo>
                  <a:lnTo>
                    <a:pt x="26946" y="266632"/>
                  </a:lnTo>
                  <a:lnTo>
                    <a:pt x="35929" y="266462"/>
                  </a:lnTo>
                  <a:lnTo>
                    <a:pt x="44911" y="266355"/>
                  </a:lnTo>
                  <a:lnTo>
                    <a:pt x="53893" y="266312"/>
                  </a:lnTo>
                  <a:lnTo>
                    <a:pt x="62876" y="266320"/>
                  </a:lnTo>
                  <a:lnTo>
                    <a:pt x="71858" y="266360"/>
                  </a:lnTo>
                  <a:lnTo>
                    <a:pt x="80840" y="266402"/>
                  </a:lnTo>
                  <a:lnTo>
                    <a:pt x="89823" y="266410"/>
                  </a:lnTo>
                  <a:lnTo>
                    <a:pt x="98805" y="266351"/>
                  </a:lnTo>
                  <a:lnTo>
                    <a:pt x="107787" y="266191"/>
                  </a:lnTo>
                  <a:lnTo>
                    <a:pt x="116770" y="265912"/>
                  </a:lnTo>
                  <a:lnTo>
                    <a:pt x="125752" y="265517"/>
                  </a:lnTo>
                  <a:lnTo>
                    <a:pt x="134734" y="265016"/>
                  </a:lnTo>
                  <a:lnTo>
                    <a:pt x="143716" y="264436"/>
                  </a:lnTo>
                  <a:lnTo>
                    <a:pt x="152699" y="263808"/>
                  </a:lnTo>
                  <a:lnTo>
                    <a:pt x="161681" y="263170"/>
                  </a:lnTo>
                  <a:lnTo>
                    <a:pt x="170663" y="262559"/>
                  </a:lnTo>
                  <a:lnTo>
                    <a:pt x="179646" y="262007"/>
                  </a:lnTo>
                  <a:lnTo>
                    <a:pt x="188628" y="261539"/>
                  </a:lnTo>
                  <a:lnTo>
                    <a:pt x="197610" y="261168"/>
                  </a:lnTo>
                  <a:lnTo>
                    <a:pt x="206593" y="260892"/>
                  </a:lnTo>
                  <a:lnTo>
                    <a:pt x="215575" y="260697"/>
                  </a:lnTo>
                  <a:lnTo>
                    <a:pt x="224557" y="260560"/>
                  </a:lnTo>
                  <a:lnTo>
                    <a:pt x="233540" y="260447"/>
                  </a:lnTo>
                  <a:lnTo>
                    <a:pt x="242522" y="260314"/>
                  </a:lnTo>
                  <a:lnTo>
                    <a:pt x="251504" y="260124"/>
                  </a:lnTo>
                  <a:lnTo>
                    <a:pt x="260486" y="259843"/>
                  </a:lnTo>
                  <a:lnTo>
                    <a:pt x="269469" y="259446"/>
                  </a:lnTo>
                  <a:lnTo>
                    <a:pt x="278451" y="258912"/>
                  </a:lnTo>
                  <a:lnTo>
                    <a:pt x="287433" y="258229"/>
                  </a:lnTo>
                  <a:lnTo>
                    <a:pt x="296416" y="257386"/>
                  </a:lnTo>
                  <a:lnTo>
                    <a:pt x="305398" y="256376"/>
                  </a:lnTo>
                  <a:lnTo>
                    <a:pt x="314380" y="255195"/>
                  </a:lnTo>
                  <a:lnTo>
                    <a:pt x="323363" y="253842"/>
                  </a:lnTo>
                  <a:lnTo>
                    <a:pt x="332345" y="252320"/>
                  </a:lnTo>
                  <a:lnTo>
                    <a:pt x="341327" y="250642"/>
                  </a:lnTo>
                  <a:lnTo>
                    <a:pt x="350310" y="248831"/>
                  </a:lnTo>
                  <a:lnTo>
                    <a:pt x="359292" y="246924"/>
                  </a:lnTo>
                  <a:lnTo>
                    <a:pt x="368274" y="244976"/>
                  </a:lnTo>
                  <a:lnTo>
                    <a:pt x="377256" y="243055"/>
                  </a:lnTo>
                  <a:lnTo>
                    <a:pt x="386239" y="241220"/>
                  </a:lnTo>
                  <a:lnTo>
                    <a:pt x="395221" y="239518"/>
                  </a:lnTo>
                  <a:lnTo>
                    <a:pt x="404203" y="237974"/>
                  </a:lnTo>
                  <a:lnTo>
                    <a:pt x="413186" y="236584"/>
                  </a:lnTo>
                  <a:lnTo>
                    <a:pt x="422168" y="235319"/>
                  </a:lnTo>
                  <a:lnTo>
                    <a:pt x="431150" y="234129"/>
                  </a:lnTo>
                  <a:lnTo>
                    <a:pt x="440133" y="232954"/>
                  </a:lnTo>
                  <a:lnTo>
                    <a:pt x="449115" y="231741"/>
                  </a:lnTo>
                  <a:lnTo>
                    <a:pt x="458097" y="230454"/>
                  </a:lnTo>
                  <a:lnTo>
                    <a:pt x="467080" y="229085"/>
                  </a:lnTo>
                  <a:lnTo>
                    <a:pt x="476062" y="227655"/>
                  </a:lnTo>
                  <a:lnTo>
                    <a:pt x="485044" y="226212"/>
                  </a:lnTo>
                  <a:lnTo>
                    <a:pt x="494027" y="224827"/>
                  </a:lnTo>
                  <a:lnTo>
                    <a:pt x="503009" y="223564"/>
                  </a:lnTo>
                  <a:lnTo>
                    <a:pt x="511991" y="222464"/>
                  </a:lnTo>
                  <a:lnTo>
                    <a:pt x="520973" y="221543"/>
                  </a:lnTo>
                  <a:lnTo>
                    <a:pt x="529956" y="220783"/>
                  </a:lnTo>
                  <a:lnTo>
                    <a:pt x="538938" y="220133"/>
                  </a:lnTo>
                  <a:lnTo>
                    <a:pt x="547920" y="219517"/>
                  </a:lnTo>
                  <a:lnTo>
                    <a:pt x="556903" y="218833"/>
                  </a:lnTo>
                  <a:lnTo>
                    <a:pt x="565885" y="217971"/>
                  </a:lnTo>
                  <a:lnTo>
                    <a:pt x="574867" y="216817"/>
                  </a:lnTo>
                  <a:lnTo>
                    <a:pt x="583850" y="215265"/>
                  </a:lnTo>
                  <a:lnTo>
                    <a:pt x="592832" y="213228"/>
                  </a:lnTo>
                  <a:lnTo>
                    <a:pt x="601814" y="210644"/>
                  </a:lnTo>
                  <a:lnTo>
                    <a:pt x="610797" y="207484"/>
                  </a:lnTo>
                  <a:lnTo>
                    <a:pt x="619779" y="203729"/>
                  </a:lnTo>
                  <a:lnTo>
                    <a:pt x="628761" y="199452"/>
                  </a:lnTo>
                  <a:lnTo>
                    <a:pt x="637743" y="194754"/>
                  </a:lnTo>
                  <a:lnTo>
                    <a:pt x="646726" y="189737"/>
                  </a:lnTo>
                  <a:lnTo>
                    <a:pt x="655708" y="184514"/>
                  </a:lnTo>
                  <a:lnTo>
                    <a:pt x="664690" y="179192"/>
                  </a:lnTo>
                  <a:lnTo>
                    <a:pt x="673673" y="173866"/>
                  </a:lnTo>
                  <a:lnTo>
                    <a:pt x="682655" y="168616"/>
                  </a:lnTo>
                  <a:lnTo>
                    <a:pt x="691637" y="163502"/>
                  </a:lnTo>
                  <a:lnTo>
                    <a:pt x="700620" y="158568"/>
                  </a:lnTo>
                  <a:lnTo>
                    <a:pt x="709602" y="153837"/>
                  </a:lnTo>
                  <a:lnTo>
                    <a:pt x="718584" y="149317"/>
                  </a:lnTo>
                  <a:lnTo>
                    <a:pt x="727567" y="144991"/>
                  </a:lnTo>
                  <a:lnTo>
                    <a:pt x="736549" y="140822"/>
                  </a:lnTo>
                  <a:lnTo>
                    <a:pt x="745531" y="136747"/>
                  </a:lnTo>
                  <a:lnTo>
                    <a:pt x="754513" y="132673"/>
                  </a:lnTo>
                  <a:lnTo>
                    <a:pt x="763496" y="128512"/>
                  </a:lnTo>
                  <a:lnTo>
                    <a:pt x="772478" y="124197"/>
                  </a:lnTo>
                  <a:lnTo>
                    <a:pt x="781460" y="119699"/>
                  </a:lnTo>
                  <a:lnTo>
                    <a:pt x="790443" y="115038"/>
                  </a:lnTo>
                  <a:lnTo>
                    <a:pt x="799425" y="110282"/>
                  </a:lnTo>
                  <a:lnTo>
                    <a:pt x="808407" y="105538"/>
                  </a:lnTo>
                  <a:lnTo>
                    <a:pt x="817390" y="100932"/>
                  </a:lnTo>
                  <a:lnTo>
                    <a:pt x="826372" y="96581"/>
                  </a:lnTo>
                  <a:lnTo>
                    <a:pt x="835354" y="92577"/>
                  </a:lnTo>
                  <a:lnTo>
                    <a:pt x="844337" y="88963"/>
                  </a:lnTo>
                  <a:lnTo>
                    <a:pt x="853319" y="85739"/>
                  </a:lnTo>
                  <a:lnTo>
                    <a:pt x="862301" y="82867"/>
                  </a:lnTo>
                  <a:lnTo>
                    <a:pt x="871283" y="80295"/>
                  </a:lnTo>
                  <a:lnTo>
                    <a:pt x="880266" y="77968"/>
                  </a:lnTo>
                  <a:lnTo>
                    <a:pt x="889248" y="75828"/>
                  </a:lnTo>
                  <a:lnTo>
                    <a:pt x="898230" y="73846"/>
                  </a:lnTo>
                  <a:lnTo>
                    <a:pt x="907213" y="71997"/>
                  </a:lnTo>
                  <a:lnTo>
                    <a:pt x="916195" y="70246"/>
                  </a:lnTo>
                  <a:lnTo>
                    <a:pt x="925177" y="68536"/>
                  </a:lnTo>
                  <a:lnTo>
                    <a:pt x="934160" y="66791"/>
                  </a:lnTo>
                  <a:lnTo>
                    <a:pt x="943142" y="64912"/>
                  </a:lnTo>
                  <a:lnTo>
                    <a:pt x="952124" y="62796"/>
                  </a:lnTo>
                  <a:lnTo>
                    <a:pt x="961107" y="60352"/>
                  </a:lnTo>
                  <a:lnTo>
                    <a:pt x="970089" y="57520"/>
                  </a:lnTo>
                  <a:lnTo>
                    <a:pt x="979071" y="54287"/>
                  </a:lnTo>
                  <a:lnTo>
                    <a:pt x="988054" y="50699"/>
                  </a:lnTo>
                  <a:lnTo>
                    <a:pt x="997036" y="46861"/>
                  </a:lnTo>
                  <a:lnTo>
                    <a:pt x="1006018" y="42943"/>
                  </a:lnTo>
                  <a:lnTo>
                    <a:pt x="1015000" y="39154"/>
                  </a:lnTo>
                  <a:lnTo>
                    <a:pt x="1023983" y="35673"/>
                  </a:lnTo>
                  <a:lnTo>
                    <a:pt x="1032965" y="32641"/>
                  </a:lnTo>
                  <a:lnTo>
                    <a:pt x="1041947" y="30137"/>
                  </a:lnTo>
                  <a:lnTo>
                    <a:pt x="1050930" y="28165"/>
                  </a:lnTo>
                  <a:lnTo>
                    <a:pt x="1059912" y="26658"/>
                  </a:lnTo>
                  <a:lnTo>
                    <a:pt x="1068894" y="25492"/>
                  </a:lnTo>
                  <a:lnTo>
                    <a:pt x="1077877" y="24514"/>
                  </a:lnTo>
                  <a:lnTo>
                    <a:pt x="1086859" y="23570"/>
                  </a:lnTo>
                  <a:lnTo>
                    <a:pt x="1095841" y="22536"/>
                  </a:lnTo>
                  <a:lnTo>
                    <a:pt x="1104824" y="21335"/>
                  </a:lnTo>
                  <a:lnTo>
                    <a:pt x="1113806" y="19951"/>
                  </a:lnTo>
                  <a:lnTo>
                    <a:pt x="1122788" y="18417"/>
                  </a:lnTo>
                  <a:lnTo>
                    <a:pt x="1131770" y="16802"/>
                  </a:lnTo>
                  <a:lnTo>
                    <a:pt x="1140753" y="15195"/>
                  </a:lnTo>
                  <a:lnTo>
                    <a:pt x="1149735" y="13650"/>
                  </a:lnTo>
                  <a:lnTo>
                    <a:pt x="1158717" y="12187"/>
                  </a:lnTo>
                  <a:lnTo>
                    <a:pt x="1167700" y="10788"/>
                  </a:lnTo>
                  <a:lnTo>
                    <a:pt x="1176682" y="9410"/>
                  </a:lnTo>
                  <a:lnTo>
                    <a:pt x="1185664" y="8001"/>
                  </a:lnTo>
                  <a:lnTo>
                    <a:pt x="1194647" y="6526"/>
                  </a:lnTo>
                  <a:lnTo>
                    <a:pt x="1203629" y="4988"/>
                  </a:lnTo>
                  <a:lnTo>
                    <a:pt x="1212611" y="3443"/>
                  </a:lnTo>
                  <a:lnTo>
                    <a:pt x="1221594" y="2005"/>
                  </a:lnTo>
                  <a:lnTo>
                    <a:pt x="1230576" y="833"/>
                  </a:lnTo>
                  <a:lnTo>
                    <a:pt x="1239558" y="108"/>
                  </a:lnTo>
                  <a:lnTo>
                    <a:pt x="1248540" y="0"/>
                  </a:lnTo>
                  <a:lnTo>
                    <a:pt x="1257523" y="674"/>
                  </a:lnTo>
                  <a:lnTo>
                    <a:pt x="1266505" y="2146"/>
                  </a:lnTo>
                  <a:lnTo>
                    <a:pt x="1275487" y="4333"/>
                  </a:lnTo>
                  <a:lnTo>
                    <a:pt x="1284470" y="7098"/>
                  </a:lnTo>
                  <a:lnTo>
                    <a:pt x="1293452" y="10255"/>
                  </a:lnTo>
                  <a:lnTo>
                    <a:pt x="1302434" y="13604"/>
                  </a:lnTo>
                  <a:lnTo>
                    <a:pt x="1311417" y="16955"/>
                  </a:lnTo>
                  <a:lnTo>
                    <a:pt x="1320399" y="20154"/>
                  </a:lnTo>
                  <a:lnTo>
                    <a:pt x="1329381" y="23098"/>
                  </a:lnTo>
                  <a:lnTo>
                    <a:pt x="1338364" y="25731"/>
                  </a:lnTo>
                  <a:lnTo>
                    <a:pt x="1347346" y="28047"/>
                  </a:lnTo>
                  <a:lnTo>
                    <a:pt x="1356328" y="30072"/>
                  </a:lnTo>
                  <a:lnTo>
                    <a:pt x="1365310" y="31856"/>
                  </a:lnTo>
                  <a:lnTo>
                    <a:pt x="1374293" y="33460"/>
                  </a:lnTo>
                  <a:lnTo>
                    <a:pt x="1383275" y="34948"/>
                  </a:lnTo>
                  <a:lnTo>
                    <a:pt x="1392257" y="36392"/>
                  </a:lnTo>
                  <a:lnTo>
                    <a:pt x="1401240" y="37861"/>
                  </a:lnTo>
                  <a:lnTo>
                    <a:pt x="1410222" y="39418"/>
                  </a:lnTo>
                  <a:lnTo>
                    <a:pt x="1419204" y="41127"/>
                  </a:lnTo>
                  <a:lnTo>
                    <a:pt x="1428187" y="43047"/>
                  </a:lnTo>
                  <a:lnTo>
                    <a:pt x="1437169" y="45228"/>
                  </a:lnTo>
                  <a:lnTo>
                    <a:pt x="1446151" y="47706"/>
                  </a:lnTo>
                  <a:lnTo>
                    <a:pt x="1455134" y="50495"/>
                  </a:lnTo>
                  <a:lnTo>
                    <a:pt x="1464116" y="53591"/>
                  </a:lnTo>
                  <a:lnTo>
                    <a:pt x="1473098" y="56967"/>
                  </a:lnTo>
                  <a:lnTo>
                    <a:pt x="1482081" y="60584"/>
                  </a:lnTo>
                  <a:lnTo>
                    <a:pt x="1491063" y="64394"/>
                  </a:lnTo>
                  <a:lnTo>
                    <a:pt x="1500045" y="68349"/>
                  </a:lnTo>
                  <a:lnTo>
                    <a:pt x="1509027" y="72410"/>
                  </a:lnTo>
                  <a:lnTo>
                    <a:pt x="1518010" y="76548"/>
                  </a:lnTo>
                  <a:lnTo>
                    <a:pt x="1526992" y="80746"/>
                  </a:lnTo>
                  <a:lnTo>
                    <a:pt x="1535974" y="85002"/>
                  </a:lnTo>
                  <a:lnTo>
                    <a:pt x="1544957" y="89321"/>
                  </a:lnTo>
                  <a:lnTo>
                    <a:pt x="1553939" y="93707"/>
                  </a:lnTo>
                  <a:lnTo>
                    <a:pt x="1562921" y="98156"/>
                  </a:lnTo>
                  <a:lnTo>
                    <a:pt x="1571904" y="102654"/>
                  </a:lnTo>
                  <a:lnTo>
                    <a:pt x="1580886" y="107171"/>
                  </a:lnTo>
                  <a:lnTo>
                    <a:pt x="1589868" y="111662"/>
                  </a:lnTo>
                  <a:lnTo>
                    <a:pt x="1598851" y="116083"/>
                  </a:lnTo>
                  <a:lnTo>
                    <a:pt x="1607833" y="120389"/>
                  </a:lnTo>
                  <a:lnTo>
                    <a:pt x="1616815" y="124554"/>
                  </a:lnTo>
                  <a:lnTo>
                    <a:pt x="1625797" y="128573"/>
                  </a:lnTo>
                  <a:lnTo>
                    <a:pt x="1634780" y="132469"/>
                  </a:lnTo>
                  <a:lnTo>
                    <a:pt x="1643762" y="136285"/>
                  </a:lnTo>
                  <a:lnTo>
                    <a:pt x="1652744" y="140080"/>
                  </a:lnTo>
                  <a:lnTo>
                    <a:pt x="1661727" y="143889"/>
                  </a:lnTo>
                  <a:lnTo>
                    <a:pt x="1670709" y="147716"/>
                  </a:lnTo>
                  <a:lnTo>
                    <a:pt x="1679691" y="151527"/>
                  </a:lnTo>
                  <a:lnTo>
                    <a:pt x="1688674" y="155250"/>
                  </a:lnTo>
                  <a:lnTo>
                    <a:pt x="1697656" y="158796"/>
                  </a:lnTo>
                  <a:lnTo>
                    <a:pt x="1706638" y="162077"/>
                  </a:lnTo>
                  <a:lnTo>
                    <a:pt x="1715621" y="165030"/>
                  </a:lnTo>
                  <a:lnTo>
                    <a:pt x="1724603" y="167645"/>
                  </a:lnTo>
                  <a:lnTo>
                    <a:pt x="1733585" y="169978"/>
                  </a:lnTo>
                  <a:lnTo>
                    <a:pt x="1742567" y="172147"/>
                  </a:lnTo>
                  <a:lnTo>
                    <a:pt x="1751550" y="174318"/>
                  </a:lnTo>
                  <a:lnTo>
                    <a:pt x="1760532" y="176683"/>
                  </a:lnTo>
                  <a:lnTo>
                    <a:pt x="1769514" y="179454"/>
                  </a:lnTo>
                  <a:lnTo>
                    <a:pt x="1778497" y="182733"/>
                  </a:lnTo>
                  <a:lnTo>
                    <a:pt x="1787479" y="186549"/>
                  </a:lnTo>
                  <a:lnTo>
                    <a:pt x="1796461" y="190858"/>
                  </a:lnTo>
                  <a:lnTo>
                    <a:pt x="1805444" y="195545"/>
                  </a:lnTo>
                  <a:lnTo>
                    <a:pt x="1814426" y="200451"/>
                  </a:lnTo>
                  <a:lnTo>
                    <a:pt x="1823408" y="205397"/>
                  </a:lnTo>
                  <a:lnTo>
                    <a:pt x="1832391" y="210207"/>
                  </a:lnTo>
                  <a:lnTo>
                    <a:pt x="1841373" y="214734"/>
                  </a:lnTo>
                  <a:lnTo>
                    <a:pt x="1850355" y="218867"/>
                  </a:lnTo>
                  <a:lnTo>
                    <a:pt x="1859337" y="222536"/>
                  </a:lnTo>
                  <a:lnTo>
                    <a:pt x="1868320" y="225715"/>
                  </a:lnTo>
                  <a:lnTo>
                    <a:pt x="1877302" y="228409"/>
                  </a:lnTo>
                  <a:lnTo>
                    <a:pt x="1886284" y="230646"/>
                  </a:lnTo>
                  <a:lnTo>
                    <a:pt x="1895267" y="232453"/>
                  </a:lnTo>
                  <a:lnTo>
                    <a:pt x="1904249" y="233904"/>
                  </a:lnTo>
                  <a:lnTo>
                    <a:pt x="1913231" y="235071"/>
                  </a:lnTo>
                  <a:lnTo>
                    <a:pt x="1922214" y="236022"/>
                  </a:lnTo>
                  <a:lnTo>
                    <a:pt x="1931196" y="236830"/>
                  </a:lnTo>
                  <a:lnTo>
                    <a:pt x="1940178" y="237571"/>
                  </a:lnTo>
                  <a:lnTo>
                    <a:pt x="1949161" y="238319"/>
                  </a:lnTo>
                  <a:lnTo>
                    <a:pt x="1958143" y="239143"/>
                  </a:lnTo>
                  <a:lnTo>
                    <a:pt x="1967125" y="240101"/>
                  </a:lnTo>
                  <a:lnTo>
                    <a:pt x="1976108" y="241233"/>
                  </a:lnTo>
                  <a:lnTo>
                    <a:pt x="1985090" y="242560"/>
                  </a:lnTo>
                  <a:lnTo>
                    <a:pt x="1994072" y="244082"/>
                  </a:lnTo>
                  <a:lnTo>
                    <a:pt x="2003054" y="245779"/>
                  </a:lnTo>
                  <a:lnTo>
                    <a:pt x="2012037" y="247616"/>
                  </a:lnTo>
                  <a:lnTo>
                    <a:pt x="2021019" y="249545"/>
                  </a:lnTo>
                  <a:lnTo>
                    <a:pt x="2030001" y="251504"/>
                  </a:lnTo>
                  <a:lnTo>
                    <a:pt x="2038984" y="253432"/>
                  </a:lnTo>
                  <a:lnTo>
                    <a:pt x="2047966" y="255275"/>
                  </a:lnTo>
                  <a:lnTo>
                    <a:pt x="2056948" y="256990"/>
                  </a:lnTo>
                  <a:lnTo>
                    <a:pt x="2065931" y="258545"/>
                  </a:lnTo>
                  <a:lnTo>
                    <a:pt x="2074913" y="259921"/>
                  </a:lnTo>
                  <a:lnTo>
                    <a:pt x="2083895" y="261111"/>
                  </a:lnTo>
                  <a:lnTo>
                    <a:pt x="2092878" y="262121"/>
                  </a:lnTo>
                  <a:lnTo>
                    <a:pt x="2101860" y="262966"/>
                  </a:lnTo>
                  <a:lnTo>
                    <a:pt x="2110842" y="263665"/>
                  </a:lnTo>
                  <a:lnTo>
                    <a:pt x="2119824" y="264240"/>
                  </a:lnTo>
                  <a:lnTo>
                    <a:pt x="2128807" y="264711"/>
                  </a:lnTo>
                  <a:lnTo>
                    <a:pt x="2137789" y="265097"/>
                  </a:lnTo>
                  <a:lnTo>
                    <a:pt x="2146771" y="265409"/>
                  </a:lnTo>
                  <a:lnTo>
                    <a:pt x="2155754" y="265658"/>
                  </a:lnTo>
                  <a:lnTo>
                    <a:pt x="2164736" y="265854"/>
                  </a:lnTo>
                  <a:lnTo>
                    <a:pt x="2173718" y="266001"/>
                  </a:lnTo>
                  <a:lnTo>
                    <a:pt x="2182701" y="266104"/>
                  </a:lnTo>
                  <a:lnTo>
                    <a:pt x="2191683" y="266166"/>
                  </a:lnTo>
                  <a:lnTo>
                    <a:pt x="2200665" y="266192"/>
                  </a:lnTo>
                  <a:lnTo>
                    <a:pt x="2209648" y="266187"/>
                  </a:lnTo>
                  <a:lnTo>
                    <a:pt x="2218630" y="266158"/>
                  </a:lnTo>
                  <a:lnTo>
                    <a:pt x="2227612" y="266115"/>
                  </a:lnTo>
                  <a:lnTo>
                    <a:pt x="2236594" y="266069"/>
                  </a:lnTo>
                  <a:lnTo>
                    <a:pt x="2245577" y="266036"/>
                  </a:lnTo>
                  <a:lnTo>
                    <a:pt x="2254559" y="266031"/>
                  </a:lnTo>
                  <a:lnTo>
                    <a:pt x="2263541" y="266072"/>
                  </a:lnTo>
                  <a:lnTo>
                    <a:pt x="2272524" y="266174"/>
                  </a:lnTo>
                  <a:lnTo>
                    <a:pt x="2281506" y="266355"/>
                  </a:lnTo>
                  <a:lnTo>
                    <a:pt x="2290488" y="266615"/>
                  </a:lnTo>
                  <a:lnTo>
                    <a:pt x="2299471" y="266950"/>
                  </a:lnTo>
                  <a:lnTo>
                    <a:pt x="2308453" y="267347"/>
                  </a:lnTo>
                  <a:lnTo>
                    <a:pt x="2308453" y="271026"/>
                  </a:lnTo>
                  <a:lnTo>
                    <a:pt x="2299471" y="271026"/>
                  </a:lnTo>
                  <a:lnTo>
                    <a:pt x="2290488" y="271026"/>
                  </a:lnTo>
                  <a:lnTo>
                    <a:pt x="2281506" y="271026"/>
                  </a:lnTo>
                  <a:lnTo>
                    <a:pt x="2272524" y="271026"/>
                  </a:lnTo>
                  <a:lnTo>
                    <a:pt x="2263541" y="271026"/>
                  </a:lnTo>
                  <a:lnTo>
                    <a:pt x="2254559" y="271026"/>
                  </a:lnTo>
                  <a:lnTo>
                    <a:pt x="2245577" y="271026"/>
                  </a:lnTo>
                  <a:lnTo>
                    <a:pt x="2236594" y="271026"/>
                  </a:lnTo>
                  <a:lnTo>
                    <a:pt x="2227612" y="271026"/>
                  </a:lnTo>
                  <a:lnTo>
                    <a:pt x="2218630" y="271026"/>
                  </a:lnTo>
                  <a:lnTo>
                    <a:pt x="2209648" y="271026"/>
                  </a:lnTo>
                  <a:lnTo>
                    <a:pt x="2200665" y="271026"/>
                  </a:lnTo>
                  <a:lnTo>
                    <a:pt x="2191683" y="271026"/>
                  </a:lnTo>
                  <a:lnTo>
                    <a:pt x="2182701" y="271026"/>
                  </a:lnTo>
                  <a:lnTo>
                    <a:pt x="2173718" y="271026"/>
                  </a:lnTo>
                  <a:lnTo>
                    <a:pt x="2164736" y="271026"/>
                  </a:lnTo>
                  <a:lnTo>
                    <a:pt x="2155754" y="271026"/>
                  </a:lnTo>
                  <a:lnTo>
                    <a:pt x="2146771" y="271026"/>
                  </a:lnTo>
                  <a:lnTo>
                    <a:pt x="2137789" y="271026"/>
                  </a:lnTo>
                  <a:lnTo>
                    <a:pt x="2128807" y="271026"/>
                  </a:lnTo>
                  <a:lnTo>
                    <a:pt x="2119824" y="271026"/>
                  </a:lnTo>
                  <a:lnTo>
                    <a:pt x="2110842" y="271026"/>
                  </a:lnTo>
                  <a:lnTo>
                    <a:pt x="2101860" y="271026"/>
                  </a:lnTo>
                  <a:lnTo>
                    <a:pt x="2092878" y="271026"/>
                  </a:lnTo>
                  <a:lnTo>
                    <a:pt x="2083895" y="271026"/>
                  </a:lnTo>
                  <a:lnTo>
                    <a:pt x="2074913" y="271026"/>
                  </a:lnTo>
                  <a:lnTo>
                    <a:pt x="2065931" y="271026"/>
                  </a:lnTo>
                  <a:lnTo>
                    <a:pt x="2056948" y="271026"/>
                  </a:lnTo>
                  <a:lnTo>
                    <a:pt x="2047966" y="271026"/>
                  </a:lnTo>
                  <a:lnTo>
                    <a:pt x="2038984" y="271026"/>
                  </a:lnTo>
                  <a:lnTo>
                    <a:pt x="2030001" y="271026"/>
                  </a:lnTo>
                  <a:lnTo>
                    <a:pt x="2021019" y="271026"/>
                  </a:lnTo>
                  <a:lnTo>
                    <a:pt x="2012037" y="271026"/>
                  </a:lnTo>
                  <a:lnTo>
                    <a:pt x="2003054" y="271026"/>
                  </a:lnTo>
                  <a:lnTo>
                    <a:pt x="1994072" y="271026"/>
                  </a:lnTo>
                  <a:lnTo>
                    <a:pt x="1985090" y="271026"/>
                  </a:lnTo>
                  <a:lnTo>
                    <a:pt x="1976108" y="271026"/>
                  </a:lnTo>
                  <a:lnTo>
                    <a:pt x="1967125" y="271026"/>
                  </a:lnTo>
                  <a:lnTo>
                    <a:pt x="1958143" y="271026"/>
                  </a:lnTo>
                  <a:lnTo>
                    <a:pt x="1949161" y="271026"/>
                  </a:lnTo>
                  <a:lnTo>
                    <a:pt x="1940178" y="271026"/>
                  </a:lnTo>
                  <a:lnTo>
                    <a:pt x="1931196" y="271026"/>
                  </a:lnTo>
                  <a:lnTo>
                    <a:pt x="1922214" y="271026"/>
                  </a:lnTo>
                  <a:lnTo>
                    <a:pt x="1913231" y="271026"/>
                  </a:lnTo>
                  <a:lnTo>
                    <a:pt x="1904249" y="271026"/>
                  </a:lnTo>
                  <a:lnTo>
                    <a:pt x="1895267" y="271026"/>
                  </a:lnTo>
                  <a:lnTo>
                    <a:pt x="1886284" y="271026"/>
                  </a:lnTo>
                  <a:lnTo>
                    <a:pt x="1877302" y="271026"/>
                  </a:lnTo>
                  <a:lnTo>
                    <a:pt x="1868320" y="271026"/>
                  </a:lnTo>
                  <a:lnTo>
                    <a:pt x="1859337" y="271026"/>
                  </a:lnTo>
                  <a:lnTo>
                    <a:pt x="1850355" y="271026"/>
                  </a:lnTo>
                  <a:lnTo>
                    <a:pt x="1841373" y="271026"/>
                  </a:lnTo>
                  <a:lnTo>
                    <a:pt x="1832391" y="271026"/>
                  </a:lnTo>
                  <a:lnTo>
                    <a:pt x="1823408" y="271026"/>
                  </a:lnTo>
                  <a:lnTo>
                    <a:pt x="1814426" y="271026"/>
                  </a:lnTo>
                  <a:lnTo>
                    <a:pt x="1805444" y="271026"/>
                  </a:lnTo>
                  <a:lnTo>
                    <a:pt x="1796461" y="271026"/>
                  </a:lnTo>
                  <a:lnTo>
                    <a:pt x="1787479" y="271026"/>
                  </a:lnTo>
                  <a:lnTo>
                    <a:pt x="1778497" y="271026"/>
                  </a:lnTo>
                  <a:lnTo>
                    <a:pt x="1769514" y="271026"/>
                  </a:lnTo>
                  <a:lnTo>
                    <a:pt x="1760532" y="271026"/>
                  </a:lnTo>
                  <a:lnTo>
                    <a:pt x="1751550" y="271026"/>
                  </a:lnTo>
                  <a:lnTo>
                    <a:pt x="1742567" y="271026"/>
                  </a:lnTo>
                  <a:lnTo>
                    <a:pt x="1733585" y="271026"/>
                  </a:lnTo>
                  <a:lnTo>
                    <a:pt x="1724603" y="271026"/>
                  </a:lnTo>
                  <a:lnTo>
                    <a:pt x="1715621" y="271026"/>
                  </a:lnTo>
                  <a:lnTo>
                    <a:pt x="1706638" y="271026"/>
                  </a:lnTo>
                  <a:lnTo>
                    <a:pt x="1697656" y="271026"/>
                  </a:lnTo>
                  <a:lnTo>
                    <a:pt x="1688674" y="271026"/>
                  </a:lnTo>
                  <a:lnTo>
                    <a:pt x="1679691" y="271026"/>
                  </a:lnTo>
                  <a:lnTo>
                    <a:pt x="1670709" y="271026"/>
                  </a:lnTo>
                  <a:lnTo>
                    <a:pt x="1661727" y="271026"/>
                  </a:lnTo>
                  <a:lnTo>
                    <a:pt x="1652744" y="271026"/>
                  </a:lnTo>
                  <a:lnTo>
                    <a:pt x="1643762" y="271026"/>
                  </a:lnTo>
                  <a:lnTo>
                    <a:pt x="1634780" y="271026"/>
                  </a:lnTo>
                  <a:lnTo>
                    <a:pt x="1625797" y="271026"/>
                  </a:lnTo>
                  <a:lnTo>
                    <a:pt x="1616815" y="271026"/>
                  </a:lnTo>
                  <a:lnTo>
                    <a:pt x="1607833" y="271026"/>
                  </a:lnTo>
                  <a:lnTo>
                    <a:pt x="1598851" y="271026"/>
                  </a:lnTo>
                  <a:lnTo>
                    <a:pt x="1589868" y="271026"/>
                  </a:lnTo>
                  <a:lnTo>
                    <a:pt x="1580886" y="271026"/>
                  </a:lnTo>
                  <a:lnTo>
                    <a:pt x="1571904" y="271026"/>
                  </a:lnTo>
                  <a:lnTo>
                    <a:pt x="1562921" y="271026"/>
                  </a:lnTo>
                  <a:lnTo>
                    <a:pt x="1553939" y="271026"/>
                  </a:lnTo>
                  <a:lnTo>
                    <a:pt x="1544957" y="271026"/>
                  </a:lnTo>
                  <a:lnTo>
                    <a:pt x="1535974" y="271026"/>
                  </a:lnTo>
                  <a:lnTo>
                    <a:pt x="1526992" y="271026"/>
                  </a:lnTo>
                  <a:lnTo>
                    <a:pt x="1518010" y="271026"/>
                  </a:lnTo>
                  <a:lnTo>
                    <a:pt x="1509027" y="271026"/>
                  </a:lnTo>
                  <a:lnTo>
                    <a:pt x="1500045" y="271026"/>
                  </a:lnTo>
                  <a:lnTo>
                    <a:pt x="1491063" y="271026"/>
                  </a:lnTo>
                  <a:lnTo>
                    <a:pt x="1482081" y="271026"/>
                  </a:lnTo>
                  <a:lnTo>
                    <a:pt x="1473098" y="271026"/>
                  </a:lnTo>
                  <a:lnTo>
                    <a:pt x="1464116" y="271026"/>
                  </a:lnTo>
                  <a:lnTo>
                    <a:pt x="1455134" y="271026"/>
                  </a:lnTo>
                  <a:lnTo>
                    <a:pt x="1446151" y="271026"/>
                  </a:lnTo>
                  <a:lnTo>
                    <a:pt x="1437169" y="271026"/>
                  </a:lnTo>
                  <a:lnTo>
                    <a:pt x="1428187" y="271026"/>
                  </a:lnTo>
                  <a:lnTo>
                    <a:pt x="1419204" y="271026"/>
                  </a:lnTo>
                  <a:lnTo>
                    <a:pt x="1410222" y="271026"/>
                  </a:lnTo>
                  <a:lnTo>
                    <a:pt x="1401240" y="271026"/>
                  </a:lnTo>
                  <a:lnTo>
                    <a:pt x="1392257" y="271026"/>
                  </a:lnTo>
                  <a:lnTo>
                    <a:pt x="1383275" y="271026"/>
                  </a:lnTo>
                  <a:lnTo>
                    <a:pt x="1374293" y="271026"/>
                  </a:lnTo>
                  <a:lnTo>
                    <a:pt x="1365310" y="271026"/>
                  </a:lnTo>
                  <a:lnTo>
                    <a:pt x="1356328" y="271026"/>
                  </a:lnTo>
                  <a:lnTo>
                    <a:pt x="1347346" y="271026"/>
                  </a:lnTo>
                  <a:lnTo>
                    <a:pt x="1338364" y="271026"/>
                  </a:lnTo>
                  <a:lnTo>
                    <a:pt x="1329381" y="271026"/>
                  </a:lnTo>
                  <a:lnTo>
                    <a:pt x="1320399" y="271026"/>
                  </a:lnTo>
                  <a:lnTo>
                    <a:pt x="1311417" y="271026"/>
                  </a:lnTo>
                  <a:lnTo>
                    <a:pt x="1302434" y="271026"/>
                  </a:lnTo>
                  <a:lnTo>
                    <a:pt x="1293452" y="271026"/>
                  </a:lnTo>
                  <a:lnTo>
                    <a:pt x="1284470" y="271026"/>
                  </a:lnTo>
                  <a:lnTo>
                    <a:pt x="1275487" y="271026"/>
                  </a:lnTo>
                  <a:lnTo>
                    <a:pt x="1266505" y="271026"/>
                  </a:lnTo>
                  <a:lnTo>
                    <a:pt x="1257523" y="271026"/>
                  </a:lnTo>
                  <a:lnTo>
                    <a:pt x="1248540" y="271026"/>
                  </a:lnTo>
                  <a:lnTo>
                    <a:pt x="1239558" y="271026"/>
                  </a:lnTo>
                  <a:lnTo>
                    <a:pt x="1230576" y="271026"/>
                  </a:lnTo>
                  <a:lnTo>
                    <a:pt x="1221594" y="271026"/>
                  </a:lnTo>
                  <a:lnTo>
                    <a:pt x="1212611" y="271026"/>
                  </a:lnTo>
                  <a:lnTo>
                    <a:pt x="1203629" y="271026"/>
                  </a:lnTo>
                  <a:lnTo>
                    <a:pt x="1194647" y="271026"/>
                  </a:lnTo>
                  <a:lnTo>
                    <a:pt x="1185664" y="271026"/>
                  </a:lnTo>
                  <a:lnTo>
                    <a:pt x="1176682" y="271026"/>
                  </a:lnTo>
                  <a:lnTo>
                    <a:pt x="1167700" y="271026"/>
                  </a:lnTo>
                  <a:lnTo>
                    <a:pt x="1158717" y="271026"/>
                  </a:lnTo>
                  <a:lnTo>
                    <a:pt x="1149735" y="271026"/>
                  </a:lnTo>
                  <a:lnTo>
                    <a:pt x="1140753" y="271026"/>
                  </a:lnTo>
                  <a:lnTo>
                    <a:pt x="1131770" y="271026"/>
                  </a:lnTo>
                  <a:lnTo>
                    <a:pt x="1122788" y="271026"/>
                  </a:lnTo>
                  <a:lnTo>
                    <a:pt x="1113806" y="271026"/>
                  </a:lnTo>
                  <a:lnTo>
                    <a:pt x="1104824" y="271026"/>
                  </a:lnTo>
                  <a:lnTo>
                    <a:pt x="1095841" y="271026"/>
                  </a:lnTo>
                  <a:lnTo>
                    <a:pt x="1086859" y="271026"/>
                  </a:lnTo>
                  <a:lnTo>
                    <a:pt x="1077877" y="271026"/>
                  </a:lnTo>
                  <a:lnTo>
                    <a:pt x="1068894" y="271026"/>
                  </a:lnTo>
                  <a:lnTo>
                    <a:pt x="1059912" y="271026"/>
                  </a:lnTo>
                  <a:lnTo>
                    <a:pt x="1050930" y="271026"/>
                  </a:lnTo>
                  <a:lnTo>
                    <a:pt x="1041947" y="271026"/>
                  </a:lnTo>
                  <a:lnTo>
                    <a:pt x="1032965" y="271026"/>
                  </a:lnTo>
                  <a:lnTo>
                    <a:pt x="1023983" y="271026"/>
                  </a:lnTo>
                  <a:lnTo>
                    <a:pt x="1015000" y="271026"/>
                  </a:lnTo>
                  <a:lnTo>
                    <a:pt x="1006018" y="271026"/>
                  </a:lnTo>
                  <a:lnTo>
                    <a:pt x="997036" y="271026"/>
                  </a:lnTo>
                  <a:lnTo>
                    <a:pt x="988054" y="271026"/>
                  </a:lnTo>
                  <a:lnTo>
                    <a:pt x="979071" y="271026"/>
                  </a:lnTo>
                  <a:lnTo>
                    <a:pt x="970089" y="271026"/>
                  </a:lnTo>
                  <a:lnTo>
                    <a:pt x="961107" y="271026"/>
                  </a:lnTo>
                  <a:lnTo>
                    <a:pt x="952124" y="271026"/>
                  </a:lnTo>
                  <a:lnTo>
                    <a:pt x="943142" y="271026"/>
                  </a:lnTo>
                  <a:lnTo>
                    <a:pt x="934160" y="271026"/>
                  </a:lnTo>
                  <a:lnTo>
                    <a:pt x="925177" y="271026"/>
                  </a:lnTo>
                  <a:lnTo>
                    <a:pt x="916195" y="271026"/>
                  </a:lnTo>
                  <a:lnTo>
                    <a:pt x="907213" y="271026"/>
                  </a:lnTo>
                  <a:lnTo>
                    <a:pt x="898230" y="271026"/>
                  </a:lnTo>
                  <a:lnTo>
                    <a:pt x="889248" y="271026"/>
                  </a:lnTo>
                  <a:lnTo>
                    <a:pt x="880266" y="271026"/>
                  </a:lnTo>
                  <a:lnTo>
                    <a:pt x="871283" y="271026"/>
                  </a:lnTo>
                  <a:lnTo>
                    <a:pt x="862301" y="271026"/>
                  </a:lnTo>
                  <a:lnTo>
                    <a:pt x="853319" y="271026"/>
                  </a:lnTo>
                  <a:lnTo>
                    <a:pt x="844337" y="271026"/>
                  </a:lnTo>
                  <a:lnTo>
                    <a:pt x="835354" y="271026"/>
                  </a:lnTo>
                  <a:lnTo>
                    <a:pt x="826372" y="271026"/>
                  </a:lnTo>
                  <a:lnTo>
                    <a:pt x="817390" y="271026"/>
                  </a:lnTo>
                  <a:lnTo>
                    <a:pt x="808407" y="271026"/>
                  </a:lnTo>
                  <a:lnTo>
                    <a:pt x="799425" y="271026"/>
                  </a:lnTo>
                  <a:lnTo>
                    <a:pt x="790443" y="271026"/>
                  </a:lnTo>
                  <a:lnTo>
                    <a:pt x="781460" y="271026"/>
                  </a:lnTo>
                  <a:lnTo>
                    <a:pt x="772478" y="271026"/>
                  </a:lnTo>
                  <a:lnTo>
                    <a:pt x="763496" y="271026"/>
                  </a:lnTo>
                  <a:lnTo>
                    <a:pt x="754513" y="271026"/>
                  </a:lnTo>
                  <a:lnTo>
                    <a:pt x="745531" y="271026"/>
                  </a:lnTo>
                  <a:lnTo>
                    <a:pt x="736549" y="271026"/>
                  </a:lnTo>
                  <a:lnTo>
                    <a:pt x="727567" y="271026"/>
                  </a:lnTo>
                  <a:lnTo>
                    <a:pt x="718584" y="271026"/>
                  </a:lnTo>
                  <a:lnTo>
                    <a:pt x="709602" y="271026"/>
                  </a:lnTo>
                  <a:lnTo>
                    <a:pt x="700620" y="271026"/>
                  </a:lnTo>
                  <a:lnTo>
                    <a:pt x="691637" y="271026"/>
                  </a:lnTo>
                  <a:lnTo>
                    <a:pt x="682655" y="271026"/>
                  </a:lnTo>
                  <a:lnTo>
                    <a:pt x="673673" y="271026"/>
                  </a:lnTo>
                  <a:lnTo>
                    <a:pt x="664690" y="271026"/>
                  </a:lnTo>
                  <a:lnTo>
                    <a:pt x="655708" y="271026"/>
                  </a:lnTo>
                  <a:lnTo>
                    <a:pt x="646726" y="271026"/>
                  </a:lnTo>
                  <a:lnTo>
                    <a:pt x="637743" y="271026"/>
                  </a:lnTo>
                  <a:lnTo>
                    <a:pt x="628761" y="271026"/>
                  </a:lnTo>
                  <a:lnTo>
                    <a:pt x="619779" y="271026"/>
                  </a:lnTo>
                  <a:lnTo>
                    <a:pt x="610797" y="271026"/>
                  </a:lnTo>
                  <a:lnTo>
                    <a:pt x="601814" y="271026"/>
                  </a:lnTo>
                  <a:lnTo>
                    <a:pt x="592832" y="271026"/>
                  </a:lnTo>
                  <a:lnTo>
                    <a:pt x="583850" y="271026"/>
                  </a:lnTo>
                  <a:lnTo>
                    <a:pt x="574867" y="271026"/>
                  </a:lnTo>
                  <a:lnTo>
                    <a:pt x="565885" y="271026"/>
                  </a:lnTo>
                  <a:lnTo>
                    <a:pt x="556903" y="271026"/>
                  </a:lnTo>
                  <a:lnTo>
                    <a:pt x="547920" y="271026"/>
                  </a:lnTo>
                  <a:lnTo>
                    <a:pt x="538938" y="271026"/>
                  </a:lnTo>
                  <a:lnTo>
                    <a:pt x="529956" y="271026"/>
                  </a:lnTo>
                  <a:lnTo>
                    <a:pt x="520973" y="271026"/>
                  </a:lnTo>
                  <a:lnTo>
                    <a:pt x="511991" y="271026"/>
                  </a:lnTo>
                  <a:lnTo>
                    <a:pt x="503009" y="271026"/>
                  </a:lnTo>
                  <a:lnTo>
                    <a:pt x="494027" y="271026"/>
                  </a:lnTo>
                  <a:lnTo>
                    <a:pt x="485044" y="271026"/>
                  </a:lnTo>
                  <a:lnTo>
                    <a:pt x="476062" y="271026"/>
                  </a:lnTo>
                  <a:lnTo>
                    <a:pt x="467080" y="271026"/>
                  </a:lnTo>
                  <a:lnTo>
                    <a:pt x="458097" y="271026"/>
                  </a:lnTo>
                  <a:lnTo>
                    <a:pt x="449115" y="271026"/>
                  </a:lnTo>
                  <a:lnTo>
                    <a:pt x="440133" y="271026"/>
                  </a:lnTo>
                  <a:lnTo>
                    <a:pt x="431150" y="271026"/>
                  </a:lnTo>
                  <a:lnTo>
                    <a:pt x="422168" y="271026"/>
                  </a:lnTo>
                  <a:lnTo>
                    <a:pt x="413186" y="271026"/>
                  </a:lnTo>
                  <a:lnTo>
                    <a:pt x="404203" y="271026"/>
                  </a:lnTo>
                  <a:lnTo>
                    <a:pt x="395221" y="271026"/>
                  </a:lnTo>
                  <a:lnTo>
                    <a:pt x="386239" y="271026"/>
                  </a:lnTo>
                  <a:lnTo>
                    <a:pt x="377256" y="271026"/>
                  </a:lnTo>
                  <a:lnTo>
                    <a:pt x="368274" y="271026"/>
                  </a:lnTo>
                  <a:lnTo>
                    <a:pt x="359292" y="271026"/>
                  </a:lnTo>
                  <a:lnTo>
                    <a:pt x="350310" y="271026"/>
                  </a:lnTo>
                  <a:lnTo>
                    <a:pt x="341327" y="271026"/>
                  </a:lnTo>
                  <a:lnTo>
                    <a:pt x="332345" y="271026"/>
                  </a:lnTo>
                  <a:lnTo>
                    <a:pt x="323363" y="271026"/>
                  </a:lnTo>
                  <a:lnTo>
                    <a:pt x="314380" y="271026"/>
                  </a:lnTo>
                  <a:lnTo>
                    <a:pt x="305398" y="271026"/>
                  </a:lnTo>
                  <a:lnTo>
                    <a:pt x="296416" y="271026"/>
                  </a:lnTo>
                  <a:lnTo>
                    <a:pt x="287433" y="271026"/>
                  </a:lnTo>
                  <a:lnTo>
                    <a:pt x="278451" y="271026"/>
                  </a:lnTo>
                  <a:lnTo>
                    <a:pt x="269469" y="271026"/>
                  </a:lnTo>
                  <a:lnTo>
                    <a:pt x="260486" y="271026"/>
                  </a:lnTo>
                  <a:lnTo>
                    <a:pt x="251504" y="271026"/>
                  </a:lnTo>
                  <a:lnTo>
                    <a:pt x="242522" y="271026"/>
                  </a:lnTo>
                  <a:lnTo>
                    <a:pt x="233540" y="271026"/>
                  </a:lnTo>
                  <a:lnTo>
                    <a:pt x="224557" y="271026"/>
                  </a:lnTo>
                  <a:lnTo>
                    <a:pt x="215575" y="271026"/>
                  </a:lnTo>
                  <a:lnTo>
                    <a:pt x="206593" y="271026"/>
                  </a:lnTo>
                  <a:lnTo>
                    <a:pt x="197610" y="271026"/>
                  </a:lnTo>
                  <a:lnTo>
                    <a:pt x="188628" y="271026"/>
                  </a:lnTo>
                  <a:lnTo>
                    <a:pt x="179646" y="271026"/>
                  </a:lnTo>
                  <a:lnTo>
                    <a:pt x="170663" y="271026"/>
                  </a:lnTo>
                  <a:lnTo>
                    <a:pt x="161681" y="271026"/>
                  </a:lnTo>
                  <a:lnTo>
                    <a:pt x="152699" y="271026"/>
                  </a:lnTo>
                  <a:lnTo>
                    <a:pt x="143716" y="271026"/>
                  </a:lnTo>
                  <a:lnTo>
                    <a:pt x="134734" y="271026"/>
                  </a:lnTo>
                  <a:lnTo>
                    <a:pt x="125752" y="271026"/>
                  </a:lnTo>
                  <a:lnTo>
                    <a:pt x="116770" y="271026"/>
                  </a:lnTo>
                  <a:lnTo>
                    <a:pt x="107787" y="271026"/>
                  </a:lnTo>
                  <a:lnTo>
                    <a:pt x="98805" y="271026"/>
                  </a:lnTo>
                  <a:lnTo>
                    <a:pt x="89823" y="271026"/>
                  </a:lnTo>
                  <a:lnTo>
                    <a:pt x="80840" y="271026"/>
                  </a:lnTo>
                  <a:lnTo>
                    <a:pt x="71858" y="271026"/>
                  </a:lnTo>
                  <a:lnTo>
                    <a:pt x="62876" y="271026"/>
                  </a:lnTo>
                  <a:lnTo>
                    <a:pt x="53893" y="271026"/>
                  </a:lnTo>
                  <a:lnTo>
                    <a:pt x="44911" y="271026"/>
                  </a:lnTo>
                  <a:lnTo>
                    <a:pt x="35929" y="271026"/>
                  </a:lnTo>
                  <a:lnTo>
                    <a:pt x="26946" y="271026"/>
                  </a:lnTo>
                  <a:lnTo>
                    <a:pt x="17964" y="271026"/>
                  </a:lnTo>
                  <a:lnTo>
                    <a:pt x="8982" y="271026"/>
                  </a:lnTo>
                  <a:lnTo>
                    <a:pt x="0" y="271026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813105" y="2200104"/>
              <a:ext cx="2308453" cy="267394"/>
            </a:xfrm>
            <a:custGeom>
              <a:avLst/>
              <a:pathLst>
                <a:path w="2308453" h="267394">
                  <a:moveTo>
                    <a:pt x="0" y="267394"/>
                  </a:moveTo>
                  <a:lnTo>
                    <a:pt x="8982" y="267115"/>
                  </a:lnTo>
                  <a:lnTo>
                    <a:pt x="17964" y="266855"/>
                  </a:lnTo>
                  <a:lnTo>
                    <a:pt x="26946" y="266632"/>
                  </a:lnTo>
                  <a:lnTo>
                    <a:pt x="35929" y="266462"/>
                  </a:lnTo>
                  <a:lnTo>
                    <a:pt x="44911" y="266355"/>
                  </a:lnTo>
                  <a:lnTo>
                    <a:pt x="53893" y="266312"/>
                  </a:lnTo>
                  <a:lnTo>
                    <a:pt x="62876" y="266320"/>
                  </a:lnTo>
                  <a:lnTo>
                    <a:pt x="71858" y="266360"/>
                  </a:lnTo>
                  <a:lnTo>
                    <a:pt x="80840" y="266402"/>
                  </a:lnTo>
                  <a:lnTo>
                    <a:pt x="89823" y="266410"/>
                  </a:lnTo>
                  <a:lnTo>
                    <a:pt x="98805" y="266351"/>
                  </a:lnTo>
                  <a:lnTo>
                    <a:pt x="107787" y="266191"/>
                  </a:lnTo>
                  <a:lnTo>
                    <a:pt x="116770" y="265912"/>
                  </a:lnTo>
                  <a:lnTo>
                    <a:pt x="125752" y="265517"/>
                  </a:lnTo>
                  <a:lnTo>
                    <a:pt x="134734" y="265016"/>
                  </a:lnTo>
                  <a:lnTo>
                    <a:pt x="143716" y="264436"/>
                  </a:lnTo>
                  <a:lnTo>
                    <a:pt x="152699" y="263808"/>
                  </a:lnTo>
                  <a:lnTo>
                    <a:pt x="161681" y="263170"/>
                  </a:lnTo>
                  <a:lnTo>
                    <a:pt x="170663" y="262559"/>
                  </a:lnTo>
                  <a:lnTo>
                    <a:pt x="179646" y="262007"/>
                  </a:lnTo>
                  <a:lnTo>
                    <a:pt x="188628" y="261539"/>
                  </a:lnTo>
                  <a:lnTo>
                    <a:pt x="197610" y="261168"/>
                  </a:lnTo>
                  <a:lnTo>
                    <a:pt x="206593" y="260892"/>
                  </a:lnTo>
                  <a:lnTo>
                    <a:pt x="215575" y="260697"/>
                  </a:lnTo>
                  <a:lnTo>
                    <a:pt x="224557" y="260560"/>
                  </a:lnTo>
                  <a:lnTo>
                    <a:pt x="233540" y="260447"/>
                  </a:lnTo>
                  <a:lnTo>
                    <a:pt x="242522" y="260314"/>
                  </a:lnTo>
                  <a:lnTo>
                    <a:pt x="251504" y="260124"/>
                  </a:lnTo>
                  <a:lnTo>
                    <a:pt x="260486" y="259843"/>
                  </a:lnTo>
                  <a:lnTo>
                    <a:pt x="269469" y="259446"/>
                  </a:lnTo>
                  <a:lnTo>
                    <a:pt x="278451" y="258912"/>
                  </a:lnTo>
                  <a:lnTo>
                    <a:pt x="287433" y="258229"/>
                  </a:lnTo>
                  <a:lnTo>
                    <a:pt x="296416" y="257386"/>
                  </a:lnTo>
                  <a:lnTo>
                    <a:pt x="305398" y="256376"/>
                  </a:lnTo>
                  <a:lnTo>
                    <a:pt x="314380" y="255195"/>
                  </a:lnTo>
                  <a:lnTo>
                    <a:pt x="323363" y="253842"/>
                  </a:lnTo>
                  <a:lnTo>
                    <a:pt x="332345" y="252320"/>
                  </a:lnTo>
                  <a:lnTo>
                    <a:pt x="341327" y="250642"/>
                  </a:lnTo>
                  <a:lnTo>
                    <a:pt x="350310" y="248831"/>
                  </a:lnTo>
                  <a:lnTo>
                    <a:pt x="359292" y="246924"/>
                  </a:lnTo>
                  <a:lnTo>
                    <a:pt x="368274" y="244976"/>
                  </a:lnTo>
                  <a:lnTo>
                    <a:pt x="377256" y="243055"/>
                  </a:lnTo>
                  <a:lnTo>
                    <a:pt x="386239" y="241220"/>
                  </a:lnTo>
                  <a:lnTo>
                    <a:pt x="395221" y="239518"/>
                  </a:lnTo>
                  <a:lnTo>
                    <a:pt x="404203" y="237974"/>
                  </a:lnTo>
                  <a:lnTo>
                    <a:pt x="413186" y="236584"/>
                  </a:lnTo>
                  <a:lnTo>
                    <a:pt x="422168" y="235319"/>
                  </a:lnTo>
                  <a:lnTo>
                    <a:pt x="431150" y="234129"/>
                  </a:lnTo>
                  <a:lnTo>
                    <a:pt x="440133" y="232954"/>
                  </a:lnTo>
                  <a:lnTo>
                    <a:pt x="449115" y="231741"/>
                  </a:lnTo>
                  <a:lnTo>
                    <a:pt x="458097" y="230454"/>
                  </a:lnTo>
                  <a:lnTo>
                    <a:pt x="467080" y="229085"/>
                  </a:lnTo>
                  <a:lnTo>
                    <a:pt x="476062" y="227655"/>
                  </a:lnTo>
                  <a:lnTo>
                    <a:pt x="485044" y="226212"/>
                  </a:lnTo>
                  <a:lnTo>
                    <a:pt x="494027" y="224827"/>
                  </a:lnTo>
                  <a:lnTo>
                    <a:pt x="503009" y="223564"/>
                  </a:lnTo>
                  <a:lnTo>
                    <a:pt x="511991" y="222464"/>
                  </a:lnTo>
                  <a:lnTo>
                    <a:pt x="520973" y="221543"/>
                  </a:lnTo>
                  <a:lnTo>
                    <a:pt x="529956" y="220783"/>
                  </a:lnTo>
                  <a:lnTo>
                    <a:pt x="538938" y="220133"/>
                  </a:lnTo>
                  <a:lnTo>
                    <a:pt x="547920" y="219517"/>
                  </a:lnTo>
                  <a:lnTo>
                    <a:pt x="556903" y="218833"/>
                  </a:lnTo>
                  <a:lnTo>
                    <a:pt x="565885" y="217971"/>
                  </a:lnTo>
                  <a:lnTo>
                    <a:pt x="574867" y="216817"/>
                  </a:lnTo>
                  <a:lnTo>
                    <a:pt x="583850" y="215265"/>
                  </a:lnTo>
                  <a:lnTo>
                    <a:pt x="592832" y="213228"/>
                  </a:lnTo>
                  <a:lnTo>
                    <a:pt x="601814" y="210644"/>
                  </a:lnTo>
                  <a:lnTo>
                    <a:pt x="610797" y="207484"/>
                  </a:lnTo>
                  <a:lnTo>
                    <a:pt x="619779" y="203729"/>
                  </a:lnTo>
                  <a:lnTo>
                    <a:pt x="628761" y="199452"/>
                  </a:lnTo>
                  <a:lnTo>
                    <a:pt x="637743" y="194754"/>
                  </a:lnTo>
                  <a:lnTo>
                    <a:pt x="646726" y="189737"/>
                  </a:lnTo>
                  <a:lnTo>
                    <a:pt x="655708" y="184514"/>
                  </a:lnTo>
                  <a:lnTo>
                    <a:pt x="664690" y="179192"/>
                  </a:lnTo>
                  <a:lnTo>
                    <a:pt x="673673" y="173866"/>
                  </a:lnTo>
                  <a:lnTo>
                    <a:pt x="682655" y="168616"/>
                  </a:lnTo>
                  <a:lnTo>
                    <a:pt x="691637" y="163502"/>
                  </a:lnTo>
                  <a:lnTo>
                    <a:pt x="700620" y="158568"/>
                  </a:lnTo>
                  <a:lnTo>
                    <a:pt x="709602" y="153837"/>
                  </a:lnTo>
                  <a:lnTo>
                    <a:pt x="718584" y="149317"/>
                  </a:lnTo>
                  <a:lnTo>
                    <a:pt x="727567" y="144991"/>
                  </a:lnTo>
                  <a:lnTo>
                    <a:pt x="736549" y="140822"/>
                  </a:lnTo>
                  <a:lnTo>
                    <a:pt x="745531" y="136747"/>
                  </a:lnTo>
                  <a:lnTo>
                    <a:pt x="754513" y="132673"/>
                  </a:lnTo>
                  <a:lnTo>
                    <a:pt x="763496" y="128512"/>
                  </a:lnTo>
                  <a:lnTo>
                    <a:pt x="772478" y="124197"/>
                  </a:lnTo>
                  <a:lnTo>
                    <a:pt x="781460" y="119699"/>
                  </a:lnTo>
                  <a:lnTo>
                    <a:pt x="790443" y="115038"/>
                  </a:lnTo>
                  <a:lnTo>
                    <a:pt x="799425" y="110282"/>
                  </a:lnTo>
                  <a:lnTo>
                    <a:pt x="808407" y="105538"/>
                  </a:lnTo>
                  <a:lnTo>
                    <a:pt x="817390" y="100932"/>
                  </a:lnTo>
                  <a:lnTo>
                    <a:pt x="826372" y="96581"/>
                  </a:lnTo>
                  <a:lnTo>
                    <a:pt x="835354" y="92577"/>
                  </a:lnTo>
                  <a:lnTo>
                    <a:pt x="844337" y="88963"/>
                  </a:lnTo>
                  <a:lnTo>
                    <a:pt x="853319" y="85739"/>
                  </a:lnTo>
                  <a:lnTo>
                    <a:pt x="862301" y="82867"/>
                  </a:lnTo>
                  <a:lnTo>
                    <a:pt x="871283" y="80295"/>
                  </a:lnTo>
                  <a:lnTo>
                    <a:pt x="880266" y="77968"/>
                  </a:lnTo>
                  <a:lnTo>
                    <a:pt x="889248" y="75828"/>
                  </a:lnTo>
                  <a:lnTo>
                    <a:pt x="898230" y="73846"/>
                  </a:lnTo>
                  <a:lnTo>
                    <a:pt x="907213" y="71997"/>
                  </a:lnTo>
                  <a:lnTo>
                    <a:pt x="916195" y="70246"/>
                  </a:lnTo>
                  <a:lnTo>
                    <a:pt x="925177" y="68536"/>
                  </a:lnTo>
                  <a:lnTo>
                    <a:pt x="934160" y="66791"/>
                  </a:lnTo>
                  <a:lnTo>
                    <a:pt x="943142" y="64912"/>
                  </a:lnTo>
                  <a:lnTo>
                    <a:pt x="952124" y="62796"/>
                  </a:lnTo>
                  <a:lnTo>
                    <a:pt x="961107" y="60352"/>
                  </a:lnTo>
                  <a:lnTo>
                    <a:pt x="970089" y="57520"/>
                  </a:lnTo>
                  <a:lnTo>
                    <a:pt x="979071" y="54287"/>
                  </a:lnTo>
                  <a:lnTo>
                    <a:pt x="988054" y="50699"/>
                  </a:lnTo>
                  <a:lnTo>
                    <a:pt x="997036" y="46861"/>
                  </a:lnTo>
                  <a:lnTo>
                    <a:pt x="1006018" y="42943"/>
                  </a:lnTo>
                  <a:lnTo>
                    <a:pt x="1015000" y="39154"/>
                  </a:lnTo>
                  <a:lnTo>
                    <a:pt x="1023983" y="35673"/>
                  </a:lnTo>
                  <a:lnTo>
                    <a:pt x="1032965" y="32641"/>
                  </a:lnTo>
                  <a:lnTo>
                    <a:pt x="1041947" y="30137"/>
                  </a:lnTo>
                  <a:lnTo>
                    <a:pt x="1050930" y="28165"/>
                  </a:lnTo>
                  <a:lnTo>
                    <a:pt x="1059912" y="26658"/>
                  </a:lnTo>
                  <a:lnTo>
                    <a:pt x="1068894" y="25492"/>
                  </a:lnTo>
                  <a:lnTo>
                    <a:pt x="1077877" y="24514"/>
                  </a:lnTo>
                  <a:lnTo>
                    <a:pt x="1086859" y="23570"/>
                  </a:lnTo>
                  <a:lnTo>
                    <a:pt x="1095841" y="22536"/>
                  </a:lnTo>
                  <a:lnTo>
                    <a:pt x="1104824" y="21335"/>
                  </a:lnTo>
                  <a:lnTo>
                    <a:pt x="1113806" y="19951"/>
                  </a:lnTo>
                  <a:lnTo>
                    <a:pt x="1122788" y="18417"/>
                  </a:lnTo>
                  <a:lnTo>
                    <a:pt x="1131770" y="16802"/>
                  </a:lnTo>
                  <a:lnTo>
                    <a:pt x="1140753" y="15195"/>
                  </a:lnTo>
                  <a:lnTo>
                    <a:pt x="1149735" y="13650"/>
                  </a:lnTo>
                  <a:lnTo>
                    <a:pt x="1158717" y="12187"/>
                  </a:lnTo>
                  <a:lnTo>
                    <a:pt x="1167700" y="10788"/>
                  </a:lnTo>
                  <a:lnTo>
                    <a:pt x="1176682" y="9410"/>
                  </a:lnTo>
                  <a:lnTo>
                    <a:pt x="1185664" y="8001"/>
                  </a:lnTo>
                  <a:lnTo>
                    <a:pt x="1194647" y="6526"/>
                  </a:lnTo>
                  <a:lnTo>
                    <a:pt x="1203629" y="4988"/>
                  </a:lnTo>
                  <a:lnTo>
                    <a:pt x="1212611" y="3443"/>
                  </a:lnTo>
                  <a:lnTo>
                    <a:pt x="1221594" y="2005"/>
                  </a:lnTo>
                  <a:lnTo>
                    <a:pt x="1230576" y="833"/>
                  </a:lnTo>
                  <a:lnTo>
                    <a:pt x="1239558" y="108"/>
                  </a:lnTo>
                  <a:lnTo>
                    <a:pt x="1248540" y="0"/>
                  </a:lnTo>
                  <a:lnTo>
                    <a:pt x="1257523" y="674"/>
                  </a:lnTo>
                  <a:lnTo>
                    <a:pt x="1266505" y="2146"/>
                  </a:lnTo>
                  <a:lnTo>
                    <a:pt x="1275487" y="4333"/>
                  </a:lnTo>
                  <a:lnTo>
                    <a:pt x="1284470" y="7098"/>
                  </a:lnTo>
                  <a:lnTo>
                    <a:pt x="1293452" y="10255"/>
                  </a:lnTo>
                  <a:lnTo>
                    <a:pt x="1302434" y="13604"/>
                  </a:lnTo>
                  <a:lnTo>
                    <a:pt x="1311417" y="16955"/>
                  </a:lnTo>
                  <a:lnTo>
                    <a:pt x="1320399" y="20154"/>
                  </a:lnTo>
                  <a:lnTo>
                    <a:pt x="1329381" y="23098"/>
                  </a:lnTo>
                  <a:lnTo>
                    <a:pt x="1338364" y="25731"/>
                  </a:lnTo>
                  <a:lnTo>
                    <a:pt x="1347346" y="28047"/>
                  </a:lnTo>
                  <a:lnTo>
                    <a:pt x="1356328" y="30072"/>
                  </a:lnTo>
                  <a:lnTo>
                    <a:pt x="1365310" y="31856"/>
                  </a:lnTo>
                  <a:lnTo>
                    <a:pt x="1374293" y="33460"/>
                  </a:lnTo>
                  <a:lnTo>
                    <a:pt x="1383275" y="34948"/>
                  </a:lnTo>
                  <a:lnTo>
                    <a:pt x="1392257" y="36392"/>
                  </a:lnTo>
                  <a:lnTo>
                    <a:pt x="1401240" y="37861"/>
                  </a:lnTo>
                  <a:lnTo>
                    <a:pt x="1410222" y="39418"/>
                  </a:lnTo>
                  <a:lnTo>
                    <a:pt x="1419204" y="41127"/>
                  </a:lnTo>
                  <a:lnTo>
                    <a:pt x="1428187" y="43047"/>
                  </a:lnTo>
                  <a:lnTo>
                    <a:pt x="1437169" y="45228"/>
                  </a:lnTo>
                  <a:lnTo>
                    <a:pt x="1446151" y="47706"/>
                  </a:lnTo>
                  <a:lnTo>
                    <a:pt x="1455134" y="50495"/>
                  </a:lnTo>
                  <a:lnTo>
                    <a:pt x="1464116" y="53591"/>
                  </a:lnTo>
                  <a:lnTo>
                    <a:pt x="1473098" y="56967"/>
                  </a:lnTo>
                  <a:lnTo>
                    <a:pt x="1482081" y="60584"/>
                  </a:lnTo>
                  <a:lnTo>
                    <a:pt x="1491063" y="64394"/>
                  </a:lnTo>
                  <a:lnTo>
                    <a:pt x="1500045" y="68349"/>
                  </a:lnTo>
                  <a:lnTo>
                    <a:pt x="1509027" y="72410"/>
                  </a:lnTo>
                  <a:lnTo>
                    <a:pt x="1518010" y="76548"/>
                  </a:lnTo>
                  <a:lnTo>
                    <a:pt x="1526992" y="80746"/>
                  </a:lnTo>
                  <a:lnTo>
                    <a:pt x="1535974" y="85002"/>
                  </a:lnTo>
                  <a:lnTo>
                    <a:pt x="1544957" y="89321"/>
                  </a:lnTo>
                  <a:lnTo>
                    <a:pt x="1553939" y="93707"/>
                  </a:lnTo>
                  <a:lnTo>
                    <a:pt x="1562921" y="98156"/>
                  </a:lnTo>
                  <a:lnTo>
                    <a:pt x="1571904" y="102654"/>
                  </a:lnTo>
                  <a:lnTo>
                    <a:pt x="1580886" y="107171"/>
                  </a:lnTo>
                  <a:lnTo>
                    <a:pt x="1589868" y="111662"/>
                  </a:lnTo>
                  <a:lnTo>
                    <a:pt x="1598851" y="116083"/>
                  </a:lnTo>
                  <a:lnTo>
                    <a:pt x="1607833" y="120389"/>
                  </a:lnTo>
                  <a:lnTo>
                    <a:pt x="1616815" y="124554"/>
                  </a:lnTo>
                  <a:lnTo>
                    <a:pt x="1625797" y="128573"/>
                  </a:lnTo>
                  <a:lnTo>
                    <a:pt x="1634780" y="132469"/>
                  </a:lnTo>
                  <a:lnTo>
                    <a:pt x="1643762" y="136285"/>
                  </a:lnTo>
                  <a:lnTo>
                    <a:pt x="1652744" y="140080"/>
                  </a:lnTo>
                  <a:lnTo>
                    <a:pt x="1661727" y="143889"/>
                  </a:lnTo>
                  <a:lnTo>
                    <a:pt x="1670709" y="147716"/>
                  </a:lnTo>
                  <a:lnTo>
                    <a:pt x="1679691" y="151527"/>
                  </a:lnTo>
                  <a:lnTo>
                    <a:pt x="1688674" y="155250"/>
                  </a:lnTo>
                  <a:lnTo>
                    <a:pt x="1697656" y="158796"/>
                  </a:lnTo>
                  <a:lnTo>
                    <a:pt x="1706638" y="162077"/>
                  </a:lnTo>
                  <a:lnTo>
                    <a:pt x="1715621" y="165030"/>
                  </a:lnTo>
                  <a:lnTo>
                    <a:pt x="1724603" y="167645"/>
                  </a:lnTo>
                  <a:lnTo>
                    <a:pt x="1733585" y="169978"/>
                  </a:lnTo>
                  <a:lnTo>
                    <a:pt x="1742567" y="172147"/>
                  </a:lnTo>
                  <a:lnTo>
                    <a:pt x="1751550" y="174318"/>
                  </a:lnTo>
                  <a:lnTo>
                    <a:pt x="1760532" y="176683"/>
                  </a:lnTo>
                  <a:lnTo>
                    <a:pt x="1769514" y="179454"/>
                  </a:lnTo>
                  <a:lnTo>
                    <a:pt x="1778497" y="182733"/>
                  </a:lnTo>
                  <a:lnTo>
                    <a:pt x="1787479" y="186549"/>
                  </a:lnTo>
                  <a:lnTo>
                    <a:pt x="1796461" y="190858"/>
                  </a:lnTo>
                  <a:lnTo>
                    <a:pt x="1805444" y="195545"/>
                  </a:lnTo>
                  <a:lnTo>
                    <a:pt x="1814426" y="200451"/>
                  </a:lnTo>
                  <a:lnTo>
                    <a:pt x="1823408" y="205397"/>
                  </a:lnTo>
                  <a:lnTo>
                    <a:pt x="1832391" y="210207"/>
                  </a:lnTo>
                  <a:lnTo>
                    <a:pt x="1841373" y="214734"/>
                  </a:lnTo>
                  <a:lnTo>
                    <a:pt x="1850355" y="218867"/>
                  </a:lnTo>
                  <a:lnTo>
                    <a:pt x="1859337" y="222536"/>
                  </a:lnTo>
                  <a:lnTo>
                    <a:pt x="1868320" y="225715"/>
                  </a:lnTo>
                  <a:lnTo>
                    <a:pt x="1877302" y="228409"/>
                  </a:lnTo>
                  <a:lnTo>
                    <a:pt x="1886284" y="230646"/>
                  </a:lnTo>
                  <a:lnTo>
                    <a:pt x="1895267" y="232453"/>
                  </a:lnTo>
                  <a:lnTo>
                    <a:pt x="1904249" y="233904"/>
                  </a:lnTo>
                  <a:lnTo>
                    <a:pt x="1913231" y="235071"/>
                  </a:lnTo>
                  <a:lnTo>
                    <a:pt x="1922214" y="236022"/>
                  </a:lnTo>
                  <a:lnTo>
                    <a:pt x="1931196" y="236830"/>
                  </a:lnTo>
                  <a:lnTo>
                    <a:pt x="1940178" y="237571"/>
                  </a:lnTo>
                  <a:lnTo>
                    <a:pt x="1949161" y="238319"/>
                  </a:lnTo>
                  <a:lnTo>
                    <a:pt x="1958143" y="239143"/>
                  </a:lnTo>
                  <a:lnTo>
                    <a:pt x="1967125" y="240101"/>
                  </a:lnTo>
                  <a:lnTo>
                    <a:pt x="1976108" y="241233"/>
                  </a:lnTo>
                  <a:lnTo>
                    <a:pt x="1985090" y="242560"/>
                  </a:lnTo>
                  <a:lnTo>
                    <a:pt x="1994072" y="244082"/>
                  </a:lnTo>
                  <a:lnTo>
                    <a:pt x="2003054" y="245779"/>
                  </a:lnTo>
                  <a:lnTo>
                    <a:pt x="2012037" y="247616"/>
                  </a:lnTo>
                  <a:lnTo>
                    <a:pt x="2021019" y="249545"/>
                  </a:lnTo>
                  <a:lnTo>
                    <a:pt x="2030001" y="251504"/>
                  </a:lnTo>
                  <a:lnTo>
                    <a:pt x="2038984" y="253432"/>
                  </a:lnTo>
                  <a:lnTo>
                    <a:pt x="2047966" y="255275"/>
                  </a:lnTo>
                  <a:lnTo>
                    <a:pt x="2056948" y="256990"/>
                  </a:lnTo>
                  <a:lnTo>
                    <a:pt x="2065931" y="258545"/>
                  </a:lnTo>
                  <a:lnTo>
                    <a:pt x="2074913" y="259921"/>
                  </a:lnTo>
                  <a:lnTo>
                    <a:pt x="2083895" y="261111"/>
                  </a:lnTo>
                  <a:lnTo>
                    <a:pt x="2092878" y="262121"/>
                  </a:lnTo>
                  <a:lnTo>
                    <a:pt x="2101860" y="262966"/>
                  </a:lnTo>
                  <a:lnTo>
                    <a:pt x="2110842" y="263665"/>
                  </a:lnTo>
                  <a:lnTo>
                    <a:pt x="2119824" y="264240"/>
                  </a:lnTo>
                  <a:lnTo>
                    <a:pt x="2128807" y="264711"/>
                  </a:lnTo>
                  <a:lnTo>
                    <a:pt x="2137789" y="265097"/>
                  </a:lnTo>
                  <a:lnTo>
                    <a:pt x="2146771" y="265409"/>
                  </a:lnTo>
                  <a:lnTo>
                    <a:pt x="2155754" y="265658"/>
                  </a:lnTo>
                  <a:lnTo>
                    <a:pt x="2164736" y="265854"/>
                  </a:lnTo>
                  <a:lnTo>
                    <a:pt x="2173718" y="266001"/>
                  </a:lnTo>
                  <a:lnTo>
                    <a:pt x="2182701" y="266104"/>
                  </a:lnTo>
                  <a:lnTo>
                    <a:pt x="2191683" y="266166"/>
                  </a:lnTo>
                  <a:lnTo>
                    <a:pt x="2200665" y="266192"/>
                  </a:lnTo>
                  <a:lnTo>
                    <a:pt x="2209648" y="266187"/>
                  </a:lnTo>
                  <a:lnTo>
                    <a:pt x="2218630" y="266158"/>
                  </a:lnTo>
                  <a:lnTo>
                    <a:pt x="2227612" y="266115"/>
                  </a:lnTo>
                  <a:lnTo>
                    <a:pt x="2236594" y="266069"/>
                  </a:lnTo>
                  <a:lnTo>
                    <a:pt x="2245577" y="266036"/>
                  </a:lnTo>
                  <a:lnTo>
                    <a:pt x="2254559" y="266031"/>
                  </a:lnTo>
                  <a:lnTo>
                    <a:pt x="2263541" y="266072"/>
                  </a:lnTo>
                  <a:lnTo>
                    <a:pt x="2272524" y="266174"/>
                  </a:lnTo>
                  <a:lnTo>
                    <a:pt x="2281506" y="266355"/>
                  </a:lnTo>
                  <a:lnTo>
                    <a:pt x="2290488" y="266615"/>
                  </a:lnTo>
                  <a:lnTo>
                    <a:pt x="2299471" y="266950"/>
                  </a:lnTo>
                  <a:lnTo>
                    <a:pt x="2308453" y="267347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3286203" y="2363196"/>
              <a:ext cx="1104824" cy="573261"/>
            </a:xfrm>
            <a:custGeom>
              <a:avLst/>
              <a:pathLst>
                <a:path w="1104824" h="573261">
                  <a:moveTo>
                    <a:pt x="0" y="569213"/>
                  </a:moveTo>
                  <a:lnTo>
                    <a:pt x="8982" y="568390"/>
                  </a:lnTo>
                  <a:lnTo>
                    <a:pt x="17964" y="567337"/>
                  </a:lnTo>
                  <a:lnTo>
                    <a:pt x="26946" y="566041"/>
                  </a:lnTo>
                  <a:lnTo>
                    <a:pt x="35929" y="564490"/>
                  </a:lnTo>
                  <a:lnTo>
                    <a:pt x="44911" y="562667"/>
                  </a:lnTo>
                  <a:lnTo>
                    <a:pt x="53893" y="560577"/>
                  </a:lnTo>
                  <a:lnTo>
                    <a:pt x="62876" y="558197"/>
                  </a:lnTo>
                  <a:lnTo>
                    <a:pt x="71858" y="555493"/>
                  </a:lnTo>
                  <a:lnTo>
                    <a:pt x="80840" y="552418"/>
                  </a:lnTo>
                  <a:lnTo>
                    <a:pt x="89823" y="548920"/>
                  </a:lnTo>
                  <a:lnTo>
                    <a:pt x="98805" y="544945"/>
                  </a:lnTo>
                  <a:lnTo>
                    <a:pt x="107787" y="540449"/>
                  </a:lnTo>
                  <a:lnTo>
                    <a:pt x="116770" y="535401"/>
                  </a:lnTo>
                  <a:lnTo>
                    <a:pt x="125752" y="529791"/>
                  </a:lnTo>
                  <a:lnTo>
                    <a:pt x="134734" y="523628"/>
                  </a:lnTo>
                  <a:lnTo>
                    <a:pt x="143716" y="516938"/>
                  </a:lnTo>
                  <a:lnTo>
                    <a:pt x="152699" y="509752"/>
                  </a:lnTo>
                  <a:lnTo>
                    <a:pt x="161681" y="502096"/>
                  </a:lnTo>
                  <a:lnTo>
                    <a:pt x="170663" y="493952"/>
                  </a:lnTo>
                  <a:lnTo>
                    <a:pt x="179646" y="485337"/>
                  </a:lnTo>
                  <a:lnTo>
                    <a:pt x="188628" y="476207"/>
                  </a:lnTo>
                  <a:lnTo>
                    <a:pt x="197610" y="466495"/>
                  </a:lnTo>
                  <a:lnTo>
                    <a:pt x="206593" y="456127"/>
                  </a:lnTo>
                  <a:lnTo>
                    <a:pt x="215575" y="445035"/>
                  </a:lnTo>
                  <a:lnTo>
                    <a:pt x="224557" y="433174"/>
                  </a:lnTo>
                  <a:lnTo>
                    <a:pt x="233540" y="420536"/>
                  </a:lnTo>
                  <a:lnTo>
                    <a:pt x="242522" y="407156"/>
                  </a:lnTo>
                  <a:lnTo>
                    <a:pt x="251504" y="393109"/>
                  </a:lnTo>
                  <a:lnTo>
                    <a:pt x="260486" y="378508"/>
                  </a:lnTo>
                  <a:lnTo>
                    <a:pt x="269469" y="363485"/>
                  </a:lnTo>
                  <a:lnTo>
                    <a:pt x="278451" y="348182"/>
                  </a:lnTo>
                  <a:lnTo>
                    <a:pt x="287433" y="332728"/>
                  </a:lnTo>
                  <a:lnTo>
                    <a:pt x="296416" y="317237"/>
                  </a:lnTo>
                  <a:lnTo>
                    <a:pt x="305398" y="301791"/>
                  </a:lnTo>
                  <a:lnTo>
                    <a:pt x="314380" y="286424"/>
                  </a:lnTo>
                  <a:lnTo>
                    <a:pt x="323363" y="271132"/>
                  </a:lnTo>
                  <a:lnTo>
                    <a:pt x="332345" y="255883"/>
                  </a:lnTo>
                  <a:lnTo>
                    <a:pt x="341327" y="240620"/>
                  </a:lnTo>
                  <a:lnTo>
                    <a:pt x="350310" y="225278"/>
                  </a:lnTo>
                  <a:lnTo>
                    <a:pt x="359292" y="209799"/>
                  </a:lnTo>
                  <a:lnTo>
                    <a:pt x="368274" y="194148"/>
                  </a:lnTo>
                  <a:lnTo>
                    <a:pt x="377256" y="178328"/>
                  </a:lnTo>
                  <a:lnTo>
                    <a:pt x="386239" y="162391"/>
                  </a:lnTo>
                  <a:lnTo>
                    <a:pt x="395221" y="146440"/>
                  </a:lnTo>
                  <a:lnTo>
                    <a:pt x="404203" y="130624"/>
                  </a:lnTo>
                  <a:lnTo>
                    <a:pt x="413186" y="115127"/>
                  </a:lnTo>
                  <a:lnTo>
                    <a:pt x="422168" y="100189"/>
                  </a:lnTo>
                  <a:lnTo>
                    <a:pt x="431150" y="86009"/>
                  </a:lnTo>
                  <a:lnTo>
                    <a:pt x="440133" y="72735"/>
                  </a:lnTo>
                  <a:lnTo>
                    <a:pt x="449115" y="60488"/>
                  </a:lnTo>
                  <a:lnTo>
                    <a:pt x="458097" y="49344"/>
                  </a:lnTo>
                  <a:lnTo>
                    <a:pt x="467080" y="39333"/>
                  </a:lnTo>
                  <a:lnTo>
                    <a:pt x="476062" y="30451"/>
                  </a:lnTo>
                  <a:lnTo>
                    <a:pt x="485044" y="22673"/>
                  </a:lnTo>
                  <a:lnTo>
                    <a:pt x="494027" y="15971"/>
                  </a:lnTo>
                  <a:lnTo>
                    <a:pt x="503009" y="10344"/>
                  </a:lnTo>
                  <a:lnTo>
                    <a:pt x="511991" y="5824"/>
                  </a:lnTo>
                  <a:lnTo>
                    <a:pt x="520973" y="2498"/>
                  </a:lnTo>
                  <a:lnTo>
                    <a:pt x="529956" y="499"/>
                  </a:lnTo>
                  <a:lnTo>
                    <a:pt x="538938" y="0"/>
                  </a:lnTo>
                  <a:lnTo>
                    <a:pt x="547920" y="1262"/>
                  </a:lnTo>
                  <a:lnTo>
                    <a:pt x="556903" y="4475"/>
                  </a:lnTo>
                  <a:lnTo>
                    <a:pt x="565885" y="9679"/>
                  </a:lnTo>
                  <a:lnTo>
                    <a:pt x="574867" y="16920"/>
                  </a:lnTo>
                  <a:lnTo>
                    <a:pt x="583850" y="26175"/>
                  </a:lnTo>
                  <a:lnTo>
                    <a:pt x="592832" y="37353"/>
                  </a:lnTo>
                  <a:lnTo>
                    <a:pt x="601814" y="50308"/>
                  </a:lnTo>
                  <a:lnTo>
                    <a:pt x="610797" y="64841"/>
                  </a:lnTo>
                  <a:lnTo>
                    <a:pt x="619779" y="80715"/>
                  </a:lnTo>
                  <a:lnTo>
                    <a:pt x="628761" y="97656"/>
                  </a:lnTo>
                  <a:lnTo>
                    <a:pt x="637743" y="115367"/>
                  </a:lnTo>
                  <a:lnTo>
                    <a:pt x="646726" y="133533"/>
                  </a:lnTo>
                  <a:lnTo>
                    <a:pt x="655708" y="151846"/>
                  </a:lnTo>
                  <a:lnTo>
                    <a:pt x="664690" y="170026"/>
                  </a:lnTo>
                  <a:lnTo>
                    <a:pt x="673673" y="187839"/>
                  </a:lnTo>
                  <a:lnTo>
                    <a:pt x="682655" y="205126"/>
                  </a:lnTo>
                  <a:lnTo>
                    <a:pt x="691637" y="221893"/>
                  </a:lnTo>
                  <a:lnTo>
                    <a:pt x="700620" y="238217"/>
                  </a:lnTo>
                  <a:lnTo>
                    <a:pt x="709602" y="254239"/>
                  </a:lnTo>
                  <a:lnTo>
                    <a:pt x="718584" y="270132"/>
                  </a:lnTo>
                  <a:lnTo>
                    <a:pt x="727567" y="286059"/>
                  </a:lnTo>
                  <a:lnTo>
                    <a:pt x="736549" y="302141"/>
                  </a:lnTo>
                  <a:lnTo>
                    <a:pt x="745531" y="318426"/>
                  </a:lnTo>
                  <a:lnTo>
                    <a:pt x="754513" y="334883"/>
                  </a:lnTo>
                  <a:lnTo>
                    <a:pt x="763496" y="351402"/>
                  </a:lnTo>
                  <a:lnTo>
                    <a:pt x="772478" y="367810"/>
                  </a:lnTo>
                  <a:lnTo>
                    <a:pt x="781460" y="383896"/>
                  </a:lnTo>
                  <a:lnTo>
                    <a:pt x="790443" y="399439"/>
                  </a:lnTo>
                  <a:lnTo>
                    <a:pt x="799425" y="414223"/>
                  </a:lnTo>
                  <a:lnTo>
                    <a:pt x="808407" y="428004"/>
                  </a:lnTo>
                  <a:lnTo>
                    <a:pt x="817390" y="440729"/>
                  </a:lnTo>
                  <a:lnTo>
                    <a:pt x="826372" y="452346"/>
                  </a:lnTo>
                  <a:lnTo>
                    <a:pt x="835354" y="462856"/>
                  </a:lnTo>
                  <a:lnTo>
                    <a:pt x="844337" y="472308"/>
                  </a:lnTo>
                  <a:lnTo>
                    <a:pt x="853319" y="480786"/>
                  </a:lnTo>
                  <a:lnTo>
                    <a:pt x="862301" y="488404"/>
                  </a:lnTo>
                  <a:lnTo>
                    <a:pt x="871283" y="495288"/>
                  </a:lnTo>
                  <a:lnTo>
                    <a:pt x="880266" y="501567"/>
                  </a:lnTo>
                  <a:lnTo>
                    <a:pt x="889248" y="507361"/>
                  </a:lnTo>
                  <a:lnTo>
                    <a:pt x="898230" y="512770"/>
                  </a:lnTo>
                  <a:lnTo>
                    <a:pt x="907213" y="517871"/>
                  </a:lnTo>
                  <a:lnTo>
                    <a:pt x="916195" y="522710"/>
                  </a:lnTo>
                  <a:lnTo>
                    <a:pt x="925177" y="527308"/>
                  </a:lnTo>
                  <a:lnTo>
                    <a:pt x="934160" y="531643"/>
                  </a:lnTo>
                  <a:lnTo>
                    <a:pt x="943142" y="535715"/>
                  </a:lnTo>
                  <a:lnTo>
                    <a:pt x="952124" y="539505"/>
                  </a:lnTo>
                  <a:lnTo>
                    <a:pt x="961107" y="543001"/>
                  </a:lnTo>
                  <a:lnTo>
                    <a:pt x="970089" y="546193"/>
                  </a:lnTo>
                  <a:lnTo>
                    <a:pt x="979071" y="549087"/>
                  </a:lnTo>
                  <a:lnTo>
                    <a:pt x="988054" y="551692"/>
                  </a:lnTo>
                  <a:lnTo>
                    <a:pt x="997036" y="554029"/>
                  </a:lnTo>
                  <a:lnTo>
                    <a:pt x="1006018" y="556122"/>
                  </a:lnTo>
                  <a:lnTo>
                    <a:pt x="1015000" y="557998"/>
                  </a:lnTo>
                  <a:lnTo>
                    <a:pt x="1023983" y="559683"/>
                  </a:lnTo>
                  <a:lnTo>
                    <a:pt x="1032965" y="561205"/>
                  </a:lnTo>
                  <a:lnTo>
                    <a:pt x="1041947" y="562587"/>
                  </a:lnTo>
                  <a:lnTo>
                    <a:pt x="1050930" y="563849"/>
                  </a:lnTo>
                  <a:lnTo>
                    <a:pt x="1059912" y="565001"/>
                  </a:lnTo>
                  <a:lnTo>
                    <a:pt x="1068894" y="566056"/>
                  </a:lnTo>
                  <a:lnTo>
                    <a:pt x="1077877" y="567020"/>
                  </a:lnTo>
                  <a:lnTo>
                    <a:pt x="1086859" y="567896"/>
                  </a:lnTo>
                  <a:lnTo>
                    <a:pt x="1095841" y="568682"/>
                  </a:lnTo>
                  <a:lnTo>
                    <a:pt x="1104824" y="569381"/>
                  </a:lnTo>
                  <a:lnTo>
                    <a:pt x="1104824" y="573261"/>
                  </a:lnTo>
                  <a:lnTo>
                    <a:pt x="1095841" y="573261"/>
                  </a:lnTo>
                  <a:lnTo>
                    <a:pt x="1086859" y="573261"/>
                  </a:lnTo>
                  <a:lnTo>
                    <a:pt x="1077877" y="573261"/>
                  </a:lnTo>
                  <a:lnTo>
                    <a:pt x="1068894" y="573261"/>
                  </a:lnTo>
                  <a:lnTo>
                    <a:pt x="1059912" y="573261"/>
                  </a:lnTo>
                  <a:lnTo>
                    <a:pt x="1050930" y="573261"/>
                  </a:lnTo>
                  <a:lnTo>
                    <a:pt x="1041947" y="573261"/>
                  </a:lnTo>
                  <a:lnTo>
                    <a:pt x="1032965" y="573261"/>
                  </a:lnTo>
                  <a:lnTo>
                    <a:pt x="1023983" y="573261"/>
                  </a:lnTo>
                  <a:lnTo>
                    <a:pt x="1015000" y="573261"/>
                  </a:lnTo>
                  <a:lnTo>
                    <a:pt x="1006018" y="573261"/>
                  </a:lnTo>
                  <a:lnTo>
                    <a:pt x="997036" y="573261"/>
                  </a:lnTo>
                  <a:lnTo>
                    <a:pt x="988054" y="573261"/>
                  </a:lnTo>
                  <a:lnTo>
                    <a:pt x="979071" y="573261"/>
                  </a:lnTo>
                  <a:lnTo>
                    <a:pt x="970089" y="573261"/>
                  </a:lnTo>
                  <a:lnTo>
                    <a:pt x="961107" y="573261"/>
                  </a:lnTo>
                  <a:lnTo>
                    <a:pt x="952124" y="573261"/>
                  </a:lnTo>
                  <a:lnTo>
                    <a:pt x="943142" y="573261"/>
                  </a:lnTo>
                  <a:lnTo>
                    <a:pt x="934160" y="573261"/>
                  </a:lnTo>
                  <a:lnTo>
                    <a:pt x="925177" y="573261"/>
                  </a:lnTo>
                  <a:lnTo>
                    <a:pt x="916195" y="573261"/>
                  </a:lnTo>
                  <a:lnTo>
                    <a:pt x="907213" y="573261"/>
                  </a:lnTo>
                  <a:lnTo>
                    <a:pt x="898230" y="573261"/>
                  </a:lnTo>
                  <a:lnTo>
                    <a:pt x="889248" y="573261"/>
                  </a:lnTo>
                  <a:lnTo>
                    <a:pt x="880266" y="573261"/>
                  </a:lnTo>
                  <a:lnTo>
                    <a:pt x="871283" y="573261"/>
                  </a:lnTo>
                  <a:lnTo>
                    <a:pt x="862301" y="573261"/>
                  </a:lnTo>
                  <a:lnTo>
                    <a:pt x="853319" y="573261"/>
                  </a:lnTo>
                  <a:lnTo>
                    <a:pt x="844337" y="573261"/>
                  </a:lnTo>
                  <a:lnTo>
                    <a:pt x="835354" y="573261"/>
                  </a:lnTo>
                  <a:lnTo>
                    <a:pt x="826372" y="573261"/>
                  </a:lnTo>
                  <a:lnTo>
                    <a:pt x="817390" y="573261"/>
                  </a:lnTo>
                  <a:lnTo>
                    <a:pt x="808407" y="573261"/>
                  </a:lnTo>
                  <a:lnTo>
                    <a:pt x="799425" y="573261"/>
                  </a:lnTo>
                  <a:lnTo>
                    <a:pt x="790443" y="573261"/>
                  </a:lnTo>
                  <a:lnTo>
                    <a:pt x="781460" y="573261"/>
                  </a:lnTo>
                  <a:lnTo>
                    <a:pt x="772478" y="573261"/>
                  </a:lnTo>
                  <a:lnTo>
                    <a:pt x="763496" y="573261"/>
                  </a:lnTo>
                  <a:lnTo>
                    <a:pt x="754513" y="573261"/>
                  </a:lnTo>
                  <a:lnTo>
                    <a:pt x="745531" y="573261"/>
                  </a:lnTo>
                  <a:lnTo>
                    <a:pt x="736549" y="573261"/>
                  </a:lnTo>
                  <a:lnTo>
                    <a:pt x="727567" y="573261"/>
                  </a:lnTo>
                  <a:lnTo>
                    <a:pt x="718584" y="573261"/>
                  </a:lnTo>
                  <a:lnTo>
                    <a:pt x="709602" y="573261"/>
                  </a:lnTo>
                  <a:lnTo>
                    <a:pt x="700620" y="573261"/>
                  </a:lnTo>
                  <a:lnTo>
                    <a:pt x="691637" y="573261"/>
                  </a:lnTo>
                  <a:lnTo>
                    <a:pt x="682655" y="573261"/>
                  </a:lnTo>
                  <a:lnTo>
                    <a:pt x="673673" y="573261"/>
                  </a:lnTo>
                  <a:lnTo>
                    <a:pt x="664690" y="573261"/>
                  </a:lnTo>
                  <a:lnTo>
                    <a:pt x="655708" y="573261"/>
                  </a:lnTo>
                  <a:lnTo>
                    <a:pt x="646726" y="573261"/>
                  </a:lnTo>
                  <a:lnTo>
                    <a:pt x="637743" y="573261"/>
                  </a:lnTo>
                  <a:lnTo>
                    <a:pt x="628761" y="573261"/>
                  </a:lnTo>
                  <a:lnTo>
                    <a:pt x="619779" y="573261"/>
                  </a:lnTo>
                  <a:lnTo>
                    <a:pt x="610797" y="573261"/>
                  </a:lnTo>
                  <a:lnTo>
                    <a:pt x="601814" y="573261"/>
                  </a:lnTo>
                  <a:lnTo>
                    <a:pt x="592832" y="573261"/>
                  </a:lnTo>
                  <a:lnTo>
                    <a:pt x="583850" y="573261"/>
                  </a:lnTo>
                  <a:lnTo>
                    <a:pt x="574867" y="573261"/>
                  </a:lnTo>
                  <a:lnTo>
                    <a:pt x="565885" y="573261"/>
                  </a:lnTo>
                  <a:lnTo>
                    <a:pt x="556903" y="573261"/>
                  </a:lnTo>
                  <a:lnTo>
                    <a:pt x="547920" y="573261"/>
                  </a:lnTo>
                  <a:lnTo>
                    <a:pt x="538938" y="573261"/>
                  </a:lnTo>
                  <a:lnTo>
                    <a:pt x="529956" y="573261"/>
                  </a:lnTo>
                  <a:lnTo>
                    <a:pt x="520973" y="573261"/>
                  </a:lnTo>
                  <a:lnTo>
                    <a:pt x="511991" y="573261"/>
                  </a:lnTo>
                  <a:lnTo>
                    <a:pt x="503009" y="573261"/>
                  </a:lnTo>
                  <a:lnTo>
                    <a:pt x="494027" y="573261"/>
                  </a:lnTo>
                  <a:lnTo>
                    <a:pt x="485044" y="573261"/>
                  </a:lnTo>
                  <a:lnTo>
                    <a:pt x="476062" y="573261"/>
                  </a:lnTo>
                  <a:lnTo>
                    <a:pt x="467080" y="573261"/>
                  </a:lnTo>
                  <a:lnTo>
                    <a:pt x="458097" y="573261"/>
                  </a:lnTo>
                  <a:lnTo>
                    <a:pt x="449115" y="573261"/>
                  </a:lnTo>
                  <a:lnTo>
                    <a:pt x="440133" y="573261"/>
                  </a:lnTo>
                  <a:lnTo>
                    <a:pt x="431150" y="573261"/>
                  </a:lnTo>
                  <a:lnTo>
                    <a:pt x="422168" y="573261"/>
                  </a:lnTo>
                  <a:lnTo>
                    <a:pt x="413186" y="573261"/>
                  </a:lnTo>
                  <a:lnTo>
                    <a:pt x="404203" y="573261"/>
                  </a:lnTo>
                  <a:lnTo>
                    <a:pt x="395221" y="573261"/>
                  </a:lnTo>
                  <a:lnTo>
                    <a:pt x="386239" y="573261"/>
                  </a:lnTo>
                  <a:lnTo>
                    <a:pt x="377256" y="573261"/>
                  </a:lnTo>
                  <a:lnTo>
                    <a:pt x="368274" y="573261"/>
                  </a:lnTo>
                  <a:lnTo>
                    <a:pt x="359292" y="573261"/>
                  </a:lnTo>
                  <a:lnTo>
                    <a:pt x="350310" y="573261"/>
                  </a:lnTo>
                  <a:lnTo>
                    <a:pt x="341327" y="573261"/>
                  </a:lnTo>
                  <a:lnTo>
                    <a:pt x="332345" y="573261"/>
                  </a:lnTo>
                  <a:lnTo>
                    <a:pt x="323363" y="573261"/>
                  </a:lnTo>
                  <a:lnTo>
                    <a:pt x="314380" y="573261"/>
                  </a:lnTo>
                  <a:lnTo>
                    <a:pt x="305398" y="573261"/>
                  </a:lnTo>
                  <a:lnTo>
                    <a:pt x="296416" y="573261"/>
                  </a:lnTo>
                  <a:lnTo>
                    <a:pt x="287433" y="573261"/>
                  </a:lnTo>
                  <a:lnTo>
                    <a:pt x="278451" y="573261"/>
                  </a:lnTo>
                  <a:lnTo>
                    <a:pt x="269469" y="573261"/>
                  </a:lnTo>
                  <a:lnTo>
                    <a:pt x="260486" y="573261"/>
                  </a:lnTo>
                  <a:lnTo>
                    <a:pt x="251504" y="573261"/>
                  </a:lnTo>
                  <a:lnTo>
                    <a:pt x="242522" y="573261"/>
                  </a:lnTo>
                  <a:lnTo>
                    <a:pt x="233540" y="573261"/>
                  </a:lnTo>
                  <a:lnTo>
                    <a:pt x="224557" y="573261"/>
                  </a:lnTo>
                  <a:lnTo>
                    <a:pt x="215575" y="573261"/>
                  </a:lnTo>
                  <a:lnTo>
                    <a:pt x="206593" y="573261"/>
                  </a:lnTo>
                  <a:lnTo>
                    <a:pt x="197610" y="573261"/>
                  </a:lnTo>
                  <a:lnTo>
                    <a:pt x="188628" y="573261"/>
                  </a:lnTo>
                  <a:lnTo>
                    <a:pt x="179646" y="573261"/>
                  </a:lnTo>
                  <a:lnTo>
                    <a:pt x="170663" y="573261"/>
                  </a:lnTo>
                  <a:lnTo>
                    <a:pt x="161681" y="573261"/>
                  </a:lnTo>
                  <a:lnTo>
                    <a:pt x="152699" y="573261"/>
                  </a:lnTo>
                  <a:lnTo>
                    <a:pt x="143716" y="573261"/>
                  </a:lnTo>
                  <a:lnTo>
                    <a:pt x="134734" y="573261"/>
                  </a:lnTo>
                  <a:lnTo>
                    <a:pt x="125752" y="573261"/>
                  </a:lnTo>
                  <a:lnTo>
                    <a:pt x="116770" y="573261"/>
                  </a:lnTo>
                  <a:lnTo>
                    <a:pt x="107787" y="573261"/>
                  </a:lnTo>
                  <a:lnTo>
                    <a:pt x="98805" y="573261"/>
                  </a:lnTo>
                  <a:lnTo>
                    <a:pt x="89823" y="573261"/>
                  </a:lnTo>
                  <a:lnTo>
                    <a:pt x="80840" y="573261"/>
                  </a:lnTo>
                  <a:lnTo>
                    <a:pt x="71858" y="573261"/>
                  </a:lnTo>
                  <a:lnTo>
                    <a:pt x="62876" y="573261"/>
                  </a:lnTo>
                  <a:lnTo>
                    <a:pt x="53893" y="573261"/>
                  </a:lnTo>
                  <a:lnTo>
                    <a:pt x="44911" y="573261"/>
                  </a:lnTo>
                  <a:lnTo>
                    <a:pt x="35929" y="573261"/>
                  </a:lnTo>
                  <a:lnTo>
                    <a:pt x="26946" y="573261"/>
                  </a:lnTo>
                  <a:lnTo>
                    <a:pt x="17964" y="573261"/>
                  </a:lnTo>
                  <a:lnTo>
                    <a:pt x="8982" y="573261"/>
                  </a:lnTo>
                  <a:lnTo>
                    <a:pt x="0" y="573261"/>
                  </a:lnTo>
                  <a:close/>
                </a:path>
              </a:pathLst>
            </a:custGeom>
            <a:solidFill>
              <a:srgbClr val="7FC7C0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286203" y="2363196"/>
              <a:ext cx="1104824" cy="569381"/>
            </a:xfrm>
            <a:custGeom>
              <a:avLst/>
              <a:pathLst>
                <a:path w="1104824" h="569381">
                  <a:moveTo>
                    <a:pt x="0" y="569213"/>
                  </a:moveTo>
                  <a:lnTo>
                    <a:pt x="8982" y="568390"/>
                  </a:lnTo>
                  <a:lnTo>
                    <a:pt x="17964" y="567337"/>
                  </a:lnTo>
                  <a:lnTo>
                    <a:pt x="26946" y="566041"/>
                  </a:lnTo>
                  <a:lnTo>
                    <a:pt x="35929" y="564490"/>
                  </a:lnTo>
                  <a:lnTo>
                    <a:pt x="44911" y="562667"/>
                  </a:lnTo>
                  <a:lnTo>
                    <a:pt x="53893" y="560577"/>
                  </a:lnTo>
                  <a:lnTo>
                    <a:pt x="62876" y="558197"/>
                  </a:lnTo>
                  <a:lnTo>
                    <a:pt x="71858" y="555493"/>
                  </a:lnTo>
                  <a:lnTo>
                    <a:pt x="80840" y="552418"/>
                  </a:lnTo>
                  <a:lnTo>
                    <a:pt x="89823" y="548920"/>
                  </a:lnTo>
                  <a:lnTo>
                    <a:pt x="98805" y="544945"/>
                  </a:lnTo>
                  <a:lnTo>
                    <a:pt x="107787" y="540449"/>
                  </a:lnTo>
                  <a:lnTo>
                    <a:pt x="116770" y="535401"/>
                  </a:lnTo>
                  <a:lnTo>
                    <a:pt x="125752" y="529791"/>
                  </a:lnTo>
                  <a:lnTo>
                    <a:pt x="134734" y="523628"/>
                  </a:lnTo>
                  <a:lnTo>
                    <a:pt x="143716" y="516938"/>
                  </a:lnTo>
                  <a:lnTo>
                    <a:pt x="152699" y="509752"/>
                  </a:lnTo>
                  <a:lnTo>
                    <a:pt x="161681" y="502096"/>
                  </a:lnTo>
                  <a:lnTo>
                    <a:pt x="170663" y="493952"/>
                  </a:lnTo>
                  <a:lnTo>
                    <a:pt x="179646" y="485337"/>
                  </a:lnTo>
                  <a:lnTo>
                    <a:pt x="188628" y="476207"/>
                  </a:lnTo>
                  <a:lnTo>
                    <a:pt x="197610" y="466495"/>
                  </a:lnTo>
                  <a:lnTo>
                    <a:pt x="206593" y="456127"/>
                  </a:lnTo>
                  <a:lnTo>
                    <a:pt x="215575" y="445035"/>
                  </a:lnTo>
                  <a:lnTo>
                    <a:pt x="224557" y="433174"/>
                  </a:lnTo>
                  <a:lnTo>
                    <a:pt x="233540" y="420536"/>
                  </a:lnTo>
                  <a:lnTo>
                    <a:pt x="242522" y="407156"/>
                  </a:lnTo>
                  <a:lnTo>
                    <a:pt x="251504" y="393109"/>
                  </a:lnTo>
                  <a:lnTo>
                    <a:pt x="260486" y="378508"/>
                  </a:lnTo>
                  <a:lnTo>
                    <a:pt x="269469" y="363485"/>
                  </a:lnTo>
                  <a:lnTo>
                    <a:pt x="278451" y="348182"/>
                  </a:lnTo>
                  <a:lnTo>
                    <a:pt x="287433" y="332728"/>
                  </a:lnTo>
                  <a:lnTo>
                    <a:pt x="296416" y="317237"/>
                  </a:lnTo>
                  <a:lnTo>
                    <a:pt x="305398" y="301791"/>
                  </a:lnTo>
                  <a:lnTo>
                    <a:pt x="314380" y="286424"/>
                  </a:lnTo>
                  <a:lnTo>
                    <a:pt x="323363" y="271132"/>
                  </a:lnTo>
                  <a:lnTo>
                    <a:pt x="332345" y="255883"/>
                  </a:lnTo>
                  <a:lnTo>
                    <a:pt x="341327" y="240620"/>
                  </a:lnTo>
                  <a:lnTo>
                    <a:pt x="350310" y="225278"/>
                  </a:lnTo>
                  <a:lnTo>
                    <a:pt x="359292" y="209799"/>
                  </a:lnTo>
                  <a:lnTo>
                    <a:pt x="368274" y="194148"/>
                  </a:lnTo>
                  <a:lnTo>
                    <a:pt x="377256" y="178328"/>
                  </a:lnTo>
                  <a:lnTo>
                    <a:pt x="386239" y="162391"/>
                  </a:lnTo>
                  <a:lnTo>
                    <a:pt x="395221" y="146440"/>
                  </a:lnTo>
                  <a:lnTo>
                    <a:pt x="404203" y="130624"/>
                  </a:lnTo>
                  <a:lnTo>
                    <a:pt x="413186" y="115127"/>
                  </a:lnTo>
                  <a:lnTo>
                    <a:pt x="422168" y="100189"/>
                  </a:lnTo>
                  <a:lnTo>
                    <a:pt x="431150" y="86009"/>
                  </a:lnTo>
                  <a:lnTo>
                    <a:pt x="440133" y="72735"/>
                  </a:lnTo>
                  <a:lnTo>
                    <a:pt x="449115" y="60488"/>
                  </a:lnTo>
                  <a:lnTo>
                    <a:pt x="458097" y="49344"/>
                  </a:lnTo>
                  <a:lnTo>
                    <a:pt x="467080" y="39333"/>
                  </a:lnTo>
                  <a:lnTo>
                    <a:pt x="476062" y="30451"/>
                  </a:lnTo>
                  <a:lnTo>
                    <a:pt x="485044" y="22673"/>
                  </a:lnTo>
                  <a:lnTo>
                    <a:pt x="494027" y="15971"/>
                  </a:lnTo>
                  <a:lnTo>
                    <a:pt x="503009" y="10344"/>
                  </a:lnTo>
                  <a:lnTo>
                    <a:pt x="511991" y="5824"/>
                  </a:lnTo>
                  <a:lnTo>
                    <a:pt x="520973" y="2498"/>
                  </a:lnTo>
                  <a:lnTo>
                    <a:pt x="529956" y="499"/>
                  </a:lnTo>
                  <a:lnTo>
                    <a:pt x="538938" y="0"/>
                  </a:lnTo>
                  <a:lnTo>
                    <a:pt x="547920" y="1262"/>
                  </a:lnTo>
                  <a:lnTo>
                    <a:pt x="556903" y="4475"/>
                  </a:lnTo>
                  <a:lnTo>
                    <a:pt x="565885" y="9679"/>
                  </a:lnTo>
                  <a:lnTo>
                    <a:pt x="574867" y="16920"/>
                  </a:lnTo>
                  <a:lnTo>
                    <a:pt x="583850" y="26175"/>
                  </a:lnTo>
                  <a:lnTo>
                    <a:pt x="592832" y="37353"/>
                  </a:lnTo>
                  <a:lnTo>
                    <a:pt x="601814" y="50308"/>
                  </a:lnTo>
                  <a:lnTo>
                    <a:pt x="610797" y="64841"/>
                  </a:lnTo>
                  <a:lnTo>
                    <a:pt x="619779" y="80715"/>
                  </a:lnTo>
                  <a:lnTo>
                    <a:pt x="628761" y="97656"/>
                  </a:lnTo>
                  <a:lnTo>
                    <a:pt x="637743" y="115367"/>
                  </a:lnTo>
                  <a:lnTo>
                    <a:pt x="646726" y="133533"/>
                  </a:lnTo>
                  <a:lnTo>
                    <a:pt x="655708" y="151846"/>
                  </a:lnTo>
                  <a:lnTo>
                    <a:pt x="664690" y="170026"/>
                  </a:lnTo>
                  <a:lnTo>
                    <a:pt x="673673" y="187839"/>
                  </a:lnTo>
                  <a:lnTo>
                    <a:pt x="682655" y="205126"/>
                  </a:lnTo>
                  <a:lnTo>
                    <a:pt x="691637" y="221893"/>
                  </a:lnTo>
                  <a:lnTo>
                    <a:pt x="700620" y="238217"/>
                  </a:lnTo>
                  <a:lnTo>
                    <a:pt x="709602" y="254239"/>
                  </a:lnTo>
                  <a:lnTo>
                    <a:pt x="718584" y="270132"/>
                  </a:lnTo>
                  <a:lnTo>
                    <a:pt x="727567" y="286059"/>
                  </a:lnTo>
                  <a:lnTo>
                    <a:pt x="736549" y="302141"/>
                  </a:lnTo>
                  <a:lnTo>
                    <a:pt x="745531" y="318426"/>
                  </a:lnTo>
                  <a:lnTo>
                    <a:pt x="754513" y="334883"/>
                  </a:lnTo>
                  <a:lnTo>
                    <a:pt x="763496" y="351402"/>
                  </a:lnTo>
                  <a:lnTo>
                    <a:pt x="772478" y="367810"/>
                  </a:lnTo>
                  <a:lnTo>
                    <a:pt x="781460" y="383896"/>
                  </a:lnTo>
                  <a:lnTo>
                    <a:pt x="790443" y="399439"/>
                  </a:lnTo>
                  <a:lnTo>
                    <a:pt x="799425" y="414223"/>
                  </a:lnTo>
                  <a:lnTo>
                    <a:pt x="808407" y="428004"/>
                  </a:lnTo>
                  <a:lnTo>
                    <a:pt x="817390" y="440729"/>
                  </a:lnTo>
                  <a:lnTo>
                    <a:pt x="826372" y="452346"/>
                  </a:lnTo>
                  <a:lnTo>
                    <a:pt x="835354" y="462856"/>
                  </a:lnTo>
                  <a:lnTo>
                    <a:pt x="844337" y="472308"/>
                  </a:lnTo>
                  <a:lnTo>
                    <a:pt x="853319" y="480786"/>
                  </a:lnTo>
                  <a:lnTo>
                    <a:pt x="862301" y="488404"/>
                  </a:lnTo>
                  <a:lnTo>
                    <a:pt x="871283" y="495288"/>
                  </a:lnTo>
                  <a:lnTo>
                    <a:pt x="880266" y="501567"/>
                  </a:lnTo>
                  <a:lnTo>
                    <a:pt x="889248" y="507361"/>
                  </a:lnTo>
                  <a:lnTo>
                    <a:pt x="898230" y="512770"/>
                  </a:lnTo>
                  <a:lnTo>
                    <a:pt x="907213" y="517871"/>
                  </a:lnTo>
                  <a:lnTo>
                    <a:pt x="916195" y="522710"/>
                  </a:lnTo>
                  <a:lnTo>
                    <a:pt x="925177" y="527308"/>
                  </a:lnTo>
                  <a:lnTo>
                    <a:pt x="934160" y="531643"/>
                  </a:lnTo>
                  <a:lnTo>
                    <a:pt x="943142" y="535715"/>
                  </a:lnTo>
                  <a:lnTo>
                    <a:pt x="952124" y="539505"/>
                  </a:lnTo>
                  <a:lnTo>
                    <a:pt x="961107" y="543001"/>
                  </a:lnTo>
                  <a:lnTo>
                    <a:pt x="970089" y="546193"/>
                  </a:lnTo>
                  <a:lnTo>
                    <a:pt x="979071" y="549087"/>
                  </a:lnTo>
                  <a:lnTo>
                    <a:pt x="988054" y="551692"/>
                  </a:lnTo>
                  <a:lnTo>
                    <a:pt x="997036" y="554029"/>
                  </a:lnTo>
                  <a:lnTo>
                    <a:pt x="1006018" y="556122"/>
                  </a:lnTo>
                  <a:lnTo>
                    <a:pt x="1015000" y="557998"/>
                  </a:lnTo>
                  <a:lnTo>
                    <a:pt x="1023983" y="559683"/>
                  </a:lnTo>
                  <a:lnTo>
                    <a:pt x="1032965" y="561205"/>
                  </a:lnTo>
                  <a:lnTo>
                    <a:pt x="1041947" y="562587"/>
                  </a:lnTo>
                  <a:lnTo>
                    <a:pt x="1050930" y="563849"/>
                  </a:lnTo>
                  <a:lnTo>
                    <a:pt x="1059912" y="565001"/>
                  </a:lnTo>
                  <a:lnTo>
                    <a:pt x="1068894" y="566056"/>
                  </a:lnTo>
                  <a:lnTo>
                    <a:pt x="1077877" y="567020"/>
                  </a:lnTo>
                  <a:lnTo>
                    <a:pt x="1086859" y="567896"/>
                  </a:lnTo>
                  <a:lnTo>
                    <a:pt x="1095841" y="568682"/>
                  </a:lnTo>
                  <a:lnTo>
                    <a:pt x="1104824" y="569381"/>
                  </a:lnTo>
                </a:path>
              </a:pathLst>
            </a:custGeom>
            <a:ln w="8130" cap="rnd">
              <a:solidFill>
                <a:srgbClr val="7FC7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3016734" y="2512975"/>
              <a:ext cx="1562921" cy="423482"/>
            </a:xfrm>
            <a:custGeom>
              <a:avLst/>
              <a:pathLst>
                <a:path w="1562921" h="423482">
                  <a:moveTo>
                    <a:pt x="0" y="419569"/>
                  </a:moveTo>
                  <a:lnTo>
                    <a:pt x="8982" y="419094"/>
                  </a:lnTo>
                  <a:lnTo>
                    <a:pt x="17964" y="418581"/>
                  </a:lnTo>
                  <a:lnTo>
                    <a:pt x="26946" y="418027"/>
                  </a:lnTo>
                  <a:lnTo>
                    <a:pt x="35929" y="417426"/>
                  </a:lnTo>
                  <a:lnTo>
                    <a:pt x="44911" y="416775"/>
                  </a:lnTo>
                  <a:lnTo>
                    <a:pt x="53893" y="416060"/>
                  </a:lnTo>
                  <a:lnTo>
                    <a:pt x="62876" y="415277"/>
                  </a:lnTo>
                  <a:lnTo>
                    <a:pt x="71858" y="414418"/>
                  </a:lnTo>
                  <a:lnTo>
                    <a:pt x="80840" y="413481"/>
                  </a:lnTo>
                  <a:lnTo>
                    <a:pt x="89823" y="412470"/>
                  </a:lnTo>
                  <a:lnTo>
                    <a:pt x="98805" y="411396"/>
                  </a:lnTo>
                  <a:lnTo>
                    <a:pt x="107787" y="410281"/>
                  </a:lnTo>
                  <a:lnTo>
                    <a:pt x="116770" y="409150"/>
                  </a:lnTo>
                  <a:lnTo>
                    <a:pt x="125752" y="408030"/>
                  </a:lnTo>
                  <a:lnTo>
                    <a:pt x="134734" y="406942"/>
                  </a:lnTo>
                  <a:lnTo>
                    <a:pt x="143716" y="405893"/>
                  </a:lnTo>
                  <a:lnTo>
                    <a:pt x="152699" y="404874"/>
                  </a:lnTo>
                  <a:lnTo>
                    <a:pt x="161681" y="403850"/>
                  </a:lnTo>
                  <a:lnTo>
                    <a:pt x="170663" y="402767"/>
                  </a:lnTo>
                  <a:lnTo>
                    <a:pt x="179646" y="401546"/>
                  </a:lnTo>
                  <a:lnTo>
                    <a:pt x="188628" y="400098"/>
                  </a:lnTo>
                  <a:lnTo>
                    <a:pt x="197610" y="398358"/>
                  </a:lnTo>
                  <a:lnTo>
                    <a:pt x="206593" y="396271"/>
                  </a:lnTo>
                  <a:lnTo>
                    <a:pt x="215575" y="393806"/>
                  </a:lnTo>
                  <a:lnTo>
                    <a:pt x="224557" y="390958"/>
                  </a:lnTo>
                  <a:lnTo>
                    <a:pt x="233540" y="387750"/>
                  </a:lnTo>
                  <a:lnTo>
                    <a:pt x="242522" y="384227"/>
                  </a:lnTo>
                  <a:lnTo>
                    <a:pt x="251504" y="380454"/>
                  </a:lnTo>
                  <a:lnTo>
                    <a:pt x="260486" y="376503"/>
                  </a:lnTo>
                  <a:lnTo>
                    <a:pt x="269469" y="372455"/>
                  </a:lnTo>
                  <a:lnTo>
                    <a:pt x="278451" y="368379"/>
                  </a:lnTo>
                  <a:lnTo>
                    <a:pt x="287433" y="364334"/>
                  </a:lnTo>
                  <a:lnTo>
                    <a:pt x="296416" y="360354"/>
                  </a:lnTo>
                  <a:lnTo>
                    <a:pt x="305398" y="356450"/>
                  </a:lnTo>
                  <a:lnTo>
                    <a:pt x="314380" y="352602"/>
                  </a:lnTo>
                  <a:lnTo>
                    <a:pt x="323363" y="348761"/>
                  </a:lnTo>
                  <a:lnTo>
                    <a:pt x="332345" y="344873"/>
                  </a:lnTo>
                  <a:lnTo>
                    <a:pt x="341327" y="340880"/>
                  </a:lnTo>
                  <a:lnTo>
                    <a:pt x="350310" y="336732"/>
                  </a:lnTo>
                  <a:lnTo>
                    <a:pt x="359292" y="332391"/>
                  </a:lnTo>
                  <a:lnTo>
                    <a:pt x="368274" y="327832"/>
                  </a:lnTo>
                  <a:lnTo>
                    <a:pt x="377256" y="323037"/>
                  </a:lnTo>
                  <a:lnTo>
                    <a:pt x="386239" y="317995"/>
                  </a:lnTo>
                  <a:lnTo>
                    <a:pt x="395221" y="312688"/>
                  </a:lnTo>
                  <a:lnTo>
                    <a:pt x="404203" y="307087"/>
                  </a:lnTo>
                  <a:lnTo>
                    <a:pt x="413186" y="301150"/>
                  </a:lnTo>
                  <a:lnTo>
                    <a:pt x="422168" y="294816"/>
                  </a:lnTo>
                  <a:lnTo>
                    <a:pt x="431150" y="288008"/>
                  </a:lnTo>
                  <a:lnTo>
                    <a:pt x="440133" y="280615"/>
                  </a:lnTo>
                  <a:lnTo>
                    <a:pt x="449115" y="272623"/>
                  </a:lnTo>
                  <a:lnTo>
                    <a:pt x="458097" y="264017"/>
                  </a:lnTo>
                  <a:lnTo>
                    <a:pt x="467080" y="254832"/>
                  </a:lnTo>
                  <a:lnTo>
                    <a:pt x="476062" y="245151"/>
                  </a:lnTo>
                  <a:lnTo>
                    <a:pt x="485044" y="235105"/>
                  </a:lnTo>
                  <a:lnTo>
                    <a:pt x="494027" y="224858"/>
                  </a:lnTo>
                  <a:lnTo>
                    <a:pt x="503009" y="214589"/>
                  </a:lnTo>
                  <a:lnTo>
                    <a:pt x="511991" y="204468"/>
                  </a:lnTo>
                  <a:lnTo>
                    <a:pt x="520973" y="194639"/>
                  </a:lnTo>
                  <a:lnTo>
                    <a:pt x="529956" y="185198"/>
                  </a:lnTo>
                  <a:lnTo>
                    <a:pt x="538938" y="176188"/>
                  </a:lnTo>
                  <a:lnTo>
                    <a:pt x="547920" y="167592"/>
                  </a:lnTo>
                  <a:lnTo>
                    <a:pt x="556903" y="159342"/>
                  </a:lnTo>
                  <a:lnTo>
                    <a:pt x="565885" y="151336"/>
                  </a:lnTo>
                  <a:lnTo>
                    <a:pt x="574867" y="143410"/>
                  </a:lnTo>
                  <a:lnTo>
                    <a:pt x="583850" y="135427"/>
                  </a:lnTo>
                  <a:lnTo>
                    <a:pt x="592832" y="127263"/>
                  </a:lnTo>
                  <a:lnTo>
                    <a:pt x="601814" y="118826"/>
                  </a:lnTo>
                  <a:lnTo>
                    <a:pt x="610797" y="110062"/>
                  </a:lnTo>
                  <a:lnTo>
                    <a:pt x="619779" y="100968"/>
                  </a:lnTo>
                  <a:lnTo>
                    <a:pt x="628761" y="91595"/>
                  </a:lnTo>
                  <a:lnTo>
                    <a:pt x="637743" y="82049"/>
                  </a:lnTo>
                  <a:lnTo>
                    <a:pt x="646726" y="72488"/>
                  </a:lnTo>
                  <a:lnTo>
                    <a:pt x="655708" y="63111"/>
                  </a:lnTo>
                  <a:lnTo>
                    <a:pt x="664690" y="54135"/>
                  </a:lnTo>
                  <a:lnTo>
                    <a:pt x="673673" y="45771"/>
                  </a:lnTo>
                  <a:lnTo>
                    <a:pt x="682655" y="38195"/>
                  </a:lnTo>
                  <a:lnTo>
                    <a:pt x="691637" y="31568"/>
                  </a:lnTo>
                  <a:lnTo>
                    <a:pt x="700620" y="25878"/>
                  </a:lnTo>
                  <a:lnTo>
                    <a:pt x="709602" y="21022"/>
                  </a:lnTo>
                  <a:lnTo>
                    <a:pt x="718584" y="16863"/>
                  </a:lnTo>
                  <a:lnTo>
                    <a:pt x="727567" y="13244"/>
                  </a:lnTo>
                  <a:lnTo>
                    <a:pt x="736549" y="10027"/>
                  </a:lnTo>
                  <a:lnTo>
                    <a:pt x="745531" y="7133"/>
                  </a:lnTo>
                  <a:lnTo>
                    <a:pt x="754513" y="4562"/>
                  </a:lnTo>
                  <a:lnTo>
                    <a:pt x="763496" y="2403"/>
                  </a:lnTo>
                  <a:lnTo>
                    <a:pt x="772478" y="814"/>
                  </a:lnTo>
                  <a:lnTo>
                    <a:pt x="781460" y="0"/>
                  </a:lnTo>
                  <a:lnTo>
                    <a:pt x="790443" y="160"/>
                  </a:lnTo>
                  <a:lnTo>
                    <a:pt x="799425" y="1453"/>
                  </a:lnTo>
                  <a:lnTo>
                    <a:pt x="808407" y="3955"/>
                  </a:lnTo>
                  <a:lnTo>
                    <a:pt x="817390" y="7675"/>
                  </a:lnTo>
                  <a:lnTo>
                    <a:pt x="826372" y="12437"/>
                  </a:lnTo>
                  <a:lnTo>
                    <a:pt x="835354" y="17940"/>
                  </a:lnTo>
                  <a:lnTo>
                    <a:pt x="844337" y="23889"/>
                  </a:lnTo>
                  <a:lnTo>
                    <a:pt x="853319" y="30003"/>
                  </a:lnTo>
                  <a:lnTo>
                    <a:pt x="862301" y="36050"/>
                  </a:lnTo>
                  <a:lnTo>
                    <a:pt x="871283" y="41889"/>
                  </a:lnTo>
                  <a:lnTo>
                    <a:pt x="880266" y="47479"/>
                  </a:lnTo>
                  <a:lnTo>
                    <a:pt x="889248" y="52880"/>
                  </a:lnTo>
                  <a:lnTo>
                    <a:pt x="898230" y="58225"/>
                  </a:lnTo>
                  <a:lnTo>
                    <a:pt x="907213" y="63692"/>
                  </a:lnTo>
                  <a:lnTo>
                    <a:pt x="916195" y="69459"/>
                  </a:lnTo>
                  <a:lnTo>
                    <a:pt x="925177" y="75676"/>
                  </a:lnTo>
                  <a:lnTo>
                    <a:pt x="934160" y="82435"/>
                  </a:lnTo>
                  <a:lnTo>
                    <a:pt x="943142" y="89776"/>
                  </a:lnTo>
                  <a:lnTo>
                    <a:pt x="952124" y="97677"/>
                  </a:lnTo>
                  <a:lnTo>
                    <a:pt x="961107" y="106030"/>
                  </a:lnTo>
                  <a:lnTo>
                    <a:pt x="970089" y="114764"/>
                  </a:lnTo>
                  <a:lnTo>
                    <a:pt x="979071" y="123829"/>
                  </a:lnTo>
                  <a:lnTo>
                    <a:pt x="988054" y="133221"/>
                  </a:lnTo>
                  <a:lnTo>
                    <a:pt x="997036" y="142976"/>
                  </a:lnTo>
                  <a:lnTo>
                    <a:pt x="1006018" y="153159"/>
                  </a:lnTo>
                  <a:lnTo>
                    <a:pt x="1015000" y="163841"/>
                  </a:lnTo>
                  <a:lnTo>
                    <a:pt x="1023983" y="175062"/>
                  </a:lnTo>
                  <a:lnTo>
                    <a:pt x="1032965" y="186813"/>
                  </a:lnTo>
                  <a:lnTo>
                    <a:pt x="1041947" y="199010"/>
                  </a:lnTo>
                  <a:lnTo>
                    <a:pt x="1050930" y="211499"/>
                  </a:lnTo>
                  <a:lnTo>
                    <a:pt x="1059912" y="224068"/>
                  </a:lnTo>
                  <a:lnTo>
                    <a:pt x="1068894" y="236470"/>
                  </a:lnTo>
                  <a:lnTo>
                    <a:pt x="1077877" y="248411"/>
                  </a:lnTo>
                  <a:lnTo>
                    <a:pt x="1086859" y="259692"/>
                  </a:lnTo>
                  <a:lnTo>
                    <a:pt x="1095841" y="270147"/>
                  </a:lnTo>
                  <a:lnTo>
                    <a:pt x="1104824" y="279656"/>
                  </a:lnTo>
                  <a:lnTo>
                    <a:pt x="1113806" y="288141"/>
                  </a:lnTo>
                  <a:lnTo>
                    <a:pt x="1122788" y="295570"/>
                  </a:lnTo>
                  <a:lnTo>
                    <a:pt x="1131770" y="301951"/>
                  </a:lnTo>
                  <a:lnTo>
                    <a:pt x="1140753" y="307336"/>
                  </a:lnTo>
                  <a:lnTo>
                    <a:pt x="1149735" y="311824"/>
                  </a:lnTo>
                  <a:lnTo>
                    <a:pt x="1158717" y="315559"/>
                  </a:lnTo>
                  <a:lnTo>
                    <a:pt x="1167700" y="318720"/>
                  </a:lnTo>
                  <a:lnTo>
                    <a:pt x="1176682" y="321514"/>
                  </a:lnTo>
                  <a:lnTo>
                    <a:pt x="1185664" y="324151"/>
                  </a:lnTo>
                  <a:lnTo>
                    <a:pt x="1194647" y="326826"/>
                  </a:lnTo>
                  <a:lnTo>
                    <a:pt x="1203629" y="329722"/>
                  </a:lnTo>
                  <a:lnTo>
                    <a:pt x="1212611" y="332942"/>
                  </a:lnTo>
                  <a:lnTo>
                    <a:pt x="1221594" y="336531"/>
                  </a:lnTo>
                  <a:lnTo>
                    <a:pt x="1230576" y="340487"/>
                  </a:lnTo>
                  <a:lnTo>
                    <a:pt x="1239558" y="344771"/>
                  </a:lnTo>
                  <a:lnTo>
                    <a:pt x="1248540" y="349311"/>
                  </a:lnTo>
                  <a:lnTo>
                    <a:pt x="1257523" y="354013"/>
                  </a:lnTo>
                  <a:lnTo>
                    <a:pt x="1266505" y="358771"/>
                  </a:lnTo>
                  <a:lnTo>
                    <a:pt x="1275487" y="363477"/>
                  </a:lnTo>
                  <a:lnTo>
                    <a:pt x="1284470" y="368026"/>
                  </a:lnTo>
                  <a:lnTo>
                    <a:pt x="1293452" y="372332"/>
                  </a:lnTo>
                  <a:lnTo>
                    <a:pt x="1302434" y="376329"/>
                  </a:lnTo>
                  <a:lnTo>
                    <a:pt x="1311417" y="379984"/>
                  </a:lnTo>
                  <a:lnTo>
                    <a:pt x="1320399" y="383294"/>
                  </a:lnTo>
                  <a:lnTo>
                    <a:pt x="1329381" y="386273"/>
                  </a:lnTo>
                  <a:lnTo>
                    <a:pt x="1338364" y="388991"/>
                  </a:lnTo>
                  <a:lnTo>
                    <a:pt x="1347346" y="391521"/>
                  </a:lnTo>
                  <a:lnTo>
                    <a:pt x="1356328" y="393928"/>
                  </a:lnTo>
                  <a:lnTo>
                    <a:pt x="1365310" y="396266"/>
                  </a:lnTo>
                  <a:lnTo>
                    <a:pt x="1374293" y="398571"/>
                  </a:lnTo>
                  <a:lnTo>
                    <a:pt x="1383275" y="400859"/>
                  </a:lnTo>
                  <a:lnTo>
                    <a:pt x="1392257" y="403125"/>
                  </a:lnTo>
                  <a:lnTo>
                    <a:pt x="1401240" y="405344"/>
                  </a:lnTo>
                  <a:lnTo>
                    <a:pt x="1410222" y="407480"/>
                  </a:lnTo>
                  <a:lnTo>
                    <a:pt x="1419204" y="409491"/>
                  </a:lnTo>
                  <a:lnTo>
                    <a:pt x="1428187" y="411336"/>
                  </a:lnTo>
                  <a:lnTo>
                    <a:pt x="1437169" y="412981"/>
                  </a:lnTo>
                  <a:lnTo>
                    <a:pt x="1446151" y="414404"/>
                  </a:lnTo>
                  <a:lnTo>
                    <a:pt x="1455134" y="415585"/>
                  </a:lnTo>
                  <a:lnTo>
                    <a:pt x="1464116" y="416532"/>
                  </a:lnTo>
                  <a:lnTo>
                    <a:pt x="1473098" y="417272"/>
                  </a:lnTo>
                  <a:lnTo>
                    <a:pt x="1482081" y="417832"/>
                  </a:lnTo>
                  <a:lnTo>
                    <a:pt x="1491063" y="418243"/>
                  </a:lnTo>
                  <a:lnTo>
                    <a:pt x="1500045" y="418537"/>
                  </a:lnTo>
                  <a:lnTo>
                    <a:pt x="1509027" y="418749"/>
                  </a:lnTo>
                  <a:lnTo>
                    <a:pt x="1518010" y="418912"/>
                  </a:lnTo>
                  <a:lnTo>
                    <a:pt x="1526992" y="419056"/>
                  </a:lnTo>
                  <a:lnTo>
                    <a:pt x="1535974" y="419207"/>
                  </a:lnTo>
                  <a:lnTo>
                    <a:pt x="1544957" y="419383"/>
                  </a:lnTo>
                  <a:lnTo>
                    <a:pt x="1553939" y="419595"/>
                  </a:lnTo>
                  <a:lnTo>
                    <a:pt x="1562921" y="419844"/>
                  </a:lnTo>
                  <a:lnTo>
                    <a:pt x="1562921" y="423482"/>
                  </a:lnTo>
                  <a:lnTo>
                    <a:pt x="1553939" y="423482"/>
                  </a:lnTo>
                  <a:lnTo>
                    <a:pt x="1544957" y="423482"/>
                  </a:lnTo>
                  <a:lnTo>
                    <a:pt x="1535974" y="423482"/>
                  </a:lnTo>
                  <a:lnTo>
                    <a:pt x="1526992" y="423482"/>
                  </a:lnTo>
                  <a:lnTo>
                    <a:pt x="1518010" y="423482"/>
                  </a:lnTo>
                  <a:lnTo>
                    <a:pt x="1509027" y="423482"/>
                  </a:lnTo>
                  <a:lnTo>
                    <a:pt x="1500045" y="423482"/>
                  </a:lnTo>
                  <a:lnTo>
                    <a:pt x="1491063" y="423482"/>
                  </a:lnTo>
                  <a:lnTo>
                    <a:pt x="1482081" y="423482"/>
                  </a:lnTo>
                  <a:lnTo>
                    <a:pt x="1473098" y="423482"/>
                  </a:lnTo>
                  <a:lnTo>
                    <a:pt x="1464116" y="423482"/>
                  </a:lnTo>
                  <a:lnTo>
                    <a:pt x="1455134" y="423482"/>
                  </a:lnTo>
                  <a:lnTo>
                    <a:pt x="1446151" y="423482"/>
                  </a:lnTo>
                  <a:lnTo>
                    <a:pt x="1437169" y="423482"/>
                  </a:lnTo>
                  <a:lnTo>
                    <a:pt x="1428187" y="423482"/>
                  </a:lnTo>
                  <a:lnTo>
                    <a:pt x="1419204" y="423482"/>
                  </a:lnTo>
                  <a:lnTo>
                    <a:pt x="1410222" y="423482"/>
                  </a:lnTo>
                  <a:lnTo>
                    <a:pt x="1401240" y="423482"/>
                  </a:lnTo>
                  <a:lnTo>
                    <a:pt x="1392257" y="423482"/>
                  </a:lnTo>
                  <a:lnTo>
                    <a:pt x="1383275" y="423482"/>
                  </a:lnTo>
                  <a:lnTo>
                    <a:pt x="1374293" y="423482"/>
                  </a:lnTo>
                  <a:lnTo>
                    <a:pt x="1365310" y="423482"/>
                  </a:lnTo>
                  <a:lnTo>
                    <a:pt x="1356328" y="423482"/>
                  </a:lnTo>
                  <a:lnTo>
                    <a:pt x="1347346" y="423482"/>
                  </a:lnTo>
                  <a:lnTo>
                    <a:pt x="1338364" y="423482"/>
                  </a:lnTo>
                  <a:lnTo>
                    <a:pt x="1329381" y="423482"/>
                  </a:lnTo>
                  <a:lnTo>
                    <a:pt x="1320399" y="423482"/>
                  </a:lnTo>
                  <a:lnTo>
                    <a:pt x="1311417" y="423482"/>
                  </a:lnTo>
                  <a:lnTo>
                    <a:pt x="1302434" y="423482"/>
                  </a:lnTo>
                  <a:lnTo>
                    <a:pt x="1293452" y="423482"/>
                  </a:lnTo>
                  <a:lnTo>
                    <a:pt x="1284470" y="423482"/>
                  </a:lnTo>
                  <a:lnTo>
                    <a:pt x="1275487" y="423482"/>
                  </a:lnTo>
                  <a:lnTo>
                    <a:pt x="1266505" y="423482"/>
                  </a:lnTo>
                  <a:lnTo>
                    <a:pt x="1257523" y="423482"/>
                  </a:lnTo>
                  <a:lnTo>
                    <a:pt x="1248540" y="423482"/>
                  </a:lnTo>
                  <a:lnTo>
                    <a:pt x="1239558" y="423482"/>
                  </a:lnTo>
                  <a:lnTo>
                    <a:pt x="1230576" y="423482"/>
                  </a:lnTo>
                  <a:lnTo>
                    <a:pt x="1221594" y="423482"/>
                  </a:lnTo>
                  <a:lnTo>
                    <a:pt x="1212611" y="423482"/>
                  </a:lnTo>
                  <a:lnTo>
                    <a:pt x="1203629" y="423482"/>
                  </a:lnTo>
                  <a:lnTo>
                    <a:pt x="1194647" y="423482"/>
                  </a:lnTo>
                  <a:lnTo>
                    <a:pt x="1185664" y="423482"/>
                  </a:lnTo>
                  <a:lnTo>
                    <a:pt x="1176682" y="423482"/>
                  </a:lnTo>
                  <a:lnTo>
                    <a:pt x="1167700" y="423482"/>
                  </a:lnTo>
                  <a:lnTo>
                    <a:pt x="1158717" y="423482"/>
                  </a:lnTo>
                  <a:lnTo>
                    <a:pt x="1149735" y="423482"/>
                  </a:lnTo>
                  <a:lnTo>
                    <a:pt x="1140753" y="423482"/>
                  </a:lnTo>
                  <a:lnTo>
                    <a:pt x="1131770" y="423482"/>
                  </a:lnTo>
                  <a:lnTo>
                    <a:pt x="1122788" y="423482"/>
                  </a:lnTo>
                  <a:lnTo>
                    <a:pt x="1113806" y="423482"/>
                  </a:lnTo>
                  <a:lnTo>
                    <a:pt x="1104824" y="423482"/>
                  </a:lnTo>
                  <a:lnTo>
                    <a:pt x="1095841" y="423482"/>
                  </a:lnTo>
                  <a:lnTo>
                    <a:pt x="1086859" y="423482"/>
                  </a:lnTo>
                  <a:lnTo>
                    <a:pt x="1077877" y="423482"/>
                  </a:lnTo>
                  <a:lnTo>
                    <a:pt x="1068894" y="423482"/>
                  </a:lnTo>
                  <a:lnTo>
                    <a:pt x="1059912" y="423482"/>
                  </a:lnTo>
                  <a:lnTo>
                    <a:pt x="1050930" y="423482"/>
                  </a:lnTo>
                  <a:lnTo>
                    <a:pt x="1041947" y="423482"/>
                  </a:lnTo>
                  <a:lnTo>
                    <a:pt x="1032965" y="423482"/>
                  </a:lnTo>
                  <a:lnTo>
                    <a:pt x="1023983" y="423482"/>
                  </a:lnTo>
                  <a:lnTo>
                    <a:pt x="1015000" y="423482"/>
                  </a:lnTo>
                  <a:lnTo>
                    <a:pt x="1006018" y="423482"/>
                  </a:lnTo>
                  <a:lnTo>
                    <a:pt x="997036" y="423482"/>
                  </a:lnTo>
                  <a:lnTo>
                    <a:pt x="988054" y="423482"/>
                  </a:lnTo>
                  <a:lnTo>
                    <a:pt x="979071" y="423482"/>
                  </a:lnTo>
                  <a:lnTo>
                    <a:pt x="970089" y="423482"/>
                  </a:lnTo>
                  <a:lnTo>
                    <a:pt x="961107" y="423482"/>
                  </a:lnTo>
                  <a:lnTo>
                    <a:pt x="952124" y="423482"/>
                  </a:lnTo>
                  <a:lnTo>
                    <a:pt x="943142" y="423482"/>
                  </a:lnTo>
                  <a:lnTo>
                    <a:pt x="934160" y="423482"/>
                  </a:lnTo>
                  <a:lnTo>
                    <a:pt x="925177" y="423482"/>
                  </a:lnTo>
                  <a:lnTo>
                    <a:pt x="916195" y="423482"/>
                  </a:lnTo>
                  <a:lnTo>
                    <a:pt x="907213" y="423482"/>
                  </a:lnTo>
                  <a:lnTo>
                    <a:pt x="898230" y="423482"/>
                  </a:lnTo>
                  <a:lnTo>
                    <a:pt x="889248" y="423482"/>
                  </a:lnTo>
                  <a:lnTo>
                    <a:pt x="880266" y="423482"/>
                  </a:lnTo>
                  <a:lnTo>
                    <a:pt x="871283" y="423482"/>
                  </a:lnTo>
                  <a:lnTo>
                    <a:pt x="862301" y="423482"/>
                  </a:lnTo>
                  <a:lnTo>
                    <a:pt x="853319" y="423482"/>
                  </a:lnTo>
                  <a:lnTo>
                    <a:pt x="844337" y="423482"/>
                  </a:lnTo>
                  <a:lnTo>
                    <a:pt x="835354" y="423482"/>
                  </a:lnTo>
                  <a:lnTo>
                    <a:pt x="826372" y="423482"/>
                  </a:lnTo>
                  <a:lnTo>
                    <a:pt x="817390" y="423482"/>
                  </a:lnTo>
                  <a:lnTo>
                    <a:pt x="808407" y="423482"/>
                  </a:lnTo>
                  <a:lnTo>
                    <a:pt x="799425" y="423482"/>
                  </a:lnTo>
                  <a:lnTo>
                    <a:pt x="790443" y="423482"/>
                  </a:lnTo>
                  <a:lnTo>
                    <a:pt x="781460" y="423482"/>
                  </a:lnTo>
                  <a:lnTo>
                    <a:pt x="772478" y="423482"/>
                  </a:lnTo>
                  <a:lnTo>
                    <a:pt x="763496" y="423482"/>
                  </a:lnTo>
                  <a:lnTo>
                    <a:pt x="754513" y="423482"/>
                  </a:lnTo>
                  <a:lnTo>
                    <a:pt x="745531" y="423482"/>
                  </a:lnTo>
                  <a:lnTo>
                    <a:pt x="736549" y="423482"/>
                  </a:lnTo>
                  <a:lnTo>
                    <a:pt x="727567" y="423482"/>
                  </a:lnTo>
                  <a:lnTo>
                    <a:pt x="718584" y="423482"/>
                  </a:lnTo>
                  <a:lnTo>
                    <a:pt x="709602" y="423482"/>
                  </a:lnTo>
                  <a:lnTo>
                    <a:pt x="700620" y="423482"/>
                  </a:lnTo>
                  <a:lnTo>
                    <a:pt x="691637" y="423482"/>
                  </a:lnTo>
                  <a:lnTo>
                    <a:pt x="682655" y="423482"/>
                  </a:lnTo>
                  <a:lnTo>
                    <a:pt x="673673" y="423482"/>
                  </a:lnTo>
                  <a:lnTo>
                    <a:pt x="664690" y="423482"/>
                  </a:lnTo>
                  <a:lnTo>
                    <a:pt x="655708" y="423482"/>
                  </a:lnTo>
                  <a:lnTo>
                    <a:pt x="646726" y="423482"/>
                  </a:lnTo>
                  <a:lnTo>
                    <a:pt x="637743" y="423482"/>
                  </a:lnTo>
                  <a:lnTo>
                    <a:pt x="628761" y="423482"/>
                  </a:lnTo>
                  <a:lnTo>
                    <a:pt x="619779" y="423482"/>
                  </a:lnTo>
                  <a:lnTo>
                    <a:pt x="610797" y="423482"/>
                  </a:lnTo>
                  <a:lnTo>
                    <a:pt x="601814" y="423482"/>
                  </a:lnTo>
                  <a:lnTo>
                    <a:pt x="592832" y="423482"/>
                  </a:lnTo>
                  <a:lnTo>
                    <a:pt x="583850" y="423482"/>
                  </a:lnTo>
                  <a:lnTo>
                    <a:pt x="574867" y="423482"/>
                  </a:lnTo>
                  <a:lnTo>
                    <a:pt x="565885" y="423482"/>
                  </a:lnTo>
                  <a:lnTo>
                    <a:pt x="556903" y="423482"/>
                  </a:lnTo>
                  <a:lnTo>
                    <a:pt x="547920" y="423482"/>
                  </a:lnTo>
                  <a:lnTo>
                    <a:pt x="538938" y="423482"/>
                  </a:lnTo>
                  <a:lnTo>
                    <a:pt x="529956" y="423482"/>
                  </a:lnTo>
                  <a:lnTo>
                    <a:pt x="520973" y="423482"/>
                  </a:lnTo>
                  <a:lnTo>
                    <a:pt x="511991" y="423482"/>
                  </a:lnTo>
                  <a:lnTo>
                    <a:pt x="503009" y="423482"/>
                  </a:lnTo>
                  <a:lnTo>
                    <a:pt x="494027" y="423482"/>
                  </a:lnTo>
                  <a:lnTo>
                    <a:pt x="485044" y="423482"/>
                  </a:lnTo>
                  <a:lnTo>
                    <a:pt x="476062" y="423482"/>
                  </a:lnTo>
                  <a:lnTo>
                    <a:pt x="467080" y="423482"/>
                  </a:lnTo>
                  <a:lnTo>
                    <a:pt x="458097" y="423482"/>
                  </a:lnTo>
                  <a:lnTo>
                    <a:pt x="449115" y="423482"/>
                  </a:lnTo>
                  <a:lnTo>
                    <a:pt x="440133" y="423482"/>
                  </a:lnTo>
                  <a:lnTo>
                    <a:pt x="431150" y="423482"/>
                  </a:lnTo>
                  <a:lnTo>
                    <a:pt x="422168" y="423482"/>
                  </a:lnTo>
                  <a:lnTo>
                    <a:pt x="413186" y="423482"/>
                  </a:lnTo>
                  <a:lnTo>
                    <a:pt x="404203" y="423482"/>
                  </a:lnTo>
                  <a:lnTo>
                    <a:pt x="395221" y="423482"/>
                  </a:lnTo>
                  <a:lnTo>
                    <a:pt x="386239" y="423482"/>
                  </a:lnTo>
                  <a:lnTo>
                    <a:pt x="377256" y="423482"/>
                  </a:lnTo>
                  <a:lnTo>
                    <a:pt x="368274" y="423482"/>
                  </a:lnTo>
                  <a:lnTo>
                    <a:pt x="359292" y="423482"/>
                  </a:lnTo>
                  <a:lnTo>
                    <a:pt x="350310" y="423482"/>
                  </a:lnTo>
                  <a:lnTo>
                    <a:pt x="341327" y="423482"/>
                  </a:lnTo>
                  <a:lnTo>
                    <a:pt x="332345" y="423482"/>
                  </a:lnTo>
                  <a:lnTo>
                    <a:pt x="323363" y="423482"/>
                  </a:lnTo>
                  <a:lnTo>
                    <a:pt x="314380" y="423482"/>
                  </a:lnTo>
                  <a:lnTo>
                    <a:pt x="305398" y="423482"/>
                  </a:lnTo>
                  <a:lnTo>
                    <a:pt x="296416" y="423482"/>
                  </a:lnTo>
                  <a:lnTo>
                    <a:pt x="287433" y="423482"/>
                  </a:lnTo>
                  <a:lnTo>
                    <a:pt x="278451" y="423482"/>
                  </a:lnTo>
                  <a:lnTo>
                    <a:pt x="269469" y="423482"/>
                  </a:lnTo>
                  <a:lnTo>
                    <a:pt x="260486" y="423482"/>
                  </a:lnTo>
                  <a:lnTo>
                    <a:pt x="251504" y="423482"/>
                  </a:lnTo>
                  <a:lnTo>
                    <a:pt x="242522" y="423482"/>
                  </a:lnTo>
                  <a:lnTo>
                    <a:pt x="233540" y="423482"/>
                  </a:lnTo>
                  <a:lnTo>
                    <a:pt x="224557" y="423482"/>
                  </a:lnTo>
                  <a:lnTo>
                    <a:pt x="215575" y="423482"/>
                  </a:lnTo>
                  <a:lnTo>
                    <a:pt x="206593" y="423482"/>
                  </a:lnTo>
                  <a:lnTo>
                    <a:pt x="197610" y="423482"/>
                  </a:lnTo>
                  <a:lnTo>
                    <a:pt x="188628" y="423482"/>
                  </a:lnTo>
                  <a:lnTo>
                    <a:pt x="179646" y="423482"/>
                  </a:lnTo>
                  <a:lnTo>
                    <a:pt x="170663" y="423482"/>
                  </a:lnTo>
                  <a:lnTo>
                    <a:pt x="161681" y="423482"/>
                  </a:lnTo>
                  <a:lnTo>
                    <a:pt x="152699" y="423482"/>
                  </a:lnTo>
                  <a:lnTo>
                    <a:pt x="143716" y="423482"/>
                  </a:lnTo>
                  <a:lnTo>
                    <a:pt x="134734" y="423482"/>
                  </a:lnTo>
                  <a:lnTo>
                    <a:pt x="125752" y="423482"/>
                  </a:lnTo>
                  <a:lnTo>
                    <a:pt x="116770" y="423482"/>
                  </a:lnTo>
                  <a:lnTo>
                    <a:pt x="107787" y="423482"/>
                  </a:lnTo>
                  <a:lnTo>
                    <a:pt x="98805" y="423482"/>
                  </a:lnTo>
                  <a:lnTo>
                    <a:pt x="89823" y="423482"/>
                  </a:lnTo>
                  <a:lnTo>
                    <a:pt x="80840" y="423482"/>
                  </a:lnTo>
                  <a:lnTo>
                    <a:pt x="71858" y="423482"/>
                  </a:lnTo>
                  <a:lnTo>
                    <a:pt x="62876" y="423482"/>
                  </a:lnTo>
                  <a:lnTo>
                    <a:pt x="53893" y="423482"/>
                  </a:lnTo>
                  <a:lnTo>
                    <a:pt x="44911" y="423482"/>
                  </a:lnTo>
                  <a:lnTo>
                    <a:pt x="35929" y="423482"/>
                  </a:lnTo>
                  <a:lnTo>
                    <a:pt x="26946" y="423482"/>
                  </a:lnTo>
                  <a:lnTo>
                    <a:pt x="17964" y="423482"/>
                  </a:lnTo>
                  <a:lnTo>
                    <a:pt x="8982" y="423482"/>
                  </a:lnTo>
                  <a:lnTo>
                    <a:pt x="0" y="423482"/>
                  </a:lnTo>
                  <a:close/>
                </a:path>
              </a:pathLst>
            </a:custGeom>
            <a:solidFill>
              <a:srgbClr val="B2ABD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016734" y="2512975"/>
              <a:ext cx="1562921" cy="419844"/>
            </a:xfrm>
            <a:custGeom>
              <a:avLst/>
              <a:pathLst>
                <a:path w="1562921" h="419844">
                  <a:moveTo>
                    <a:pt x="0" y="419569"/>
                  </a:moveTo>
                  <a:lnTo>
                    <a:pt x="8982" y="419094"/>
                  </a:lnTo>
                  <a:lnTo>
                    <a:pt x="17964" y="418581"/>
                  </a:lnTo>
                  <a:lnTo>
                    <a:pt x="26946" y="418027"/>
                  </a:lnTo>
                  <a:lnTo>
                    <a:pt x="35929" y="417426"/>
                  </a:lnTo>
                  <a:lnTo>
                    <a:pt x="44911" y="416775"/>
                  </a:lnTo>
                  <a:lnTo>
                    <a:pt x="53893" y="416060"/>
                  </a:lnTo>
                  <a:lnTo>
                    <a:pt x="62876" y="415277"/>
                  </a:lnTo>
                  <a:lnTo>
                    <a:pt x="71858" y="414418"/>
                  </a:lnTo>
                  <a:lnTo>
                    <a:pt x="80840" y="413481"/>
                  </a:lnTo>
                  <a:lnTo>
                    <a:pt x="89823" y="412470"/>
                  </a:lnTo>
                  <a:lnTo>
                    <a:pt x="98805" y="411396"/>
                  </a:lnTo>
                  <a:lnTo>
                    <a:pt x="107787" y="410281"/>
                  </a:lnTo>
                  <a:lnTo>
                    <a:pt x="116770" y="409150"/>
                  </a:lnTo>
                  <a:lnTo>
                    <a:pt x="125752" y="408030"/>
                  </a:lnTo>
                  <a:lnTo>
                    <a:pt x="134734" y="406942"/>
                  </a:lnTo>
                  <a:lnTo>
                    <a:pt x="143716" y="405893"/>
                  </a:lnTo>
                  <a:lnTo>
                    <a:pt x="152699" y="404874"/>
                  </a:lnTo>
                  <a:lnTo>
                    <a:pt x="161681" y="403850"/>
                  </a:lnTo>
                  <a:lnTo>
                    <a:pt x="170663" y="402767"/>
                  </a:lnTo>
                  <a:lnTo>
                    <a:pt x="179646" y="401546"/>
                  </a:lnTo>
                  <a:lnTo>
                    <a:pt x="188628" y="400098"/>
                  </a:lnTo>
                  <a:lnTo>
                    <a:pt x="197610" y="398358"/>
                  </a:lnTo>
                  <a:lnTo>
                    <a:pt x="206593" y="396271"/>
                  </a:lnTo>
                  <a:lnTo>
                    <a:pt x="215575" y="393806"/>
                  </a:lnTo>
                  <a:lnTo>
                    <a:pt x="224557" y="390958"/>
                  </a:lnTo>
                  <a:lnTo>
                    <a:pt x="233540" y="387750"/>
                  </a:lnTo>
                  <a:lnTo>
                    <a:pt x="242522" y="384227"/>
                  </a:lnTo>
                  <a:lnTo>
                    <a:pt x="251504" y="380454"/>
                  </a:lnTo>
                  <a:lnTo>
                    <a:pt x="260486" y="376503"/>
                  </a:lnTo>
                  <a:lnTo>
                    <a:pt x="269469" y="372455"/>
                  </a:lnTo>
                  <a:lnTo>
                    <a:pt x="278451" y="368379"/>
                  </a:lnTo>
                  <a:lnTo>
                    <a:pt x="287433" y="364334"/>
                  </a:lnTo>
                  <a:lnTo>
                    <a:pt x="296416" y="360354"/>
                  </a:lnTo>
                  <a:lnTo>
                    <a:pt x="305398" y="356450"/>
                  </a:lnTo>
                  <a:lnTo>
                    <a:pt x="314380" y="352602"/>
                  </a:lnTo>
                  <a:lnTo>
                    <a:pt x="323363" y="348761"/>
                  </a:lnTo>
                  <a:lnTo>
                    <a:pt x="332345" y="344873"/>
                  </a:lnTo>
                  <a:lnTo>
                    <a:pt x="341327" y="340880"/>
                  </a:lnTo>
                  <a:lnTo>
                    <a:pt x="350310" y="336732"/>
                  </a:lnTo>
                  <a:lnTo>
                    <a:pt x="359292" y="332391"/>
                  </a:lnTo>
                  <a:lnTo>
                    <a:pt x="368274" y="327832"/>
                  </a:lnTo>
                  <a:lnTo>
                    <a:pt x="377256" y="323037"/>
                  </a:lnTo>
                  <a:lnTo>
                    <a:pt x="386239" y="317995"/>
                  </a:lnTo>
                  <a:lnTo>
                    <a:pt x="395221" y="312688"/>
                  </a:lnTo>
                  <a:lnTo>
                    <a:pt x="404203" y="307087"/>
                  </a:lnTo>
                  <a:lnTo>
                    <a:pt x="413186" y="301150"/>
                  </a:lnTo>
                  <a:lnTo>
                    <a:pt x="422168" y="294816"/>
                  </a:lnTo>
                  <a:lnTo>
                    <a:pt x="431150" y="288008"/>
                  </a:lnTo>
                  <a:lnTo>
                    <a:pt x="440133" y="280615"/>
                  </a:lnTo>
                  <a:lnTo>
                    <a:pt x="449115" y="272623"/>
                  </a:lnTo>
                  <a:lnTo>
                    <a:pt x="458097" y="264017"/>
                  </a:lnTo>
                  <a:lnTo>
                    <a:pt x="467080" y="254832"/>
                  </a:lnTo>
                  <a:lnTo>
                    <a:pt x="476062" y="245151"/>
                  </a:lnTo>
                  <a:lnTo>
                    <a:pt x="485044" y="235105"/>
                  </a:lnTo>
                  <a:lnTo>
                    <a:pt x="494027" y="224858"/>
                  </a:lnTo>
                  <a:lnTo>
                    <a:pt x="503009" y="214589"/>
                  </a:lnTo>
                  <a:lnTo>
                    <a:pt x="511991" y="204468"/>
                  </a:lnTo>
                  <a:lnTo>
                    <a:pt x="520973" y="194639"/>
                  </a:lnTo>
                  <a:lnTo>
                    <a:pt x="529956" y="185198"/>
                  </a:lnTo>
                  <a:lnTo>
                    <a:pt x="538938" y="176188"/>
                  </a:lnTo>
                  <a:lnTo>
                    <a:pt x="547920" y="167592"/>
                  </a:lnTo>
                  <a:lnTo>
                    <a:pt x="556903" y="159342"/>
                  </a:lnTo>
                  <a:lnTo>
                    <a:pt x="565885" y="151336"/>
                  </a:lnTo>
                  <a:lnTo>
                    <a:pt x="574867" y="143410"/>
                  </a:lnTo>
                  <a:lnTo>
                    <a:pt x="583850" y="135427"/>
                  </a:lnTo>
                  <a:lnTo>
                    <a:pt x="592832" y="127263"/>
                  </a:lnTo>
                  <a:lnTo>
                    <a:pt x="601814" y="118826"/>
                  </a:lnTo>
                  <a:lnTo>
                    <a:pt x="610797" y="110062"/>
                  </a:lnTo>
                  <a:lnTo>
                    <a:pt x="619779" y="100968"/>
                  </a:lnTo>
                  <a:lnTo>
                    <a:pt x="628761" y="91595"/>
                  </a:lnTo>
                  <a:lnTo>
                    <a:pt x="637743" y="82049"/>
                  </a:lnTo>
                  <a:lnTo>
                    <a:pt x="646726" y="72488"/>
                  </a:lnTo>
                  <a:lnTo>
                    <a:pt x="655708" y="63111"/>
                  </a:lnTo>
                  <a:lnTo>
                    <a:pt x="664690" y="54135"/>
                  </a:lnTo>
                  <a:lnTo>
                    <a:pt x="673673" y="45771"/>
                  </a:lnTo>
                  <a:lnTo>
                    <a:pt x="682655" y="38195"/>
                  </a:lnTo>
                  <a:lnTo>
                    <a:pt x="691637" y="31568"/>
                  </a:lnTo>
                  <a:lnTo>
                    <a:pt x="700620" y="25878"/>
                  </a:lnTo>
                  <a:lnTo>
                    <a:pt x="709602" y="21022"/>
                  </a:lnTo>
                  <a:lnTo>
                    <a:pt x="718584" y="16863"/>
                  </a:lnTo>
                  <a:lnTo>
                    <a:pt x="727567" y="13244"/>
                  </a:lnTo>
                  <a:lnTo>
                    <a:pt x="736549" y="10027"/>
                  </a:lnTo>
                  <a:lnTo>
                    <a:pt x="745531" y="7133"/>
                  </a:lnTo>
                  <a:lnTo>
                    <a:pt x="754513" y="4562"/>
                  </a:lnTo>
                  <a:lnTo>
                    <a:pt x="763496" y="2403"/>
                  </a:lnTo>
                  <a:lnTo>
                    <a:pt x="772478" y="814"/>
                  </a:lnTo>
                  <a:lnTo>
                    <a:pt x="781460" y="0"/>
                  </a:lnTo>
                  <a:lnTo>
                    <a:pt x="790443" y="160"/>
                  </a:lnTo>
                  <a:lnTo>
                    <a:pt x="799425" y="1453"/>
                  </a:lnTo>
                  <a:lnTo>
                    <a:pt x="808407" y="3955"/>
                  </a:lnTo>
                  <a:lnTo>
                    <a:pt x="817390" y="7675"/>
                  </a:lnTo>
                  <a:lnTo>
                    <a:pt x="826372" y="12437"/>
                  </a:lnTo>
                  <a:lnTo>
                    <a:pt x="835354" y="17940"/>
                  </a:lnTo>
                  <a:lnTo>
                    <a:pt x="844337" y="23889"/>
                  </a:lnTo>
                  <a:lnTo>
                    <a:pt x="853319" y="30003"/>
                  </a:lnTo>
                  <a:lnTo>
                    <a:pt x="862301" y="36050"/>
                  </a:lnTo>
                  <a:lnTo>
                    <a:pt x="871283" y="41889"/>
                  </a:lnTo>
                  <a:lnTo>
                    <a:pt x="880266" y="47479"/>
                  </a:lnTo>
                  <a:lnTo>
                    <a:pt x="889248" y="52880"/>
                  </a:lnTo>
                  <a:lnTo>
                    <a:pt x="898230" y="58225"/>
                  </a:lnTo>
                  <a:lnTo>
                    <a:pt x="907213" y="63692"/>
                  </a:lnTo>
                  <a:lnTo>
                    <a:pt x="916195" y="69459"/>
                  </a:lnTo>
                  <a:lnTo>
                    <a:pt x="925177" y="75676"/>
                  </a:lnTo>
                  <a:lnTo>
                    <a:pt x="934160" y="82435"/>
                  </a:lnTo>
                  <a:lnTo>
                    <a:pt x="943142" y="89776"/>
                  </a:lnTo>
                  <a:lnTo>
                    <a:pt x="952124" y="97677"/>
                  </a:lnTo>
                  <a:lnTo>
                    <a:pt x="961107" y="106030"/>
                  </a:lnTo>
                  <a:lnTo>
                    <a:pt x="970089" y="114764"/>
                  </a:lnTo>
                  <a:lnTo>
                    <a:pt x="979071" y="123829"/>
                  </a:lnTo>
                  <a:lnTo>
                    <a:pt x="988054" y="133221"/>
                  </a:lnTo>
                  <a:lnTo>
                    <a:pt x="997036" y="142976"/>
                  </a:lnTo>
                  <a:lnTo>
                    <a:pt x="1006018" y="153159"/>
                  </a:lnTo>
                  <a:lnTo>
                    <a:pt x="1015000" y="163841"/>
                  </a:lnTo>
                  <a:lnTo>
                    <a:pt x="1023983" y="175062"/>
                  </a:lnTo>
                  <a:lnTo>
                    <a:pt x="1032965" y="186813"/>
                  </a:lnTo>
                  <a:lnTo>
                    <a:pt x="1041947" y="199010"/>
                  </a:lnTo>
                  <a:lnTo>
                    <a:pt x="1050930" y="211499"/>
                  </a:lnTo>
                  <a:lnTo>
                    <a:pt x="1059912" y="224068"/>
                  </a:lnTo>
                  <a:lnTo>
                    <a:pt x="1068894" y="236470"/>
                  </a:lnTo>
                  <a:lnTo>
                    <a:pt x="1077877" y="248411"/>
                  </a:lnTo>
                  <a:lnTo>
                    <a:pt x="1086859" y="259692"/>
                  </a:lnTo>
                  <a:lnTo>
                    <a:pt x="1095841" y="270147"/>
                  </a:lnTo>
                  <a:lnTo>
                    <a:pt x="1104824" y="279656"/>
                  </a:lnTo>
                  <a:lnTo>
                    <a:pt x="1113806" y="288141"/>
                  </a:lnTo>
                  <a:lnTo>
                    <a:pt x="1122788" y="295570"/>
                  </a:lnTo>
                  <a:lnTo>
                    <a:pt x="1131770" y="301951"/>
                  </a:lnTo>
                  <a:lnTo>
                    <a:pt x="1140753" y="307336"/>
                  </a:lnTo>
                  <a:lnTo>
                    <a:pt x="1149735" y="311824"/>
                  </a:lnTo>
                  <a:lnTo>
                    <a:pt x="1158717" y="315559"/>
                  </a:lnTo>
                  <a:lnTo>
                    <a:pt x="1167700" y="318720"/>
                  </a:lnTo>
                  <a:lnTo>
                    <a:pt x="1176682" y="321514"/>
                  </a:lnTo>
                  <a:lnTo>
                    <a:pt x="1185664" y="324151"/>
                  </a:lnTo>
                  <a:lnTo>
                    <a:pt x="1194647" y="326826"/>
                  </a:lnTo>
                  <a:lnTo>
                    <a:pt x="1203629" y="329722"/>
                  </a:lnTo>
                  <a:lnTo>
                    <a:pt x="1212611" y="332942"/>
                  </a:lnTo>
                  <a:lnTo>
                    <a:pt x="1221594" y="336531"/>
                  </a:lnTo>
                  <a:lnTo>
                    <a:pt x="1230576" y="340487"/>
                  </a:lnTo>
                  <a:lnTo>
                    <a:pt x="1239558" y="344771"/>
                  </a:lnTo>
                  <a:lnTo>
                    <a:pt x="1248540" y="349311"/>
                  </a:lnTo>
                  <a:lnTo>
                    <a:pt x="1257523" y="354013"/>
                  </a:lnTo>
                  <a:lnTo>
                    <a:pt x="1266505" y="358771"/>
                  </a:lnTo>
                  <a:lnTo>
                    <a:pt x="1275487" y="363477"/>
                  </a:lnTo>
                  <a:lnTo>
                    <a:pt x="1284470" y="368026"/>
                  </a:lnTo>
                  <a:lnTo>
                    <a:pt x="1293452" y="372332"/>
                  </a:lnTo>
                  <a:lnTo>
                    <a:pt x="1302434" y="376329"/>
                  </a:lnTo>
                  <a:lnTo>
                    <a:pt x="1311417" y="379984"/>
                  </a:lnTo>
                  <a:lnTo>
                    <a:pt x="1320399" y="383294"/>
                  </a:lnTo>
                  <a:lnTo>
                    <a:pt x="1329381" y="386273"/>
                  </a:lnTo>
                  <a:lnTo>
                    <a:pt x="1338364" y="388991"/>
                  </a:lnTo>
                  <a:lnTo>
                    <a:pt x="1347346" y="391521"/>
                  </a:lnTo>
                  <a:lnTo>
                    <a:pt x="1356328" y="393928"/>
                  </a:lnTo>
                  <a:lnTo>
                    <a:pt x="1365310" y="396266"/>
                  </a:lnTo>
                  <a:lnTo>
                    <a:pt x="1374293" y="398571"/>
                  </a:lnTo>
                  <a:lnTo>
                    <a:pt x="1383275" y="400859"/>
                  </a:lnTo>
                  <a:lnTo>
                    <a:pt x="1392257" y="403125"/>
                  </a:lnTo>
                  <a:lnTo>
                    <a:pt x="1401240" y="405344"/>
                  </a:lnTo>
                  <a:lnTo>
                    <a:pt x="1410222" y="407480"/>
                  </a:lnTo>
                  <a:lnTo>
                    <a:pt x="1419204" y="409491"/>
                  </a:lnTo>
                  <a:lnTo>
                    <a:pt x="1428187" y="411336"/>
                  </a:lnTo>
                  <a:lnTo>
                    <a:pt x="1437169" y="412981"/>
                  </a:lnTo>
                  <a:lnTo>
                    <a:pt x="1446151" y="414404"/>
                  </a:lnTo>
                  <a:lnTo>
                    <a:pt x="1455134" y="415585"/>
                  </a:lnTo>
                  <a:lnTo>
                    <a:pt x="1464116" y="416532"/>
                  </a:lnTo>
                  <a:lnTo>
                    <a:pt x="1473098" y="417272"/>
                  </a:lnTo>
                  <a:lnTo>
                    <a:pt x="1482081" y="417832"/>
                  </a:lnTo>
                  <a:lnTo>
                    <a:pt x="1491063" y="418243"/>
                  </a:lnTo>
                  <a:lnTo>
                    <a:pt x="1500045" y="418537"/>
                  </a:lnTo>
                  <a:lnTo>
                    <a:pt x="1509027" y="418749"/>
                  </a:lnTo>
                  <a:lnTo>
                    <a:pt x="1518010" y="418912"/>
                  </a:lnTo>
                  <a:lnTo>
                    <a:pt x="1526992" y="419056"/>
                  </a:lnTo>
                  <a:lnTo>
                    <a:pt x="1535974" y="419207"/>
                  </a:lnTo>
                  <a:lnTo>
                    <a:pt x="1544957" y="419383"/>
                  </a:lnTo>
                  <a:lnTo>
                    <a:pt x="1553939" y="419595"/>
                  </a:lnTo>
                  <a:lnTo>
                    <a:pt x="1562921" y="419844"/>
                  </a:lnTo>
                </a:path>
              </a:pathLst>
            </a:custGeom>
            <a:ln w="8130" cap="rnd">
              <a:solidFill>
                <a:srgbClr val="B2AB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675406" y="2577417"/>
              <a:ext cx="1751550" cy="359040"/>
            </a:xfrm>
            <a:custGeom>
              <a:avLst/>
              <a:pathLst>
                <a:path w="1751550" h="359040">
                  <a:moveTo>
                    <a:pt x="0" y="355402"/>
                  </a:moveTo>
                  <a:lnTo>
                    <a:pt x="8982" y="355004"/>
                  </a:lnTo>
                  <a:lnTo>
                    <a:pt x="17964" y="354558"/>
                  </a:lnTo>
                  <a:lnTo>
                    <a:pt x="26946" y="354064"/>
                  </a:lnTo>
                  <a:lnTo>
                    <a:pt x="35929" y="353520"/>
                  </a:lnTo>
                  <a:lnTo>
                    <a:pt x="44911" y="352936"/>
                  </a:lnTo>
                  <a:lnTo>
                    <a:pt x="53893" y="352323"/>
                  </a:lnTo>
                  <a:lnTo>
                    <a:pt x="62876" y="351699"/>
                  </a:lnTo>
                  <a:lnTo>
                    <a:pt x="71858" y="351081"/>
                  </a:lnTo>
                  <a:lnTo>
                    <a:pt x="80840" y="350483"/>
                  </a:lnTo>
                  <a:lnTo>
                    <a:pt x="89823" y="349910"/>
                  </a:lnTo>
                  <a:lnTo>
                    <a:pt x="98805" y="349357"/>
                  </a:lnTo>
                  <a:lnTo>
                    <a:pt x="107787" y="348805"/>
                  </a:lnTo>
                  <a:lnTo>
                    <a:pt x="116770" y="348222"/>
                  </a:lnTo>
                  <a:lnTo>
                    <a:pt x="125752" y="347567"/>
                  </a:lnTo>
                  <a:lnTo>
                    <a:pt x="134734" y="346791"/>
                  </a:lnTo>
                  <a:lnTo>
                    <a:pt x="143716" y="345829"/>
                  </a:lnTo>
                  <a:lnTo>
                    <a:pt x="152699" y="344649"/>
                  </a:lnTo>
                  <a:lnTo>
                    <a:pt x="161681" y="343221"/>
                  </a:lnTo>
                  <a:lnTo>
                    <a:pt x="170663" y="341530"/>
                  </a:lnTo>
                  <a:lnTo>
                    <a:pt x="179646" y="339575"/>
                  </a:lnTo>
                  <a:lnTo>
                    <a:pt x="188628" y="337373"/>
                  </a:lnTo>
                  <a:lnTo>
                    <a:pt x="197610" y="334950"/>
                  </a:lnTo>
                  <a:lnTo>
                    <a:pt x="206593" y="332346"/>
                  </a:lnTo>
                  <a:lnTo>
                    <a:pt x="215575" y="329601"/>
                  </a:lnTo>
                  <a:lnTo>
                    <a:pt x="224557" y="326757"/>
                  </a:lnTo>
                  <a:lnTo>
                    <a:pt x="233540" y="323849"/>
                  </a:lnTo>
                  <a:lnTo>
                    <a:pt x="242522" y="320900"/>
                  </a:lnTo>
                  <a:lnTo>
                    <a:pt x="251504" y="317924"/>
                  </a:lnTo>
                  <a:lnTo>
                    <a:pt x="260486" y="314918"/>
                  </a:lnTo>
                  <a:lnTo>
                    <a:pt x="269469" y="311872"/>
                  </a:lnTo>
                  <a:lnTo>
                    <a:pt x="278451" y="308776"/>
                  </a:lnTo>
                  <a:lnTo>
                    <a:pt x="287433" y="305624"/>
                  </a:lnTo>
                  <a:lnTo>
                    <a:pt x="296416" y="302413"/>
                  </a:lnTo>
                  <a:lnTo>
                    <a:pt x="305398" y="299150"/>
                  </a:lnTo>
                  <a:lnTo>
                    <a:pt x="314380" y="295843"/>
                  </a:lnTo>
                  <a:lnTo>
                    <a:pt x="323363" y="292502"/>
                  </a:lnTo>
                  <a:lnTo>
                    <a:pt x="332345" y="289131"/>
                  </a:lnTo>
                  <a:lnTo>
                    <a:pt x="341327" y="285732"/>
                  </a:lnTo>
                  <a:lnTo>
                    <a:pt x="350310" y="282300"/>
                  </a:lnTo>
                  <a:lnTo>
                    <a:pt x="359292" y="278831"/>
                  </a:lnTo>
                  <a:lnTo>
                    <a:pt x="368274" y="275327"/>
                  </a:lnTo>
                  <a:lnTo>
                    <a:pt x="377256" y="271791"/>
                  </a:lnTo>
                  <a:lnTo>
                    <a:pt x="386239" y="268233"/>
                  </a:lnTo>
                  <a:lnTo>
                    <a:pt x="395221" y="264660"/>
                  </a:lnTo>
                  <a:lnTo>
                    <a:pt x="404203" y="261064"/>
                  </a:lnTo>
                  <a:lnTo>
                    <a:pt x="413186" y="257403"/>
                  </a:lnTo>
                  <a:lnTo>
                    <a:pt x="422168" y="253605"/>
                  </a:lnTo>
                  <a:lnTo>
                    <a:pt x="431150" y="249564"/>
                  </a:lnTo>
                  <a:lnTo>
                    <a:pt x="440133" y="245153"/>
                  </a:lnTo>
                  <a:lnTo>
                    <a:pt x="449115" y="240255"/>
                  </a:lnTo>
                  <a:lnTo>
                    <a:pt x="458097" y="234779"/>
                  </a:lnTo>
                  <a:lnTo>
                    <a:pt x="467080" y="228694"/>
                  </a:lnTo>
                  <a:lnTo>
                    <a:pt x="476062" y="222044"/>
                  </a:lnTo>
                  <a:lnTo>
                    <a:pt x="485044" y="214949"/>
                  </a:lnTo>
                  <a:lnTo>
                    <a:pt x="494027" y="207590"/>
                  </a:lnTo>
                  <a:lnTo>
                    <a:pt x="503009" y="200180"/>
                  </a:lnTo>
                  <a:lnTo>
                    <a:pt x="511991" y="192915"/>
                  </a:lnTo>
                  <a:lnTo>
                    <a:pt x="520973" y="185945"/>
                  </a:lnTo>
                  <a:lnTo>
                    <a:pt x="529956" y="179298"/>
                  </a:lnTo>
                  <a:lnTo>
                    <a:pt x="538938" y="172863"/>
                  </a:lnTo>
                  <a:lnTo>
                    <a:pt x="547920" y="166454"/>
                  </a:lnTo>
                  <a:lnTo>
                    <a:pt x="556903" y="159843"/>
                  </a:lnTo>
                  <a:lnTo>
                    <a:pt x="565885" y="152821"/>
                  </a:lnTo>
                  <a:lnTo>
                    <a:pt x="574867" y="145244"/>
                  </a:lnTo>
                  <a:lnTo>
                    <a:pt x="583850" y="137077"/>
                  </a:lnTo>
                  <a:lnTo>
                    <a:pt x="592832" y="128405"/>
                  </a:lnTo>
                  <a:lnTo>
                    <a:pt x="601814" y="119424"/>
                  </a:lnTo>
                  <a:lnTo>
                    <a:pt x="610797" y="110408"/>
                  </a:lnTo>
                  <a:lnTo>
                    <a:pt x="619779" y="101658"/>
                  </a:lnTo>
                  <a:lnTo>
                    <a:pt x="628761" y="93455"/>
                  </a:lnTo>
                  <a:lnTo>
                    <a:pt x="637743" y="86012"/>
                  </a:lnTo>
                  <a:lnTo>
                    <a:pt x="646726" y="79469"/>
                  </a:lnTo>
                  <a:lnTo>
                    <a:pt x="655708" y="73867"/>
                  </a:lnTo>
                  <a:lnTo>
                    <a:pt x="664690" y="69065"/>
                  </a:lnTo>
                  <a:lnTo>
                    <a:pt x="673673" y="64928"/>
                  </a:lnTo>
                  <a:lnTo>
                    <a:pt x="682655" y="61297"/>
                  </a:lnTo>
                  <a:lnTo>
                    <a:pt x="691637" y="58015"/>
                  </a:lnTo>
                  <a:lnTo>
                    <a:pt x="700620" y="54947"/>
                  </a:lnTo>
                  <a:lnTo>
                    <a:pt x="709602" y="51978"/>
                  </a:lnTo>
                  <a:lnTo>
                    <a:pt x="718584" y="49022"/>
                  </a:lnTo>
                  <a:lnTo>
                    <a:pt x="727567" y="46011"/>
                  </a:lnTo>
                  <a:lnTo>
                    <a:pt x="736549" y="42892"/>
                  </a:lnTo>
                  <a:lnTo>
                    <a:pt x="745531" y="39622"/>
                  </a:lnTo>
                  <a:lnTo>
                    <a:pt x="754513" y="36171"/>
                  </a:lnTo>
                  <a:lnTo>
                    <a:pt x="763496" y="32519"/>
                  </a:lnTo>
                  <a:lnTo>
                    <a:pt x="772478" y="28663"/>
                  </a:lnTo>
                  <a:lnTo>
                    <a:pt x="781460" y="24626"/>
                  </a:lnTo>
                  <a:lnTo>
                    <a:pt x="790443" y="20493"/>
                  </a:lnTo>
                  <a:lnTo>
                    <a:pt x="799425" y="16372"/>
                  </a:lnTo>
                  <a:lnTo>
                    <a:pt x="808407" y="12403"/>
                  </a:lnTo>
                  <a:lnTo>
                    <a:pt x="817390" y="8746"/>
                  </a:lnTo>
                  <a:lnTo>
                    <a:pt x="826372" y="5563"/>
                  </a:lnTo>
                  <a:lnTo>
                    <a:pt x="835354" y="3002"/>
                  </a:lnTo>
                  <a:lnTo>
                    <a:pt x="844337" y="1178"/>
                  </a:lnTo>
                  <a:lnTo>
                    <a:pt x="853319" y="167"/>
                  </a:lnTo>
                  <a:lnTo>
                    <a:pt x="862301" y="0"/>
                  </a:lnTo>
                  <a:lnTo>
                    <a:pt x="871283" y="665"/>
                  </a:lnTo>
                  <a:lnTo>
                    <a:pt x="880266" y="2123"/>
                  </a:lnTo>
                  <a:lnTo>
                    <a:pt x="889248" y="4310"/>
                  </a:lnTo>
                  <a:lnTo>
                    <a:pt x="898230" y="7155"/>
                  </a:lnTo>
                  <a:lnTo>
                    <a:pt x="907213" y="10614"/>
                  </a:lnTo>
                  <a:lnTo>
                    <a:pt x="916195" y="14560"/>
                  </a:lnTo>
                  <a:lnTo>
                    <a:pt x="925177" y="18894"/>
                  </a:lnTo>
                  <a:lnTo>
                    <a:pt x="934160" y="23517"/>
                  </a:lnTo>
                  <a:lnTo>
                    <a:pt x="943142" y="28326"/>
                  </a:lnTo>
                  <a:lnTo>
                    <a:pt x="952124" y="33221"/>
                  </a:lnTo>
                  <a:lnTo>
                    <a:pt x="961107" y="38124"/>
                  </a:lnTo>
                  <a:lnTo>
                    <a:pt x="970089" y="42983"/>
                  </a:lnTo>
                  <a:lnTo>
                    <a:pt x="979071" y="47785"/>
                  </a:lnTo>
                  <a:lnTo>
                    <a:pt x="988054" y="52553"/>
                  </a:lnTo>
                  <a:lnTo>
                    <a:pt x="997036" y="57338"/>
                  </a:lnTo>
                  <a:lnTo>
                    <a:pt x="1006018" y="62201"/>
                  </a:lnTo>
                  <a:lnTo>
                    <a:pt x="1015000" y="67194"/>
                  </a:lnTo>
                  <a:lnTo>
                    <a:pt x="1023983" y="72334"/>
                  </a:lnTo>
                  <a:lnTo>
                    <a:pt x="1032965" y="77604"/>
                  </a:lnTo>
                  <a:lnTo>
                    <a:pt x="1041947" y="82926"/>
                  </a:lnTo>
                  <a:lnTo>
                    <a:pt x="1050930" y="88211"/>
                  </a:lnTo>
                  <a:lnTo>
                    <a:pt x="1059912" y="93384"/>
                  </a:lnTo>
                  <a:lnTo>
                    <a:pt x="1068894" y="98404"/>
                  </a:lnTo>
                  <a:lnTo>
                    <a:pt x="1077877" y="103280"/>
                  </a:lnTo>
                  <a:lnTo>
                    <a:pt x="1086859" y="108075"/>
                  </a:lnTo>
                  <a:lnTo>
                    <a:pt x="1095841" y="112895"/>
                  </a:lnTo>
                  <a:lnTo>
                    <a:pt x="1104824" y="117868"/>
                  </a:lnTo>
                  <a:lnTo>
                    <a:pt x="1113806" y="123116"/>
                  </a:lnTo>
                  <a:lnTo>
                    <a:pt x="1122788" y="128735"/>
                  </a:lnTo>
                  <a:lnTo>
                    <a:pt x="1131770" y="134772"/>
                  </a:lnTo>
                  <a:lnTo>
                    <a:pt x="1140753" y="141220"/>
                  </a:lnTo>
                  <a:lnTo>
                    <a:pt x="1149735" y="148021"/>
                  </a:lnTo>
                  <a:lnTo>
                    <a:pt x="1158717" y="155088"/>
                  </a:lnTo>
                  <a:lnTo>
                    <a:pt x="1167700" y="162296"/>
                  </a:lnTo>
                  <a:lnTo>
                    <a:pt x="1176682" y="169535"/>
                  </a:lnTo>
                  <a:lnTo>
                    <a:pt x="1185664" y="176726"/>
                  </a:lnTo>
                  <a:lnTo>
                    <a:pt x="1194647" y="183820"/>
                  </a:lnTo>
                  <a:lnTo>
                    <a:pt x="1203629" y="190794"/>
                  </a:lnTo>
                  <a:lnTo>
                    <a:pt x="1212611" y="197642"/>
                  </a:lnTo>
                  <a:lnTo>
                    <a:pt x="1221594" y="204373"/>
                  </a:lnTo>
                  <a:lnTo>
                    <a:pt x="1230576" y="210996"/>
                  </a:lnTo>
                  <a:lnTo>
                    <a:pt x="1239558" y="217519"/>
                  </a:lnTo>
                  <a:lnTo>
                    <a:pt x="1248540" y="223939"/>
                  </a:lnTo>
                  <a:lnTo>
                    <a:pt x="1257523" y="230246"/>
                  </a:lnTo>
                  <a:lnTo>
                    <a:pt x="1266505" y="236418"/>
                  </a:lnTo>
                  <a:lnTo>
                    <a:pt x="1275487" y="242423"/>
                  </a:lnTo>
                  <a:lnTo>
                    <a:pt x="1284470" y="248213"/>
                  </a:lnTo>
                  <a:lnTo>
                    <a:pt x="1293452" y="253730"/>
                  </a:lnTo>
                  <a:lnTo>
                    <a:pt x="1302434" y="258945"/>
                  </a:lnTo>
                  <a:lnTo>
                    <a:pt x="1311417" y="263829"/>
                  </a:lnTo>
                  <a:lnTo>
                    <a:pt x="1320399" y="268371"/>
                  </a:lnTo>
                  <a:lnTo>
                    <a:pt x="1329381" y="272584"/>
                  </a:lnTo>
                  <a:lnTo>
                    <a:pt x="1338364" y="276509"/>
                  </a:lnTo>
                  <a:lnTo>
                    <a:pt x="1347346" y="280206"/>
                  </a:lnTo>
                  <a:lnTo>
                    <a:pt x="1356328" y="283748"/>
                  </a:lnTo>
                  <a:lnTo>
                    <a:pt x="1365310" y="287213"/>
                  </a:lnTo>
                  <a:lnTo>
                    <a:pt x="1374293" y="290671"/>
                  </a:lnTo>
                  <a:lnTo>
                    <a:pt x="1383275" y="294177"/>
                  </a:lnTo>
                  <a:lnTo>
                    <a:pt x="1392257" y="297764"/>
                  </a:lnTo>
                  <a:lnTo>
                    <a:pt x="1401240" y="301444"/>
                  </a:lnTo>
                  <a:lnTo>
                    <a:pt x="1410222" y="305205"/>
                  </a:lnTo>
                  <a:lnTo>
                    <a:pt x="1419204" y="309012"/>
                  </a:lnTo>
                  <a:lnTo>
                    <a:pt x="1428187" y="312806"/>
                  </a:lnTo>
                  <a:lnTo>
                    <a:pt x="1437169" y="316523"/>
                  </a:lnTo>
                  <a:lnTo>
                    <a:pt x="1446151" y="320093"/>
                  </a:lnTo>
                  <a:lnTo>
                    <a:pt x="1455134" y="323452"/>
                  </a:lnTo>
                  <a:lnTo>
                    <a:pt x="1464116" y="326546"/>
                  </a:lnTo>
                  <a:lnTo>
                    <a:pt x="1473098" y="329337"/>
                  </a:lnTo>
                  <a:lnTo>
                    <a:pt x="1482081" y="331812"/>
                  </a:lnTo>
                  <a:lnTo>
                    <a:pt x="1491063" y="333980"/>
                  </a:lnTo>
                  <a:lnTo>
                    <a:pt x="1500045" y="335868"/>
                  </a:lnTo>
                  <a:lnTo>
                    <a:pt x="1509027" y="337518"/>
                  </a:lnTo>
                  <a:lnTo>
                    <a:pt x="1518010" y="338980"/>
                  </a:lnTo>
                  <a:lnTo>
                    <a:pt x="1526992" y="340298"/>
                  </a:lnTo>
                  <a:lnTo>
                    <a:pt x="1535974" y="341508"/>
                  </a:lnTo>
                  <a:lnTo>
                    <a:pt x="1544957" y="342628"/>
                  </a:lnTo>
                  <a:lnTo>
                    <a:pt x="1553939" y="343668"/>
                  </a:lnTo>
                  <a:lnTo>
                    <a:pt x="1562921" y="344624"/>
                  </a:lnTo>
                  <a:lnTo>
                    <a:pt x="1571904" y="345481"/>
                  </a:lnTo>
                  <a:lnTo>
                    <a:pt x="1580886" y="346228"/>
                  </a:lnTo>
                  <a:lnTo>
                    <a:pt x="1589868" y="346858"/>
                  </a:lnTo>
                  <a:lnTo>
                    <a:pt x="1598851" y="347373"/>
                  </a:lnTo>
                  <a:lnTo>
                    <a:pt x="1607833" y="347785"/>
                  </a:lnTo>
                  <a:lnTo>
                    <a:pt x="1616815" y="348113"/>
                  </a:lnTo>
                  <a:lnTo>
                    <a:pt x="1625797" y="348383"/>
                  </a:lnTo>
                  <a:lnTo>
                    <a:pt x="1634780" y="348623"/>
                  </a:lnTo>
                  <a:lnTo>
                    <a:pt x="1643762" y="348859"/>
                  </a:lnTo>
                  <a:lnTo>
                    <a:pt x="1652744" y="349111"/>
                  </a:lnTo>
                  <a:lnTo>
                    <a:pt x="1661727" y="349395"/>
                  </a:lnTo>
                  <a:lnTo>
                    <a:pt x="1670709" y="349723"/>
                  </a:lnTo>
                  <a:lnTo>
                    <a:pt x="1679691" y="350101"/>
                  </a:lnTo>
                  <a:lnTo>
                    <a:pt x="1688674" y="350532"/>
                  </a:lnTo>
                  <a:lnTo>
                    <a:pt x="1697656" y="351020"/>
                  </a:lnTo>
                  <a:lnTo>
                    <a:pt x="1706638" y="351566"/>
                  </a:lnTo>
                  <a:lnTo>
                    <a:pt x="1715621" y="352169"/>
                  </a:lnTo>
                  <a:lnTo>
                    <a:pt x="1724603" y="352819"/>
                  </a:lnTo>
                  <a:lnTo>
                    <a:pt x="1733585" y="353502"/>
                  </a:lnTo>
                  <a:lnTo>
                    <a:pt x="1742567" y="354195"/>
                  </a:lnTo>
                  <a:lnTo>
                    <a:pt x="1751550" y="354867"/>
                  </a:lnTo>
                  <a:lnTo>
                    <a:pt x="1751550" y="359040"/>
                  </a:lnTo>
                  <a:lnTo>
                    <a:pt x="1742567" y="359040"/>
                  </a:lnTo>
                  <a:lnTo>
                    <a:pt x="1733585" y="359040"/>
                  </a:lnTo>
                  <a:lnTo>
                    <a:pt x="1724603" y="359040"/>
                  </a:lnTo>
                  <a:lnTo>
                    <a:pt x="1715621" y="359040"/>
                  </a:lnTo>
                  <a:lnTo>
                    <a:pt x="1706638" y="359040"/>
                  </a:lnTo>
                  <a:lnTo>
                    <a:pt x="1697656" y="359040"/>
                  </a:lnTo>
                  <a:lnTo>
                    <a:pt x="1688674" y="359040"/>
                  </a:lnTo>
                  <a:lnTo>
                    <a:pt x="1679691" y="359040"/>
                  </a:lnTo>
                  <a:lnTo>
                    <a:pt x="1670709" y="359040"/>
                  </a:lnTo>
                  <a:lnTo>
                    <a:pt x="1661727" y="359040"/>
                  </a:lnTo>
                  <a:lnTo>
                    <a:pt x="1652744" y="359040"/>
                  </a:lnTo>
                  <a:lnTo>
                    <a:pt x="1643762" y="359040"/>
                  </a:lnTo>
                  <a:lnTo>
                    <a:pt x="1634780" y="359040"/>
                  </a:lnTo>
                  <a:lnTo>
                    <a:pt x="1625797" y="359040"/>
                  </a:lnTo>
                  <a:lnTo>
                    <a:pt x="1616815" y="359040"/>
                  </a:lnTo>
                  <a:lnTo>
                    <a:pt x="1607833" y="359040"/>
                  </a:lnTo>
                  <a:lnTo>
                    <a:pt x="1598851" y="359040"/>
                  </a:lnTo>
                  <a:lnTo>
                    <a:pt x="1589868" y="359040"/>
                  </a:lnTo>
                  <a:lnTo>
                    <a:pt x="1580886" y="359040"/>
                  </a:lnTo>
                  <a:lnTo>
                    <a:pt x="1571904" y="359040"/>
                  </a:lnTo>
                  <a:lnTo>
                    <a:pt x="1562921" y="359040"/>
                  </a:lnTo>
                  <a:lnTo>
                    <a:pt x="1553939" y="359040"/>
                  </a:lnTo>
                  <a:lnTo>
                    <a:pt x="1544957" y="359040"/>
                  </a:lnTo>
                  <a:lnTo>
                    <a:pt x="1535974" y="359040"/>
                  </a:lnTo>
                  <a:lnTo>
                    <a:pt x="1526992" y="359040"/>
                  </a:lnTo>
                  <a:lnTo>
                    <a:pt x="1518010" y="359040"/>
                  </a:lnTo>
                  <a:lnTo>
                    <a:pt x="1509027" y="359040"/>
                  </a:lnTo>
                  <a:lnTo>
                    <a:pt x="1500045" y="359040"/>
                  </a:lnTo>
                  <a:lnTo>
                    <a:pt x="1491063" y="359040"/>
                  </a:lnTo>
                  <a:lnTo>
                    <a:pt x="1482081" y="359040"/>
                  </a:lnTo>
                  <a:lnTo>
                    <a:pt x="1473098" y="359040"/>
                  </a:lnTo>
                  <a:lnTo>
                    <a:pt x="1464116" y="359040"/>
                  </a:lnTo>
                  <a:lnTo>
                    <a:pt x="1455134" y="359040"/>
                  </a:lnTo>
                  <a:lnTo>
                    <a:pt x="1446151" y="359040"/>
                  </a:lnTo>
                  <a:lnTo>
                    <a:pt x="1437169" y="359040"/>
                  </a:lnTo>
                  <a:lnTo>
                    <a:pt x="1428187" y="359040"/>
                  </a:lnTo>
                  <a:lnTo>
                    <a:pt x="1419204" y="359040"/>
                  </a:lnTo>
                  <a:lnTo>
                    <a:pt x="1410222" y="359040"/>
                  </a:lnTo>
                  <a:lnTo>
                    <a:pt x="1401240" y="359040"/>
                  </a:lnTo>
                  <a:lnTo>
                    <a:pt x="1392257" y="359040"/>
                  </a:lnTo>
                  <a:lnTo>
                    <a:pt x="1383275" y="359040"/>
                  </a:lnTo>
                  <a:lnTo>
                    <a:pt x="1374293" y="359040"/>
                  </a:lnTo>
                  <a:lnTo>
                    <a:pt x="1365310" y="359040"/>
                  </a:lnTo>
                  <a:lnTo>
                    <a:pt x="1356328" y="359040"/>
                  </a:lnTo>
                  <a:lnTo>
                    <a:pt x="1347346" y="359040"/>
                  </a:lnTo>
                  <a:lnTo>
                    <a:pt x="1338364" y="359040"/>
                  </a:lnTo>
                  <a:lnTo>
                    <a:pt x="1329381" y="359040"/>
                  </a:lnTo>
                  <a:lnTo>
                    <a:pt x="1320399" y="359040"/>
                  </a:lnTo>
                  <a:lnTo>
                    <a:pt x="1311417" y="359040"/>
                  </a:lnTo>
                  <a:lnTo>
                    <a:pt x="1302434" y="359040"/>
                  </a:lnTo>
                  <a:lnTo>
                    <a:pt x="1293452" y="359040"/>
                  </a:lnTo>
                  <a:lnTo>
                    <a:pt x="1284470" y="359040"/>
                  </a:lnTo>
                  <a:lnTo>
                    <a:pt x="1275487" y="359040"/>
                  </a:lnTo>
                  <a:lnTo>
                    <a:pt x="1266505" y="359040"/>
                  </a:lnTo>
                  <a:lnTo>
                    <a:pt x="1257523" y="359040"/>
                  </a:lnTo>
                  <a:lnTo>
                    <a:pt x="1248540" y="359040"/>
                  </a:lnTo>
                  <a:lnTo>
                    <a:pt x="1239558" y="359040"/>
                  </a:lnTo>
                  <a:lnTo>
                    <a:pt x="1230576" y="359040"/>
                  </a:lnTo>
                  <a:lnTo>
                    <a:pt x="1221594" y="359040"/>
                  </a:lnTo>
                  <a:lnTo>
                    <a:pt x="1212611" y="359040"/>
                  </a:lnTo>
                  <a:lnTo>
                    <a:pt x="1203629" y="359040"/>
                  </a:lnTo>
                  <a:lnTo>
                    <a:pt x="1194647" y="359040"/>
                  </a:lnTo>
                  <a:lnTo>
                    <a:pt x="1185664" y="359040"/>
                  </a:lnTo>
                  <a:lnTo>
                    <a:pt x="1176682" y="359040"/>
                  </a:lnTo>
                  <a:lnTo>
                    <a:pt x="1167700" y="359040"/>
                  </a:lnTo>
                  <a:lnTo>
                    <a:pt x="1158717" y="359040"/>
                  </a:lnTo>
                  <a:lnTo>
                    <a:pt x="1149735" y="359040"/>
                  </a:lnTo>
                  <a:lnTo>
                    <a:pt x="1140753" y="359040"/>
                  </a:lnTo>
                  <a:lnTo>
                    <a:pt x="1131770" y="359040"/>
                  </a:lnTo>
                  <a:lnTo>
                    <a:pt x="1122788" y="359040"/>
                  </a:lnTo>
                  <a:lnTo>
                    <a:pt x="1113806" y="359040"/>
                  </a:lnTo>
                  <a:lnTo>
                    <a:pt x="1104824" y="359040"/>
                  </a:lnTo>
                  <a:lnTo>
                    <a:pt x="1095841" y="359040"/>
                  </a:lnTo>
                  <a:lnTo>
                    <a:pt x="1086859" y="359040"/>
                  </a:lnTo>
                  <a:lnTo>
                    <a:pt x="1077877" y="359040"/>
                  </a:lnTo>
                  <a:lnTo>
                    <a:pt x="1068894" y="359040"/>
                  </a:lnTo>
                  <a:lnTo>
                    <a:pt x="1059912" y="359040"/>
                  </a:lnTo>
                  <a:lnTo>
                    <a:pt x="1050930" y="359040"/>
                  </a:lnTo>
                  <a:lnTo>
                    <a:pt x="1041947" y="359040"/>
                  </a:lnTo>
                  <a:lnTo>
                    <a:pt x="1032965" y="359040"/>
                  </a:lnTo>
                  <a:lnTo>
                    <a:pt x="1023983" y="359040"/>
                  </a:lnTo>
                  <a:lnTo>
                    <a:pt x="1015000" y="359040"/>
                  </a:lnTo>
                  <a:lnTo>
                    <a:pt x="1006018" y="359040"/>
                  </a:lnTo>
                  <a:lnTo>
                    <a:pt x="997036" y="359040"/>
                  </a:lnTo>
                  <a:lnTo>
                    <a:pt x="988054" y="359040"/>
                  </a:lnTo>
                  <a:lnTo>
                    <a:pt x="979071" y="359040"/>
                  </a:lnTo>
                  <a:lnTo>
                    <a:pt x="970089" y="359040"/>
                  </a:lnTo>
                  <a:lnTo>
                    <a:pt x="961107" y="359040"/>
                  </a:lnTo>
                  <a:lnTo>
                    <a:pt x="952124" y="359040"/>
                  </a:lnTo>
                  <a:lnTo>
                    <a:pt x="943142" y="359040"/>
                  </a:lnTo>
                  <a:lnTo>
                    <a:pt x="934160" y="359040"/>
                  </a:lnTo>
                  <a:lnTo>
                    <a:pt x="925177" y="359040"/>
                  </a:lnTo>
                  <a:lnTo>
                    <a:pt x="916195" y="359040"/>
                  </a:lnTo>
                  <a:lnTo>
                    <a:pt x="907213" y="359040"/>
                  </a:lnTo>
                  <a:lnTo>
                    <a:pt x="898230" y="359040"/>
                  </a:lnTo>
                  <a:lnTo>
                    <a:pt x="889248" y="359040"/>
                  </a:lnTo>
                  <a:lnTo>
                    <a:pt x="880266" y="359040"/>
                  </a:lnTo>
                  <a:lnTo>
                    <a:pt x="871283" y="359040"/>
                  </a:lnTo>
                  <a:lnTo>
                    <a:pt x="862301" y="359040"/>
                  </a:lnTo>
                  <a:lnTo>
                    <a:pt x="853319" y="359040"/>
                  </a:lnTo>
                  <a:lnTo>
                    <a:pt x="844337" y="359040"/>
                  </a:lnTo>
                  <a:lnTo>
                    <a:pt x="835354" y="359040"/>
                  </a:lnTo>
                  <a:lnTo>
                    <a:pt x="826372" y="359040"/>
                  </a:lnTo>
                  <a:lnTo>
                    <a:pt x="817390" y="359040"/>
                  </a:lnTo>
                  <a:lnTo>
                    <a:pt x="808407" y="359040"/>
                  </a:lnTo>
                  <a:lnTo>
                    <a:pt x="799425" y="359040"/>
                  </a:lnTo>
                  <a:lnTo>
                    <a:pt x="790443" y="359040"/>
                  </a:lnTo>
                  <a:lnTo>
                    <a:pt x="781460" y="359040"/>
                  </a:lnTo>
                  <a:lnTo>
                    <a:pt x="772478" y="359040"/>
                  </a:lnTo>
                  <a:lnTo>
                    <a:pt x="763496" y="359040"/>
                  </a:lnTo>
                  <a:lnTo>
                    <a:pt x="754513" y="359040"/>
                  </a:lnTo>
                  <a:lnTo>
                    <a:pt x="745531" y="359040"/>
                  </a:lnTo>
                  <a:lnTo>
                    <a:pt x="736549" y="359040"/>
                  </a:lnTo>
                  <a:lnTo>
                    <a:pt x="727567" y="359040"/>
                  </a:lnTo>
                  <a:lnTo>
                    <a:pt x="718584" y="359040"/>
                  </a:lnTo>
                  <a:lnTo>
                    <a:pt x="709602" y="359040"/>
                  </a:lnTo>
                  <a:lnTo>
                    <a:pt x="700620" y="359040"/>
                  </a:lnTo>
                  <a:lnTo>
                    <a:pt x="691637" y="359040"/>
                  </a:lnTo>
                  <a:lnTo>
                    <a:pt x="682655" y="359040"/>
                  </a:lnTo>
                  <a:lnTo>
                    <a:pt x="673673" y="359040"/>
                  </a:lnTo>
                  <a:lnTo>
                    <a:pt x="664690" y="359040"/>
                  </a:lnTo>
                  <a:lnTo>
                    <a:pt x="655708" y="359040"/>
                  </a:lnTo>
                  <a:lnTo>
                    <a:pt x="646726" y="359040"/>
                  </a:lnTo>
                  <a:lnTo>
                    <a:pt x="637743" y="359040"/>
                  </a:lnTo>
                  <a:lnTo>
                    <a:pt x="628761" y="359040"/>
                  </a:lnTo>
                  <a:lnTo>
                    <a:pt x="619779" y="359040"/>
                  </a:lnTo>
                  <a:lnTo>
                    <a:pt x="610797" y="359040"/>
                  </a:lnTo>
                  <a:lnTo>
                    <a:pt x="601814" y="359040"/>
                  </a:lnTo>
                  <a:lnTo>
                    <a:pt x="592832" y="359040"/>
                  </a:lnTo>
                  <a:lnTo>
                    <a:pt x="583850" y="359040"/>
                  </a:lnTo>
                  <a:lnTo>
                    <a:pt x="574867" y="359040"/>
                  </a:lnTo>
                  <a:lnTo>
                    <a:pt x="565885" y="359040"/>
                  </a:lnTo>
                  <a:lnTo>
                    <a:pt x="556903" y="359040"/>
                  </a:lnTo>
                  <a:lnTo>
                    <a:pt x="547920" y="359040"/>
                  </a:lnTo>
                  <a:lnTo>
                    <a:pt x="538938" y="359040"/>
                  </a:lnTo>
                  <a:lnTo>
                    <a:pt x="529956" y="359040"/>
                  </a:lnTo>
                  <a:lnTo>
                    <a:pt x="520973" y="359040"/>
                  </a:lnTo>
                  <a:lnTo>
                    <a:pt x="511991" y="359040"/>
                  </a:lnTo>
                  <a:lnTo>
                    <a:pt x="503009" y="359040"/>
                  </a:lnTo>
                  <a:lnTo>
                    <a:pt x="494027" y="359040"/>
                  </a:lnTo>
                  <a:lnTo>
                    <a:pt x="485044" y="359040"/>
                  </a:lnTo>
                  <a:lnTo>
                    <a:pt x="476062" y="359040"/>
                  </a:lnTo>
                  <a:lnTo>
                    <a:pt x="467080" y="359040"/>
                  </a:lnTo>
                  <a:lnTo>
                    <a:pt x="458097" y="359040"/>
                  </a:lnTo>
                  <a:lnTo>
                    <a:pt x="449115" y="359040"/>
                  </a:lnTo>
                  <a:lnTo>
                    <a:pt x="440133" y="359040"/>
                  </a:lnTo>
                  <a:lnTo>
                    <a:pt x="431150" y="359040"/>
                  </a:lnTo>
                  <a:lnTo>
                    <a:pt x="422168" y="359040"/>
                  </a:lnTo>
                  <a:lnTo>
                    <a:pt x="413186" y="359040"/>
                  </a:lnTo>
                  <a:lnTo>
                    <a:pt x="404203" y="359040"/>
                  </a:lnTo>
                  <a:lnTo>
                    <a:pt x="395221" y="359040"/>
                  </a:lnTo>
                  <a:lnTo>
                    <a:pt x="386239" y="359040"/>
                  </a:lnTo>
                  <a:lnTo>
                    <a:pt x="377256" y="359040"/>
                  </a:lnTo>
                  <a:lnTo>
                    <a:pt x="368274" y="359040"/>
                  </a:lnTo>
                  <a:lnTo>
                    <a:pt x="359292" y="359040"/>
                  </a:lnTo>
                  <a:lnTo>
                    <a:pt x="350310" y="359040"/>
                  </a:lnTo>
                  <a:lnTo>
                    <a:pt x="341327" y="359040"/>
                  </a:lnTo>
                  <a:lnTo>
                    <a:pt x="332345" y="359040"/>
                  </a:lnTo>
                  <a:lnTo>
                    <a:pt x="323363" y="359040"/>
                  </a:lnTo>
                  <a:lnTo>
                    <a:pt x="314380" y="359040"/>
                  </a:lnTo>
                  <a:lnTo>
                    <a:pt x="305398" y="359040"/>
                  </a:lnTo>
                  <a:lnTo>
                    <a:pt x="296416" y="359040"/>
                  </a:lnTo>
                  <a:lnTo>
                    <a:pt x="287433" y="359040"/>
                  </a:lnTo>
                  <a:lnTo>
                    <a:pt x="278451" y="359040"/>
                  </a:lnTo>
                  <a:lnTo>
                    <a:pt x="269469" y="359040"/>
                  </a:lnTo>
                  <a:lnTo>
                    <a:pt x="260486" y="359040"/>
                  </a:lnTo>
                  <a:lnTo>
                    <a:pt x="251504" y="359040"/>
                  </a:lnTo>
                  <a:lnTo>
                    <a:pt x="242522" y="359040"/>
                  </a:lnTo>
                  <a:lnTo>
                    <a:pt x="233540" y="359040"/>
                  </a:lnTo>
                  <a:lnTo>
                    <a:pt x="224557" y="359040"/>
                  </a:lnTo>
                  <a:lnTo>
                    <a:pt x="215575" y="359040"/>
                  </a:lnTo>
                  <a:lnTo>
                    <a:pt x="206593" y="359040"/>
                  </a:lnTo>
                  <a:lnTo>
                    <a:pt x="197610" y="359040"/>
                  </a:lnTo>
                  <a:lnTo>
                    <a:pt x="188628" y="359040"/>
                  </a:lnTo>
                  <a:lnTo>
                    <a:pt x="179646" y="359040"/>
                  </a:lnTo>
                  <a:lnTo>
                    <a:pt x="170663" y="359040"/>
                  </a:lnTo>
                  <a:lnTo>
                    <a:pt x="161681" y="359040"/>
                  </a:lnTo>
                  <a:lnTo>
                    <a:pt x="152699" y="359040"/>
                  </a:lnTo>
                  <a:lnTo>
                    <a:pt x="143716" y="359040"/>
                  </a:lnTo>
                  <a:lnTo>
                    <a:pt x="134734" y="359040"/>
                  </a:lnTo>
                  <a:lnTo>
                    <a:pt x="125752" y="359040"/>
                  </a:lnTo>
                  <a:lnTo>
                    <a:pt x="116770" y="359040"/>
                  </a:lnTo>
                  <a:lnTo>
                    <a:pt x="107787" y="359040"/>
                  </a:lnTo>
                  <a:lnTo>
                    <a:pt x="98805" y="359040"/>
                  </a:lnTo>
                  <a:lnTo>
                    <a:pt x="89823" y="359040"/>
                  </a:lnTo>
                  <a:lnTo>
                    <a:pt x="80840" y="359040"/>
                  </a:lnTo>
                  <a:lnTo>
                    <a:pt x="71858" y="359040"/>
                  </a:lnTo>
                  <a:lnTo>
                    <a:pt x="62876" y="359040"/>
                  </a:lnTo>
                  <a:lnTo>
                    <a:pt x="53893" y="359040"/>
                  </a:lnTo>
                  <a:lnTo>
                    <a:pt x="44911" y="359040"/>
                  </a:lnTo>
                  <a:lnTo>
                    <a:pt x="35929" y="359040"/>
                  </a:lnTo>
                  <a:lnTo>
                    <a:pt x="26946" y="359040"/>
                  </a:lnTo>
                  <a:lnTo>
                    <a:pt x="17964" y="359040"/>
                  </a:lnTo>
                  <a:lnTo>
                    <a:pt x="8982" y="359040"/>
                  </a:lnTo>
                  <a:lnTo>
                    <a:pt x="0" y="359040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5406" y="2577417"/>
              <a:ext cx="1751550" cy="355402"/>
            </a:xfrm>
            <a:custGeom>
              <a:avLst/>
              <a:pathLst>
                <a:path w="1751550" h="355402">
                  <a:moveTo>
                    <a:pt x="0" y="355402"/>
                  </a:moveTo>
                  <a:lnTo>
                    <a:pt x="8982" y="355004"/>
                  </a:lnTo>
                  <a:lnTo>
                    <a:pt x="17964" y="354558"/>
                  </a:lnTo>
                  <a:lnTo>
                    <a:pt x="26946" y="354064"/>
                  </a:lnTo>
                  <a:lnTo>
                    <a:pt x="35929" y="353520"/>
                  </a:lnTo>
                  <a:lnTo>
                    <a:pt x="44911" y="352936"/>
                  </a:lnTo>
                  <a:lnTo>
                    <a:pt x="53893" y="352323"/>
                  </a:lnTo>
                  <a:lnTo>
                    <a:pt x="62876" y="351699"/>
                  </a:lnTo>
                  <a:lnTo>
                    <a:pt x="71858" y="351081"/>
                  </a:lnTo>
                  <a:lnTo>
                    <a:pt x="80840" y="350483"/>
                  </a:lnTo>
                  <a:lnTo>
                    <a:pt x="89823" y="349910"/>
                  </a:lnTo>
                  <a:lnTo>
                    <a:pt x="98805" y="349357"/>
                  </a:lnTo>
                  <a:lnTo>
                    <a:pt x="107787" y="348805"/>
                  </a:lnTo>
                  <a:lnTo>
                    <a:pt x="116770" y="348222"/>
                  </a:lnTo>
                  <a:lnTo>
                    <a:pt x="125752" y="347567"/>
                  </a:lnTo>
                  <a:lnTo>
                    <a:pt x="134734" y="346791"/>
                  </a:lnTo>
                  <a:lnTo>
                    <a:pt x="143716" y="345829"/>
                  </a:lnTo>
                  <a:lnTo>
                    <a:pt x="152699" y="344649"/>
                  </a:lnTo>
                  <a:lnTo>
                    <a:pt x="161681" y="343221"/>
                  </a:lnTo>
                  <a:lnTo>
                    <a:pt x="170663" y="341530"/>
                  </a:lnTo>
                  <a:lnTo>
                    <a:pt x="179646" y="339575"/>
                  </a:lnTo>
                  <a:lnTo>
                    <a:pt x="188628" y="337373"/>
                  </a:lnTo>
                  <a:lnTo>
                    <a:pt x="197610" y="334950"/>
                  </a:lnTo>
                  <a:lnTo>
                    <a:pt x="206593" y="332346"/>
                  </a:lnTo>
                  <a:lnTo>
                    <a:pt x="215575" y="329601"/>
                  </a:lnTo>
                  <a:lnTo>
                    <a:pt x="224557" y="326757"/>
                  </a:lnTo>
                  <a:lnTo>
                    <a:pt x="233540" y="323849"/>
                  </a:lnTo>
                  <a:lnTo>
                    <a:pt x="242522" y="320900"/>
                  </a:lnTo>
                  <a:lnTo>
                    <a:pt x="251504" y="317924"/>
                  </a:lnTo>
                  <a:lnTo>
                    <a:pt x="260486" y="314918"/>
                  </a:lnTo>
                  <a:lnTo>
                    <a:pt x="269469" y="311872"/>
                  </a:lnTo>
                  <a:lnTo>
                    <a:pt x="278451" y="308776"/>
                  </a:lnTo>
                  <a:lnTo>
                    <a:pt x="287433" y="305624"/>
                  </a:lnTo>
                  <a:lnTo>
                    <a:pt x="296416" y="302413"/>
                  </a:lnTo>
                  <a:lnTo>
                    <a:pt x="305398" y="299150"/>
                  </a:lnTo>
                  <a:lnTo>
                    <a:pt x="314380" y="295843"/>
                  </a:lnTo>
                  <a:lnTo>
                    <a:pt x="323363" y="292502"/>
                  </a:lnTo>
                  <a:lnTo>
                    <a:pt x="332345" y="289131"/>
                  </a:lnTo>
                  <a:lnTo>
                    <a:pt x="341327" y="285732"/>
                  </a:lnTo>
                  <a:lnTo>
                    <a:pt x="350310" y="282300"/>
                  </a:lnTo>
                  <a:lnTo>
                    <a:pt x="359292" y="278831"/>
                  </a:lnTo>
                  <a:lnTo>
                    <a:pt x="368274" y="275327"/>
                  </a:lnTo>
                  <a:lnTo>
                    <a:pt x="377256" y="271791"/>
                  </a:lnTo>
                  <a:lnTo>
                    <a:pt x="386239" y="268233"/>
                  </a:lnTo>
                  <a:lnTo>
                    <a:pt x="395221" y="264660"/>
                  </a:lnTo>
                  <a:lnTo>
                    <a:pt x="404203" y="261064"/>
                  </a:lnTo>
                  <a:lnTo>
                    <a:pt x="413186" y="257403"/>
                  </a:lnTo>
                  <a:lnTo>
                    <a:pt x="422168" y="253605"/>
                  </a:lnTo>
                  <a:lnTo>
                    <a:pt x="431150" y="249564"/>
                  </a:lnTo>
                  <a:lnTo>
                    <a:pt x="440133" y="245153"/>
                  </a:lnTo>
                  <a:lnTo>
                    <a:pt x="449115" y="240255"/>
                  </a:lnTo>
                  <a:lnTo>
                    <a:pt x="458097" y="234779"/>
                  </a:lnTo>
                  <a:lnTo>
                    <a:pt x="467080" y="228694"/>
                  </a:lnTo>
                  <a:lnTo>
                    <a:pt x="476062" y="222044"/>
                  </a:lnTo>
                  <a:lnTo>
                    <a:pt x="485044" y="214949"/>
                  </a:lnTo>
                  <a:lnTo>
                    <a:pt x="494027" y="207590"/>
                  </a:lnTo>
                  <a:lnTo>
                    <a:pt x="503009" y="200180"/>
                  </a:lnTo>
                  <a:lnTo>
                    <a:pt x="511991" y="192915"/>
                  </a:lnTo>
                  <a:lnTo>
                    <a:pt x="520973" y="185945"/>
                  </a:lnTo>
                  <a:lnTo>
                    <a:pt x="529956" y="179298"/>
                  </a:lnTo>
                  <a:lnTo>
                    <a:pt x="538938" y="172863"/>
                  </a:lnTo>
                  <a:lnTo>
                    <a:pt x="547920" y="166454"/>
                  </a:lnTo>
                  <a:lnTo>
                    <a:pt x="556903" y="159843"/>
                  </a:lnTo>
                  <a:lnTo>
                    <a:pt x="565885" y="152821"/>
                  </a:lnTo>
                  <a:lnTo>
                    <a:pt x="574867" y="145244"/>
                  </a:lnTo>
                  <a:lnTo>
                    <a:pt x="583850" y="137077"/>
                  </a:lnTo>
                  <a:lnTo>
                    <a:pt x="592832" y="128405"/>
                  </a:lnTo>
                  <a:lnTo>
                    <a:pt x="601814" y="119424"/>
                  </a:lnTo>
                  <a:lnTo>
                    <a:pt x="610797" y="110408"/>
                  </a:lnTo>
                  <a:lnTo>
                    <a:pt x="619779" y="101658"/>
                  </a:lnTo>
                  <a:lnTo>
                    <a:pt x="628761" y="93455"/>
                  </a:lnTo>
                  <a:lnTo>
                    <a:pt x="637743" y="86012"/>
                  </a:lnTo>
                  <a:lnTo>
                    <a:pt x="646726" y="79469"/>
                  </a:lnTo>
                  <a:lnTo>
                    <a:pt x="655708" y="73867"/>
                  </a:lnTo>
                  <a:lnTo>
                    <a:pt x="664690" y="69065"/>
                  </a:lnTo>
                  <a:lnTo>
                    <a:pt x="673673" y="64928"/>
                  </a:lnTo>
                  <a:lnTo>
                    <a:pt x="682655" y="61297"/>
                  </a:lnTo>
                  <a:lnTo>
                    <a:pt x="691637" y="58015"/>
                  </a:lnTo>
                  <a:lnTo>
                    <a:pt x="700620" y="54947"/>
                  </a:lnTo>
                  <a:lnTo>
                    <a:pt x="709602" y="51978"/>
                  </a:lnTo>
                  <a:lnTo>
                    <a:pt x="718584" y="49022"/>
                  </a:lnTo>
                  <a:lnTo>
                    <a:pt x="727567" y="46011"/>
                  </a:lnTo>
                  <a:lnTo>
                    <a:pt x="736549" y="42892"/>
                  </a:lnTo>
                  <a:lnTo>
                    <a:pt x="745531" y="39622"/>
                  </a:lnTo>
                  <a:lnTo>
                    <a:pt x="754513" y="36171"/>
                  </a:lnTo>
                  <a:lnTo>
                    <a:pt x="763496" y="32519"/>
                  </a:lnTo>
                  <a:lnTo>
                    <a:pt x="772478" y="28663"/>
                  </a:lnTo>
                  <a:lnTo>
                    <a:pt x="781460" y="24626"/>
                  </a:lnTo>
                  <a:lnTo>
                    <a:pt x="790443" y="20493"/>
                  </a:lnTo>
                  <a:lnTo>
                    <a:pt x="799425" y="16372"/>
                  </a:lnTo>
                  <a:lnTo>
                    <a:pt x="808407" y="12403"/>
                  </a:lnTo>
                  <a:lnTo>
                    <a:pt x="817390" y="8746"/>
                  </a:lnTo>
                  <a:lnTo>
                    <a:pt x="826372" y="5563"/>
                  </a:lnTo>
                  <a:lnTo>
                    <a:pt x="835354" y="3002"/>
                  </a:lnTo>
                  <a:lnTo>
                    <a:pt x="844337" y="1178"/>
                  </a:lnTo>
                  <a:lnTo>
                    <a:pt x="853319" y="167"/>
                  </a:lnTo>
                  <a:lnTo>
                    <a:pt x="862301" y="0"/>
                  </a:lnTo>
                  <a:lnTo>
                    <a:pt x="871283" y="665"/>
                  </a:lnTo>
                  <a:lnTo>
                    <a:pt x="880266" y="2123"/>
                  </a:lnTo>
                  <a:lnTo>
                    <a:pt x="889248" y="4310"/>
                  </a:lnTo>
                  <a:lnTo>
                    <a:pt x="898230" y="7155"/>
                  </a:lnTo>
                  <a:lnTo>
                    <a:pt x="907213" y="10614"/>
                  </a:lnTo>
                  <a:lnTo>
                    <a:pt x="916195" y="14560"/>
                  </a:lnTo>
                  <a:lnTo>
                    <a:pt x="925177" y="18894"/>
                  </a:lnTo>
                  <a:lnTo>
                    <a:pt x="934160" y="23517"/>
                  </a:lnTo>
                  <a:lnTo>
                    <a:pt x="943142" y="28326"/>
                  </a:lnTo>
                  <a:lnTo>
                    <a:pt x="952124" y="33221"/>
                  </a:lnTo>
                  <a:lnTo>
                    <a:pt x="961107" y="38124"/>
                  </a:lnTo>
                  <a:lnTo>
                    <a:pt x="970089" y="42983"/>
                  </a:lnTo>
                  <a:lnTo>
                    <a:pt x="979071" y="47785"/>
                  </a:lnTo>
                  <a:lnTo>
                    <a:pt x="988054" y="52553"/>
                  </a:lnTo>
                  <a:lnTo>
                    <a:pt x="997036" y="57338"/>
                  </a:lnTo>
                  <a:lnTo>
                    <a:pt x="1006018" y="62201"/>
                  </a:lnTo>
                  <a:lnTo>
                    <a:pt x="1015000" y="67194"/>
                  </a:lnTo>
                  <a:lnTo>
                    <a:pt x="1023983" y="72334"/>
                  </a:lnTo>
                  <a:lnTo>
                    <a:pt x="1032965" y="77604"/>
                  </a:lnTo>
                  <a:lnTo>
                    <a:pt x="1041947" y="82926"/>
                  </a:lnTo>
                  <a:lnTo>
                    <a:pt x="1050930" y="88211"/>
                  </a:lnTo>
                  <a:lnTo>
                    <a:pt x="1059912" y="93384"/>
                  </a:lnTo>
                  <a:lnTo>
                    <a:pt x="1068894" y="98404"/>
                  </a:lnTo>
                  <a:lnTo>
                    <a:pt x="1077877" y="103280"/>
                  </a:lnTo>
                  <a:lnTo>
                    <a:pt x="1086859" y="108075"/>
                  </a:lnTo>
                  <a:lnTo>
                    <a:pt x="1095841" y="112895"/>
                  </a:lnTo>
                  <a:lnTo>
                    <a:pt x="1104824" y="117868"/>
                  </a:lnTo>
                  <a:lnTo>
                    <a:pt x="1113806" y="123116"/>
                  </a:lnTo>
                  <a:lnTo>
                    <a:pt x="1122788" y="128735"/>
                  </a:lnTo>
                  <a:lnTo>
                    <a:pt x="1131770" y="134772"/>
                  </a:lnTo>
                  <a:lnTo>
                    <a:pt x="1140753" y="141220"/>
                  </a:lnTo>
                  <a:lnTo>
                    <a:pt x="1149735" y="148021"/>
                  </a:lnTo>
                  <a:lnTo>
                    <a:pt x="1158717" y="155088"/>
                  </a:lnTo>
                  <a:lnTo>
                    <a:pt x="1167700" y="162296"/>
                  </a:lnTo>
                  <a:lnTo>
                    <a:pt x="1176682" y="169535"/>
                  </a:lnTo>
                  <a:lnTo>
                    <a:pt x="1185664" y="176726"/>
                  </a:lnTo>
                  <a:lnTo>
                    <a:pt x="1194647" y="183820"/>
                  </a:lnTo>
                  <a:lnTo>
                    <a:pt x="1203629" y="190794"/>
                  </a:lnTo>
                  <a:lnTo>
                    <a:pt x="1212611" y="197642"/>
                  </a:lnTo>
                  <a:lnTo>
                    <a:pt x="1221594" y="204373"/>
                  </a:lnTo>
                  <a:lnTo>
                    <a:pt x="1230576" y="210996"/>
                  </a:lnTo>
                  <a:lnTo>
                    <a:pt x="1239558" y="217519"/>
                  </a:lnTo>
                  <a:lnTo>
                    <a:pt x="1248540" y="223939"/>
                  </a:lnTo>
                  <a:lnTo>
                    <a:pt x="1257523" y="230246"/>
                  </a:lnTo>
                  <a:lnTo>
                    <a:pt x="1266505" y="236418"/>
                  </a:lnTo>
                  <a:lnTo>
                    <a:pt x="1275487" y="242423"/>
                  </a:lnTo>
                  <a:lnTo>
                    <a:pt x="1284470" y="248213"/>
                  </a:lnTo>
                  <a:lnTo>
                    <a:pt x="1293452" y="253730"/>
                  </a:lnTo>
                  <a:lnTo>
                    <a:pt x="1302434" y="258945"/>
                  </a:lnTo>
                  <a:lnTo>
                    <a:pt x="1311417" y="263829"/>
                  </a:lnTo>
                  <a:lnTo>
                    <a:pt x="1320399" y="268371"/>
                  </a:lnTo>
                  <a:lnTo>
                    <a:pt x="1329381" y="272584"/>
                  </a:lnTo>
                  <a:lnTo>
                    <a:pt x="1338364" y="276509"/>
                  </a:lnTo>
                  <a:lnTo>
                    <a:pt x="1347346" y="280206"/>
                  </a:lnTo>
                  <a:lnTo>
                    <a:pt x="1356328" y="283748"/>
                  </a:lnTo>
                  <a:lnTo>
                    <a:pt x="1365310" y="287213"/>
                  </a:lnTo>
                  <a:lnTo>
                    <a:pt x="1374293" y="290671"/>
                  </a:lnTo>
                  <a:lnTo>
                    <a:pt x="1383275" y="294177"/>
                  </a:lnTo>
                  <a:lnTo>
                    <a:pt x="1392257" y="297764"/>
                  </a:lnTo>
                  <a:lnTo>
                    <a:pt x="1401240" y="301444"/>
                  </a:lnTo>
                  <a:lnTo>
                    <a:pt x="1410222" y="305205"/>
                  </a:lnTo>
                  <a:lnTo>
                    <a:pt x="1419204" y="309012"/>
                  </a:lnTo>
                  <a:lnTo>
                    <a:pt x="1428187" y="312806"/>
                  </a:lnTo>
                  <a:lnTo>
                    <a:pt x="1437169" y="316523"/>
                  </a:lnTo>
                  <a:lnTo>
                    <a:pt x="1446151" y="320093"/>
                  </a:lnTo>
                  <a:lnTo>
                    <a:pt x="1455134" y="323452"/>
                  </a:lnTo>
                  <a:lnTo>
                    <a:pt x="1464116" y="326546"/>
                  </a:lnTo>
                  <a:lnTo>
                    <a:pt x="1473098" y="329337"/>
                  </a:lnTo>
                  <a:lnTo>
                    <a:pt x="1482081" y="331812"/>
                  </a:lnTo>
                  <a:lnTo>
                    <a:pt x="1491063" y="333980"/>
                  </a:lnTo>
                  <a:lnTo>
                    <a:pt x="1500045" y="335868"/>
                  </a:lnTo>
                  <a:lnTo>
                    <a:pt x="1509027" y="337518"/>
                  </a:lnTo>
                  <a:lnTo>
                    <a:pt x="1518010" y="338980"/>
                  </a:lnTo>
                  <a:lnTo>
                    <a:pt x="1526992" y="340298"/>
                  </a:lnTo>
                  <a:lnTo>
                    <a:pt x="1535974" y="341508"/>
                  </a:lnTo>
                  <a:lnTo>
                    <a:pt x="1544957" y="342628"/>
                  </a:lnTo>
                  <a:lnTo>
                    <a:pt x="1553939" y="343668"/>
                  </a:lnTo>
                  <a:lnTo>
                    <a:pt x="1562921" y="344624"/>
                  </a:lnTo>
                  <a:lnTo>
                    <a:pt x="1571904" y="345481"/>
                  </a:lnTo>
                  <a:lnTo>
                    <a:pt x="1580886" y="346228"/>
                  </a:lnTo>
                  <a:lnTo>
                    <a:pt x="1589868" y="346858"/>
                  </a:lnTo>
                  <a:lnTo>
                    <a:pt x="1598851" y="347373"/>
                  </a:lnTo>
                  <a:lnTo>
                    <a:pt x="1607833" y="347785"/>
                  </a:lnTo>
                  <a:lnTo>
                    <a:pt x="1616815" y="348113"/>
                  </a:lnTo>
                  <a:lnTo>
                    <a:pt x="1625797" y="348383"/>
                  </a:lnTo>
                  <a:lnTo>
                    <a:pt x="1634780" y="348623"/>
                  </a:lnTo>
                  <a:lnTo>
                    <a:pt x="1643762" y="348859"/>
                  </a:lnTo>
                  <a:lnTo>
                    <a:pt x="1652744" y="349111"/>
                  </a:lnTo>
                  <a:lnTo>
                    <a:pt x="1661727" y="349395"/>
                  </a:lnTo>
                  <a:lnTo>
                    <a:pt x="1670709" y="349723"/>
                  </a:lnTo>
                  <a:lnTo>
                    <a:pt x="1679691" y="350101"/>
                  </a:lnTo>
                  <a:lnTo>
                    <a:pt x="1688674" y="350532"/>
                  </a:lnTo>
                  <a:lnTo>
                    <a:pt x="1697656" y="351020"/>
                  </a:lnTo>
                  <a:lnTo>
                    <a:pt x="1706638" y="351566"/>
                  </a:lnTo>
                  <a:lnTo>
                    <a:pt x="1715621" y="352169"/>
                  </a:lnTo>
                  <a:lnTo>
                    <a:pt x="1724603" y="352819"/>
                  </a:lnTo>
                  <a:lnTo>
                    <a:pt x="1733585" y="353502"/>
                  </a:lnTo>
                  <a:lnTo>
                    <a:pt x="1742567" y="354195"/>
                  </a:lnTo>
                  <a:lnTo>
                    <a:pt x="1751550" y="354867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142487" y="2848212"/>
              <a:ext cx="1113806" cy="553571"/>
            </a:xfrm>
            <a:custGeom>
              <a:avLst/>
              <a:pathLst>
                <a:path w="1113806" h="553571">
                  <a:moveTo>
                    <a:pt x="0" y="549827"/>
                  </a:moveTo>
                  <a:lnTo>
                    <a:pt x="8982" y="549202"/>
                  </a:lnTo>
                  <a:lnTo>
                    <a:pt x="17964" y="548513"/>
                  </a:lnTo>
                  <a:lnTo>
                    <a:pt x="26946" y="547732"/>
                  </a:lnTo>
                  <a:lnTo>
                    <a:pt x="35929" y="546817"/>
                  </a:lnTo>
                  <a:lnTo>
                    <a:pt x="44911" y="545721"/>
                  </a:lnTo>
                  <a:lnTo>
                    <a:pt x="53893" y="544380"/>
                  </a:lnTo>
                  <a:lnTo>
                    <a:pt x="62876" y="542744"/>
                  </a:lnTo>
                  <a:lnTo>
                    <a:pt x="71858" y="540791"/>
                  </a:lnTo>
                  <a:lnTo>
                    <a:pt x="80840" y="538505"/>
                  </a:lnTo>
                  <a:lnTo>
                    <a:pt x="89823" y="535887"/>
                  </a:lnTo>
                  <a:lnTo>
                    <a:pt x="98805" y="532945"/>
                  </a:lnTo>
                  <a:lnTo>
                    <a:pt x="107787" y="529692"/>
                  </a:lnTo>
                  <a:lnTo>
                    <a:pt x="116770" y="526128"/>
                  </a:lnTo>
                  <a:lnTo>
                    <a:pt x="125752" y="522241"/>
                  </a:lnTo>
                  <a:lnTo>
                    <a:pt x="134734" y="517996"/>
                  </a:lnTo>
                  <a:lnTo>
                    <a:pt x="143716" y="513336"/>
                  </a:lnTo>
                  <a:lnTo>
                    <a:pt x="152699" y="508187"/>
                  </a:lnTo>
                  <a:lnTo>
                    <a:pt x="161681" y="502469"/>
                  </a:lnTo>
                  <a:lnTo>
                    <a:pt x="170663" y="496106"/>
                  </a:lnTo>
                  <a:lnTo>
                    <a:pt x="179646" y="489027"/>
                  </a:lnTo>
                  <a:lnTo>
                    <a:pt x="188628" y="481189"/>
                  </a:lnTo>
                  <a:lnTo>
                    <a:pt x="197610" y="472667"/>
                  </a:lnTo>
                  <a:lnTo>
                    <a:pt x="206593" y="463540"/>
                  </a:lnTo>
                  <a:lnTo>
                    <a:pt x="215575" y="453923"/>
                  </a:lnTo>
                  <a:lnTo>
                    <a:pt x="224557" y="443961"/>
                  </a:lnTo>
                  <a:lnTo>
                    <a:pt x="233540" y="433801"/>
                  </a:lnTo>
                  <a:lnTo>
                    <a:pt x="242522" y="423575"/>
                  </a:lnTo>
                  <a:lnTo>
                    <a:pt x="251504" y="413370"/>
                  </a:lnTo>
                  <a:lnTo>
                    <a:pt x="260486" y="403209"/>
                  </a:lnTo>
                  <a:lnTo>
                    <a:pt x="269469" y="393042"/>
                  </a:lnTo>
                  <a:lnTo>
                    <a:pt x="278451" y="382735"/>
                  </a:lnTo>
                  <a:lnTo>
                    <a:pt x="287433" y="372095"/>
                  </a:lnTo>
                  <a:lnTo>
                    <a:pt x="296416" y="360885"/>
                  </a:lnTo>
                  <a:lnTo>
                    <a:pt x="305398" y="348861"/>
                  </a:lnTo>
                  <a:lnTo>
                    <a:pt x="314380" y="335740"/>
                  </a:lnTo>
                  <a:lnTo>
                    <a:pt x="323363" y="321470"/>
                  </a:lnTo>
                  <a:lnTo>
                    <a:pt x="332345" y="306033"/>
                  </a:lnTo>
                  <a:lnTo>
                    <a:pt x="341327" y="289495"/>
                  </a:lnTo>
                  <a:lnTo>
                    <a:pt x="350310" y="272000"/>
                  </a:lnTo>
                  <a:lnTo>
                    <a:pt x="359292" y="253740"/>
                  </a:lnTo>
                  <a:lnTo>
                    <a:pt x="368274" y="234939"/>
                  </a:lnTo>
                  <a:lnTo>
                    <a:pt x="377256" y="215824"/>
                  </a:lnTo>
                  <a:lnTo>
                    <a:pt x="386239" y="196618"/>
                  </a:lnTo>
                  <a:lnTo>
                    <a:pt x="395221" y="177526"/>
                  </a:lnTo>
                  <a:lnTo>
                    <a:pt x="404203" y="158739"/>
                  </a:lnTo>
                  <a:lnTo>
                    <a:pt x="413186" y="140430"/>
                  </a:lnTo>
                  <a:lnTo>
                    <a:pt x="422168" y="122757"/>
                  </a:lnTo>
                  <a:lnTo>
                    <a:pt x="431150" y="105864"/>
                  </a:lnTo>
                  <a:lnTo>
                    <a:pt x="440133" y="89955"/>
                  </a:lnTo>
                  <a:lnTo>
                    <a:pt x="449115" y="75088"/>
                  </a:lnTo>
                  <a:lnTo>
                    <a:pt x="458097" y="61343"/>
                  </a:lnTo>
                  <a:lnTo>
                    <a:pt x="467080" y="48797"/>
                  </a:lnTo>
                  <a:lnTo>
                    <a:pt x="476062" y="37522"/>
                  </a:lnTo>
                  <a:lnTo>
                    <a:pt x="485044" y="27592"/>
                  </a:lnTo>
                  <a:lnTo>
                    <a:pt x="494027" y="19086"/>
                  </a:lnTo>
                  <a:lnTo>
                    <a:pt x="503009" y="12084"/>
                  </a:lnTo>
                  <a:lnTo>
                    <a:pt x="511991" y="6654"/>
                  </a:lnTo>
                  <a:lnTo>
                    <a:pt x="520973" y="2841"/>
                  </a:lnTo>
                  <a:lnTo>
                    <a:pt x="529956" y="643"/>
                  </a:lnTo>
                  <a:lnTo>
                    <a:pt x="538938" y="0"/>
                  </a:lnTo>
                  <a:lnTo>
                    <a:pt x="547920" y="783"/>
                  </a:lnTo>
                  <a:lnTo>
                    <a:pt x="556903" y="2803"/>
                  </a:lnTo>
                  <a:lnTo>
                    <a:pt x="565885" y="5859"/>
                  </a:lnTo>
                  <a:lnTo>
                    <a:pt x="574867" y="9644"/>
                  </a:lnTo>
                  <a:lnTo>
                    <a:pt x="583850" y="13927"/>
                  </a:lnTo>
                  <a:lnTo>
                    <a:pt x="592832" y="18584"/>
                  </a:lnTo>
                  <a:lnTo>
                    <a:pt x="601814" y="23599"/>
                  </a:lnTo>
                  <a:lnTo>
                    <a:pt x="610797" y="29073"/>
                  </a:lnTo>
                  <a:lnTo>
                    <a:pt x="619779" y="35202"/>
                  </a:lnTo>
                  <a:lnTo>
                    <a:pt x="628761" y="42246"/>
                  </a:lnTo>
                  <a:lnTo>
                    <a:pt x="637743" y="50476"/>
                  </a:lnTo>
                  <a:lnTo>
                    <a:pt x="646726" y="60121"/>
                  </a:lnTo>
                  <a:lnTo>
                    <a:pt x="655708" y="71328"/>
                  </a:lnTo>
                  <a:lnTo>
                    <a:pt x="664690" y="84129"/>
                  </a:lnTo>
                  <a:lnTo>
                    <a:pt x="673673" y="98440"/>
                  </a:lnTo>
                  <a:lnTo>
                    <a:pt x="682655" y="114080"/>
                  </a:lnTo>
                  <a:lnTo>
                    <a:pt x="691637" y="130826"/>
                  </a:lnTo>
                  <a:lnTo>
                    <a:pt x="700620" y="148352"/>
                  </a:lnTo>
                  <a:lnTo>
                    <a:pt x="709602" y="166335"/>
                  </a:lnTo>
                  <a:lnTo>
                    <a:pt x="718584" y="184528"/>
                  </a:lnTo>
                  <a:lnTo>
                    <a:pt x="727567" y="202722"/>
                  </a:lnTo>
                  <a:lnTo>
                    <a:pt x="736549" y="220755"/>
                  </a:lnTo>
                  <a:lnTo>
                    <a:pt x="745531" y="238507"/>
                  </a:lnTo>
                  <a:lnTo>
                    <a:pt x="754513" y="255900"/>
                  </a:lnTo>
                  <a:lnTo>
                    <a:pt x="763496" y="272887"/>
                  </a:lnTo>
                  <a:lnTo>
                    <a:pt x="772478" y="289450"/>
                  </a:lnTo>
                  <a:lnTo>
                    <a:pt x="781460" y="305587"/>
                  </a:lnTo>
                  <a:lnTo>
                    <a:pt x="790443" y="321307"/>
                  </a:lnTo>
                  <a:lnTo>
                    <a:pt x="799425" y="336618"/>
                  </a:lnTo>
                  <a:lnTo>
                    <a:pt x="808407" y="351523"/>
                  </a:lnTo>
                  <a:lnTo>
                    <a:pt x="817390" y="365994"/>
                  </a:lnTo>
                  <a:lnTo>
                    <a:pt x="826372" y="379975"/>
                  </a:lnTo>
                  <a:lnTo>
                    <a:pt x="835354" y="393426"/>
                  </a:lnTo>
                  <a:lnTo>
                    <a:pt x="844337" y="406268"/>
                  </a:lnTo>
                  <a:lnTo>
                    <a:pt x="853319" y="418405"/>
                  </a:lnTo>
                  <a:lnTo>
                    <a:pt x="862301" y="429746"/>
                  </a:lnTo>
                  <a:lnTo>
                    <a:pt x="871283" y="440212"/>
                  </a:lnTo>
                  <a:lnTo>
                    <a:pt x="880266" y="449755"/>
                  </a:lnTo>
                  <a:lnTo>
                    <a:pt x="889248" y="458368"/>
                  </a:lnTo>
                  <a:lnTo>
                    <a:pt x="898230" y="466090"/>
                  </a:lnTo>
                  <a:lnTo>
                    <a:pt x="907213" y="473009"/>
                  </a:lnTo>
                  <a:lnTo>
                    <a:pt x="916195" y="479254"/>
                  </a:lnTo>
                  <a:lnTo>
                    <a:pt x="925177" y="484973"/>
                  </a:lnTo>
                  <a:lnTo>
                    <a:pt x="934160" y="490321"/>
                  </a:lnTo>
                  <a:lnTo>
                    <a:pt x="943142" y="495434"/>
                  </a:lnTo>
                  <a:lnTo>
                    <a:pt x="952124" y="500413"/>
                  </a:lnTo>
                  <a:lnTo>
                    <a:pt x="961107" y="505321"/>
                  </a:lnTo>
                  <a:lnTo>
                    <a:pt x="970089" y="510161"/>
                  </a:lnTo>
                  <a:lnTo>
                    <a:pt x="979071" y="514897"/>
                  </a:lnTo>
                  <a:lnTo>
                    <a:pt x="988054" y="519471"/>
                  </a:lnTo>
                  <a:lnTo>
                    <a:pt x="997036" y="523816"/>
                  </a:lnTo>
                  <a:lnTo>
                    <a:pt x="1006018" y="527864"/>
                  </a:lnTo>
                  <a:lnTo>
                    <a:pt x="1015000" y="531562"/>
                  </a:lnTo>
                  <a:lnTo>
                    <a:pt x="1023983" y="534877"/>
                  </a:lnTo>
                  <a:lnTo>
                    <a:pt x="1032965" y="537794"/>
                  </a:lnTo>
                  <a:lnTo>
                    <a:pt x="1041947" y="540317"/>
                  </a:lnTo>
                  <a:lnTo>
                    <a:pt x="1050930" y="542466"/>
                  </a:lnTo>
                  <a:lnTo>
                    <a:pt x="1059912" y="544270"/>
                  </a:lnTo>
                  <a:lnTo>
                    <a:pt x="1068894" y="545762"/>
                  </a:lnTo>
                  <a:lnTo>
                    <a:pt x="1077877" y="546965"/>
                  </a:lnTo>
                  <a:lnTo>
                    <a:pt x="1086859" y="547938"/>
                  </a:lnTo>
                  <a:lnTo>
                    <a:pt x="1095841" y="548724"/>
                  </a:lnTo>
                  <a:lnTo>
                    <a:pt x="1104824" y="549362"/>
                  </a:lnTo>
                  <a:lnTo>
                    <a:pt x="1113806" y="549891"/>
                  </a:lnTo>
                  <a:lnTo>
                    <a:pt x="1113806" y="553571"/>
                  </a:lnTo>
                  <a:lnTo>
                    <a:pt x="1104824" y="553571"/>
                  </a:lnTo>
                  <a:lnTo>
                    <a:pt x="1095841" y="553571"/>
                  </a:lnTo>
                  <a:lnTo>
                    <a:pt x="1086859" y="553571"/>
                  </a:lnTo>
                  <a:lnTo>
                    <a:pt x="1077877" y="553571"/>
                  </a:lnTo>
                  <a:lnTo>
                    <a:pt x="1068894" y="553571"/>
                  </a:lnTo>
                  <a:lnTo>
                    <a:pt x="1059912" y="553571"/>
                  </a:lnTo>
                  <a:lnTo>
                    <a:pt x="1050930" y="553571"/>
                  </a:lnTo>
                  <a:lnTo>
                    <a:pt x="1041947" y="553571"/>
                  </a:lnTo>
                  <a:lnTo>
                    <a:pt x="1032965" y="553571"/>
                  </a:lnTo>
                  <a:lnTo>
                    <a:pt x="1023983" y="553571"/>
                  </a:lnTo>
                  <a:lnTo>
                    <a:pt x="1015000" y="553571"/>
                  </a:lnTo>
                  <a:lnTo>
                    <a:pt x="1006018" y="553571"/>
                  </a:lnTo>
                  <a:lnTo>
                    <a:pt x="997036" y="553571"/>
                  </a:lnTo>
                  <a:lnTo>
                    <a:pt x="988054" y="553571"/>
                  </a:lnTo>
                  <a:lnTo>
                    <a:pt x="979071" y="553571"/>
                  </a:lnTo>
                  <a:lnTo>
                    <a:pt x="970089" y="553571"/>
                  </a:lnTo>
                  <a:lnTo>
                    <a:pt x="961107" y="553571"/>
                  </a:lnTo>
                  <a:lnTo>
                    <a:pt x="952124" y="553571"/>
                  </a:lnTo>
                  <a:lnTo>
                    <a:pt x="943142" y="553571"/>
                  </a:lnTo>
                  <a:lnTo>
                    <a:pt x="934160" y="553571"/>
                  </a:lnTo>
                  <a:lnTo>
                    <a:pt x="925177" y="553571"/>
                  </a:lnTo>
                  <a:lnTo>
                    <a:pt x="916195" y="553571"/>
                  </a:lnTo>
                  <a:lnTo>
                    <a:pt x="907213" y="553571"/>
                  </a:lnTo>
                  <a:lnTo>
                    <a:pt x="898230" y="553571"/>
                  </a:lnTo>
                  <a:lnTo>
                    <a:pt x="889248" y="553571"/>
                  </a:lnTo>
                  <a:lnTo>
                    <a:pt x="880266" y="553571"/>
                  </a:lnTo>
                  <a:lnTo>
                    <a:pt x="871283" y="553571"/>
                  </a:lnTo>
                  <a:lnTo>
                    <a:pt x="862301" y="553571"/>
                  </a:lnTo>
                  <a:lnTo>
                    <a:pt x="853319" y="553571"/>
                  </a:lnTo>
                  <a:lnTo>
                    <a:pt x="844337" y="553571"/>
                  </a:lnTo>
                  <a:lnTo>
                    <a:pt x="835354" y="553571"/>
                  </a:lnTo>
                  <a:lnTo>
                    <a:pt x="826372" y="553571"/>
                  </a:lnTo>
                  <a:lnTo>
                    <a:pt x="817390" y="553571"/>
                  </a:lnTo>
                  <a:lnTo>
                    <a:pt x="808407" y="553571"/>
                  </a:lnTo>
                  <a:lnTo>
                    <a:pt x="799425" y="553571"/>
                  </a:lnTo>
                  <a:lnTo>
                    <a:pt x="790443" y="553571"/>
                  </a:lnTo>
                  <a:lnTo>
                    <a:pt x="781460" y="553571"/>
                  </a:lnTo>
                  <a:lnTo>
                    <a:pt x="772478" y="553571"/>
                  </a:lnTo>
                  <a:lnTo>
                    <a:pt x="763496" y="553571"/>
                  </a:lnTo>
                  <a:lnTo>
                    <a:pt x="754513" y="553571"/>
                  </a:lnTo>
                  <a:lnTo>
                    <a:pt x="745531" y="553571"/>
                  </a:lnTo>
                  <a:lnTo>
                    <a:pt x="736549" y="553571"/>
                  </a:lnTo>
                  <a:lnTo>
                    <a:pt x="727567" y="553571"/>
                  </a:lnTo>
                  <a:lnTo>
                    <a:pt x="718584" y="553571"/>
                  </a:lnTo>
                  <a:lnTo>
                    <a:pt x="709602" y="553571"/>
                  </a:lnTo>
                  <a:lnTo>
                    <a:pt x="700620" y="553571"/>
                  </a:lnTo>
                  <a:lnTo>
                    <a:pt x="691637" y="553571"/>
                  </a:lnTo>
                  <a:lnTo>
                    <a:pt x="682655" y="553571"/>
                  </a:lnTo>
                  <a:lnTo>
                    <a:pt x="673673" y="553571"/>
                  </a:lnTo>
                  <a:lnTo>
                    <a:pt x="664690" y="553571"/>
                  </a:lnTo>
                  <a:lnTo>
                    <a:pt x="655708" y="553571"/>
                  </a:lnTo>
                  <a:lnTo>
                    <a:pt x="646726" y="553571"/>
                  </a:lnTo>
                  <a:lnTo>
                    <a:pt x="637743" y="553571"/>
                  </a:lnTo>
                  <a:lnTo>
                    <a:pt x="628761" y="553571"/>
                  </a:lnTo>
                  <a:lnTo>
                    <a:pt x="619779" y="553571"/>
                  </a:lnTo>
                  <a:lnTo>
                    <a:pt x="610797" y="553571"/>
                  </a:lnTo>
                  <a:lnTo>
                    <a:pt x="601814" y="553571"/>
                  </a:lnTo>
                  <a:lnTo>
                    <a:pt x="592832" y="553571"/>
                  </a:lnTo>
                  <a:lnTo>
                    <a:pt x="583850" y="553571"/>
                  </a:lnTo>
                  <a:lnTo>
                    <a:pt x="574867" y="553571"/>
                  </a:lnTo>
                  <a:lnTo>
                    <a:pt x="565885" y="553571"/>
                  </a:lnTo>
                  <a:lnTo>
                    <a:pt x="556903" y="553571"/>
                  </a:lnTo>
                  <a:lnTo>
                    <a:pt x="547920" y="553571"/>
                  </a:lnTo>
                  <a:lnTo>
                    <a:pt x="538938" y="553571"/>
                  </a:lnTo>
                  <a:lnTo>
                    <a:pt x="529956" y="553571"/>
                  </a:lnTo>
                  <a:lnTo>
                    <a:pt x="520973" y="553571"/>
                  </a:lnTo>
                  <a:lnTo>
                    <a:pt x="511991" y="553571"/>
                  </a:lnTo>
                  <a:lnTo>
                    <a:pt x="503009" y="553571"/>
                  </a:lnTo>
                  <a:lnTo>
                    <a:pt x="494027" y="553571"/>
                  </a:lnTo>
                  <a:lnTo>
                    <a:pt x="485044" y="553571"/>
                  </a:lnTo>
                  <a:lnTo>
                    <a:pt x="476062" y="553571"/>
                  </a:lnTo>
                  <a:lnTo>
                    <a:pt x="467080" y="553571"/>
                  </a:lnTo>
                  <a:lnTo>
                    <a:pt x="458097" y="553571"/>
                  </a:lnTo>
                  <a:lnTo>
                    <a:pt x="449115" y="553571"/>
                  </a:lnTo>
                  <a:lnTo>
                    <a:pt x="440133" y="553571"/>
                  </a:lnTo>
                  <a:lnTo>
                    <a:pt x="431150" y="553571"/>
                  </a:lnTo>
                  <a:lnTo>
                    <a:pt x="422168" y="553571"/>
                  </a:lnTo>
                  <a:lnTo>
                    <a:pt x="413186" y="553571"/>
                  </a:lnTo>
                  <a:lnTo>
                    <a:pt x="404203" y="553571"/>
                  </a:lnTo>
                  <a:lnTo>
                    <a:pt x="395221" y="553571"/>
                  </a:lnTo>
                  <a:lnTo>
                    <a:pt x="386239" y="553571"/>
                  </a:lnTo>
                  <a:lnTo>
                    <a:pt x="377256" y="553571"/>
                  </a:lnTo>
                  <a:lnTo>
                    <a:pt x="368274" y="553571"/>
                  </a:lnTo>
                  <a:lnTo>
                    <a:pt x="359292" y="553571"/>
                  </a:lnTo>
                  <a:lnTo>
                    <a:pt x="350310" y="553571"/>
                  </a:lnTo>
                  <a:lnTo>
                    <a:pt x="341327" y="553571"/>
                  </a:lnTo>
                  <a:lnTo>
                    <a:pt x="332345" y="553571"/>
                  </a:lnTo>
                  <a:lnTo>
                    <a:pt x="323363" y="553571"/>
                  </a:lnTo>
                  <a:lnTo>
                    <a:pt x="314380" y="553571"/>
                  </a:lnTo>
                  <a:lnTo>
                    <a:pt x="305398" y="553571"/>
                  </a:lnTo>
                  <a:lnTo>
                    <a:pt x="296416" y="553571"/>
                  </a:lnTo>
                  <a:lnTo>
                    <a:pt x="287433" y="553571"/>
                  </a:lnTo>
                  <a:lnTo>
                    <a:pt x="278451" y="553571"/>
                  </a:lnTo>
                  <a:lnTo>
                    <a:pt x="269469" y="553571"/>
                  </a:lnTo>
                  <a:lnTo>
                    <a:pt x="260486" y="553571"/>
                  </a:lnTo>
                  <a:lnTo>
                    <a:pt x="251504" y="553571"/>
                  </a:lnTo>
                  <a:lnTo>
                    <a:pt x="242522" y="553571"/>
                  </a:lnTo>
                  <a:lnTo>
                    <a:pt x="233540" y="553571"/>
                  </a:lnTo>
                  <a:lnTo>
                    <a:pt x="224557" y="553571"/>
                  </a:lnTo>
                  <a:lnTo>
                    <a:pt x="215575" y="553571"/>
                  </a:lnTo>
                  <a:lnTo>
                    <a:pt x="206593" y="553571"/>
                  </a:lnTo>
                  <a:lnTo>
                    <a:pt x="197610" y="553571"/>
                  </a:lnTo>
                  <a:lnTo>
                    <a:pt x="188628" y="553571"/>
                  </a:lnTo>
                  <a:lnTo>
                    <a:pt x="179646" y="553571"/>
                  </a:lnTo>
                  <a:lnTo>
                    <a:pt x="170663" y="553571"/>
                  </a:lnTo>
                  <a:lnTo>
                    <a:pt x="161681" y="553571"/>
                  </a:lnTo>
                  <a:lnTo>
                    <a:pt x="152699" y="553571"/>
                  </a:lnTo>
                  <a:lnTo>
                    <a:pt x="143716" y="553571"/>
                  </a:lnTo>
                  <a:lnTo>
                    <a:pt x="134734" y="553571"/>
                  </a:lnTo>
                  <a:lnTo>
                    <a:pt x="125752" y="553571"/>
                  </a:lnTo>
                  <a:lnTo>
                    <a:pt x="116770" y="553571"/>
                  </a:lnTo>
                  <a:lnTo>
                    <a:pt x="107787" y="553571"/>
                  </a:lnTo>
                  <a:lnTo>
                    <a:pt x="98805" y="553571"/>
                  </a:lnTo>
                  <a:lnTo>
                    <a:pt x="89823" y="553571"/>
                  </a:lnTo>
                  <a:lnTo>
                    <a:pt x="80840" y="553571"/>
                  </a:lnTo>
                  <a:lnTo>
                    <a:pt x="71858" y="553571"/>
                  </a:lnTo>
                  <a:lnTo>
                    <a:pt x="62876" y="553571"/>
                  </a:lnTo>
                  <a:lnTo>
                    <a:pt x="53893" y="553571"/>
                  </a:lnTo>
                  <a:lnTo>
                    <a:pt x="44911" y="553571"/>
                  </a:lnTo>
                  <a:lnTo>
                    <a:pt x="35929" y="553571"/>
                  </a:lnTo>
                  <a:lnTo>
                    <a:pt x="26946" y="553571"/>
                  </a:lnTo>
                  <a:lnTo>
                    <a:pt x="17964" y="553571"/>
                  </a:lnTo>
                  <a:lnTo>
                    <a:pt x="8982" y="553571"/>
                  </a:lnTo>
                  <a:lnTo>
                    <a:pt x="0" y="553571"/>
                  </a:lnTo>
                  <a:close/>
                </a:path>
              </a:pathLst>
            </a:custGeom>
            <a:solidFill>
              <a:srgbClr val="7FC7C0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142487" y="2848212"/>
              <a:ext cx="1113806" cy="549891"/>
            </a:xfrm>
            <a:custGeom>
              <a:avLst/>
              <a:pathLst>
                <a:path w="1113806" h="549891">
                  <a:moveTo>
                    <a:pt x="0" y="549827"/>
                  </a:moveTo>
                  <a:lnTo>
                    <a:pt x="8982" y="549202"/>
                  </a:lnTo>
                  <a:lnTo>
                    <a:pt x="17964" y="548513"/>
                  </a:lnTo>
                  <a:lnTo>
                    <a:pt x="26946" y="547732"/>
                  </a:lnTo>
                  <a:lnTo>
                    <a:pt x="35929" y="546817"/>
                  </a:lnTo>
                  <a:lnTo>
                    <a:pt x="44911" y="545721"/>
                  </a:lnTo>
                  <a:lnTo>
                    <a:pt x="53893" y="544380"/>
                  </a:lnTo>
                  <a:lnTo>
                    <a:pt x="62876" y="542744"/>
                  </a:lnTo>
                  <a:lnTo>
                    <a:pt x="71858" y="540791"/>
                  </a:lnTo>
                  <a:lnTo>
                    <a:pt x="80840" y="538505"/>
                  </a:lnTo>
                  <a:lnTo>
                    <a:pt x="89823" y="535887"/>
                  </a:lnTo>
                  <a:lnTo>
                    <a:pt x="98805" y="532945"/>
                  </a:lnTo>
                  <a:lnTo>
                    <a:pt x="107787" y="529692"/>
                  </a:lnTo>
                  <a:lnTo>
                    <a:pt x="116770" y="526128"/>
                  </a:lnTo>
                  <a:lnTo>
                    <a:pt x="125752" y="522241"/>
                  </a:lnTo>
                  <a:lnTo>
                    <a:pt x="134734" y="517996"/>
                  </a:lnTo>
                  <a:lnTo>
                    <a:pt x="143716" y="513336"/>
                  </a:lnTo>
                  <a:lnTo>
                    <a:pt x="152699" y="508187"/>
                  </a:lnTo>
                  <a:lnTo>
                    <a:pt x="161681" y="502469"/>
                  </a:lnTo>
                  <a:lnTo>
                    <a:pt x="170663" y="496106"/>
                  </a:lnTo>
                  <a:lnTo>
                    <a:pt x="179646" y="489027"/>
                  </a:lnTo>
                  <a:lnTo>
                    <a:pt x="188628" y="481189"/>
                  </a:lnTo>
                  <a:lnTo>
                    <a:pt x="197610" y="472667"/>
                  </a:lnTo>
                  <a:lnTo>
                    <a:pt x="206593" y="463540"/>
                  </a:lnTo>
                  <a:lnTo>
                    <a:pt x="215575" y="453923"/>
                  </a:lnTo>
                  <a:lnTo>
                    <a:pt x="224557" y="443961"/>
                  </a:lnTo>
                  <a:lnTo>
                    <a:pt x="233540" y="433801"/>
                  </a:lnTo>
                  <a:lnTo>
                    <a:pt x="242522" y="423575"/>
                  </a:lnTo>
                  <a:lnTo>
                    <a:pt x="251504" y="413370"/>
                  </a:lnTo>
                  <a:lnTo>
                    <a:pt x="260486" y="403209"/>
                  </a:lnTo>
                  <a:lnTo>
                    <a:pt x="269469" y="393042"/>
                  </a:lnTo>
                  <a:lnTo>
                    <a:pt x="278451" y="382735"/>
                  </a:lnTo>
                  <a:lnTo>
                    <a:pt x="287433" y="372095"/>
                  </a:lnTo>
                  <a:lnTo>
                    <a:pt x="296416" y="360885"/>
                  </a:lnTo>
                  <a:lnTo>
                    <a:pt x="305398" y="348861"/>
                  </a:lnTo>
                  <a:lnTo>
                    <a:pt x="314380" y="335740"/>
                  </a:lnTo>
                  <a:lnTo>
                    <a:pt x="323363" y="321470"/>
                  </a:lnTo>
                  <a:lnTo>
                    <a:pt x="332345" y="306033"/>
                  </a:lnTo>
                  <a:lnTo>
                    <a:pt x="341327" y="289495"/>
                  </a:lnTo>
                  <a:lnTo>
                    <a:pt x="350310" y="272000"/>
                  </a:lnTo>
                  <a:lnTo>
                    <a:pt x="359292" y="253740"/>
                  </a:lnTo>
                  <a:lnTo>
                    <a:pt x="368274" y="234939"/>
                  </a:lnTo>
                  <a:lnTo>
                    <a:pt x="377256" y="215824"/>
                  </a:lnTo>
                  <a:lnTo>
                    <a:pt x="386239" y="196618"/>
                  </a:lnTo>
                  <a:lnTo>
                    <a:pt x="395221" y="177526"/>
                  </a:lnTo>
                  <a:lnTo>
                    <a:pt x="404203" y="158739"/>
                  </a:lnTo>
                  <a:lnTo>
                    <a:pt x="413186" y="140430"/>
                  </a:lnTo>
                  <a:lnTo>
                    <a:pt x="422168" y="122757"/>
                  </a:lnTo>
                  <a:lnTo>
                    <a:pt x="431150" y="105864"/>
                  </a:lnTo>
                  <a:lnTo>
                    <a:pt x="440133" y="89955"/>
                  </a:lnTo>
                  <a:lnTo>
                    <a:pt x="449115" y="75088"/>
                  </a:lnTo>
                  <a:lnTo>
                    <a:pt x="458097" y="61343"/>
                  </a:lnTo>
                  <a:lnTo>
                    <a:pt x="467080" y="48797"/>
                  </a:lnTo>
                  <a:lnTo>
                    <a:pt x="476062" y="37522"/>
                  </a:lnTo>
                  <a:lnTo>
                    <a:pt x="485044" y="27592"/>
                  </a:lnTo>
                  <a:lnTo>
                    <a:pt x="494027" y="19086"/>
                  </a:lnTo>
                  <a:lnTo>
                    <a:pt x="503009" y="12084"/>
                  </a:lnTo>
                  <a:lnTo>
                    <a:pt x="511991" y="6654"/>
                  </a:lnTo>
                  <a:lnTo>
                    <a:pt x="520973" y="2841"/>
                  </a:lnTo>
                  <a:lnTo>
                    <a:pt x="529956" y="643"/>
                  </a:lnTo>
                  <a:lnTo>
                    <a:pt x="538938" y="0"/>
                  </a:lnTo>
                  <a:lnTo>
                    <a:pt x="547920" y="783"/>
                  </a:lnTo>
                  <a:lnTo>
                    <a:pt x="556903" y="2803"/>
                  </a:lnTo>
                  <a:lnTo>
                    <a:pt x="565885" y="5859"/>
                  </a:lnTo>
                  <a:lnTo>
                    <a:pt x="574867" y="9644"/>
                  </a:lnTo>
                  <a:lnTo>
                    <a:pt x="583850" y="13927"/>
                  </a:lnTo>
                  <a:lnTo>
                    <a:pt x="592832" y="18584"/>
                  </a:lnTo>
                  <a:lnTo>
                    <a:pt x="601814" y="23599"/>
                  </a:lnTo>
                  <a:lnTo>
                    <a:pt x="610797" y="29073"/>
                  </a:lnTo>
                  <a:lnTo>
                    <a:pt x="619779" y="35202"/>
                  </a:lnTo>
                  <a:lnTo>
                    <a:pt x="628761" y="42246"/>
                  </a:lnTo>
                  <a:lnTo>
                    <a:pt x="637743" y="50476"/>
                  </a:lnTo>
                  <a:lnTo>
                    <a:pt x="646726" y="60121"/>
                  </a:lnTo>
                  <a:lnTo>
                    <a:pt x="655708" y="71328"/>
                  </a:lnTo>
                  <a:lnTo>
                    <a:pt x="664690" y="84129"/>
                  </a:lnTo>
                  <a:lnTo>
                    <a:pt x="673673" y="98440"/>
                  </a:lnTo>
                  <a:lnTo>
                    <a:pt x="682655" y="114080"/>
                  </a:lnTo>
                  <a:lnTo>
                    <a:pt x="691637" y="130826"/>
                  </a:lnTo>
                  <a:lnTo>
                    <a:pt x="700620" y="148352"/>
                  </a:lnTo>
                  <a:lnTo>
                    <a:pt x="709602" y="166335"/>
                  </a:lnTo>
                  <a:lnTo>
                    <a:pt x="718584" y="184528"/>
                  </a:lnTo>
                  <a:lnTo>
                    <a:pt x="727567" y="202722"/>
                  </a:lnTo>
                  <a:lnTo>
                    <a:pt x="736549" y="220755"/>
                  </a:lnTo>
                  <a:lnTo>
                    <a:pt x="745531" y="238507"/>
                  </a:lnTo>
                  <a:lnTo>
                    <a:pt x="754513" y="255900"/>
                  </a:lnTo>
                  <a:lnTo>
                    <a:pt x="763496" y="272887"/>
                  </a:lnTo>
                  <a:lnTo>
                    <a:pt x="772478" y="289450"/>
                  </a:lnTo>
                  <a:lnTo>
                    <a:pt x="781460" y="305587"/>
                  </a:lnTo>
                  <a:lnTo>
                    <a:pt x="790443" y="321307"/>
                  </a:lnTo>
                  <a:lnTo>
                    <a:pt x="799425" y="336618"/>
                  </a:lnTo>
                  <a:lnTo>
                    <a:pt x="808407" y="351523"/>
                  </a:lnTo>
                  <a:lnTo>
                    <a:pt x="817390" y="365994"/>
                  </a:lnTo>
                  <a:lnTo>
                    <a:pt x="826372" y="379975"/>
                  </a:lnTo>
                  <a:lnTo>
                    <a:pt x="835354" y="393426"/>
                  </a:lnTo>
                  <a:lnTo>
                    <a:pt x="844337" y="406268"/>
                  </a:lnTo>
                  <a:lnTo>
                    <a:pt x="853319" y="418405"/>
                  </a:lnTo>
                  <a:lnTo>
                    <a:pt x="862301" y="429746"/>
                  </a:lnTo>
                  <a:lnTo>
                    <a:pt x="871283" y="440212"/>
                  </a:lnTo>
                  <a:lnTo>
                    <a:pt x="880266" y="449755"/>
                  </a:lnTo>
                  <a:lnTo>
                    <a:pt x="889248" y="458368"/>
                  </a:lnTo>
                  <a:lnTo>
                    <a:pt x="898230" y="466090"/>
                  </a:lnTo>
                  <a:lnTo>
                    <a:pt x="907213" y="473009"/>
                  </a:lnTo>
                  <a:lnTo>
                    <a:pt x="916195" y="479254"/>
                  </a:lnTo>
                  <a:lnTo>
                    <a:pt x="925177" y="484973"/>
                  </a:lnTo>
                  <a:lnTo>
                    <a:pt x="934160" y="490321"/>
                  </a:lnTo>
                  <a:lnTo>
                    <a:pt x="943142" y="495434"/>
                  </a:lnTo>
                  <a:lnTo>
                    <a:pt x="952124" y="500413"/>
                  </a:lnTo>
                  <a:lnTo>
                    <a:pt x="961107" y="505321"/>
                  </a:lnTo>
                  <a:lnTo>
                    <a:pt x="970089" y="510161"/>
                  </a:lnTo>
                  <a:lnTo>
                    <a:pt x="979071" y="514897"/>
                  </a:lnTo>
                  <a:lnTo>
                    <a:pt x="988054" y="519471"/>
                  </a:lnTo>
                  <a:lnTo>
                    <a:pt x="997036" y="523816"/>
                  </a:lnTo>
                  <a:lnTo>
                    <a:pt x="1006018" y="527864"/>
                  </a:lnTo>
                  <a:lnTo>
                    <a:pt x="1015000" y="531562"/>
                  </a:lnTo>
                  <a:lnTo>
                    <a:pt x="1023983" y="534877"/>
                  </a:lnTo>
                  <a:lnTo>
                    <a:pt x="1032965" y="537794"/>
                  </a:lnTo>
                  <a:lnTo>
                    <a:pt x="1041947" y="540317"/>
                  </a:lnTo>
                  <a:lnTo>
                    <a:pt x="1050930" y="542466"/>
                  </a:lnTo>
                  <a:lnTo>
                    <a:pt x="1059912" y="544270"/>
                  </a:lnTo>
                  <a:lnTo>
                    <a:pt x="1068894" y="545762"/>
                  </a:lnTo>
                  <a:lnTo>
                    <a:pt x="1077877" y="546965"/>
                  </a:lnTo>
                  <a:lnTo>
                    <a:pt x="1086859" y="547938"/>
                  </a:lnTo>
                  <a:lnTo>
                    <a:pt x="1095841" y="548724"/>
                  </a:lnTo>
                  <a:lnTo>
                    <a:pt x="1104824" y="549362"/>
                  </a:lnTo>
                  <a:lnTo>
                    <a:pt x="1113806" y="549891"/>
                  </a:lnTo>
                </a:path>
              </a:pathLst>
            </a:custGeom>
            <a:ln w="8130" cap="rnd">
              <a:solidFill>
                <a:srgbClr val="7FC7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2944876" y="2960262"/>
              <a:ext cx="1419204" cy="441521"/>
            </a:xfrm>
            <a:custGeom>
              <a:avLst/>
              <a:pathLst>
                <a:path w="1419204" h="441521">
                  <a:moveTo>
                    <a:pt x="0" y="437640"/>
                  </a:moveTo>
                  <a:lnTo>
                    <a:pt x="8982" y="437077"/>
                  </a:lnTo>
                  <a:lnTo>
                    <a:pt x="17964" y="436531"/>
                  </a:lnTo>
                  <a:lnTo>
                    <a:pt x="26946" y="436025"/>
                  </a:lnTo>
                  <a:lnTo>
                    <a:pt x="35929" y="435578"/>
                  </a:lnTo>
                  <a:lnTo>
                    <a:pt x="44911" y="435202"/>
                  </a:lnTo>
                  <a:lnTo>
                    <a:pt x="53893" y="434898"/>
                  </a:lnTo>
                  <a:lnTo>
                    <a:pt x="62876" y="434656"/>
                  </a:lnTo>
                  <a:lnTo>
                    <a:pt x="71858" y="434451"/>
                  </a:lnTo>
                  <a:lnTo>
                    <a:pt x="80840" y="434248"/>
                  </a:lnTo>
                  <a:lnTo>
                    <a:pt x="89823" y="434005"/>
                  </a:lnTo>
                  <a:lnTo>
                    <a:pt x="98805" y="433674"/>
                  </a:lnTo>
                  <a:lnTo>
                    <a:pt x="107787" y="433208"/>
                  </a:lnTo>
                  <a:lnTo>
                    <a:pt x="116770" y="432560"/>
                  </a:lnTo>
                  <a:lnTo>
                    <a:pt x="125752" y="431676"/>
                  </a:lnTo>
                  <a:lnTo>
                    <a:pt x="134734" y="430528"/>
                  </a:lnTo>
                  <a:lnTo>
                    <a:pt x="143716" y="429094"/>
                  </a:lnTo>
                  <a:lnTo>
                    <a:pt x="152699" y="427356"/>
                  </a:lnTo>
                  <a:lnTo>
                    <a:pt x="161681" y="425300"/>
                  </a:lnTo>
                  <a:lnTo>
                    <a:pt x="170663" y="422915"/>
                  </a:lnTo>
                  <a:lnTo>
                    <a:pt x="179646" y="420195"/>
                  </a:lnTo>
                  <a:lnTo>
                    <a:pt x="188628" y="417139"/>
                  </a:lnTo>
                  <a:lnTo>
                    <a:pt x="197610" y="413751"/>
                  </a:lnTo>
                  <a:lnTo>
                    <a:pt x="206593" y="410042"/>
                  </a:lnTo>
                  <a:lnTo>
                    <a:pt x="215575" y="406029"/>
                  </a:lnTo>
                  <a:lnTo>
                    <a:pt x="224557" y="401735"/>
                  </a:lnTo>
                  <a:lnTo>
                    <a:pt x="233540" y="397186"/>
                  </a:lnTo>
                  <a:lnTo>
                    <a:pt x="242522" y="392410"/>
                  </a:lnTo>
                  <a:lnTo>
                    <a:pt x="251504" y="387420"/>
                  </a:lnTo>
                  <a:lnTo>
                    <a:pt x="260486" y="382230"/>
                  </a:lnTo>
                  <a:lnTo>
                    <a:pt x="269469" y="376845"/>
                  </a:lnTo>
                  <a:lnTo>
                    <a:pt x="278451" y="371254"/>
                  </a:lnTo>
                  <a:lnTo>
                    <a:pt x="287433" y="365438"/>
                  </a:lnTo>
                  <a:lnTo>
                    <a:pt x="296416" y="359382"/>
                  </a:lnTo>
                  <a:lnTo>
                    <a:pt x="305398" y="353073"/>
                  </a:lnTo>
                  <a:lnTo>
                    <a:pt x="314380" y="346511"/>
                  </a:lnTo>
                  <a:lnTo>
                    <a:pt x="323363" y="339703"/>
                  </a:lnTo>
                  <a:lnTo>
                    <a:pt x="332345" y="332663"/>
                  </a:lnTo>
                  <a:lnTo>
                    <a:pt x="341327" y="325407"/>
                  </a:lnTo>
                  <a:lnTo>
                    <a:pt x="350310" y="317947"/>
                  </a:lnTo>
                  <a:lnTo>
                    <a:pt x="359292" y="310293"/>
                  </a:lnTo>
                  <a:lnTo>
                    <a:pt x="368274" y="302444"/>
                  </a:lnTo>
                  <a:lnTo>
                    <a:pt x="377256" y="294401"/>
                  </a:lnTo>
                  <a:lnTo>
                    <a:pt x="386239" y="286166"/>
                  </a:lnTo>
                  <a:lnTo>
                    <a:pt x="395221" y="277777"/>
                  </a:lnTo>
                  <a:lnTo>
                    <a:pt x="404203" y="269272"/>
                  </a:lnTo>
                  <a:lnTo>
                    <a:pt x="413186" y="260700"/>
                  </a:lnTo>
                  <a:lnTo>
                    <a:pt x="422168" y="252107"/>
                  </a:lnTo>
                  <a:lnTo>
                    <a:pt x="431150" y="243531"/>
                  </a:lnTo>
                  <a:lnTo>
                    <a:pt x="440133" y="234990"/>
                  </a:lnTo>
                  <a:lnTo>
                    <a:pt x="449115" y="226478"/>
                  </a:lnTo>
                  <a:lnTo>
                    <a:pt x="458097" y="217966"/>
                  </a:lnTo>
                  <a:lnTo>
                    <a:pt x="467080" y="209406"/>
                  </a:lnTo>
                  <a:lnTo>
                    <a:pt x="476062" y="200740"/>
                  </a:lnTo>
                  <a:lnTo>
                    <a:pt x="485044" y="191915"/>
                  </a:lnTo>
                  <a:lnTo>
                    <a:pt x="494027" y="182894"/>
                  </a:lnTo>
                  <a:lnTo>
                    <a:pt x="503009" y="173663"/>
                  </a:lnTo>
                  <a:lnTo>
                    <a:pt x="511991" y="164246"/>
                  </a:lnTo>
                  <a:lnTo>
                    <a:pt x="520973" y="154737"/>
                  </a:lnTo>
                  <a:lnTo>
                    <a:pt x="529956" y="145253"/>
                  </a:lnTo>
                  <a:lnTo>
                    <a:pt x="538938" y="135941"/>
                  </a:lnTo>
                  <a:lnTo>
                    <a:pt x="547920" y="126961"/>
                  </a:lnTo>
                  <a:lnTo>
                    <a:pt x="556903" y="118469"/>
                  </a:lnTo>
                  <a:lnTo>
                    <a:pt x="565885" y="110595"/>
                  </a:lnTo>
                  <a:lnTo>
                    <a:pt x="574867" y="103424"/>
                  </a:lnTo>
                  <a:lnTo>
                    <a:pt x="583850" y="96982"/>
                  </a:lnTo>
                  <a:lnTo>
                    <a:pt x="592832" y="91226"/>
                  </a:lnTo>
                  <a:lnTo>
                    <a:pt x="601814" y="86040"/>
                  </a:lnTo>
                  <a:lnTo>
                    <a:pt x="610797" y="81246"/>
                  </a:lnTo>
                  <a:lnTo>
                    <a:pt x="619779" y="76623"/>
                  </a:lnTo>
                  <a:lnTo>
                    <a:pt x="628761" y="71924"/>
                  </a:lnTo>
                  <a:lnTo>
                    <a:pt x="637743" y="66875"/>
                  </a:lnTo>
                  <a:lnTo>
                    <a:pt x="646726" y="61298"/>
                  </a:lnTo>
                  <a:lnTo>
                    <a:pt x="655708" y="55105"/>
                  </a:lnTo>
                  <a:lnTo>
                    <a:pt x="664690" y="48305"/>
                  </a:lnTo>
                  <a:lnTo>
                    <a:pt x="673673" y="41018"/>
                  </a:lnTo>
                  <a:lnTo>
                    <a:pt x="682655" y="33468"/>
                  </a:lnTo>
                  <a:lnTo>
                    <a:pt x="691637" y="25956"/>
                  </a:lnTo>
                  <a:lnTo>
                    <a:pt x="700620" y="18835"/>
                  </a:lnTo>
                  <a:lnTo>
                    <a:pt x="709602" y="12466"/>
                  </a:lnTo>
                  <a:lnTo>
                    <a:pt x="718584" y="7180"/>
                  </a:lnTo>
                  <a:lnTo>
                    <a:pt x="727567" y="3242"/>
                  </a:lnTo>
                  <a:lnTo>
                    <a:pt x="736549" y="825"/>
                  </a:lnTo>
                  <a:lnTo>
                    <a:pt x="745531" y="0"/>
                  </a:lnTo>
                  <a:lnTo>
                    <a:pt x="754513" y="734"/>
                  </a:lnTo>
                  <a:lnTo>
                    <a:pt x="763496" y="2978"/>
                  </a:lnTo>
                  <a:lnTo>
                    <a:pt x="772478" y="6477"/>
                  </a:lnTo>
                  <a:lnTo>
                    <a:pt x="781460" y="10981"/>
                  </a:lnTo>
                  <a:lnTo>
                    <a:pt x="790443" y="16285"/>
                  </a:lnTo>
                  <a:lnTo>
                    <a:pt x="799425" y="22216"/>
                  </a:lnTo>
                  <a:lnTo>
                    <a:pt x="808407" y="28647"/>
                  </a:lnTo>
                  <a:lnTo>
                    <a:pt x="817390" y="35507"/>
                  </a:lnTo>
                  <a:lnTo>
                    <a:pt x="826372" y="42768"/>
                  </a:lnTo>
                  <a:lnTo>
                    <a:pt x="835354" y="50434"/>
                  </a:lnTo>
                  <a:lnTo>
                    <a:pt x="844337" y="58519"/>
                  </a:lnTo>
                  <a:lnTo>
                    <a:pt x="853319" y="67026"/>
                  </a:lnTo>
                  <a:lnTo>
                    <a:pt x="862301" y="75929"/>
                  </a:lnTo>
                  <a:lnTo>
                    <a:pt x="871283" y="85164"/>
                  </a:lnTo>
                  <a:lnTo>
                    <a:pt x="880266" y="94638"/>
                  </a:lnTo>
                  <a:lnTo>
                    <a:pt x="889248" y="104237"/>
                  </a:lnTo>
                  <a:lnTo>
                    <a:pt x="898230" y="113845"/>
                  </a:lnTo>
                  <a:lnTo>
                    <a:pt x="907213" y="123389"/>
                  </a:lnTo>
                  <a:lnTo>
                    <a:pt x="916195" y="132848"/>
                  </a:lnTo>
                  <a:lnTo>
                    <a:pt x="925177" y="142240"/>
                  </a:lnTo>
                  <a:lnTo>
                    <a:pt x="934160" y="151614"/>
                  </a:lnTo>
                  <a:lnTo>
                    <a:pt x="943142" y="161020"/>
                  </a:lnTo>
                  <a:lnTo>
                    <a:pt x="952124" y="170486"/>
                  </a:lnTo>
                  <a:lnTo>
                    <a:pt x="961107" y="180001"/>
                  </a:lnTo>
                  <a:lnTo>
                    <a:pt x="970089" y="189510"/>
                  </a:lnTo>
                  <a:lnTo>
                    <a:pt x="979071" y="198920"/>
                  </a:lnTo>
                  <a:lnTo>
                    <a:pt x="988054" y="208125"/>
                  </a:lnTo>
                  <a:lnTo>
                    <a:pt x="997036" y="217028"/>
                  </a:lnTo>
                  <a:lnTo>
                    <a:pt x="1006018" y="225573"/>
                  </a:lnTo>
                  <a:lnTo>
                    <a:pt x="1015000" y="233756"/>
                  </a:lnTo>
                  <a:lnTo>
                    <a:pt x="1023983" y="241648"/>
                  </a:lnTo>
                  <a:lnTo>
                    <a:pt x="1032965" y="249400"/>
                  </a:lnTo>
                  <a:lnTo>
                    <a:pt x="1041947" y="257165"/>
                  </a:lnTo>
                  <a:lnTo>
                    <a:pt x="1050930" y="265092"/>
                  </a:lnTo>
                  <a:lnTo>
                    <a:pt x="1059912" y="273301"/>
                  </a:lnTo>
                  <a:lnTo>
                    <a:pt x="1068894" y="281858"/>
                  </a:lnTo>
                  <a:lnTo>
                    <a:pt x="1077877" y="290771"/>
                  </a:lnTo>
                  <a:lnTo>
                    <a:pt x="1086859" y="299978"/>
                  </a:lnTo>
                  <a:lnTo>
                    <a:pt x="1095841" y="309363"/>
                  </a:lnTo>
                  <a:lnTo>
                    <a:pt x="1104824" y="318764"/>
                  </a:lnTo>
                  <a:lnTo>
                    <a:pt x="1113806" y="328003"/>
                  </a:lnTo>
                  <a:lnTo>
                    <a:pt x="1122788" y="336907"/>
                  </a:lnTo>
                  <a:lnTo>
                    <a:pt x="1131770" y="345332"/>
                  </a:lnTo>
                  <a:lnTo>
                    <a:pt x="1140753" y="353173"/>
                  </a:lnTo>
                  <a:lnTo>
                    <a:pt x="1149735" y="360344"/>
                  </a:lnTo>
                  <a:lnTo>
                    <a:pt x="1158717" y="366900"/>
                  </a:lnTo>
                  <a:lnTo>
                    <a:pt x="1167700" y="372888"/>
                  </a:lnTo>
                  <a:lnTo>
                    <a:pt x="1176682" y="378370"/>
                  </a:lnTo>
                  <a:lnTo>
                    <a:pt x="1185664" y="383413"/>
                  </a:lnTo>
                  <a:lnTo>
                    <a:pt x="1194647" y="388079"/>
                  </a:lnTo>
                  <a:lnTo>
                    <a:pt x="1203629" y="392416"/>
                  </a:lnTo>
                  <a:lnTo>
                    <a:pt x="1212611" y="396459"/>
                  </a:lnTo>
                  <a:lnTo>
                    <a:pt x="1221594" y="400230"/>
                  </a:lnTo>
                  <a:lnTo>
                    <a:pt x="1230576" y="403740"/>
                  </a:lnTo>
                  <a:lnTo>
                    <a:pt x="1239558" y="406992"/>
                  </a:lnTo>
                  <a:lnTo>
                    <a:pt x="1248540" y="409987"/>
                  </a:lnTo>
                  <a:lnTo>
                    <a:pt x="1257523" y="412730"/>
                  </a:lnTo>
                  <a:lnTo>
                    <a:pt x="1266505" y="415230"/>
                  </a:lnTo>
                  <a:lnTo>
                    <a:pt x="1275487" y="417491"/>
                  </a:lnTo>
                  <a:lnTo>
                    <a:pt x="1284470" y="419556"/>
                  </a:lnTo>
                  <a:lnTo>
                    <a:pt x="1293452" y="421457"/>
                  </a:lnTo>
                  <a:lnTo>
                    <a:pt x="1302434" y="423222"/>
                  </a:lnTo>
                  <a:lnTo>
                    <a:pt x="1311417" y="424877"/>
                  </a:lnTo>
                  <a:lnTo>
                    <a:pt x="1320399" y="426439"/>
                  </a:lnTo>
                  <a:lnTo>
                    <a:pt x="1329381" y="427919"/>
                  </a:lnTo>
                  <a:lnTo>
                    <a:pt x="1338364" y="429317"/>
                  </a:lnTo>
                  <a:lnTo>
                    <a:pt x="1347346" y="430631"/>
                  </a:lnTo>
                  <a:lnTo>
                    <a:pt x="1356328" y="431851"/>
                  </a:lnTo>
                  <a:lnTo>
                    <a:pt x="1365310" y="432969"/>
                  </a:lnTo>
                  <a:lnTo>
                    <a:pt x="1374293" y="433980"/>
                  </a:lnTo>
                  <a:lnTo>
                    <a:pt x="1383275" y="434880"/>
                  </a:lnTo>
                  <a:lnTo>
                    <a:pt x="1392257" y="435675"/>
                  </a:lnTo>
                  <a:lnTo>
                    <a:pt x="1401240" y="436368"/>
                  </a:lnTo>
                  <a:lnTo>
                    <a:pt x="1410222" y="436977"/>
                  </a:lnTo>
                  <a:lnTo>
                    <a:pt x="1419204" y="437519"/>
                  </a:lnTo>
                  <a:lnTo>
                    <a:pt x="1419204" y="441521"/>
                  </a:lnTo>
                  <a:lnTo>
                    <a:pt x="1410222" y="441521"/>
                  </a:lnTo>
                  <a:lnTo>
                    <a:pt x="1401240" y="441521"/>
                  </a:lnTo>
                  <a:lnTo>
                    <a:pt x="1392257" y="441521"/>
                  </a:lnTo>
                  <a:lnTo>
                    <a:pt x="1383275" y="441521"/>
                  </a:lnTo>
                  <a:lnTo>
                    <a:pt x="1374293" y="441521"/>
                  </a:lnTo>
                  <a:lnTo>
                    <a:pt x="1365310" y="441521"/>
                  </a:lnTo>
                  <a:lnTo>
                    <a:pt x="1356328" y="441521"/>
                  </a:lnTo>
                  <a:lnTo>
                    <a:pt x="1347346" y="441521"/>
                  </a:lnTo>
                  <a:lnTo>
                    <a:pt x="1338364" y="441521"/>
                  </a:lnTo>
                  <a:lnTo>
                    <a:pt x="1329381" y="441521"/>
                  </a:lnTo>
                  <a:lnTo>
                    <a:pt x="1320399" y="441521"/>
                  </a:lnTo>
                  <a:lnTo>
                    <a:pt x="1311417" y="441521"/>
                  </a:lnTo>
                  <a:lnTo>
                    <a:pt x="1302434" y="441521"/>
                  </a:lnTo>
                  <a:lnTo>
                    <a:pt x="1293452" y="441521"/>
                  </a:lnTo>
                  <a:lnTo>
                    <a:pt x="1284470" y="441521"/>
                  </a:lnTo>
                  <a:lnTo>
                    <a:pt x="1275487" y="441521"/>
                  </a:lnTo>
                  <a:lnTo>
                    <a:pt x="1266505" y="441521"/>
                  </a:lnTo>
                  <a:lnTo>
                    <a:pt x="1257523" y="441521"/>
                  </a:lnTo>
                  <a:lnTo>
                    <a:pt x="1248540" y="441521"/>
                  </a:lnTo>
                  <a:lnTo>
                    <a:pt x="1239558" y="441521"/>
                  </a:lnTo>
                  <a:lnTo>
                    <a:pt x="1230576" y="441521"/>
                  </a:lnTo>
                  <a:lnTo>
                    <a:pt x="1221594" y="441521"/>
                  </a:lnTo>
                  <a:lnTo>
                    <a:pt x="1212611" y="441521"/>
                  </a:lnTo>
                  <a:lnTo>
                    <a:pt x="1203629" y="441521"/>
                  </a:lnTo>
                  <a:lnTo>
                    <a:pt x="1194647" y="441521"/>
                  </a:lnTo>
                  <a:lnTo>
                    <a:pt x="1185664" y="441521"/>
                  </a:lnTo>
                  <a:lnTo>
                    <a:pt x="1176682" y="441521"/>
                  </a:lnTo>
                  <a:lnTo>
                    <a:pt x="1167700" y="441521"/>
                  </a:lnTo>
                  <a:lnTo>
                    <a:pt x="1158717" y="441521"/>
                  </a:lnTo>
                  <a:lnTo>
                    <a:pt x="1149735" y="441521"/>
                  </a:lnTo>
                  <a:lnTo>
                    <a:pt x="1140753" y="441521"/>
                  </a:lnTo>
                  <a:lnTo>
                    <a:pt x="1131770" y="441521"/>
                  </a:lnTo>
                  <a:lnTo>
                    <a:pt x="1122788" y="441521"/>
                  </a:lnTo>
                  <a:lnTo>
                    <a:pt x="1113806" y="441521"/>
                  </a:lnTo>
                  <a:lnTo>
                    <a:pt x="1104824" y="441521"/>
                  </a:lnTo>
                  <a:lnTo>
                    <a:pt x="1095841" y="441521"/>
                  </a:lnTo>
                  <a:lnTo>
                    <a:pt x="1086859" y="441521"/>
                  </a:lnTo>
                  <a:lnTo>
                    <a:pt x="1077877" y="441521"/>
                  </a:lnTo>
                  <a:lnTo>
                    <a:pt x="1068894" y="441521"/>
                  </a:lnTo>
                  <a:lnTo>
                    <a:pt x="1059912" y="441521"/>
                  </a:lnTo>
                  <a:lnTo>
                    <a:pt x="1050930" y="441521"/>
                  </a:lnTo>
                  <a:lnTo>
                    <a:pt x="1041947" y="441521"/>
                  </a:lnTo>
                  <a:lnTo>
                    <a:pt x="1032965" y="441521"/>
                  </a:lnTo>
                  <a:lnTo>
                    <a:pt x="1023983" y="441521"/>
                  </a:lnTo>
                  <a:lnTo>
                    <a:pt x="1015000" y="441521"/>
                  </a:lnTo>
                  <a:lnTo>
                    <a:pt x="1006018" y="441521"/>
                  </a:lnTo>
                  <a:lnTo>
                    <a:pt x="997036" y="441521"/>
                  </a:lnTo>
                  <a:lnTo>
                    <a:pt x="988054" y="441521"/>
                  </a:lnTo>
                  <a:lnTo>
                    <a:pt x="979071" y="441521"/>
                  </a:lnTo>
                  <a:lnTo>
                    <a:pt x="970089" y="441521"/>
                  </a:lnTo>
                  <a:lnTo>
                    <a:pt x="961107" y="441521"/>
                  </a:lnTo>
                  <a:lnTo>
                    <a:pt x="952124" y="441521"/>
                  </a:lnTo>
                  <a:lnTo>
                    <a:pt x="943142" y="441521"/>
                  </a:lnTo>
                  <a:lnTo>
                    <a:pt x="934160" y="441521"/>
                  </a:lnTo>
                  <a:lnTo>
                    <a:pt x="925177" y="441521"/>
                  </a:lnTo>
                  <a:lnTo>
                    <a:pt x="916195" y="441521"/>
                  </a:lnTo>
                  <a:lnTo>
                    <a:pt x="907213" y="441521"/>
                  </a:lnTo>
                  <a:lnTo>
                    <a:pt x="898230" y="441521"/>
                  </a:lnTo>
                  <a:lnTo>
                    <a:pt x="889248" y="441521"/>
                  </a:lnTo>
                  <a:lnTo>
                    <a:pt x="880266" y="441521"/>
                  </a:lnTo>
                  <a:lnTo>
                    <a:pt x="871283" y="441521"/>
                  </a:lnTo>
                  <a:lnTo>
                    <a:pt x="862301" y="441521"/>
                  </a:lnTo>
                  <a:lnTo>
                    <a:pt x="853319" y="441521"/>
                  </a:lnTo>
                  <a:lnTo>
                    <a:pt x="844337" y="441521"/>
                  </a:lnTo>
                  <a:lnTo>
                    <a:pt x="835354" y="441521"/>
                  </a:lnTo>
                  <a:lnTo>
                    <a:pt x="826372" y="441521"/>
                  </a:lnTo>
                  <a:lnTo>
                    <a:pt x="817390" y="441521"/>
                  </a:lnTo>
                  <a:lnTo>
                    <a:pt x="808407" y="441521"/>
                  </a:lnTo>
                  <a:lnTo>
                    <a:pt x="799425" y="441521"/>
                  </a:lnTo>
                  <a:lnTo>
                    <a:pt x="790443" y="441521"/>
                  </a:lnTo>
                  <a:lnTo>
                    <a:pt x="781460" y="441521"/>
                  </a:lnTo>
                  <a:lnTo>
                    <a:pt x="772478" y="441521"/>
                  </a:lnTo>
                  <a:lnTo>
                    <a:pt x="763496" y="441521"/>
                  </a:lnTo>
                  <a:lnTo>
                    <a:pt x="754513" y="441521"/>
                  </a:lnTo>
                  <a:lnTo>
                    <a:pt x="745531" y="441521"/>
                  </a:lnTo>
                  <a:lnTo>
                    <a:pt x="736549" y="441521"/>
                  </a:lnTo>
                  <a:lnTo>
                    <a:pt x="727567" y="441521"/>
                  </a:lnTo>
                  <a:lnTo>
                    <a:pt x="718584" y="441521"/>
                  </a:lnTo>
                  <a:lnTo>
                    <a:pt x="709602" y="441521"/>
                  </a:lnTo>
                  <a:lnTo>
                    <a:pt x="700620" y="441521"/>
                  </a:lnTo>
                  <a:lnTo>
                    <a:pt x="691637" y="441521"/>
                  </a:lnTo>
                  <a:lnTo>
                    <a:pt x="682655" y="441521"/>
                  </a:lnTo>
                  <a:lnTo>
                    <a:pt x="673673" y="441521"/>
                  </a:lnTo>
                  <a:lnTo>
                    <a:pt x="664690" y="441521"/>
                  </a:lnTo>
                  <a:lnTo>
                    <a:pt x="655708" y="441521"/>
                  </a:lnTo>
                  <a:lnTo>
                    <a:pt x="646726" y="441521"/>
                  </a:lnTo>
                  <a:lnTo>
                    <a:pt x="637743" y="441521"/>
                  </a:lnTo>
                  <a:lnTo>
                    <a:pt x="628761" y="441521"/>
                  </a:lnTo>
                  <a:lnTo>
                    <a:pt x="619779" y="441521"/>
                  </a:lnTo>
                  <a:lnTo>
                    <a:pt x="610797" y="441521"/>
                  </a:lnTo>
                  <a:lnTo>
                    <a:pt x="601814" y="441521"/>
                  </a:lnTo>
                  <a:lnTo>
                    <a:pt x="592832" y="441521"/>
                  </a:lnTo>
                  <a:lnTo>
                    <a:pt x="583850" y="441521"/>
                  </a:lnTo>
                  <a:lnTo>
                    <a:pt x="574867" y="441521"/>
                  </a:lnTo>
                  <a:lnTo>
                    <a:pt x="565885" y="441521"/>
                  </a:lnTo>
                  <a:lnTo>
                    <a:pt x="556903" y="441521"/>
                  </a:lnTo>
                  <a:lnTo>
                    <a:pt x="547920" y="441521"/>
                  </a:lnTo>
                  <a:lnTo>
                    <a:pt x="538938" y="441521"/>
                  </a:lnTo>
                  <a:lnTo>
                    <a:pt x="529956" y="441521"/>
                  </a:lnTo>
                  <a:lnTo>
                    <a:pt x="520973" y="441521"/>
                  </a:lnTo>
                  <a:lnTo>
                    <a:pt x="511991" y="441521"/>
                  </a:lnTo>
                  <a:lnTo>
                    <a:pt x="503009" y="441521"/>
                  </a:lnTo>
                  <a:lnTo>
                    <a:pt x="494027" y="441521"/>
                  </a:lnTo>
                  <a:lnTo>
                    <a:pt x="485044" y="441521"/>
                  </a:lnTo>
                  <a:lnTo>
                    <a:pt x="476062" y="441521"/>
                  </a:lnTo>
                  <a:lnTo>
                    <a:pt x="467080" y="441521"/>
                  </a:lnTo>
                  <a:lnTo>
                    <a:pt x="458097" y="441521"/>
                  </a:lnTo>
                  <a:lnTo>
                    <a:pt x="449115" y="441521"/>
                  </a:lnTo>
                  <a:lnTo>
                    <a:pt x="440133" y="441521"/>
                  </a:lnTo>
                  <a:lnTo>
                    <a:pt x="431150" y="441521"/>
                  </a:lnTo>
                  <a:lnTo>
                    <a:pt x="422168" y="441521"/>
                  </a:lnTo>
                  <a:lnTo>
                    <a:pt x="413186" y="441521"/>
                  </a:lnTo>
                  <a:lnTo>
                    <a:pt x="404203" y="441521"/>
                  </a:lnTo>
                  <a:lnTo>
                    <a:pt x="395221" y="441521"/>
                  </a:lnTo>
                  <a:lnTo>
                    <a:pt x="386239" y="441521"/>
                  </a:lnTo>
                  <a:lnTo>
                    <a:pt x="377256" y="441521"/>
                  </a:lnTo>
                  <a:lnTo>
                    <a:pt x="368274" y="441521"/>
                  </a:lnTo>
                  <a:lnTo>
                    <a:pt x="359292" y="441521"/>
                  </a:lnTo>
                  <a:lnTo>
                    <a:pt x="350310" y="441521"/>
                  </a:lnTo>
                  <a:lnTo>
                    <a:pt x="341327" y="441521"/>
                  </a:lnTo>
                  <a:lnTo>
                    <a:pt x="332345" y="441521"/>
                  </a:lnTo>
                  <a:lnTo>
                    <a:pt x="323363" y="441521"/>
                  </a:lnTo>
                  <a:lnTo>
                    <a:pt x="314380" y="441521"/>
                  </a:lnTo>
                  <a:lnTo>
                    <a:pt x="305398" y="441521"/>
                  </a:lnTo>
                  <a:lnTo>
                    <a:pt x="296416" y="441521"/>
                  </a:lnTo>
                  <a:lnTo>
                    <a:pt x="287433" y="441521"/>
                  </a:lnTo>
                  <a:lnTo>
                    <a:pt x="278451" y="441521"/>
                  </a:lnTo>
                  <a:lnTo>
                    <a:pt x="269469" y="441521"/>
                  </a:lnTo>
                  <a:lnTo>
                    <a:pt x="260486" y="441521"/>
                  </a:lnTo>
                  <a:lnTo>
                    <a:pt x="251504" y="441521"/>
                  </a:lnTo>
                  <a:lnTo>
                    <a:pt x="242522" y="441521"/>
                  </a:lnTo>
                  <a:lnTo>
                    <a:pt x="233540" y="441521"/>
                  </a:lnTo>
                  <a:lnTo>
                    <a:pt x="224557" y="441521"/>
                  </a:lnTo>
                  <a:lnTo>
                    <a:pt x="215575" y="441521"/>
                  </a:lnTo>
                  <a:lnTo>
                    <a:pt x="206593" y="441521"/>
                  </a:lnTo>
                  <a:lnTo>
                    <a:pt x="197610" y="441521"/>
                  </a:lnTo>
                  <a:lnTo>
                    <a:pt x="188628" y="441521"/>
                  </a:lnTo>
                  <a:lnTo>
                    <a:pt x="179646" y="441521"/>
                  </a:lnTo>
                  <a:lnTo>
                    <a:pt x="170663" y="441521"/>
                  </a:lnTo>
                  <a:lnTo>
                    <a:pt x="161681" y="441521"/>
                  </a:lnTo>
                  <a:lnTo>
                    <a:pt x="152699" y="441521"/>
                  </a:lnTo>
                  <a:lnTo>
                    <a:pt x="143716" y="441521"/>
                  </a:lnTo>
                  <a:lnTo>
                    <a:pt x="134734" y="441521"/>
                  </a:lnTo>
                  <a:lnTo>
                    <a:pt x="125752" y="441521"/>
                  </a:lnTo>
                  <a:lnTo>
                    <a:pt x="116770" y="441521"/>
                  </a:lnTo>
                  <a:lnTo>
                    <a:pt x="107787" y="441521"/>
                  </a:lnTo>
                  <a:lnTo>
                    <a:pt x="98805" y="441521"/>
                  </a:lnTo>
                  <a:lnTo>
                    <a:pt x="89823" y="441521"/>
                  </a:lnTo>
                  <a:lnTo>
                    <a:pt x="80840" y="441521"/>
                  </a:lnTo>
                  <a:lnTo>
                    <a:pt x="71858" y="441521"/>
                  </a:lnTo>
                  <a:lnTo>
                    <a:pt x="62876" y="441521"/>
                  </a:lnTo>
                  <a:lnTo>
                    <a:pt x="53893" y="441521"/>
                  </a:lnTo>
                  <a:lnTo>
                    <a:pt x="44911" y="441521"/>
                  </a:lnTo>
                  <a:lnTo>
                    <a:pt x="35929" y="441521"/>
                  </a:lnTo>
                  <a:lnTo>
                    <a:pt x="26946" y="441521"/>
                  </a:lnTo>
                  <a:lnTo>
                    <a:pt x="17964" y="441521"/>
                  </a:lnTo>
                  <a:lnTo>
                    <a:pt x="8982" y="441521"/>
                  </a:lnTo>
                  <a:lnTo>
                    <a:pt x="0" y="441521"/>
                  </a:lnTo>
                  <a:close/>
                </a:path>
              </a:pathLst>
            </a:custGeom>
            <a:solidFill>
              <a:srgbClr val="B2ABD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4876" y="2960262"/>
              <a:ext cx="1419204" cy="437640"/>
            </a:xfrm>
            <a:custGeom>
              <a:avLst/>
              <a:pathLst>
                <a:path w="1419204" h="437640">
                  <a:moveTo>
                    <a:pt x="0" y="437640"/>
                  </a:moveTo>
                  <a:lnTo>
                    <a:pt x="8982" y="437077"/>
                  </a:lnTo>
                  <a:lnTo>
                    <a:pt x="17964" y="436531"/>
                  </a:lnTo>
                  <a:lnTo>
                    <a:pt x="26946" y="436025"/>
                  </a:lnTo>
                  <a:lnTo>
                    <a:pt x="35929" y="435578"/>
                  </a:lnTo>
                  <a:lnTo>
                    <a:pt x="44911" y="435202"/>
                  </a:lnTo>
                  <a:lnTo>
                    <a:pt x="53893" y="434898"/>
                  </a:lnTo>
                  <a:lnTo>
                    <a:pt x="62876" y="434656"/>
                  </a:lnTo>
                  <a:lnTo>
                    <a:pt x="71858" y="434451"/>
                  </a:lnTo>
                  <a:lnTo>
                    <a:pt x="80840" y="434248"/>
                  </a:lnTo>
                  <a:lnTo>
                    <a:pt x="89823" y="434005"/>
                  </a:lnTo>
                  <a:lnTo>
                    <a:pt x="98805" y="433674"/>
                  </a:lnTo>
                  <a:lnTo>
                    <a:pt x="107787" y="433208"/>
                  </a:lnTo>
                  <a:lnTo>
                    <a:pt x="116770" y="432560"/>
                  </a:lnTo>
                  <a:lnTo>
                    <a:pt x="125752" y="431676"/>
                  </a:lnTo>
                  <a:lnTo>
                    <a:pt x="134734" y="430528"/>
                  </a:lnTo>
                  <a:lnTo>
                    <a:pt x="143716" y="429094"/>
                  </a:lnTo>
                  <a:lnTo>
                    <a:pt x="152699" y="427356"/>
                  </a:lnTo>
                  <a:lnTo>
                    <a:pt x="161681" y="425300"/>
                  </a:lnTo>
                  <a:lnTo>
                    <a:pt x="170663" y="422915"/>
                  </a:lnTo>
                  <a:lnTo>
                    <a:pt x="179646" y="420195"/>
                  </a:lnTo>
                  <a:lnTo>
                    <a:pt x="188628" y="417139"/>
                  </a:lnTo>
                  <a:lnTo>
                    <a:pt x="197610" y="413751"/>
                  </a:lnTo>
                  <a:lnTo>
                    <a:pt x="206593" y="410042"/>
                  </a:lnTo>
                  <a:lnTo>
                    <a:pt x="215575" y="406029"/>
                  </a:lnTo>
                  <a:lnTo>
                    <a:pt x="224557" y="401735"/>
                  </a:lnTo>
                  <a:lnTo>
                    <a:pt x="233540" y="397186"/>
                  </a:lnTo>
                  <a:lnTo>
                    <a:pt x="242522" y="392410"/>
                  </a:lnTo>
                  <a:lnTo>
                    <a:pt x="251504" y="387420"/>
                  </a:lnTo>
                  <a:lnTo>
                    <a:pt x="260486" y="382230"/>
                  </a:lnTo>
                  <a:lnTo>
                    <a:pt x="269469" y="376845"/>
                  </a:lnTo>
                  <a:lnTo>
                    <a:pt x="278451" y="371254"/>
                  </a:lnTo>
                  <a:lnTo>
                    <a:pt x="287433" y="365438"/>
                  </a:lnTo>
                  <a:lnTo>
                    <a:pt x="296416" y="359382"/>
                  </a:lnTo>
                  <a:lnTo>
                    <a:pt x="305398" y="353073"/>
                  </a:lnTo>
                  <a:lnTo>
                    <a:pt x="314380" y="346511"/>
                  </a:lnTo>
                  <a:lnTo>
                    <a:pt x="323363" y="339703"/>
                  </a:lnTo>
                  <a:lnTo>
                    <a:pt x="332345" y="332663"/>
                  </a:lnTo>
                  <a:lnTo>
                    <a:pt x="341327" y="325407"/>
                  </a:lnTo>
                  <a:lnTo>
                    <a:pt x="350310" y="317947"/>
                  </a:lnTo>
                  <a:lnTo>
                    <a:pt x="359292" y="310293"/>
                  </a:lnTo>
                  <a:lnTo>
                    <a:pt x="368274" y="302444"/>
                  </a:lnTo>
                  <a:lnTo>
                    <a:pt x="377256" y="294401"/>
                  </a:lnTo>
                  <a:lnTo>
                    <a:pt x="386239" y="286166"/>
                  </a:lnTo>
                  <a:lnTo>
                    <a:pt x="395221" y="277777"/>
                  </a:lnTo>
                  <a:lnTo>
                    <a:pt x="404203" y="269272"/>
                  </a:lnTo>
                  <a:lnTo>
                    <a:pt x="413186" y="260700"/>
                  </a:lnTo>
                  <a:lnTo>
                    <a:pt x="422168" y="252107"/>
                  </a:lnTo>
                  <a:lnTo>
                    <a:pt x="431150" y="243531"/>
                  </a:lnTo>
                  <a:lnTo>
                    <a:pt x="440133" y="234990"/>
                  </a:lnTo>
                  <a:lnTo>
                    <a:pt x="449115" y="226478"/>
                  </a:lnTo>
                  <a:lnTo>
                    <a:pt x="458097" y="217966"/>
                  </a:lnTo>
                  <a:lnTo>
                    <a:pt x="467080" y="209406"/>
                  </a:lnTo>
                  <a:lnTo>
                    <a:pt x="476062" y="200740"/>
                  </a:lnTo>
                  <a:lnTo>
                    <a:pt x="485044" y="191915"/>
                  </a:lnTo>
                  <a:lnTo>
                    <a:pt x="494027" y="182894"/>
                  </a:lnTo>
                  <a:lnTo>
                    <a:pt x="503009" y="173663"/>
                  </a:lnTo>
                  <a:lnTo>
                    <a:pt x="511991" y="164246"/>
                  </a:lnTo>
                  <a:lnTo>
                    <a:pt x="520973" y="154737"/>
                  </a:lnTo>
                  <a:lnTo>
                    <a:pt x="529956" y="145253"/>
                  </a:lnTo>
                  <a:lnTo>
                    <a:pt x="538938" y="135941"/>
                  </a:lnTo>
                  <a:lnTo>
                    <a:pt x="547920" y="126961"/>
                  </a:lnTo>
                  <a:lnTo>
                    <a:pt x="556903" y="118469"/>
                  </a:lnTo>
                  <a:lnTo>
                    <a:pt x="565885" y="110595"/>
                  </a:lnTo>
                  <a:lnTo>
                    <a:pt x="574867" y="103424"/>
                  </a:lnTo>
                  <a:lnTo>
                    <a:pt x="583850" y="96982"/>
                  </a:lnTo>
                  <a:lnTo>
                    <a:pt x="592832" y="91226"/>
                  </a:lnTo>
                  <a:lnTo>
                    <a:pt x="601814" y="86040"/>
                  </a:lnTo>
                  <a:lnTo>
                    <a:pt x="610797" y="81246"/>
                  </a:lnTo>
                  <a:lnTo>
                    <a:pt x="619779" y="76623"/>
                  </a:lnTo>
                  <a:lnTo>
                    <a:pt x="628761" y="71924"/>
                  </a:lnTo>
                  <a:lnTo>
                    <a:pt x="637743" y="66875"/>
                  </a:lnTo>
                  <a:lnTo>
                    <a:pt x="646726" y="61298"/>
                  </a:lnTo>
                  <a:lnTo>
                    <a:pt x="655708" y="55105"/>
                  </a:lnTo>
                  <a:lnTo>
                    <a:pt x="664690" y="48305"/>
                  </a:lnTo>
                  <a:lnTo>
                    <a:pt x="673673" y="41018"/>
                  </a:lnTo>
                  <a:lnTo>
                    <a:pt x="682655" y="33468"/>
                  </a:lnTo>
                  <a:lnTo>
                    <a:pt x="691637" y="25956"/>
                  </a:lnTo>
                  <a:lnTo>
                    <a:pt x="700620" y="18835"/>
                  </a:lnTo>
                  <a:lnTo>
                    <a:pt x="709602" y="12466"/>
                  </a:lnTo>
                  <a:lnTo>
                    <a:pt x="718584" y="7180"/>
                  </a:lnTo>
                  <a:lnTo>
                    <a:pt x="727567" y="3242"/>
                  </a:lnTo>
                  <a:lnTo>
                    <a:pt x="736549" y="825"/>
                  </a:lnTo>
                  <a:lnTo>
                    <a:pt x="745531" y="0"/>
                  </a:lnTo>
                  <a:lnTo>
                    <a:pt x="754513" y="734"/>
                  </a:lnTo>
                  <a:lnTo>
                    <a:pt x="763496" y="2978"/>
                  </a:lnTo>
                  <a:lnTo>
                    <a:pt x="772478" y="6477"/>
                  </a:lnTo>
                  <a:lnTo>
                    <a:pt x="781460" y="10981"/>
                  </a:lnTo>
                  <a:lnTo>
                    <a:pt x="790443" y="16285"/>
                  </a:lnTo>
                  <a:lnTo>
                    <a:pt x="799425" y="22216"/>
                  </a:lnTo>
                  <a:lnTo>
                    <a:pt x="808407" y="28647"/>
                  </a:lnTo>
                  <a:lnTo>
                    <a:pt x="817390" y="35507"/>
                  </a:lnTo>
                  <a:lnTo>
                    <a:pt x="826372" y="42768"/>
                  </a:lnTo>
                  <a:lnTo>
                    <a:pt x="835354" y="50434"/>
                  </a:lnTo>
                  <a:lnTo>
                    <a:pt x="844337" y="58519"/>
                  </a:lnTo>
                  <a:lnTo>
                    <a:pt x="853319" y="67026"/>
                  </a:lnTo>
                  <a:lnTo>
                    <a:pt x="862301" y="75929"/>
                  </a:lnTo>
                  <a:lnTo>
                    <a:pt x="871283" y="85164"/>
                  </a:lnTo>
                  <a:lnTo>
                    <a:pt x="880266" y="94638"/>
                  </a:lnTo>
                  <a:lnTo>
                    <a:pt x="889248" y="104237"/>
                  </a:lnTo>
                  <a:lnTo>
                    <a:pt x="898230" y="113845"/>
                  </a:lnTo>
                  <a:lnTo>
                    <a:pt x="907213" y="123389"/>
                  </a:lnTo>
                  <a:lnTo>
                    <a:pt x="916195" y="132848"/>
                  </a:lnTo>
                  <a:lnTo>
                    <a:pt x="925177" y="142240"/>
                  </a:lnTo>
                  <a:lnTo>
                    <a:pt x="934160" y="151614"/>
                  </a:lnTo>
                  <a:lnTo>
                    <a:pt x="943142" y="161020"/>
                  </a:lnTo>
                  <a:lnTo>
                    <a:pt x="952124" y="170486"/>
                  </a:lnTo>
                  <a:lnTo>
                    <a:pt x="961107" y="180001"/>
                  </a:lnTo>
                  <a:lnTo>
                    <a:pt x="970089" y="189510"/>
                  </a:lnTo>
                  <a:lnTo>
                    <a:pt x="979071" y="198920"/>
                  </a:lnTo>
                  <a:lnTo>
                    <a:pt x="988054" y="208125"/>
                  </a:lnTo>
                  <a:lnTo>
                    <a:pt x="997036" y="217028"/>
                  </a:lnTo>
                  <a:lnTo>
                    <a:pt x="1006018" y="225573"/>
                  </a:lnTo>
                  <a:lnTo>
                    <a:pt x="1015000" y="233756"/>
                  </a:lnTo>
                  <a:lnTo>
                    <a:pt x="1023983" y="241648"/>
                  </a:lnTo>
                  <a:lnTo>
                    <a:pt x="1032965" y="249400"/>
                  </a:lnTo>
                  <a:lnTo>
                    <a:pt x="1041947" y="257165"/>
                  </a:lnTo>
                  <a:lnTo>
                    <a:pt x="1050930" y="265092"/>
                  </a:lnTo>
                  <a:lnTo>
                    <a:pt x="1059912" y="273301"/>
                  </a:lnTo>
                  <a:lnTo>
                    <a:pt x="1068894" y="281858"/>
                  </a:lnTo>
                  <a:lnTo>
                    <a:pt x="1077877" y="290771"/>
                  </a:lnTo>
                  <a:lnTo>
                    <a:pt x="1086859" y="299978"/>
                  </a:lnTo>
                  <a:lnTo>
                    <a:pt x="1095841" y="309363"/>
                  </a:lnTo>
                  <a:lnTo>
                    <a:pt x="1104824" y="318764"/>
                  </a:lnTo>
                  <a:lnTo>
                    <a:pt x="1113806" y="328003"/>
                  </a:lnTo>
                  <a:lnTo>
                    <a:pt x="1122788" y="336907"/>
                  </a:lnTo>
                  <a:lnTo>
                    <a:pt x="1131770" y="345332"/>
                  </a:lnTo>
                  <a:lnTo>
                    <a:pt x="1140753" y="353173"/>
                  </a:lnTo>
                  <a:lnTo>
                    <a:pt x="1149735" y="360344"/>
                  </a:lnTo>
                  <a:lnTo>
                    <a:pt x="1158717" y="366900"/>
                  </a:lnTo>
                  <a:lnTo>
                    <a:pt x="1167700" y="372888"/>
                  </a:lnTo>
                  <a:lnTo>
                    <a:pt x="1176682" y="378370"/>
                  </a:lnTo>
                  <a:lnTo>
                    <a:pt x="1185664" y="383413"/>
                  </a:lnTo>
                  <a:lnTo>
                    <a:pt x="1194647" y="388079"/>
                  </a:lnTo>
                  <a:lnTo>
                    <a:pt x="1203629" y="392416"/>
                  </a:lnTo>
                  <a:lnTo>
                    <a:pt x="1212611" y="396459"/>
                  </a:lnTo>
                  <a:lnTo>
                    <a:pt x="1221594" y="400230"/>
                  </a:lnTo>
                  <a:lnTo>
                    <a:pt x="1230576" y="403740"/>
                  </a:lnTo>
                  <a:lnTo>
                    <a:pt x="1239558" y="406992"/>
                  </a:lnTo>
                  <a:lnTo>
                    <a:pt x="1248540" y="409987"/>
                  </a:lnTo>
                  <a:lnTo>
                    <a:pt x="1257523" y="412730"/>
                  </a:lnTo>
                  <a:lnTo>
                    <a:pt x="1266505" y="415230"/>
                  </a:lnTo>
                  <a:lnTo>
                    <a:pt x="1275487" y="417491"/>
                  </a:lnTo>
                  <a:lnTo>
                    <a:pt x="1284470" y="419556"/>
                  </a:lnTo>
                  <a:lnTo>
                    <a:pt x="1293452" y="421457"/>
                  </a:lnTo>
                  <a:lnTo>
                    <a:pt x="1302434" y="423222"/>
                  </a:lnTo>
                  <a:lnTo>
                    <a:pt x="1311417" y="424877"/>
                  </a:lnTo>
                  <a:lnTo>
                    <a:pt x="1320399" y="426439"/>
                  </a:lnTo>
                  <a:lnTo>
                    <a:pt x="1329381" y="427919"/>
                  </a:lnTo>
                  <a:lnTo>
                    <a:pt x="1338364" y="429317"/>
                  </a:lnTo>
                  <a:lnTo>
                    <a:pt x="1347346" y="430631"/>
                  </a:lnTo>
                  <a:lnTo>
                    <a:pt x="1356328" y="431851"/>
                  </a:lnTo>
                  <a:lnTo>
                    <a:pt x="1365310" y="432969"/>
                  </a:lnTo>
                  <a:lnTo>
                    <a:pt x="1374293" y="433980"/>
                  </a:lnTo>
                  <a:lnTo>
                    <a:pt x="1383275" y="434880"/>
                  </a:lnTo>
                  <a:lnTo>
                    <a:pt x="1392257" y="435675"/>
                  </a:lnTo>
                  <a:lnTo>
                    <a:pt x="1401240" y="436368"/>
                  </a:lnTo>
                  <a:lnTo>
                    <a:pt x="1410222" y="436977"/>
                  </a:lnTo>
                  <a:lnTo>
                    <a:pt x="1419204" y="437519"/>
                  </a:lnTo>
                </a:path>
              </a:pathLst>
            </a:custGeom>
            <a:ln w="8130" cap="rnd">
              <a:solidFill>
                <a:srgbClr val="B2AB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2495760" y="3036443"/>
              <a:ext cx="1625797" cy="365341"/>
            </a:xfrm>
            <a:custGeom>
              <a:avLst/>
              <a:pathLst>
                <a:path w="1625797" h="365341">
                  <a:moveTo>
                    <a:pt x="0" y="361689"/>
                  </a:moveTo>
                  <a:lnTo>
                    <a:pt x="8982" y="361429"/>
                  </a:lnTo>
                  <a:lnTo>
                    <a:pt x="17964" y="361116"/>
                  </a:lnTo>
                  <a:lnTo>
                    <a:pt x="26946" y="360732"/>
                  </a:lnTo>
                  <a:lnTo>
                    <a:pt x="35929" y="360264"/>
                  </a:lnTo>
                  <a:lnTo>
                    <a:pt x="44911" y="359702"/>
                  </a:lnTo>
                  <a:lnTo>
                    <a:pt x="53893" y="359040"/>
                  </a:lnTo>
                  <a:lnTo>
                    <a:pt x="62876" y="358274"/>
                  </a:lnTo>
                  <a:lnTo>
                    <a:pt x="71858" y="357411"/>
                  </a:lnTo>
                  <a:lnTo>
                    <a:pt x="80840" y="356465"/>
                  </a:lnTo>
                  <a:lnTo>
                    <a:pt x="89823" y="355451"/>
                  </a:lnTo>
                  <a:lnTo>
                    <a:pt x="98805" y="354382"/>
                  </a:lnTo>
                  <a:lnTo>
                    <a:pt x="107787" y="353265"/>
                  </a:lnTo>
                  <a:lnTo>
                    <a:pt x="116770" y="352105"/>
                  </a:lnTo>
                  <a:lnTo>
                    <a:pt x="125752" y="350895"/>
                  </a:lnTo>
                  <a:lnTo>
                    <a:pt x="134734" y="349624"/>
                  </a:lnTo>
                  <a:lnTo>
                    <a:pt x="143716" y="348276"/>
                  </a:lnTo>
                  <a:lnTo>
                    <a:pt x="152699" y="346835"/>
                  </a:lnTo>
                  <a:lnTo>
                    <a:pt x="161681" y="345284"/>
                  </a:lnTo>
                  <a:lnTo>
                    <a:pt x="170663" y="343612"/>
                  </a:lnTo>
                  <a:lnTo>
                    <a:pt x="179646" y="341812"/>
                  </a:lnTo>
                  <a:lnTo>
                    <a:pt x="188628" y="339879"/>
                  </a:lnTo>
                  <a:lnTo>
                    <a:pt x="197610" y="337803"/>
                  </a:lnTo>
                  <a:lnTo>
                    <a:pt x="206593" y="335582"/>
                  </a:lnTo>
                  <a:lnTo>
                    <a:pt x="215575" y="333199"/>
                  </a:lnTo>
                  <a:lnTo>
                    <a:pt x="224557" y="330620"/>
                  </a:lnTo>
                  <a:lnTo>
                    <a:pt x="233540" y="327801"/>
                  </a:lnTo>
                  <a:lnTo>
                    <a:pt x="242522" y="324683"/>
                  </a:lnTo>
                  <a:lnTo>
                    <a:pt x="251504" y="321209"/>
                  </a:lnTo>
                  <a:lnTo>
                    <a:pt x="260486" y="317326"/>
                  </a:lnTo>
                  <a:lnTo>
                    <a:pt x="269469" y="313000"/>
                  </a:lnTo>
                  <a:lnTo>
                    <a:pt x="278451" y="308227"/>
                  </a:lnTo>
                  <a:lnTo>
                    <a:pt x="287433" y="303042"/>
                  </a:lnTo>
                  <a:lnTo>
                    <a:pt x="296416" y="297513"/>
                  </a:lnTo>
                  <a:lnTo>
                    <a:pt x="305398" y="291737"/>
                  </a:lnTo>
                  <a:lnTo>
                    <a:pt x="314380" y="285827"/>
                  </a:lnTo>
                  <a:lnTo>
                    <a:pt x="323363" y="279889"/>
                  </a:lnTo>
                  <a:lnTo>
                    <a:pt x="332345" y="274000"/>
                  </a:lnTo>
                  <a:lnTo>
                    <a:pt x="341327" y="268183"/>
                  </a:lnTo>
                  <a:lnTo>
                    <a:pt x="350310" y="262423"/>
                  </a:lnTo>
                  <a:lnTo>
                    <a:pt x="359292" y="256672"/>
                  </a:lnTo>
                  <a:lnTo>
                    <a:pt x="368274" y="250874"/>
                  </a:lnTo>
                  <a:lnTo>
                    <a:pt x="377256" y="244983"/>
                  </a:lnTo>
                  <a:lnTo>
                    <a:pt x="386239" y="238975"/>
                  </a:lnTo>
                  <a:lnTo>
                    <a:pt x="395221" y="232862"/>
                  </a:lnTo>
                  <a:lnTo>
                    <a:pt x="404203" y="226687"/>
                  </a:lnTo>
                  <a:lnTo>
                    <a:pt x="413186" y="220513"/>
                  </a:lnTo>
                  <a:lnTo>
                    <a:pt x="422168" y="214407"/>
                  </a:lnTo>
                  <a:lnTo>
                    <a:pt x="431150" y="208420"/>
                  </a:lnTo>
                  <a:lnTo>
                    <a:pt x="440133" y="202575"/>
                  </a:lnTo>
                  <a:lnTo>
                    <a:pt x="449115" y="196860"/>
                  </a:lnTo>
                  <a:lnTo>
                    <a:pt x="458097" y="191212"/>
                  </a:lnTo>
                  <a:lnTo>
                    <a:pt x="467080" y="185559"/>
                  </a:lnTo>
                  <a:lnTo>
                    <a:pt x="476062" y="179837"/>
                  </a:lnTo>
                  <a:lnTo>
                    <a:pt x="485044" y="174005"/>
                  </a:lnTo>
                  <a:lnTo>
                    <a:pt x="494027" y="168052"/>
                  </a:lnTo>
                  <a:lnTo>
                    <a:pt x="503009" y="162005"/>
                  </a:lnTo>
                  <a:lnTo>
                    <a:pt x="511991" y="155918"/>
                  </a:lnTo>
                  <a:lnTo>
                    <a:pt x="520973" y="149856"/>
                  </a:lnTo>
                  <a:lnTo>
                    <a:pt x="529956" y="143878"/>
                  </a:lnTo>
                  <a:lnTo>
                    <a:pt x="538938" y="138012"/>
                  </a:lnTo>
                  <a:lnTo>
                    <a:pt x="547920" y="132245"/>
                  </a:lnTo>
                  <a:lnTo>
                    <a:pt x="556903" y="126514"/>
                  </a:lnTo>
                  <a:lnTo>
                    <a:pt x="565885" y="120720"/>
                  </a:lnTo>
                  <a:lnTo>
                    <a:pt x="574867" y="114724"/>
                  </a:lnTo>
                  <a:lnTo>
                    <a:pt x="583850" y="108418"/>
                  </a:lnTo>
                  <a:lnTo>
                    <a:pt x="592832" y="101753"/>
                  </a:lnTo>
                  <a:lnTo>
                    <a:pt x="601814" y="94742"/>
                  </a:lnTo>
                  <a:lnTo>
                    <a:pt x="610797" y="87462"/>
                  </a:lnTo>
                  <a:lnTo>
                    <a:pt x="619779" y="80050"/>
                  </a:lnTo>
                  <a:lnTo>
                    <a:pt x="628761" y="72676"/>
                  </a:lnTo>
                  <a:lnTo>
                    <a:pt x="637743" y="65521"/>
                  </a:lnTo>
                  <a:lnTo>
                    <a:pt x="646726" y="58745"/>
                  </a:lnTo>
                  <a:lnTo>
                    <a:pt x="655708" y="52471"/>
                  </a:lnTo>
                  <a:lnTo>
                    <a:pt x="664690" y="46767"/>
                  </a:lnTo>
                  <a:lnTo>
                    <a:pt x="673673" y="41641"/>
                  </a:lnTo>
                  <a:lnTo>
                    <a:pt x="682655" y="37044"/>
                  </a:lnTo>
                  <a:lnTo>
                    <a:pt x="691637" y="32882"/>
                  </a:lnTo>
                  <a:lnTo>
                    <a:pt x="700620" y="29044"/>
                  </a:lnTo>
                  <a:lnTo>
                    <a:pt x="709602" y="25395"/>
                  </a:lnTo>
                  <a:lnTo>
                    <a:pt x="718584" y="21835"/>
                  </a:lnTo>
                  <a:lnTo>
                    <a:pt x="727567" y="18321"/>
                  </a:lnTo>
                  <a:lnTo>
                    <a:pt x="736549" y="14868"/>
                  </a:lnTo>
                  <a:lnTo>
                    <a:pt x="745531" y="11537"/>
                  </a:lnTo>
                  <a:lnTo>
                    <a:pt x="754513" y="8432"/>
                  </a:lnTo>
                  <a:lnTo>
                    <a:pt x="763496" y="5672"/>
                  </a:lnTo>
                  <a:lnTo>
                    <a:pt x="772478" y="3377"/>
                  </a:lnTo>
                  <a:lnTo>
                    <a:pt x="781460" y="1638"/>
                  </a:lnTo>
                  <a:lnTo>
                    <a:pt x="790443" y="509"/>
                  </a:lnTo>
                  <a:lnTo>
                    <a:pt x="799425" y="0"/>
                  </a:lnTo>
                  <a:lnTo>
                    <a:pt x="808407" y="71"/>
                  </a:lnTo>
                  <a:lnTo>
                    <a:pt x="817390" y="653"/>
                  </a:lnTo>
                  <a:lnTo>
                    <a:pt x="826372" y="1660"/>
                  </a:lnTo>
                  <a:lnTo>
                    <a:pt x="835354" y="3000"/>
                  </a:lnTo>
                  <a:lnTo>
                    <a:pt x="844337" y="4564"/>
                  </a:lnTo>
                  <a:lnTo>
                    <a:pt x="853319" y="6290"/>
                  </a:lnTo>
                  <a:lnTo>
                    <a:pt x="862301" y="8137"/>
                  </a:lnTo>
                  <a:lnTo>
                    <a:pt x="871283" y="10089"/>
                  </a:lnTo>
                  <a:lnTo>
                    <a:pt x="880266" y="12157"/>
                  </a:lnTo>
                  <a:lnTo>
                    <a:pt x="889248" y="14383"/>
                  </a:lnTo>
                  <a:lnTo>
                    <a:pt x="898230" y="16837"/>
                  </a:lnTo>
                  <a:lnTo>
                    <a:pt x="907213" y="19614"/>
                  </a:lnTo>
                  <a:lnTo>
                    <a:pt x="916195" y="22826"/>
                  </a:lnTo>
                  <a:lnTo>
                    <a:pt x="925177" y="26582"/>
                  </a:lnTo>
                  <a:lnTo>
                    <a:pt x="934160" y="30975"/>
                  </a:lnTo>
                  <a:lnTo>
                    <a:pt x="943142" y="36059"/>
                  </a:lnTo>
                  <a:lnTo>
                    <a:pt x="952124" y="41839"/>
                  </a:lnTo>
                  <a:lnTo>
                    <a:pt x="961107" y="48288"/>
                  </a:lnTo>
                  <a:lnTo>
                    <a:pt x="970089" y="55230"/>
                  </a:lnTo>
                  <a:lnTo>
                    <a:pt x="979071" y="62506"/>
                  </a:lnTo>
                  <a:lnTo>
                    <a:pt x="988054" y="69951"/>
                  </a:lnTo>
                  <a:lnTo>
                    <a:pt x="997036" y="77407"/>
                  </a:lnTo>
                  <a:lnTo>
                    <a:pt x="1006018" y="84748"/>
                  </a:lnTo>
                  <a:lnTo>
                    <a:pt x="1015000" y="91880"/>
                  </a:lnTo>
                  <a:lnTo>
                    <a:pt x="1023983" y="98753"/>
                  </a:lnTo>
                  <a:lnTo>
                    <a:pt x="1032965" y="105353"/>
                  </a:lnTo>
                  <a:lnTo>
                    <a:pt x="1041947" y="111697"/>
                  </a:lnTo>
                  <a:lnTo>
                    <a:pt x="1050930" y="117834"/>
                  </a:lnTo>
                  <a:lnTo>
                    <a:pt x="1059912" y="123835"/>
                  </a:lnTo>
                  <a:lnTo>
                    <a:pt x="1068894" y="129795"/>
                  </a:lnTo>
                  <a:lnTo>
                    <a:pt x="1077877" y="135826"/>
                  </a:lnTo>
                  <a:lnTo>
                    <a:pt x="1086859" y="142075"/>
                  </a:lnTo>
                  <a:lnTo>
                    <a:pt x="1095841" y="148658"/>
                  </a:lnTo>
                  <a:lnTo>
                    <a:pt x="1104824" y="155657"/>
                  </a:lnTo>
                  <a:lnTo>
                    <a:pt x="1113806" y="163114"/>
                  </a:lnTo>
                  <a:lnTo>
                    <a:pt x="1122788" y="171013"/>
                  </a:lnTo>
                  <a:lnTo>
                    <a:pt x="1131770" y="179276"/>
                  </a:lnTo>
                  <a:lnTo>
                    <a:pt x="1140753" y="187781"/>
                  </a:lnTo>
                  <a:lnTo>
                    <a:pt x="1149735" y="196371"/>
                  </a:lnTo>
                  <a:lnTo>
                    <a:pt x="1158717" y="204887"/>
                  </a:lnTo>
                  <a:lnTo>
                    <a:pt x="1167700" y="213184"/>
                  </a:lnTo>
                  <a:lnTo>
                    <a:pt x="1176682" y="221153"/>
                  </a:lnTo>
                  <a:lnTo>
                    <a:pt x="1185664" y="228726"/>
                  </a:lnTo>
                  <a:lnTo>
                    <a:pt x="1194647" y="235880"/>
                  </a:lnTo>
                  <a:lnTo>
                    <a:pt x="1203629" y="242625"/>
                  </a:lnTo>
                  <a:lnTo>
                    <a:pt x="1212611" y="248973"/>
                  </a:lnTo>
                  <a:lnTo>
                    <a:pt x="1221594" y="254984"/>
                  </a:lnTo>
                  <a:lnTo>
                    <a:pt x="1230576" y="260706"/>
                  </a:lnTo>
                  <a:lnTo>
                    <a:pt x="1239558" y="266178"/>
                  </a:lnTo>
                  <a:lnTo>
                    <a:pt x="1248540" y="271432"/>
                  </a:lnTo>
                  <a:lnTo>
                    <a:pt x="1257523" y="276496"/>
                  </a:lnTo>
                  <a:lnTo>
                    <a:pt x="1266505" y="281392"/>
                  </a:lnTo>
                  <a:lnTo>
                    <a:pt x="1275487" y="286136"/>
                  </a:lnTo>
                  <a:lnTo>
                    <a:pt x="1284470" y="290733"/>
                  </a:lnTo>
                  <a:lnTo>
                    <a:pt x="1293452" y="295181"/>
                  </a:lnTo>
                  <a:lnTo>
                    <a:pt x="1302434" y="299462"/>
                  </a:lnTo>
                  <a:lnTo>
                    <a:pt x="1311417" y="303558"/>
                  </a:lnTo>
                  <a:lnTo>
                    <a:pt x="1320399" y="307447"/>
                  </a:lnTo>
                  <a:lnTo>
                    <a:pt x="1329381" y="311117"/>
                  </a:lnTo>
                  <a:lnTo>
                    <a:pt x="1338364" y="314562"/>
                  </a:lnTo>
                  <a:lnTo>
                    <a:pt x="1347346" y="317808"/>
                  </a:lnTo>
                  <a:lnTo>
                    <a:pt x="1356328" y="320908"/>
                  </a:lnTo>
                  <a:lnTo>
                    <a:pt x="1365310" y="323914"/>
                  </a:lnTo>
                  <a:lnTo>
                    <a:pt x="1374293" y="326875"/>
                  </a:lnTo>
                  <a:lnTo>
                    <a:pt x="1383275" y="329832"/>
                  </a:lnTo>
                  <a:lnTo>
                    <a:pt x="1392257" y="332803"/>
                  </a:lnTo>
                  <a:lnTo>
                    <a:pt x="1401240" y="335784"/>
                  </a:lnTo>
                  <a:lnTo>
                    <a:pt x="1410222" y="338745"/>
                  </a:lnTo>
                  <a:lnTo>
                    <a:pt x="1419204" y="341636"/>
                  </a:lnTo>
                  <a:lnTo>
                    <a:pt x="1428187" y="344397"/>
                  </a:lnTo>
                  <a:lnTo>
                    <a:pt x="1437169" y="346964"/>
                  </a:lnTo>
                  <a:lnTo>
                    <a:pt x="1446151" y="349281"/>
                  </a:lnTo>
                  <a:lnTo>
                    <a:pt x="1455134" y="351305"/>
                  </a:lnTo>
                  <a:lnTo>
                    <a:pt x="1464116" y="353005"/>
                  </a:lnTo>
                  <a:lnTo>
                    <a:pt x="1473098" y="354370"/>
                  </a:lnTo>
                  <a:lnTo>
                    <a:pt x="1482081" y="355435"/>
                  </a:lnTo>
                  <a:lnTo>
                    <a:pt x="1491063" y="356234"/>
                  </a:lnTo>
                  <a:lnTo>
                    <a:pt x="1500045" y="356811"/>
                  </a:lnTo>
                  <a:lnTo>
                    <a:pt x="1509027" y="357214"/>
                  </a:lnTo>
                  <a:lnTo>
                    <a:pt x="1518010" y="357497"/>
                  </a:lnTo>
                  <a:lnTo>
                    <a:pt x="1526992" y="357708"/>
                  </a:lnTo>
                  <a:lnTo>
                    <a:pt x="1535974" y="357895"/>
                  </a:lnTo>
                  <a:lnTo>
                    <a:pt x="1544957" y="358094"/>
                  </a:lnTo>
                  <a:lnTo>
                    <a:pt x="1553939" y="358333"/>
                  </a:lnTo>
                  <a:lnTo>
                    <a:pt x="1562921" y="358627"/>
                  </a:lnTo>
                  <a:lnTo>
                    <a:pt x="1571904" y="358979"/>
                  </a:lnTo>
                  <a:lnTo>
                    <a:pt x="1580886" y="359382"/>
                  </a:lnTo>
                  <a:lnTo>
                    <a:pt x="1589868" y="359822"/>
                  </a:lnTo>
                  <a:lnTo>
                    <a:pt x="1598851" y="360280"/>
                  </a:lnTo>
                  <a:lnTo>
                    <a:pt x="1607833" y="360734"/>
                  </a:lnTo>
                  <a:lnTo>
                    <a:pt x="1616815" y="361172"/>
                  </a:lnTo>
                  <a:lnTo>
                    <a:pt x="1625797" y="361585"/>
                  </a:lnTo>
                  <a:lnTo>
                    <a:pt x="1625797" y="365341"/>
                  </a:lnTo>
                  <a:lnTo>
                    <a:pt x="1616815" y="365341"/>
                  </a:lnTo>
                  <a:lnTo>
                    <a:pt x="1607833" y="365341"/>
                  </a:lnTo>
                  <a:lnTo>
                    <a:pt x="1598851" y="365341"/>
                  </a:lnTo>
                  <a:lnTo>
                    <a:pt x="1589868" y="365341"/>
                  </a:lnTo>
                  <a:lnTo>
                    <a:pt x="1580886" y="365341"/>
                  </a:lnTo>
                  <a:lnTo>
                    <a:pt x="1571904" y="365341"/>
                  </a:lnTo>
                  <a:lnTo>
                    <a:pt x="1562921" y="365341"/>
                  </a:lnTo>
                  <a:lnTo>
                    <a:pt x="1553939" y="365341"/>
                  </a:lnTo>
                  <a:lnTo>
                    <a:pt x="1544957" y="365341"/>
                  </a:lnTo>
                  <a:lnTo>
                    <a:pt x="1535974" y="365341"/>
                  </a:lnTo>
                  <a:lnTo>
                    <a:pt x="1526992" y="365341"/>
                  </a:lnTo>
                  <a:lnTo>
                    <a:pt x="1518010" y="365341"/>
                  </a:lnTo>
                  <a:lnTo>
                    <a:pt x="1509027" y="365341"/>
                  </a:lnTo>
                  <a:lnTo>
                    <a:pt x="1500045" y="365341"/>
                  </a:lnTo>
                  <a:lnTo>
                    <a:pt x="1491063" y="365341"/>
                  </a:lnTo>
                  <a:lnTo>
                    <a:pt x="1482081" y="365341"/>
                  </a:lnTo>
                  <a:lnTo>
                    <a:pt x="1473098" y="365341"/>
                  </a:lnTo>
                  <a:lnTo>
                    <a:pt x="1464116" y="365341"/>
                  </a:lnTo>
                  <a:lnTo>
                    <a:pt x="1455134" y="365341"/>
                  </a:lnTo>
                  <a:lnTo>
                    <a:pt x="1446151" y="365341"/>
                  </a:lnTo>
                  <a:lnTo>
                    <a:pt x="1437169" y="365341"/>
                  </a:lnTo>
                  <a:lnTo>
                    <a:pt x="1428187" y="365341"/>
                  </a:lnTo>
                  <a:lnTo>
                    <a:pt x="1419204" y="365341"/>
                  </a:lnTo>
                  <a:lnTo>
                    <a:pt x="1410222" y="365341"/>
                  </a:lnTo>
                  <a:lnTo>
                    <a:pt x="1401240" y="365341"/>
                  </a:lnTo>
                  <a:lnTo>
                    <a:pt x="1392257" y="365341"/>
                  </a:lnTo>
                  <a:lnTo>
                    <a:pt x="1383275" y="365341"/>
                  </a:lnTo>
                  <a:lnTo>
                    <a:pt x="1374293" y="365341"/>
                  </a:lnTo>
                  <a:lnTo>
                    <a:pt x="1365310" y="365341"/>
                  </a:lnTo>
                  <a:lnTo>
                    <a:pt x="1356328" y="365341"/>
                  </a:lnTo>
                  <a:lnTo>
                    <a:pt x="1347346" y="365341"/>
                  </a:lnTo>
                  <a:lnTo>
                    <a:pt x="1338364" y="365341"/>
                  </a:lnTo>
                  <a:lnTo>
                    <a:pt x="1329381" y="365341"/>
                  </a:lnTo>
                  <a:lnTo>
                    <a:pt x="1320399" y="365341"/>
                  </a:lnTo>
                  <a:lnTo>
                    <a:pt x="1311417" y="365341"/>
                  </a:lnTo>
                  <a:lnTo>
                    <a:pt x="1302434" y="365341"/>
                  </a:lnTo>
                  <a:lnTo>
                    <a:pt x="1293452" y="365341"/>
                  </a:lnTo>
                  <a:lnTo>
                    <a:pt x="1284470" y="365341"/>
                  </a:lnTo>
                  <a:lnTo>
                    <a:pt x="1275487" y="365341"/>
                  </a:lnTo>
                  <a:lnTo>
                    <a:pt x="1266505" y="365341"/>
                  </a:lnTo>
                  <a:lnTo>
                    <a:pt x="1257523" y="365341"/>
                  </a:lnTo>
                  <a:lnTo>
                    <a:pt x="1248540" y="365341"/>
                  </a:lnTo>
                  <a:lnTo>
                    <a:pt x="1239558" y="365341"/>
                  </a:lnTo>
                  <a:lnTo>
                    <a:pt x="1230576" y="365341"/>
                  </a:lnTo>
                  <a:lnTo>
                    <a:pt x="1221594" y="365341"/>
                  </a:lnTo>
                  <a:lnTo>
                    <a:pt x="1212611" y="365341"/>
                  </a:lnTo>
                  <a:lnTo>
                    <a:pt x="1203629" y="365341"/>
                  </a:lnTo>
                  <a:lnTo>
                    <a:pt x="1194647" y="365341"/>
                  </a:lnTo>
                  <a:lnTo>
                    <a:pt x="1185664" y="365341"/>
                  </a:lnTo>
                  <a:lnTo>
                    <a:pt x="1176682" y="365341"/>
                  </a:lnTo>
                  <a:lnTo>
                    <a:pt x="1167700" y="365341"/>
                  </a:lnTo>
                  <a:lnTo>
                    <a:pt x="1158717" y="365341"/>
                  </a:lnTo>
                  <a:lnTo>
                    <a:pt x="1149735" y="365341"/>
                  </a:lnTo>
                  <a:lnTo>
                    <a:pt x="1140753" y="365341"/>
                  </a:lnTo>
                  <a:lnTo>
                    <a:pt x="1131770" y="365341"/>
                  </a:lnTo>
                  <a:lnTo>
                    <a:pt x="1122788" y="365341"/>
                  </a:lnTo>
                  <a:lnTo>
                    <a:pt x="1113806" y="365341"/>
                  </a:lnTo>
                  <a:lnTo>
                    <a:pt x="1104824" y="365341"/>
                  </a:lnTo>
                  <a:lnTo>
                    <a:pt x="1095841" y="365341"/>
                  </a:lnTo>
                  <a:lnTo>
                    <a:pt x="1086859" y="365341"/>
                  </a:lnTo>
                  <a:lnTo>
                    <a:pt x="1077877" y="365341"/>
                  </a:lnTo>
                  <a:lnTo>
                    <a:pt x="1068894" y="365341"/>
                  </a:lnTo>
                  <a:lnTo>
                    <a:pt x="1059912" y="365341"/>
                  </a:lnTo>
                  <a:lnTo>
                    <a:pt x="1050930" y="365341"/>
                  </a:lnTo>
                  <a:lnTo>
                    <a:pt x="1041947" y="365341"/>
                  </a:lnTo>
                  <a:lnTo>
                    <a:pt x="1032965" y="365341"/>
                  </a:lnTo>
                  <a:lnTo>
                    <a:pt x="1023983" y="365341"/>
                  </a:lnTo>
                  <a:lnTo>
                    <a:pt x="1015000" y="365341"/>
                  </a:lnTo>
                  <a:lnTo>
                    <a:pt x="1006018" y="365341"/>
                  </a:lnTo>
                  <a:lnTo>
                    <a:pt x="997036" y="365341"/>
                  </a:lnTo>
                  <a:lnTo>
                    <a:pt x="988054" y="365341"/>
                  </a:lnTo>
                  <a:lnTo>
                    <a:pt x="979071" y="365341"/>
                  </a:lnTo>
                  <a:lnTo>
                    <a:pt x="970089" y="365341"/>
                  </a:lnTo>
                  <a:lnTo>
                    <a:pt x="961107" y="365341"/>
                  </a:lnTo>
                  <a:lnTo>
                    <a:pt x="952124" y="365341"/>
                  </a:lnTo>
                  <a:lnTo>
                    <a:pt x="943142" y="365341"/>
                  </a:lnTo>
                  <a:lnTo>
                    <a:pt x="934160" y="365341"/>
                  </a:lnTo>
                  <a:lnTo>
                    <a:pt x="925177" y="365341"/>
                  </a:lnTo>
                  <a:lnTo>
                    <a:pt x="916195" y="365341"/>
                  </a:lnTo>
                  <a:lnTo>
                    <a:pt x="907213" y="365341"/>
                  </a:lnTo>
                  <a:lnTo>
                    <a:pt x="898230" y="365341"/>
                  </a:lnTo>
                  <a:lnTo>
                    <a:pt x="889248" y="365341"/>
                  </a:lnTo>
                  <a:lnTo>
                    <a:pt x="880266" y="365341"/>
                  </a:lnTo>
                  <a:lnTo>
                    <a:pt x="871283" y="365341"/>
                  </a:lnTo>
                  <a:lnTo>
                    <a:pt x="862301" y="365341"/>
                  </a:lnTo>
                  <a:lnTo>
                    <a:pt x="853319" y="365341"/>
                  </a:lnTo>
                  <a:lnTo>
                    <a:pt x="844337" y="365341"/>
                  </a:lnTo>
                  <a:lnTo>
                    <a:pt x="835354" y="365341"/>
                  </a:lnTo>
                  <a:lnTo>
                    <a:pt x="826372" y="365341"/>
                  </a:lnTo>
                  <a:lnTo>
                    <a:pt x="817390" y="365341"/>
                  </a:lnTo>
                  <a:lnTo>
                    <a:pt x="808407" y="365341"/>
                  </a:lnTo>
                  <a:lnTo>
                    <a:pt x="799425" y="365341"/>
                  </a:lnTo>
                  <a:lnTo>
                    <a:pt x="790443" y="365341"/>
                  </a:lnTo>
                  <a:lnTo>
                    <a:pt x="781460" y="365341"/>
                  </a:lnTo>
                  <a:lnTo>
                    <a:pt x="772478" y="365341"/>
                  </a:lnTo>
                  <a:lnTo>
                    <a:pt x="763496" y="365341"/>
                  </a:lnTo>
                  <a:lnTo>
                    <a:pt x="754513" y="365341"/>
                  </a:lnTo>
                  <a:lnTo>
                    <a:pt x="745531" y="365341"/>
                  </a:lnTo>
                  <a:lnTo>
                    <a:pt x="736549" y="365341"/>
                  </a:lnTo>
                  <a:lnTo>
                    <a:pt x="727567" y="365341"/>
                  </a:lnTo>
                  <a:lnTo>
                    <a:pt x="718584" y="365341"/>
                  </a:lnTo>
                  <a:lnTo>
                    <a:pt x="709602" y="365341"/>
                  </a:lnTo>
                  <a:lnTo>
                    <a:pt x="700620" y="365341"/>
                  </a:lnTo>
                  <a:lnTo>
                    <a:pt x="691637" y="365341"/>
                  </a:lnTo>
                  <a:lnTo>
                    <a:pt x="682655" y="365341"/>
                  </a:lnTo>
                  <a:lnTo>
                    <a:pt x="673673" y="365341"/>
                  </a:lnTo>
                  <a:lnTo>
                    <a:pt x="664690" y="365341"/>
                  </a:lnTo>
                  <a:lnTo>
                    <a:pt x="655708" y="365341"/>
                  </a:lnTo>
                  <a:lnTo>
                    <a:pt x="646726" y="365341"/>
                  </a:lnTo>
                  <a:lnTo>
                    <a:pt x="637743" y="365341"/>
                  </a:lnTo>
                  <a:lnTo>
                    <a:pt x="628761" y="365341"/>
                  </a:lnTo>
                  <a:lnTo>
                    <a:pt x="619779" y="365341"/>
                  </a:lnTo>
                  <a:lnTo>
                    <a:pt x="610797" y="365341"/>
                  </a:lnTo>
                  <a:lnTo>
                    <a:pt x="601814" y="365341"/>
                  </a:lnTo>
                  <a:lnTo>
                    <a:pt x="592832" y="365341"/>
                  </a:lnTo>
                  <a:lnTo>
                    <a:pt x="583850" y="365341"/>
                  </a:lnTo>
                  <a:lnTo>
                    <a:pt x="574867" y="365341"/>
                  </a:lnTo>
                  <a:lnTo>
                    <a:pt x="565885" y="365341"/>
                  </a:lnTo>
                  <a:lnTo>
                    <a:pt x="556903" y="365341"/>
                  </a:lnTo>
                  <a:lnTo>
                    <a:pt x="547920" y="365341"/>
                  </a:lnTo>
                  <a:lnTo>
                    <a:pt x="538938" y="365341"/>
                  </a:lnTo>
                  <a:lnTo>
                    <a:pt x="529956" y="365341"/>
                  </a:lnTo>
                  <a:lnTo>
                    <a:pt x="520973" y="365341"/>
                  </a:lnTo>
                  <a:lnTo>
                    <a:pt x="511991" y="365341"/>
                  </a:lnTo>
                  <a:lnTo>
                    <a:pt x="503009" y="365341"/>
                  </a:lnTo>
                  <a:lnTo>
                    <a:pt x="494027" y="365341"/>
                  </a:lnTo>
                  <a:lnTo>
                    <a:pt x="485044" y="365341"/>
                  </a:lnTo>
                  <a:lnTo>
                    <a:pt x="476062" y="365341"/>
                  </a:lnTo>
                  <a:lnTo>
                    <a:pt x="467080" y="365341"/>
                  </a:lnTo>
                  <a:lnTo>
                    <a:pt x="458097" y="365341"/>
                  </a:lnTo>
                  <a:lnTo>
                    <a:pt x="449115" y="365341"/>
                  </a:lnTo>
                  <a:lnTo>
                    <a:pt x="440133" y="365341"/>
                  </a:lnTo>
                  <a:lnTo>
                    <a:pt x="431150" y="365341"/>
                  </a:lnTo>
                  <a:lnTo>
                    <a:pt x="422168" y="365341"/>
                  </a:lnTo>
                  <a:lnTo>
                    <a:pt x="413186" y="365341"/>
                  </a:lnTo>
                  <a:lnTo>
                    <a:pt x="404203" y="365341"/>
                  </a:lnTo>
                  <a:lnTo>
                    <a:pt x="395221" y="365341"/>
                  </a:lnTo>
                  <a:lnTo>
                    <a:pt x="386239" y="365341"/>
                  </a:lnTo>
                  <a:lnTo>
                    <a:pt x="377256" y="365341"/>
                  </a:lnTo>
                  <a:lnTo>
                    <a:pt x="368274" y="365341"/>
                  </a:lnTo>
                  <a:lnTo>
                    <a:pt x="359292" y="365341"/>
                  </a:lnTo>
                  <a:lnTo>
                    <a:pt x="350310" y="365341"/>
                  </a:lnTo>
                  <a:lnTo>
                    <a:pt x="341327" y="365341"/>
                  </a:lnTo>
                  <a:lnTo>
                    <a:pt x="332345" y="365341"/>
                  </a:lnTo>
                  <a:lnTo>
                    <a:pt x="323363" y="365341"/>
                  </a:lnTo>
                  <a:lnTo>
                    <a:pt x="314380" y="365341"/>
                  </a:lnTo>
                  <a:lnTo>
                    <a:pt x="305398" y="365341"/>
                  </a:lnTo>
                  <a:lnTo>
                    <a:pt x="296416" y="365341"/>
                  </a:lnTo>
                  <a:lnTo>
                    <a:pt x="287433" y="365341"/>
                  </a:lnTo>
                  <a:lnTo>
                    <a:pt x="278451" y="365341"/>
                  </a:lnTo>
                  <a:lnTo>
                    <a:pt x="269469" y="365341"/>
                  </a:lnTo>
                  <a:lnTo>
                    <a:pt x="260486" y="365341"/>
                  </a:lnTo>
                  <a:lnTo>
                    <a:pt x="251504" y="365341"/>
                  </a:lnTo>
                  <a:lnTo>
                    <a:pt x="242522" y="365341"/>
                  </a:lnTo>
                  <a:lnTo>
                    <a:pt x="233540" y="365341"/>
                  </a:lnTo>
                  <a:lnTo>
                    <a:pt x="224557" y="365341"/>
                  </a:lnTo>
                  <a:lnTo>
                    <a:pt x="215575" y="365341"/>
                  </a:lnTo>
                  <a:lnTo>
                    <a:pt x="206593" y="365341"/>
                  </a:lnTo>
                  <a:lnTo>
                    <a:pt x="197610" y="365341"/>
                  </a:lnTo>
                  <a:lnTo>
                    <a:pt x="188628" y="365341"/>
                  </a:lnTo>
                  <a:lnTo>
                    <a:pt x="179646" y="365341"/>
                  </a:lnTo>
                  <a:lnTo>
                    <a:pt x="170663" y="365341"/>
                  </a:lnTo>
                  <a:lnTo>
                    <a:pt x="161681" y="365341"/>
                  </a:lnTo>
                  <a:lnTo>
                    <a:pt x="152699" y="365341"/>
                  </a:lnTo>
                  <a:lnTo>
                    <a:pt x="143716" y="365341"/>
                  </a:lnTo>
                  <a:lnTo>
                    <a:pt x="134734" y="365341"/>
                  </a:lnTo>
                  <a:lnTo>
                    <a:pt x="125752" y="365341"/>
                  </a:lnTo>
                  <a:lnTo>
                    <a:pt x="116770" y="365341"/>
                  </a:lnTo>
                  <a:lnTo>
                    <a:pt x="107787" y="365341"/>
                  </a:lnTo>
                  <a:lnTo>
                    <a:pt x="98805" y="365341"/>
                  </a:lnTo>
                  <a:lnTo>
                    <a:pt x="89823" y="365341"/>
                  </a:lnTo>
                  <a:lnTo>
                    <a:pt x="80840" y="365341"/>
                  </a:lnTo>
                  <a:lnTo>
                    <a:pt x="71858" y="365341"/>
                  </a:lnTo>
                  <a:lnTo>
                    <a:pt x="62876" y="365341"/>
                  </a:lnTo>
                  <a:lnTo>
                    <a:pt x="53893" y="365341"/>
                  </a:lnTo>
                  <a:lnTo>
                    <a:pt x="44911" y="365341"/>
                  </a:lnTo>
                  <a:lnTo>
                    <a:pt x="35929" y="365341"/>
                  </a:lnTo>
                  <a:lnTo>
                    <a:pt x="26946" y="365341"/>
                  </a:lnTo>
                  <a:lnTo>
                    <a:pt x="17964" y="365341"/>
                  </a:lnTo>
                  <a:lnTo>
                    <a:pt x="8982" y="365341"/>
                  </a:lnTo>
                  <a:lnTo>
                    <a:pt x="0" y="365341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495760" y="3036443"/>
              <a:ext cx="1625797" cy="361689"/>
            </a:xfrm>
            <a:custGeom>
              <a:avLst/>
              <a:pathLst>
                <a:path w="1625797" h="361689">
                  <a:moveTo>
                    <a:pt x="0" y="361689"/>
                  </a:moveTo>
                  <a:lnTo>
                    <a:pt x="8982" y="361429"/>
                  </a:lnTo>
                  <a:lnTo>
                    <a:pt x="17964" y="361116"/>
                  </a:lnTo>
                  <a:lnTo>
                    <a:pt x="26946" y="360732"/>
                  </a:lnTo>
                  <a:lnTo>
                    <a:pt x="35929" y="360264"/>
                  </a:lnTo>
                  <a:lnTo>
                    <a:pt x="44911" y="359702"/>
                  </a:lnTo>
                  <a:lnTo>
                    <a:pt x="53893" y="359040"/>
                  </a:lnTo>
                  <a:lnTo>
                    <a:pt x="62876" y="358274"/>
                  </a:lnTo>
                  <a:lnTo>
                    <a:pt x="71858" y="357411"/>
                  </a:lnTo>
                  <a:lnTo>
                    <a:pt x="80840" y="356465"/>
                  </a:lnTo>
                  <a:lnTo>
                    <a:pt x="89823" y="355451"/>
                  </a:lnTo>
                  <a:lnTo>
                    <a:pt x="98805" y="354382"/>
                  </a:lnTo>
                  <a:lnTo>
                    <a:pt x="107787" y="353265"/>
                  </a:lnTo>
                  <a:lnTo>
                    <a:pt x="116770" y="352105"/>
                  </a:lnTo>
                  <a:lnTo>
                    <a:pt x="125752" y="350895"/>
                  </a:lnTo>
                  <a:lnTo>
                    <a:pt x="134734" y="349624"/>
                  </a:lnTo>
                  <a:lnTo>
                    <a:pt x="143716" y="348276"/>
                  </a:lnTo>
                  <a:lnTo>
                    <a:pt x="152699" y="346835"/>
                  </a:lnTo>
                  <a:lnTo>
                    <a:pt x="161681" y="345284"/>
                  </a:lnTo>
                  <a:lnTo>
                    <a:pt x="170663" y="343612"/>
                  </a:lnTo>
                  <a:lnTo>
                    <a:pt x="179646" y="341812"/>
                  </a:lnTo>
                  <a:lnTo>
                    <a:pt x="188628" y="339879"/>
                  </a:lnTo>
                  <a:lnTo>
                    <a:pt x="197610" y="337803"/>
                  </a:lnTo>
                  <a:lnTo>
                    <a:pt x="206593" y="335582"/>
                  </a:lnTo>
                  <a:lnTo>
                    <a:pt x="215575" y="333199"/>
                  </a:lnTo>
                  <a:lnTo>
                    <a:pt x="224557" y="330620"/>
                  </a:lnTo>
                  <a:lnTo>
                    <a:pt x="233540" y="327801"/>
                  </a:lnTo>
                  <a:lnTo>
                    <a:pt x="242522" y="324683"/>
                  </a:lnTo>
                  <a:lnTo>
                    <a:pt x="251504" y="321209"/>
                  </a:lnTo>
                  <a:lnTo>
                    <a:pt x="260486" y="317326"/>
                  </a:lnTo>
                  <a:lnTo>
                    <a:pt x="269469" y="313000"/>
                  </a:lnTo>
                  <a:lnTo>
                    <a:pt x="278451" y="308227"/>
                  </a:lnTo>
                  <a:lnTo>
                    <a:pt x="287433" y="303042"/>
                  </a:lnTo>
                  <a:lnTo>
                    <a:pt x="296416" y="297513"/>
                  </a:lnTo>
                  <a:lnTo>
                    <a:pt x="305398" y="291737"/>
                  </a:lnTo>
                  <a:lnTo>
                    <a:pt x="314380" y="285827"/>
                  </a:lnTo>
                  <a:lnTo>
                    <a:pt x="323363" y="279889"/>
                  </a:lnTo>
                  <a:lnTo>
                    <a:pt x="332345" y="274000"/>
                  </a:lnTo>
                  <a:lnTo>
                    <a:pt x="341327" y="268183"/>
                  </a:lnTo>
                  <a:lnTo>
                    <a:pt x="350310" y="262423"/>
                  </a:lnTo>
                  <a:lnTo>
                    <a:pt x="359292" y="256672"/>
                  </a:lnTo>
                  <a:lnTo>
                    <a:pt x="368274" y="250874"/>
                  </a:lnTo>
                  <a:lnTo>
                    <a:pt x="377256" y="244983"/>
                  </a:lnTo>
                  <a:lnTo>
                    <a:pt x="386239" y="238975"/>
                  </a:lnTo>
                  <a:lnTo>
                    <a:pt x="395221" y="232862"/>
                  </a:lnTo>
                  <a:lnTo>
                    <a:pt x="404203" y="226687"/>
                  </a:lnTo>
                  <a:lnTo>
                    <a:pt x="413186" y="220513"/>
                  </a:lnTo>
                  <a:lnTo>
                    <a:pt x="422168" y="214407"/>
                  </a:lnTo>
                  <a:lnTo>
                    <a:pt x="431150" y="208420"/>
                  </a:lnTo>
                  <a:lnTo>
                    <a:pt x="440133" y="202575"/>
                  </a:lnTo>
                  <a:lnTo>
                    <a:pt x="449115" y="196860"/>
                  </a:lnTo>
                  <a:lnTo>
                    <a:pt x="458097" y="191212"/>
                  </a:lnTo>
                  <a:lnTo>
                    <a:pt x="467080" y="185559"/>
                  </a:lnTo>
                  <a:lnTo>
                    <a:pt x="476062" y="179837"/>
                  </a:lnTo>
                  <a:lnTo>
                    <a:pt x="485044" y="174005"/>
                  </a:lnTo>
                  <a:lnTo>
                    <a:pt x="494027" y="168052"/>
                  </a:lnTo>
                  <a:lnTo>
                    <a:pt x="503009" y="162005"/>
                  </a:lnTo>
                  <a:lnTo>
                    <a:pt x="511991" y="155918"/>
                  </a:lnTo>
                  <a:lnTo>
                    <a:pt x="520973" y="149856"/>
                  </a:lnTo>
                  <a:lnTo>
                    <a:pt x="529956" y="143878"/>
                  </a:lnTo>
                  <a:lnTo>
                    <a:pt x="538938" y="138012"/>
                  </a:lnTo>
                  <a:lnTo>
                    <a:pt x="547920" y="132245"/>
                  </a:lnTo>
                  <a:lnTo>
                    <a:pt x="556903" y="126514"/>
                  </a:lnTo>
                  <a:lnTo>
                    <a:pt x="565885" y="120720"/>
                  </a:lnTo>
                  <a:lnTo>
                    <a:pt x="574867" y="114724"/>
                  </a:lnTo>
                  <a:lnTo>
                    <a:pt x="583850" y="108418"/>
                  </a:lnTo>
                  <a:lnTo>
                    <a:pt x="592832" y="101753"/>
                  </a:lnTo>
                  <a:lnTo>
                    <a:pt x="601814" y="94742"/>
                  </a:lnTo>
                  <a:lnTo>
                    <a:pt x="610797" y="87462"/>
                  </a:lnTo>
                  <a:lnTo>
                    <a:pt x="619779" y="80050"/>
                  </a:lnTo>
                  <a:lnTo>
                    <a:pt x="628761" y="72676"/>
                  </a:lnTo>
                  <a:lnTo>
                    <a:pt x="637743" y="65521"/>
                  </a:lnTo>
                  <a:lnTo>
                    <a:pt x="646726" y="58745"/>
                  </a:lnTo>
                  <a:lnTo>
                    <a:pt x="655708" y="52471"/>
                  </a:lnTo>
                  <a:lnTo>
                    <a:pt x="664690" y="46767"/>
                  </a:lnTo>
                  <a:lnTo>
                    <a:pt x="673673" y="41641"/>
                  </a:lnTo>
                  <a:lnTo>
                    <a:pt x="682655" y="37044"/>
                  </a:lnTo>
                  <a:lnTo>
                    <a:pt x="691637" y="32882"/>
                  </a:lnTo>
                  <a:lnTo>
                    <a:pt x="700620" y="29044"/>
                  </a:lnTo>
                  <a:lnTo>
                    <a:pt x="709602" y="25395"/>
                  </a:lnTo>
                  <a:lnTo>
                    <a:pt x="718584" y="21835"/>
                  </a:lnTo>
                  <a:lnTo>
                    <a:pt x="727567" y="18321"/>
                  </a:lnTo>
                  <a:lnTo>
                    <a:pt x="736549" y="14868"/>
                  </a:lnTo>
                  <a:lnTo>
                    <a:pt x="745531" y="11537"/>
                  </a:lnTo>
                  <a:lnTo>
                    <a:pt x="754513" y="8432"/>
                  </a:lnTo>
                  <a:lnTo>
                    <a:pt x="763496" y="5672"/>
                  </a:lnTo>
                  <a:lnTo>
                    <a:pt x="772478" y="3377"/>
                  </a:lnTo>
                  <a:lnTo>
                    <a:pt x="781460" y="1638"/>
                  </a:lnTo>
                  <a:lnTo>
                    <a:pt x="790443" y="509"/>
                  </a:lnTo>
                  <a:lnTo>
                    <a:pt x="799425" y="0"/>
                  </a:lnTo>
                  <a:lnTo>
                    <a:pt x="808407" y="71"/>
                  </a:lnTo>
                  <a:lnTo>
                    <a:pt x="817390" y="653"/>
                  </a:lnTo>
                  <a:lnTo>
                    <a:pt x="826372" y="1660"/>
                  </a:lnTo>
                  <a:lnTo>
                    <a:pt x="835354" y="3000"/>
                  </a:lnTo>
                  <a:lnTo>
                    <a:pt x="844337" y="4564"/>
                  </a:lnTo>
                  <a:lnTo>
                    <a:pt x="853319" y="6290"/>
                  </a:lnTo>
                  <a:lnTo>
                    <a:pt x="862301" y="8137"/>
                  </a:lnTo>
                  <a:lnTo>
                    <a:pt x="871283" y="10089"/>
                  </a:lnTo>
                  <a:lnTo>
                    <a:pt x="880266" y="12157"/>
                  </a:lnTo>
                  <a:lnTo>
                    <a:pt x="889248" y="14383"/>
                  </a:lnTo>
                  <a:lnTo>
                    <a:pt x="898230" y="16837"/>
                  </a:lnTo>
                  <a:lnTo>
                    <a:pt x="907213" y="19614"/>
                  </a:lnTo>
                  <a:lnTo>
                    <a:pt x="916195" y="22826"/>
                  </a:lnTo>
                  <a:lnTo>
                    <a:pt x="925177" y="26582"/>
                  </a:lnTo>
                  <a:lnTo>
                    <a:pt x="934160" y="30975"/>
                  </a:lnTo>
                  <a:lnTo>
                    <a:pt x="943142" y="36059"/>
                  </a:lnTo>
                  <a:lnTo>
                    <a:pt x="952124" y="41839"/>
                  </a:lnTo>
                  <a:lnTo>
                    <a:pt x="961107" y="48288"/>
                  </a:lnTo>
                  <a:lnTo>
                    <a:pt x="970089" y="55230"/>
                  </a:lnTo>
                  <a:lnTo>
                    <a:pt x="979071" y="62506"/>
                  </a:lnTo>
                  <a:lnTo>
                    <a:pt x="988054" y="69951"/>
                  </a:lnTo>
                  <a:lnTo>
                    <a:pt x="997036" y="77407"/>
                  </a:lnTo>
                  <a:lnTo>
                    <a:pt x="1006018" y="84748"/>
                  </a:lnTo>
                  <a:lnTo>
                    <a:pt x="1015000" y="91880"/>
                  </a:lnTo>
                  <a:lnTo>
                    <a:pt x="1023983" y="98753"/>
                  </a:lnTo>
                  <a:lnTo>
                    <a:pt x="1032965" y="105353"/>
                  </a:lnTo>
                  <a:lnTo>
                    <a:pt x="1041947" y="111697"/>
                  </a:lnTo>
                  <a:lnTo>
                    <a:pt x="1050930" y="117834"/>
                  </a:lnTo>
                  <a:lnTo>
                    <a:pt x="1059912" y="123835"/>
                  </a:lnTo>
                  <a:lnTo>
                    <a:pt x="1068894" y="129795"/>
                  </a:lnTo>
                  <a:lnTo>
                    <a:pt x="1077877" y="135826"/>
                  </a:lnTo>
                  <a:lnTo>
                    <a:pt x="1086859" y="142075"/>
                  </a:lnTo>
                  <a:lnTo>
                    <a:pt x="1095841" y="148658"/>
                  </a:lnTo>
                  <a:lnTo>
                    <a:pt x="1104824" y="155657"/>
                  </a:lnTo>
                  <a:lnTo>
                    <a:pt x="1113806" y="163114"/>
                  </a:lnTo>
                  <a:lnTo>
                    <a:pt x="1122788" y="171013"/>
                  </a:lnTo>
                  <a:lnTo>
                    <a:pt x="1131770" y="179276"/>
                  </a:lnTo>
                  <a:lnTo>
                    <a:pt x="1140753" y="187781"/>
                  </a:lnTo>
                  <a:lnTo>
                    <a:pt x="1149735" y="196371"/>
                  </a:lnTo>
                  <a:lnTo>
                    <a:pt x="1158717" y="204887"/>
                  </a:lnTo>
                  <a:lnTo>
                    <a:pt x="1167700" y="213184"/>
                  </a:lnTo>
                  <a:lnTo>
                    <a:pt x="1176682" y="221153"/>
                  </a:lnTo>
                  <a:lnTo>
                    <a:pt x="1185664" y="228726"/>
                  </a:lnTo>
                  <a:lnTo>
                    <a:pt x="1194647" y="235880"/>
                  </a:lnTo>
                  <a:lnTo>
                    <a:pt x="1203629" y="242625"/>
                  </a:lnTo>
                  <a:lnTo>
                    <a:pt x="1212611" y="248973"/>
                  </a:lnTo>
                  <a:lnTo>
                    <a:pt x="1221594" y="254984"/>
                  </a:lnTo>
                  <a:lnTo>
                    <a:pt x="1230576" y="260706"/>
                  </a:lnTo>
                  <a:lnTo>
                    <a:pt x="1239558" y="266178"/>
                  </a:lnTo>
                  <a:lnTo>
                    <a:pt x="1248540" y="271432"/>
                  </a:lnTo>
                  <a:lnTo>
                    <a:pt x="1257523" y="276496"/>
                  </a:lnTo>
                  <a:lnTo>
                    <a:pt x="1266505" y="281392"/>
                  </a:lnTo>
                  <a:lnTo>
                    <a:pt x="1275487" y="286136"/>
                  </a:lnTo>
                  <a:lnTo>
                    <a:pt x="1284470" y="290733"/>
                  </a:lnTo>
                  <a:lnTo>
                    <a:pt x="1293452" y="295181"/>
                  </a:lnTo>
                  <a:lnTo>
                    <a:pt x="1302434" y="299462"/>
                  </a:lnTo>
                  <a:lnTo>
                    <a:pt x="1311417" y="303558"/>
                  </a:lnTo>
                  <a:lnTo>
                    <a:pt x="1320399" y="307447"/>
                  </a:lnTo>
                  <a:lnTo>
                    <a:pt x="1329381" y="311117"/>
                  </a:lnTo>
                  <a:lnTo>
                    <a:pt x="1338364" y="314562"/>
                  </a:lnTo>
                  <a:lnTo>
                    <a:pt x="1347346" y="317808"/>
                  </a:lnTo>
                  <a:lnTo>
                    <a:pt x="1356328" y="320908"/>
                  </a:lnTo>
                  <a:lnTo>
                    <a:pt x="1365310" y="323914"/>
                  </a:lnTo>
                  <a:lnTo>
                    <a:pt x="1374293" y="326875"/>
                  </a:lnTo>
                  <a:lnTo>
                    <a:pt x="1383275" y="329832"/>
                  </a:lnTo>
                  <a:lnTo>
                    <a:pt x="1392257" y="332803"/>
                  </a:lnTo>
                  <a:lnTo>
                    <a:pt x="1401240" y="335784"/>
                  </a:lnTo>
                  <a:lnTo>
                    <a:pt x="1410222" y="338745"/>
                  </a:lnTo>
                  <a:lnTo>
                    <a:pt x="1419204" y="341636"/>
                  </a:lnTo>
                  <a:lnTo>
                    <a:pt x="1428187" y="344397"/>
                  </a:lnTo>
                  <a:lnTo>
                    <a:pt x="1437169" y="346964"/>
                  </a:lnTo>
                  <a:lnTo>
                    <a:pt x="1446151" y="349281"/>
                  </a:lnTo>
                  <a:lnTo>
                    <a:pt x="1455134" y="351305"/>
                  </a:lnTo>
                  <a:lnTo>
                    <a:pt x="1464116" y="353005"/>
                  </a:lnTo>
                  <a:lnTo>
                    <a:pt x="1473098" y="354370"/>
                  </a:lnTo>
                  <a:lnTo>
                    <a:pt x="1482081" y="355435"/>
                  </a:lnTo>
                  <a:lnTo>
                    <a:pt x="1491063" y="356234"/>
                  </a:lnTo>
                  <a:lnTo>
                    <a:pt x="1500045" y="356811"/>
                  </a:lnTo>
                  <a:lnTo>
                    <a:pt x="1509027" y="357214"/>
                  </a:lnTo>
                  <a:lnTo>
                    <a:pt x="1518010" y="357497"/>
                  </a:lnTo>
                  <a:lnTo>
                    <a:pt x="1526992" y="357708"/>
                  </a:lnTo>
                  <a:lnTo>
                    <a:pt x="1535974" y="357895"/>
                  </a:lnTo>
                  <a:lnTo>
                    <a:pt x="1544957" y="358094"/>
                  </a:lnTo>
                  <a:lnTo>
                    <a:pt x="1553939" y="358333"/>
                  </a:lnTo>
                  <a:lnTo>
                    <a:pt x="1562921" y="358627"/>
                  </a:lnTo>
                  <a:lnTo>
                    <a:pt x="1571904" y="358979"/>
                  </a:lnTo>
                  <a:lnTo>
                    <a:pt x="1580886" y="359382"/>
                  </a:lnTo>
                  <a:lnTo>
                    <a:pt x="1589868" y="359822"/>
                  </a:lnTo>
                  <a:lnTo>
                    <a:pt x="1598851" y="360280"/>
                  </a:lnTo>
                  <a:lnTo>
                    <a:pt x="1607833" y="360734"/>
                  </a:lnTo>
                  <a:lnTo>
                    <a:pt x="1616815" y="361172"/>
                  </a:lnTo>
                  <a:lnTo>
                    <a:pt x="1625797" y="361585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2720318" y="3262186"/>
              <a:ext cx="1095841" cy="604924"/>
            </a:xfrm>
            <a:custGeom>
              <a:avLst/>
              <a:pathLst>
                <a:path w="1095841" h="604924">
                  <a:moveTo>
                    <a:pt x="0" y="600877"/>
                  </a:moveTo>
                  <a:lnTo>
                    <a:pt x="8982" y="600039"/>
                  </a:lnTo>
                  <a:lnTo>
                    <a:pt x="17964" y="599076"/>
                  </a:lnTo>
                  <a:lnTo>
                    <a:pt x="26946" y="597979"/>
                  </a:lnTo>
                  <a:lnTo>
                    <a:pt x="35929" y="596743"/>
                  </a:lnTo>
                  <a:lnTo>
                    <a:pt x="44911" y="595372"/>
                  </a:lnTo>
                  <a:lnTo>
                    <a:pt x="53893" y="593875"/>
                  </a:lnTo>
                  <a:lnTo>
                    <a:pt x="62876" y="592267"/>
                  </a:lnTo>
                  <a:lnTo>
                    <a:pt x="71858" y="590561"/>
                  </a:lnTo>
                  <a:lnTo>
                    <a:pt x="80840" y="588768"/>
                  </a:lnTo>
                  <a:lnTo>
                    <a:pt x="89823" y="586889"/>
                  </a:lnTo>
                  <a:lnTo>
                    <a:pt x="98805" y="584903"/>
                  </a:lnTo>
                  <a:lnTo>
                    <a:pt x="107787" y="582787"/>
                  </a:lnTo>
                  <a:lnTo>
                    <a:pt x="116770" y="580505"/>
                  </a:lnTo>
                  <a:lnTo>
                    <a:pt x="125752" y="578011"/>
                  </a:lnTo>
                  <a:lnTo>
                    <a:pt x="134734" y="575261"/>
                  </a:lnTo>
                  <a:lnTo>
                    <a:pt x="143716" y="572208"/>
                  </a:lnTo>
                  <a:lnTo>
                    <a:pt x="152699" y="568809"/>
                  </a:lnTo>
                  <a:lnTo>
                    <a:pt x="161681" y="565023"/>
                  </a:lnTo>
                  <a:lnTo>
                    <a:pt x="170663" y="560809"/>
                  </a:lnTo>
                  <a:lnTo>
                    <a:pt x="179646" y="556123"/>
                  </a:lnTo>
                  <a:lnTo>
                    <a:pt x="188628" y="550919"/>
                  </a:lnTo>
                  <a:lnTo>
                    <a:pt x="197610" y="545147"/>
                  </a:lnTo>
                  <a:lnTo>
                    <a:pt x="206593" y="538758"/>
                  </a:lnTo>
                  <a:lnTo>
                    <a:pt x="215575" y="531703"/>
                  </a:lnTo>
                  <a:lnTo>
                    <a:pt x="224557" y="523890"/>
                  </a:lnTo>
                  <a:lnTo>
                    <a:pt x="233540" y="515341"/>
                  </a:lnTo>
                  <a:lnTo>
                    <a:pt x="242522" y="506065"/>
                  </a:lnTo>
                  <a:lnTo>
                    <a:pt x="251504" y="496086"/>
                  </a:lnTo>
                  <a:lnTo>
                    <a:pt x="260486" y="485447"/>
                  </a:lnTo>
                  <a:lnTo>
                    <a:pt x="269469" y="474210"/>
                  </a:lnTo>
                  <a:lnTo>
                    <a:pt x="278451" y="462437"/>
                  </a:lnTo>
                  <a:lnTo>
                    <a:pt x="287433" y="450189"/>
                  </a:lnTo>
                  <a:lnTo>
                    <a:pt x="296416" y="437512"/>
                  </a:lnTo>
                  <a:lnTo>
                    <a:pt x="305398" y="424430"/>
                  </a:lnTo>
                  <a:lnTo>
                    <a:pt x="314380" y="410938"/>
                  </a:lnTo>
                  <a:lnTo>
                    <a:pt x="323363" y="397005"/>
                  </a:lnTo>
                  <a:lnTo>
                    <a:pt x="332345" y="382575"/>
                  </a:lnTo>
                  <a:lnTo>
                    <a:pt x="341327" y="367577"/>
                  </a:lnTo>
                  <a:lnTo>
                    <a:pt x="350310" y="351900"/>
                  </a:lnTo>
                  <a:lnTo>
                    <a:pt x="359292" y="335499"/>
                  </a:lnTo>
                  <a:lnTo>
                    <a:pt x="368274" y="318355"/>
                  </a:lnTo>
                  <a:lnTo>
                    <a:pt x="377256" y="300470"/>
                  </a:lnTo>
                  <a:lnTo>
                    <a:pt x="386239" y="281877"/>
                  </a:lnTo>
                  <a:lnTo>
                    <a:pt x="395221" y="262649"/>
                  </a:lnTo>
                  <a:lnTo>
                    <a:pt x="404203" y="242895"/>
                  </a:lnTo>
                  <a:lnTo>
                    <a:pt x="413186" y="222760"/>
                  </a:lnTo>
                  <a:lnTo>
                    <a:pt x="422168" y="202419"/>
                  </a:lnTo>
                  <a:lnTo>
                    <a:pt x="431150" y="182063"/>
                  </a:lnTo>
                  <a:lnTo>
                    <a:pt x="440133" y="161895"/>
                  </a:lnTo>
                  <a:lnTo>
                    <a:pt x="449115" y="142108"/>
                  </a:lnTo>
                  <a:lnTo>
                    <a:pt x="458097" y="122888"/>
                  </a:lnTo>
                  <a:lnTo>
                    <a:pt x="467080" y="104400"/>
                  </a:lnTo>
                  <a:lnTo>
                    <a:pt x="476062" y="86841"/>
                  </a:lnTo>
                  <a:lnTo>
                    <a:pt x="485044" y="70389"/>
                  </a:lnTo>
                  <a:lnTo>
                    <a:pt x="494027" y="55173"/>
                  </a:lnTo>
                  <a:lnTo>
                    <a:pt x="503009" y="41385"/>
                  </a:lnTo>
                  <a:lnTo>
                    <a:pt x="511991" y="29232"/>
                  </a:lnTo>
                  <a:lnTo>
                    <a:pt x="520973" y="18933"/>
                  </a:lnTo>
                  <a:lnTo>
                    <a:pt x="529956" y="10700"/>
                  </a:lnTo>
                  <a:lnTo>
                    <a:pt x="538938" y="4718"/>
                  </a:lnTo>
                  <a:lnTo>
                    <a:pt x="547920" y="1126"/>
                  </a:lnTo>
                  <a:lnTo>
                    <a:pt x="556903" y="0"/>
                  </a:lnTo>
                  <a:lnTo>
                    <a:pt x="565885" y="1338"/>
                  </a:lnTo>
                  <a:lnTo>
                    <a:pt x="574867" y="5059"/>
                  </a:lnTo>
                  <a:lnTo>
                    <a:pt x="583850" y="11005"/>
                  </a:lnTo>
                  <a:lnTo>
                    <a:pt x="592832" y="18953"/>
                  </a:lnTo>
                  <a:lnTo>
                    <a:pt x="601814" y="28673"/>
                  </a:lnTo>
                  <a:lnTo>
                    <a:pt x="610797" y="39902"/>
                  </a:lnTo>
                  <a:lnTo>
                    <a:pt x="619779" y="52282"/>
                  </a:lnTo>
                  <a:lnTo>
                    <a:pt x="628761" y="65597"/>
                  </a:lnTo>
                  <a:lnTo>
                    <a:pt x="637743" y="79674"/>
                  </a:lnTo>
                  <a:lnTo>
                    <a:pt x="646726" y="94391"/>
                  </a:lnTo>
                  <a:lnTo>
                    <a:pt x="655708" y="109657"/>
                  </a:lnTo>
                  <a:lnTo>
                    <a:pt x="664690" y="125412"/>
                  </a:lnTo>
                  <a:lnTo>
                    <a:pt x="673673" y="141610"/>
                  </a:lnTo>
                  <a:lnTo>
                    <a:pt x="682655" y="158217"/>
                  </a:lnTo>
                  <a:lnTo>
                    <a:pt x="691637" y="175208"/>
                  </a:lnTo>
                  <a:lnTo>
                    <a:pt x="700620" y="192560"/>
                  </a:lnTo>
                  <a:lnTo>
                    <a:pt x="709602" y="210247"/>
                  </a:lnTo>
                  <a:lnTo>
                    <a:pt x="718584" y="228229"/>
                  </a:lnTo>
                  <a:lnTo>
                    <a:pt x="727567" y="246441"/>
                  </a:lnTo>
                  <a:lnTo>
                    <a:pt x="736549" y="264773"/>
                  </a:lnTo>
                  <a:lnTo>
                    <a:pt x="745531" y="283057"/>
                  </a:lnTo>
                  <a:lnTo>
                    <a:pt x="754513" y="301120"/>
                  </a:lnTo>
                  <a:lnTo>
                    <a:pt x="763496" y="318787"/>
                  </a:lnTo>
                  <a:lnTo>
                    <a:pt x="772478" y="335902"/>
                  </a:lnTo>
                  <a:lnTo>
                    <a:pt x="781460" y="352344"/>
                  </a:lnTo>
                  <a:lnTo>
                    <a:pt x="790443" y="368036"/>
                  </a:lnTo>
                  <a:lnTo>
                    <a:pt x="799425" y="382948"/>
                  </a:lnTo>
                  <a:lnTo>
                    <a:pt x="808407" y="397093"/>
                  </a:lnTo>
                  <a:lnTo>
                    <a:pt x="817390" y="410516"/>
                  </a:lnTo>
                  <a:lnTo>
                    <a:pt x="826372" y="423287"/>
                  </a:lnTo>
                  <a:lnTo>
                    <a:pt x="835354" y="435496"/>
                  </a:lnTo>
                  <a:lnTo>
                    <a:pt x="844337" y="447239"/>
                  </a:lnTo>
                  <a:lnTo>
                    <a:pt x="853319" y="458610"/>
                  </a:lnTo>
                  <a:lnTo>
                    <a:pt x="862301" y="469669"/>
                  </a:lnTo>
                  <a:lnTo>
                    <a:pt x="871283" y="480478"/>
                  </a:lnTo>
                  <a:lnTo>
                    <a:pt x="880266" y="491032"/>
                  </a:lnTo>
                  <a:lnTo>
                    <a:pt x="889248" y="501281"/>
                  </a:lnTo>
                  <a:lnTo>
                    <a:pt x="898230" y="511137"/>
                  </a:lnTo>
                  <a:lnTo>
                    <a:pt x="907213" y="520496"/>
                  </a:lnTo>
                  <a:lnTo>
                    <a:pt x="916195" y="529252"/>
                  </a:lnTo>
                  <a:lnTo>
                    <a:pt x="925177" y="537319"/>
                  </a:lnTo>
                  <a:lnTo>
                    <a:pt x="934160" y="544639"/>
                  </a:lnTo>
                  <a:lnTo>
                    <a:pt x="943142" y="551195"/>
                  </a:lnTo>
                  <a:lnTo>
                    <a:pt x="952124" y="557008"/>
                  </a:lnTo>
                  <a:lnTo>
                    <a:pt x="961107" y="562130"/>
                  </a:lnTo>
                  <a:lnTo>
                    <a:pt x="970089" y="566639"/>
                  </a:lnTo>
                  <a:lnTo>
                    <a:pt x="979071" y="570626"/>
                  </a:lnTo>
                  <a:lnTo>
                    <a:pt x="988054" y="574167"/>
                  </a:lnTo>
                  <a:lnTo>
                    <a:pt x="997036" y="577376"/>
                  </a:lnTo>
                  <a:lnTo>
                    <a:pt x="1006018" y="580336"/>
                  </a:lnTo>
                  <a:lnTo>
                    <a:pt x="1015000" y="583104"/>
                  </a:lnTo>
                  <a:lnTo>
                    <a:pt x="1023983" y="585716"/>
                  </a:lnTo>
                  <a:lnTo>
                    <a:pt x="1032965" y="588189"/>
                  </a:lnTo>
                  <a:lnTo>
                    <a:pt x="1041947" y="590523"/>
                  </a:lnTo>
                  <a:lnTo>
                    <a:pt x="1050930" y="592704"/>
                  </a:lnTo>
                  <a:lnTo>
                    <a:pt x="1059912" y="594712"/>
                  </a:lnTo>
                  <a:lnTo>
                    <a:pt x="1068894" y="596525"/>
                  </a:lnTo>
                  <a:lnTo>
                    <a:pt x="1077877" y="598124"/>
                  </a:lnTo>
                  <a:lnTo>
                    <a:pt x="1086859" y="599501"/>
                  </a:lnTo>
                  <a:lnTo>
                    <a:pt x="1095841" y="600653"/>
                  </a:lnTo>
                  <a:lnTo>
                    <a:pt x="1095841" y="604924"/>
                  </a:lnTo>
                  <a:lnTo>
                    <a:pt x="1086859" y="604924"/>
                  </a:lnTo>
                  <a:lnTo>
                    <a:pt x="1077877" y="604924"/>
                  </a:lnTo>
                  <a:lnTo>
                    <a:pt x="1068894" y="604924"/>
                  </a:lnTo>
                  <a:lnTo>
                    <a:pt x="1059912" y="604924"/>
                  </a:lnTo>
                  <a:lnTo>
                    <a:pt x="1050930" y="604924"/>
                  </a:lnTo>
                  <a:lnTo>
                    <a:pt x="1041947" y="604924"/>
                  </a:lnTo>
                  <a:lnTo>
                    <a:pt x="1032965" y="604924"/>
                  </a:lnTo>
                  <a:lnTo>
                    <a:pt x="1023983" y="604924"/>
                  </a:lnTo>
                  <a:lnTo>
                    <a:pt x="1015000" y="604924"/>
                  </a:lnTo>
                  <a:lnTo>
                    <a:pt x="1006018" y="604924"/>
                  </a:lnTo>
                  <a:lnTo>
                    <a:pt x="997036" y="604924"/>
                  </a:lnTo>
                  <a:lnTo>
                    <a:pt x="988054" y="604924"/>
                  </a:lnTo>
                  <a:lnTo>
                    <a:pt x="979071" y="604924"/>
                  </a:lnTo>
                  <a:lnTo>
                    <a:pt x="970089" y="604924"/>
                  </a:lnTo>
                  <a:lnTo>
                    <a:pt x="961107" y="604924"/>
                  </a:lnTo>
                  <a:lnTo>
                    <a:pt x="952124" y="604924"/>
                  </a:lnTo>
                  <a:lnTo>
                    <a:pt x="943142" y="604924"/>
                  </a:lnTo>
                  <a:lnTo>
                    <a:pt x="934160" y="604924"/>
                  </a:lnTo>
                  <a:lnTo>
                    <a:pt x="925177" y="604924"/>
                  </a:lnTo>
                  <a:lnTo>
                    <a:pt x="916195" y="604924"/>
                  </a:lnTo>
                  <a:lnTo>
                    <a:pt x="907213" y="604924"/>
                  </a:lnTo>
                  <a:lnTo>
                    <a:pt x="898230" y="604924"/>
                  </a:lnTo>
                  <a:lnTo>
                    <a:pt x="889248" y="604924"/>
                  </a:lnTo>
                  <a:lnTo>
                    <a:pt x="880266" y="604924"/>
                  </a:lnTo>
                  <a:lnTo>
                    <a:pt x="871283" y="604924"/>
                  </a:lnTo>
                  <a:lnTo>
                    <a:pt x="862301" y="604924"/>
                  </a:lnTo>
                  <a:lnTo>
                    <a:pt x="853319" y="604924"/>
                  </a:lnTo>
                  <a:lnTo>
                    <a:pt x="844337" y="604924"/>
                  </a:lnTo>
                  <a:lnTo>
                    <a:pt x="835354" y="604924"/>
                  </a:lnTo>
                  <a:lnTo>
                    <a:pt x="826372" y="604924"/>
                  </a:lnTo>
                  <a:lnTo>
                    <a:pt x="817390" y="604924"/>
                  </a:lnTo>
                  <a:lnTo>
                    <a:pt x="808407" y="604924"/>
                  </a:lnTo>
                  <a:lnTo>
                    <a:pt x="799425" y="604924"/>
                  </a:lnTo>
                  <a:lnTo>
                    <a:pt x="790443" y="604924"/>
                  </a:lnTo>
                  <a:lnTo>
                    <a:pt x="781460" y="604924"/>
                  </a:lnTo>
                  <a:lnTo>
                    <a:pt x="772478" y="604924"/>
                  </a:lnTo>
                  <a:lnTo>
                    <a:pt x="763496" y="604924"/>
                  </a:lnTo>
                  <a:lnTo>
                    <a:pt x="754513" y="604924"/>
                  </a:lnTo>
                  <a:lnTo>
                    <a:pt x="745531" y="604924"/>
                  </a:lnTo>
                  <a:lnTo>
                    <a:pt x="736549" y="604924"/>
                  </a:lnTo>
                  <a:lnTo>
                    <a:pt x="727567" y="604924"/>
                  </a:lnTo>
                  <a:lnTo>
                    <a:pt x="718584" y="604924"/>
                  </a:lnTo>
                  <a:lnTo>
                    <a:pt x="709602" y="604924"/>
                  </a:lnTo>
                  <a:lnTo>
                    <a:pt x="700620" y="604924"/>
                  </a:lnTo>
                  <a:lnTo>
                    <a:pt x="691637" y="604924"/>
                  </a:lnTo>
                  <a:lnTo>
                    <a:pt x="682655" y="604924"/>
                  </a:lnTo>
                  <a:lnTo>
                    <a:pt x="673673" y="604924"/>
                  </a:lnTo>
                  <a:lnTo>
                    <a:pt x="664690" y="604924"/>
                  </a:lnTo>
                  <a:lnTo>
                    <a:pt x="655708" y="604924"/>
                  </a:lnTo>
                  <a:lnTo>
                    <a:pt x="646726" y="604924"/>
                  </a:lnTo>
                  <a:lnTo>
                    <a:pt x="637743" y="604924"/>
                  </a:lnTo>
                  <a:lnTo>
                    <a:pt x="628761" y="604924"/>
                  </a:lnTo>
                  <a:lnTo>
                    <a:pt x="619779" y="604924"/>
                  </a:lnTo>
                  <a:lnTo>
                    <a:pt x="610797" y="604924"/>
                  </a:lnTo>
                  <a:lnTo>
                    <a:pt x="601814" y="604924"/>
                  </a:lnTo>
                  <a:lnTo>
                    <a:pt x="592832" y="604924"/>
                  </a:lnTo>
                  <a:lnTo>
                    <a:pt x="583850" y="604924"/>
                  </a:lnTo>
                  <a:lnTo>
                    <a:pt x="574867" y="604924"/>
                  </a:lnTo>
                  <a:lnTo>
                    <a:pt x="565885" y="604924"/>
                  </a:lnTo>
                  <a:lnTo>
                    <a:pt x="556903" y="604924"/>
                  </a:lnTo>
                  <a:lnTo>
                    <a:pt x="547920" y="604924"/>
                  </a:lnTo>
                  <a:lnTo>
                    <a:pt x="538938" y="604924"/>
                  </a:lnTo>
                  <a:lnTo>
                    <a:pt x="529956" y="604924"/>
                  </a:lnTo>
                  <a:lnTo>
                    <a:pt x="520973" y="604924"/>
                  </a:lnTo>
                  <a:lnTo>
                    <a:pt x="511991" y="604924"/>
                  </a:lnTo>
                  <a:lnTo>
                    <a:pt x="503009" y="604924"/>
                  </a:lnTo>
                  <a:lnTo>
                    <a:pt x="494027" y="604924"/>
                  </a:lnTo>
                  <a:lnTo>
                    <a:pt x="485044" y="604924"/>
                  </a:lnTo>
                  <a:lnTo>
                    <a:pt x="476062" y="604924"/>
                  </a:lnTo>
                  <a:lnTo>
                    <a:pt x="467080" y="604924"/>
                  </a:lnTo>
                  <a:lnTo>
                    <a:pt x="458097" y="604924"/>
                  </a:lnTo>
                  <a:lnTo>
                    <a:pt x="449115" y="604924"/>
                  </a:lnTo>
                  <a:lnTo>
                    <a:pt x="440133" y="604924"/>
                  </a:lnTo>
                  <a:lnTo>
                    <a:pt x="431150" y="604924"/>
                  </a:lnTo>
                  <a:lnTo>
                    <a:pt x="422168" y="604924"/>
                  </a:lnTo>
                  <a:lnTo>
                    <a:pt x="413186" y="604924"/>
                  </a:lnTo>
                  <a:lnTo>
                    <a:pt x="404203" y="604924"/>
                  </a:lnTo>
                  <a:lnTo>
                    <a:pt x="395221" y="604924"/>
                  </a:lnTo>
                  <a:lnTo>
                    <a:pt x="386239" y="604924"/>
                  </a:lnTo>
                  <a:lnTo>
                    <a:pt x="377256" y="604924"/>
                  </a:lnTo>
                  <a:lnTo>
                    <a:pt x="368274" y="604924"/>
                  </a:lnTo>
                  <a:lnTo>
                    <a:pt x="359292" y="604924"/>
                  </a:lnTo>
                  <a:lnTo>
                    <a:pt x="350310" y="604924"/>
                  </a:lnTo>
                  <a:lnTo>
                    <a:pt x="341327" y="604924"/>
                  </a:lnTo>
                  <a:lnTo>
                    <a:pt x="332345" y="604924"/>
                  </a:lnTo>
                  <a:lnTo>
                    <a:pt x="323363" y="604924"/>
                  </a:lnTo>
                  <a:lnTo>
                    <a:pt x="314380" y="604924"/>
                  </a:lnTo>
                  <a:lnTo>
                    <a:pt x="305398" y="604924"/>
                  </a:lnTo>
                  <a:lnTo>
                    <a:pt x="296416" y="604924"/>
                  </a:lnTo>
                  <a:lnTo>
                    <a:pt x="287433" y="604924"/>
                  </a:lnTo>
                  <a:lnTo>
                    <a:pt x="278451" y="604924"/>
                  </a:lnTo>
                  <a:lnTo>
                    <a:pt x="269469" y="604924"/>
                  </a:lnTo>
                  <a:lnTo>
                    <a:pt x="260486" y="604924"/>
                  </a:lnTo>
                  <a:lnTo>
                    <a:pt x="251504" y="604924"/>
                  </a:lnTo>
                  <a:lnTo>
                    <a:pt x="242522" y="604924"/>
                  </a:lnTo>
                  <a:lnTo>
                    <a:pt x="233540" y="604924"/>
                  </a:lnTo>
                  <a:lnTo>
                    <a:pt x="224557" y="604924"/>
                  </a:lnTo>
                  <a:lnTo>
                    <a:pt x="215575" y="604924"/>
                  </a:lnTo>
                  <a:lnTo>
                    <a:pt x="206593" y="604924"/>
                  </a:lnTo>
                  <a:lnTo>
                    <a:pt x="197610" y="604924"/>
                  </a:lnTo>
                  <a:lnTo>
                    <a:pt x="188628" y="604924"/>
                  </a:lnTo>
                  <a:lnTo>
                    <a:pt x="179646" y="604924"/>
                  </a:lnTo>
                  <a:lnTo>
                    <a:pt x="170663" y="604924"/>
                  </a:lnTo>
                  <a:lnTo>
                    <a:pt x="161681" y="604924"/>
                  </a:lnTo>
                  <a:lnTo>
                    <a:pt x="152699" y="604924"/>
                  </a:lnTo>
                  <a:lnTo>
                    <a:pt x="143716" y="604924"/>
                  </a:lnTo>
                  <a:lnTo>
                    <a:pt x="134734" y="604924"/>
                  </a:lnTo>
                  <a:lnTo>
                    <a:pt x="125752" y="604924"/>
                  </a:lnTo>
                  <a:lnTo>
                    <a:pt x="116770" y="604924"/>
                  </a:lnTo>
                  <a:lnTo>
                    <a:pt x="107787" y="604924"/>
                  </a:lnTo>
                  <a:lnTo>
                    <a:pt x="98805" y="604924"/>
                  </a:lnTo>
                  <a:lnTo>
                    <a:pt x="89823" y="604924"/>
                  </a:lnTo>
                  <a:lnTo>
                    <a:pt x="80840" y="604924"/>
                  </a:lnTo>
                  <a:lnTo>
                    <a:pt x="71858" y="604924"/>
                  </a:lnTo>
                  <a:lnTo>
                    <a:pt x="62876" y="604924"/>
                  </a:lnTo>
                  <a:lnTo>
                    <a:pt x="53893" y="604924"/>
                  </a:lnTo>
                  <a:lnTo>
                    <a:pt x="44911" y="604924"/>
                  </a:lnTo>
                  <a:lnTo>
                    <a:pt x="35929" y="604924"/>
                  </a:lnTo>
                  <a:lnTo>
                    <a:pt x="26946" y="604924"/>
                  </a:lnTo>
                  <a:lnTo>
                    <a:pt x="17964" y="604924"/>
                  </a:lnTo>
                  <a:lnTo>
                    <a:pt x="8982" y="604924"/>
                  </a:lnTo>
                  <a:lnTo>
                    <a:pt x="0" y="604924"/>
                  </a:lnTo>
                  <a:close/>
                </a:path>
              </a:pathLst>
            </a:custGeom>
            <a:solidFill>
              <a:srgbClr val="7FC7C0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20318" y="3262186"/>
              <a:ext cx="1095841" cy="600877"/>
            </a:xfrm>
            <a:custGeom>
              <a:avLst/>
              <a:pathLst>
                <a:path w="1095841" h="600877">
                  <a:moveTo>
                    <a:pt x="0" y="600877"/>
                  </a:moveTo>
                  <a:lnTo>
                    <a:pt x="8982" y="600039"/>
                  </a:lnTo>
                  <a:lnTo>
                    <a:pt x="17964" y="599076"/>
                  </a:lnTo>
                  <a:lnTo>
                    <a:pt x="26946" y="597979"/>
                  </a:lnTo>
                  <a:lnTo>
                    <a:pt x="35929" y="596743"/>
                  </a:lnTo>
                  <a:lnTo>
                    <a:pt x="44911" y="595372"/>
                  </a:lnTo>
                  <a:lnTo>
                    <a:pt x="53893" y="593875"/>
                  </a:lnTo>
                  <a:lnTo>
                    <a:pt x="62876" y="592267"/>
                  </a:lnTo>
                  <a:lnTo>
                    <a:pt x="71858" y="590561"/>
                  </a:lnTo>
                  <a:lnTo>
                    <a:pt x="80840" y="588768"/>
                  </a:lnTo>
                  <a:lnTo>
                    <a:pt x="89823" y="586889"/>
                  </a:lnTo>
                  <a:lnTo>
                    <a:pt x="98805" y="584903"/>
                  </a:lnTo>
                  <a:lnTo>
                    <a:pt x="107787" y="582787"/>
                  </a:lnTo>
                  <a:lnTo>
                    <a:pt x="116770" y="580505"/>
                  </a:lnTo>
                  <a:lnTo>
                    <a:pt x="125752" y="578011"/>
                  </a:lnTo>
                  <a:lnTo>
                    <a:pt x="134734" y="575261"/>
                  </a:lnTo>
                  <a:lnTo>
                    <a:pt x="143716" y="572208"/>
                  </a:lnTo>
                  <a:lnTo>
                    <a:pt x="152699" y="568809"/>
                  </a:lnTo>
                  <a:lnTo>
                    <a:pt x="161681" y="565023"/>
                  </a:lnTo>
                  <a:lnTo>
                    <a:pt x="170663" y="560809"/>
                  </a:lnTo>
                  <a:lnTo>
                    <a:pt x="179646" y="556123"/>
                  </a:lnTo>
                  <a:lnTo>
                    <a:pt x="188628" y="550919"/>
                  </a:lnTo>
                  <a:lnTo>
                    <a:pt x="197610" y="545147"/>
                  </a:lnTo>
                  <a:lnTo>
                    <a:pt x="206593" y="538758"/>
                  </a:lnTo>
                  <a:lnTo>
                    <a:pt x="215575" y="531703"/>
                  </a:lnTo>
                  <a:lnTo>
                    <a:pt x="224557" y="523890"/>
                  </a:lnTo>
                  <a:lnTo>
                    <a:pt x="233540" y="515341"/>
                  </a:lnTo>
                  <a:lnTo>
                    <a:pt x="242522" y="506065"/>
                  </a:lnTo>
                  <a:lnTo>
                    <a:pt x="251504" y="496086"/>
                  </a:lnTo>
                  <a:lnTo>
                    <a:pt x="260486" y="485447"/>
                  </a:lnTo>
                  <a:lnTo>
                    <a:pt x="269469" y="474210"/>
                  </a:lnTo>
                  <a:lnTo>
                    <a:pt x="278451" y="462437"/>
                  </a:lnTo>
                  <a:lnTo>
                    <a:pt x="287433" y="450189"/>
                  </a:lnTo>
                  <a:lnTo>
                    <a:pt x="296416" y="437512"/>
                  </a:lnTo>
                  <a:lnTo>
                    <a:pt x="305398" y="424430"/>
                  </a:lnTo>
                  <a:lnTo>
                    <a:pt x="314380" y="410938"/>
                  </a:lnTo>
                  <a:lnTo>
                    <a:pt x="323363" y="397005"/>
                  </a:lnTo>
                  <a:lnTo>
                    <a:pt x="332345" y="382575"/>
                  </a:lnTo>
                  <a:lnTo>
                    <a:pt x="341327" y="367577"/>
                  </a:lnTo>
                  <a:lnTo>
                    <a:pt x="350310" y="351900"/>
                  </a:lnTo>
                  <a:lnTo>
                    <a:pt x="359292" y="335499"/>
                  </a:lnTo>
                  <a:lnTo>
                    <a:pt x="368274" y="318355"/>
                  </a:lnTo>
                  <a:lnTo>
                    <a:pt x="377256" y="300470"/>
                  </a:lnTo>
                  <a:lnTo>
                    <a:pt x="386239" y="281877"/>
                  </a:lnTo>
                  <a:lnTo>
                    <a:pt x="395221" y="262649"/>
                  </a:lnTo>
                  <a:lnTo>
                    <a:pt x="404203" y="242895"/>
                  </a:lnTo>
                  <a:lnTo>
                    <a:pt x="413186" y="222760"/>
                  </a:lnTo>
                  <a:lnTo>
                    <a:pt x="422168" y="202419"/>
                  </a:lnTo>
                  <a:lnTo>
                    <a:pt x="431150" y="182063"/>
                  </a:lnTo>
                  <a:lnTo>
                    <a:pt x="440133" y="161895"/>
                  </a:lnTo>
                  <a:lnTo>
                    <a:pt x="449115" y="142108"/>
                  </a:lnTo>
                  <a:lnTo>
                    <a:pt x="458097" y="122888"/>
                  </a:lnTo>
                  <a:lnTo>
                    <a:pt x="467080" y="104400"/>
                  </a:lnTo>
                  <a:lnTo>
                    <a:pt x="476062" y="86841"/>
                  </a:lnTo>
                  <a:lnTo>
                    <a:pt x="485044" y="70389"/>
                  </a:lnTo>
                  <a:lnTo>
                    <a:pt x="494027" y="55173"/>
                  </a:lnTo>
                  <a:lnTo>
                    <a:pt x="503009" y="41385"/>
                  </a:lnTo>
                  <a:lnTo>
                    <a:pt x="511991" y="29232"/>
                  </a:lnTo>
                  <a:lnTo>
                    <a:pt x="520973" y="18933"/>
                  </a:lnTo>
                  <a:lnTo>
                    <a:pt x="529956" y="10700"/>
                  </a:lnTo>
                  <a:lnTo>
                    <a:pt x="538938" y="4718"/>
                  </a:lnTo>
                  <a:lnTo>
                    <a:pt x="547920" y="1126"/>
                  </a:lnTo>
                  <a:lnTo>
                    <a:pt x="556903" y="0"/>
                  </a:lnTo>
                  <a:lnTo>
                    <a:pt x="565885" y="1338"/>
                  </a:lnTo>
                  <a:lnTo>
                    <a:pt x="574867" y="5059"/>
                  </a:lnTo>
                  <a:lnTo>
                    <a:pt x="583850" y="11005"/>
                  </a:lnTo>
                  <a:lnTo>
                    <a:pt x="592832" y="18953"/>
                  </a:lnTo>
                  <a:lnTo>
                    <a:pt x="601814" y="28673"/>
                  </a:lnTo>
                  <a:lnTo>
                    <a:pt x="610797" y="39902"/>
                  </a:lnTo>
                  <a:lnTo>
                    <a:pt x="619779" y="52282"/>
                  </a:lnTo>
                  <a:lnTo>
                    <a:pt x="628761" y="65597"/>
                  </a:lnTo>
                  <a:lnTo>
                    <a:pt x="637743" y="79674"/>
                  </a:lnTo>
                  <a:lnTo>
                    <a:pt x="646726" y="94391"/>
                  </a:lnTo>
                  <a:lnTo>
                    <a:pt x="655708" y="109657"/>
                  </a:lnTo>
                  <a:lnTo>
                    <a:pt x="664690" y="125412"/>
                  </a:lnTo>
                  <a:lnTo>
                    <a:pt x="673673" y="141610"/>
                  </a:lnTo>
                  <a:lnTo>
                    <a:pt x="682655" y="158217"/>
                  </a:lnTo>
                  <a:lnTo>
                    <a:pt x="691637" y="175208"/>
                  </a:lnTo>
                  <a:lnTo>
                    <a:pt x="700620" y="192560"/>
                  </a:lnTo>
                  <a:lnTo>
                    <a:pt x="709602" y="210247"/>
                  </a:lnTo>
                  <a:lnTo>
                    <a:pt x="718584" y="228229"/>
                  </a:lnTo>
                  <a:lnTo>
                    <a:pt x="727567" y="246441"/>
                  </a:lnTo>
                  <a:lnTo>
                    <a:pt x="736549" y="264773"/>
                  </a:lnTo>
                  <a:lnTo>
                    <a:pt x="745531" y="283057"/>
                  </a:lnTo>
                  <a:lnTo>
                    <a:pt x="754513" y="301120"/>
                  </a:lnTo>
                  <a:lnTo>
                    <a:pt x="763496" y="318787"/>
                  </a:lnTo>
                  <a:lnTo>
                    <a:pt x="772478" y="335902"/>
                  </a:lnTo>
                  <a:lnTo>
                    <a:pt x="781460" y="352344"/>
                  </a:lnTo>
                  <a:lnTo>
                    <a:pt x="790443" y="368036"/>
                  </a:lnTo>
                  <a:lnTo>
                    <a:pt x="799425" y="382948"/>
                  </a:lnTo>
                  <a:lnTo>
                    <a:pt x="808407" y="397093"/>
                  </a:lnTo>
                  <a:lnTo>
                    <a:pt x="817390" y="410516"/>
                  </a:lnTo>
                  <a:lnTo>
                    <a:pt x="826372" y="423287"/>
                  </a:lnTo>
                  <a:lnTo>
                    <a:pt x="835354" y="435496"/>
                  </a:lnTo>
                  <a:lnTo>
                    <a:pt x="844337" y="447239"/>
                  </a:lnTo>
                  <a:lnTo>
                    <a:pt x="853319" y="458610"/>
                  </a:lnTo>
                  <a:lnTo>
                    <a:pt x="862301" y="469669"/>
                  </a:lnTo>
                  <a:lnTo>
                    <a:pt x="871283" y="480478"/>
                  </a:lnTo>
                  <a:lnTo>
                    <a:pt x="880266" y="491032"/>
                  </a:lnTo>
                  <a:lnTo>
                    <a:pt x="889248" y="501281"/>
                  </a:lnTo>
                  <a:lnTo>
                    <a:pt x="898230" y="511137"/>
                  </a:lnTo>
                  <a:lnTo>
                    <a:pt x="907213" y="520496"/>
                  </a:lnTo>
                  <a:lnTo>
                    <a:pt x="916195" y="529252"/>
                  </a:lnTo>
                  <a:lnTo>
                    <a:pt x="925177" y="537319"/>
                  </a:lnTo>
                  <a:lnTo>
                    <a:pt x="934160" y="544639"/>
                  </a:lnTo>
                  <a:lnTo>
                    <a:pt x="943142" y="551195"/>
                  </a:lnTo>
                  <a:lnTo>
                    <a:pt x="952124" y="557008"/>
                  </a:lnTo>
                  <a:lnTo>
                    <a:pt x="961107" y="562130"/>
                  </a:lnTo>
                  <a:lnTo>
                    <a:pt x="970089" y="566639"/>
                  </a:lnTo>
                  <a:lnTo>
                    <a:pt x="979071" y="570626"/>
                  </a:lnTo>
                  <a:lnTo>
                    <a:pt x="988054" y="574167"/>
                  </a:lnTo>
                  <a:lnTo>
                    <a:pt x="997036" y="577376"/>
                  </a:lnTo>
                  <a:lnTo>
                    <a:pt x="1006018" y="580336"/>
                  </a:lnTo>
                  <a:lnTo>
                    <a:pt x="1015000" y="583104"/>
                  </a:lnTo>
                  <a:lnTo>
                    <a:pt x="1023983" y="585716"/>
                  </a:lnTo>
                  <a:lnTo>
                    <a:pt x="1032965" y="588189"/>
                  </a:lnTo>
                  <a:lnTo>
                    <a:pt x="1041947" y="590523"/>
                  </a:lnTo>
                  <a:lnTo>
                    <a:pt x="1050930" y="592704"/>
                  </a:lnTo>
                  <a:lnTo>
                    <a:pt x="1059912" y="594712"/>
                  </a:lnTo>
                  <a:lnTo>
                    <a:pt x="1068894" y="596525"/>
                  </a:lnTo>
                  <a:lnTo>
                    <a:pt x="1077877" y="598124"/>
                  </a:lnTo>
                  <a:lnTo>
                    <a:pt x="1086859" y="599501"/>
                  </a:lnTo>
                  <a:lnTo>
                    <a:pt x="1095841" y="600653"/>
                  </a:lnTo>
                </a:path>
              </a:pathLst>
            </a:custGeom>
            <a:ln w="8130" cap="rnd">
              <a:solidFill>
                <a:srgbClr val="7FC7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2549654" y="3444743"/>
              <a:ext cx="1518010" cy="422367"/>
            </a:xfrm>
            <a:custGeom>
              <a:avLst/>
              <a:pathLst>
                <a:path w="1518010" h="422367">
                  <a:moveTo>
                    <a:pt x="0" y="418686"/>
                  </a:moveTo>
                  <a:lnTo>
                    <a:pt x="8982" y="418383"/>
                  </a:lnTo>
                  <a:lnTo>
                    <a:pt x="17964" y="418046"/>
                  </a:lnTo>
                  <a:lnTo>
                    <a:pt x="26946" y="417687"/>
                  </a:lnTo>
                  <a:lnTo>
                    <a:pt x="35929" y="417320"/>
                  </a:lnTo>
                  <a:lnTo>
                    <a:pt x="44911" y="416960"/>
                  </a:lnTo>
                  <a:lnTo>
                    <a:pt x="53893" y="416618"/>
                  </a:lnTo>
                  <a:lnTo>
                    <a:pt x="62876" y="416299"/>
                  </a:lnTo>
                  <a:lnTo>
                    <a:pt x="71858" y="415995"/>
                  </a:lnTo>
                  <a:lnTo>
                    <a:pt x="80840" y="415691"/>
                  </a:lnTo>
                  <a:lnTo>
                    <a:pt x="89823" y="415361"/>
                  </a:lnTo>
                  <a:lnTo>
                    <a:pt x="98805" y="414971"/>
                  </a:lnTo>
                  <a:lnTo>
                    <a:pt x="107787" y="414487"/>
                  </a:lnTo>
                  <a:lnTo>
                    <a:pt x="116770" y="413876"/>
                  </a:lnTo>
                  <a:lnTo>
                    <a:pt x="125752" y="413112"/>
                  </a:lnTo>
                  <a:lnTo>
                    <a:pt x="134734" y="412177"/>
                  </a:lnTo>
                  <a:lnTo>
                    <a:pt x="143716" y="411059"/>
                  </a:lnTo>
                  <a:lnTo>
                    <a:pt x="152699" y="409776"/>
                  </a:lnTo>
                  <a:lnTo>
                    <a:pt x="161681" y="408337"/>
                  </a:lnTo>
                  <a:lnTo>
                    <a:pt x="170663" y="406750"/>
                  </a:lnTo>
                  <a:lnTo>
                    <a:pt x="179646" y="405021"/>
                  </a:lnTo>
                  <a:lnTo>
                    <a:pt x="188628" y="403151"/>
                  </a:lnTo>
                  <a:lnTo>
                    <a:pt x="197610" y="401138"/>
                  </a:lnTo>
                  <a:lnTo>
                    <a:pt x="206593" y="398979"/>
                  </a:lnTo>
                  <a:lnTo>
                    <a:pt x="215575" y="396678"/>
                  </a:lnTo>
                  <a:lnTo>
                    <a:pt x="224557" y="394242"/>
                  </a:lnTo>
                  <a:lnTo>
                    <a:pt x="233540" y="391690"/>
                  </a:lnTo>
                  <a:lnTo>
                    <a:pt x="242522" y="389046"/>
                  </a:lnTo>
                  <a:lnTo>
                    <a:pt x="251504" y="386339"/>
                  </a:lnTo>
                  <a:lnTo>
                    <a:pt x="260486" y="383597"/>
                  </a:lnTo>
                  <a:lnTo>
                    <a:pt x="269469" y="380847"/>
                  </a:lnTo>
                  <a:lnTo>
                    <a:pt x="278451" y="378103"/>
                  </a:lnTo>
                  <a:lnTo>
                    <a:pt x="287433" y="375367"/>
                  </a:lnTo>
                  <a:lnTo>
                    <a:pt x="296416" y="372625"/>
                  </a:lnTo>
                  <a:lnTo>
                    <a:pt x="305398" y="369847"/>
                  </a:lnTo>
                  <a:lnTo>
                    <a:pt x="314380" y="366985"/>
                  </a:lnTo>
                  <a:lnTo>
                    <a:pt x="323363" y="363974"/>
                  </a:lnTo>
                  <a:lnTo>
                    <a:pt x="332345" y="360733"/>
                  </a:lnTo>
                  <a:lnTo>
                    <a:pt x="341327" y="357168"/>
                  </a:lnTo>
                  <a:lnTo>
                    <a:pt x="350310" y="353184"/>
                  </a:lnTo>
                  <a:lnTo>
                    <a:pt x="359292" y="348695"/>
                  </a:lnTo>
                  <a:lnTo>
                    <a:pt x="368274" y="343631"/>
                  </a:lnTo>
                  <a:lnTo>
                    <a:pt x="377256" y="337957"/>
                  </a:lnTo>
                  <a:lnTo>
                    <a:pt x="386239" y="331672"/>
                  </a:lnTo>
                  <a:lnTo>
                    <a:pt x="395221" y="324777"/>
                  </a:lnTo>
                  <a:lnTo>
                    <a:pt x="404203" y="317389"/>
                  </a:lnTo>
                  <a:lnTo>
                    <a:pt x="413186" y="309601"/>
                  </a:lnTo>
                  <a:lnTo>
                    <a:pt x="422168" y="301500"/>
                  </a:lnTo>
                  <a:lnTo>
                    <a:pt x="431150" y="293152"/>
                  </a:lnTo>
                  <a:lnTo>
                    <a:pt x="440133" y="284590"/>
                  </a:lnTo>
                  <a:lnTo>
                    <a:pt x="449115" y="275806"/>
                  </a:lnTo>
                  <a:lnTo>
                    <a:pt x="458097" y="266749"/>
                  </a:lnTo>
                  <a:lnTo>
                    <a:pt x="467080" y="257333"/>
                  </a:lnTo>
                  <a:lnTo>
                    <a:pt x="476062" y="247458"/>
                  </a:lnTo>
                  <a:lnTo>
                    <a:pt x="485044" y="237028"/>
                  </a:lnTo>
                  <a:lnTo>
                    <a:pt x="494027" y="225987"/>
                  </a:lnTo>
                  <a:lnTo>
                    <a:pt x="503009" y="214333"/>
                  </a:lnTo>
                  <a:lnTo>
                    <a:pt x="511991" y="202144"/>
                  </a:lnTo>
                  <a:lnTo>
                    <a:pt x="520973" y="189567"/>
                  </a:lnTo>
                  <a:lnTo>
                    <a:pt x="529956" y="176869"/>
                  </a:lnTo>
                  <a:lnTo>
                    <a:pt x="538938" y="164327"/>
                  </a:lnTo>
                  <a:lnTo>
                    <a:pt x="547920" y="152212"/>
                  </a:lnTo>
                  <a:lnTo>
                    <a:pt x="556903" y="140767"/>
                  </a:lnTo>
                  <a:lnTo>
                    <a:pt x="565885" y="130183"/>
                  </a:lnTo>
                  <a:lnTo>
                    <a:pt x="574867" y="120582"/>
                  </a:lnTo>
                  <a:lnTo>
                    <a:pt x="583850" y="112008"/>
                  </a:lnTo>
                  <a:lnTo>
                    <a:pt x="592832" y="104424"/>
                  </a:lnTo>
                  <a:lnTo>
                    <a:pt x="601814" y="97716"/>
                  </a:lnTo>
                  <a:lnTo>
                    <a:pt x="610797" y="91703"/>
                  </a:lnTo>
                  <a:lnTo>
                    <a:pt x="619779" y="86159"/>
                  </a:lnTo>
                  <a:lnTo>
                    <a:pt x="628761" y="80837"/>
                  </a:lnTo>
                  <a:lnTo>
                    <a:pt x="637743" y="75499"/>
                  </a:lnTo>
                  <a:lnTo>
                    <a:pt x="646726" y="69940"/>
                  </a:lnTo>
                  <a:lnTo>
                    <a:pt x="655708" y="64033"/>
                  </a:lnTo>
                  <a:lnTo>
                    <a:pt x="664690" y="57780"/>
                  </a:lnTo>
                  <a:lnTo>
                    <a:pt x="673673" y="51259"/>
                  </a:lnTo>
                  <a:lnTo>
                    <a:pt x="682655" y="44611"/>
                  </a:lnTo>
                  <a:lnTo>
                    <a:pt x="691637" y="38011"/>
                  </a:lnTo>
                  <a:lnTo>
                    <a:pt x="700620" y="31632"/>
                  </a:lnTo>
                  <a:lnTo>
                    <a:pt x="709602" y="25626"/>
                  </a:lnTo>
                  <a:lnTo>
                    <a:pt x="718584" y="20098"/>
                  </a:lnTo>
                  <a:lnTo>
                    <a:pt x="727567" y="15117"/>
                  </a:lnTo>
                  <a:lnTo>
                    <a:pt x="736549" y="10724"/>
                  </a:lnTo>
                  <a:lnTo>
                    <a:pt x="745531" y="6955"/>
                  </a:lnTo>
                  <a:lnTo>
                    <a:pt x="754513" y="3869"/>
                  </a:lnTo>
                  <a:lnTo>
                    <a:pt x="763496" y="1562"/>
                  </a:lnTo>
                  <a:lnTo>
                    <a:pt x="772478" y="199"/>
                  </a:lnTo>
                  <a:lnTo>
                    <a:pt x="781460" y="0"/>
                  </a:lnTo>
                  <a:lnTo>
                    <a:pt x="790443" y="1060"/>
                  </a:lnTo>
                  <a:lnTo>
                    <a:pt x="799425" y="3476"/>
                  </a:lnTo>
                  <a:lnTo>
                    <a:pt x="808407" y="7257"/>
                  </a:lnTo>
                  <a:lnTo>
                    <a:pt x="817390" y="12318"/>
                  </a:lnTo>
                  <a:lnTo>
                    <a:pt x="826372" y="18483"/>
                  </a:lnTo>
                  <a:lnTo>
                    <a:pt x="835354" y="25510"/>
                  </a:lnTo>
                  <a:lnTo>
                    <a:pt x="844337" y="33121"/>
                  </a:lnTo>
                  <a:lnTo>
                    <a:pt x="853319" y="41039"/>
                  </a:lnTo>
                  <a:lnTo>
                    <a:pt x="862301" y="49018"/>
                  </a:lnTo>
                  <a:lnTo>
                    <a:pt x="871283" y="56854"/>
                  </a:lnTo>
                  <a:lnTo>
                    <a:pt x="880266" y="64394"/>
                  </a:lnTo>
                  <a:lnTo>
                    <a:pt x="889248" y="71528"/>
                  </a:lnTo>
                  <a:lnTo>
                    <a:pt x="898230" y="78180"/>
                  </a:lnTo>
                  <a:lnTo>
                    <a:pt x="907213" y="84266"/>
                  </a:lnTo>
                  <a:lnTo>
                    <a:pt x="916195" y="89808"/>
                  </a:lnTo>
                  <a:lnTo>
                    <a:pt x="925177" y="94824"/>
                  </a:lnTo>
                  <a:lnTo>
                    <a:pt x="934160" y="99369"/>
                  </a:lnTo>
                  <a:lnTo>
                    <a:pt x="943142" y="103543"/>
                  </a:lnTo>
                  <a:lnTo>
                    <a:pt x="952124" y="107485"/>
                  </a:lnTo>
                  <a:lnTo>
                    <a:pt x="961107" y="111366"/>
                  </a:lnTo>
                  <a:lnTo>
                    <a:pt x="970089" y="115375"/>
                  </a:lnTo>
                  <a:lnTo>
                    <a:pt x="979071" y="119705"/>
                  </a:lnTo>
                  <a:lnTo>
                    <a:pt x="988054" y="124529"/>
                  </a:lnTo>
                  <a:lnTo>
                    <a:pt x="997036" y="129992"/>
                  </a:lnTo>
                  <a:lnTo>
                    <a:pt x="1006018" y="136193"/>
                  </a:lnTo>
                  <a:lnTo>
                    <a:pt x="1015000" y="143185"/>
                  </a:lnTo>
                  <a:lnTo>
                    <a:pt x="1023983" y="150969"/>
                  </a:lnTo>
                  <a:lnTo>
                    <a:pt x="1032965" y="159541"/>
                  </a:lnTo>
                  <a:lnTo>
                    <a:pt x="1041947" y="168741"/>
                  </a:lnTo>
                  <a:lnTo>
                    <a:pt x="1050930" y="178418"/>
                  </a:lnTo>
                  <a:lnTo>
                    <a:pt x="1059912" y="188403"/>
                  </a:lnTo>
                  <a:lnTo>
                    <a:pt x="1068894" y="198521"/>
                  </a:lnTo>
                  <a:lnTo>
                    <a:pt x="1077877" y="208606"/>
                  </a:lnTo>
                  <a:lnTo>
                    <a:pt x="1086859" y="218521"/>
                  </a:lnTo>
                  <a:lnTo>
                    <a:pt x="1095841" y="228173"/>
                  </a:lnTo>
                  <a:lnTo>
                    <a:pt x="1104824" y="237514"/>
                  </a:lnTo>
                  <a:lnTo>
                    <a:pt x="1113806" y="246543"/>
                  </a:lnTo>
                  <a:lnTo>
                    <a:pt x="1122788" y="255294"/>
                  </a:lnTo>
                  <a:lnTo>
                    <a:pt x="1131770" y="263816"/>
                  </a:lnTo>
                  <a:lnTo>
                    <a:pt x="1140753" y="272158"/>
                  </a:lnTo>
                  <a:lnTo>
                    <a:pt x="1149735" y="280353"/>
                  </a:lnTo>
                  <a:lnTo>
                    <a:pt x="1158717" y="288398"/>
                  </a:lnTo>
                  <a:lnTo>
                    <a:pt x="1167700" y="296270"/>
                  </a:lnTo>
                  <a:lnTo>
                    <a:pt x="1176682" y="303932"/>
                  </a:lnTo>
                  <a:lnTo>
                    <a:pt x="1185664" y="311340"/>
                  </a:lnTo>
                  <a:lnTo>
                    <a:pt x="1194647" y="318463"/>
                  </a:lnTo>
                  <a:lnTo>
                    <a:pt x="1203629" y="325282"/>
                  </a:lnTo>
                  <a:lnTo>
                    <a:pt x="1212611" y="331798"/>
                  </a:lnTo>
                  <a:lnTo>
                    <a:pt x="1221594" y="338025"/>
                  </a:lnTo>
                  <a:lnTo>
                    <a:pt x="1230576" y="343983"/>
                  </a:lnTo>
                  <a:lnTo>
                    <a:pt x="1239558" y="349692"/>
                  </a:lnTo>
                  <a:lnTo>
                    <a:pt x="1248540" y="355163"/>
                  </a:lnTo>
                  <a:lnTo>
                    <a:pt x="1257523" y="360403"/>
                  </a:lnTo>
                  <a:lnTo>
                    <a:pt x="1266505" y="365407"/>
                  </a:lnTo>
                  <a:lnTo>
                    <a:pt x="1275487" y="370168"/>
                  </a:lnTo>
                  <a:lnTo>
                    <a:pt x="1284470" y="374663"/>
                  </a:lnTo>
                  <a:lnTo>
                    <a:pt x="1293452" y="378879"/>
                  </a:lnTo>
                  <a:lnTo>
                    <a:pt x="1302434" y="382817"/>
                  </a:lnTo>
                  <a:lnTo>
                    <a:pt x="1311417" y="386467"/>
                  </a:lnTo>
                  <a:lnTo>
                    <a:pt x="1320399" y="389818"/>
                  </a:lnTo>
                  <a:lnTo>
                    <a:pt x="1329381" y="392864"/>
                  </a:lnTo>
                  <a:lnTo>
                    <a:pt x="1338364" y="395600"/>
                  </a:lnTo>
                  <a:lnTo>
                    <a:pt x="1347346" y="398029"/>
                  </a:lnTo>
                  <a:lnTo>
                    <a:pt x="1356328" y="400167"/>
                  </a:lnTo>
                  <a:lnTo>
                    <a:pt x="1365310" y="402037"/>
                  </a:lnTo>
                  <a:lnTo>
                    <a:pt x="1374293" y="403680"/>
                  </a:lnTo>
                  <a:lnTo>
                    <a:pt x="1383275" y="405140"/>
                  </a:lnTo>
                  <a:lnTo>
                    <a:pt x="1392257" y="406468"/>
                  </a:lnTo>
                  <a:lnTo>
                    <a:pt x="1401240" y="407709"/>
                  </a:lnTo>
                  <a:lnTo>
                    <a:pt x="1410222" y="408898"/>
                  </a:lnTo>
                  <a:lnTo>
                    <a:pt x="1419204" y="410052"/>
                  </a:lnTo>
                  <a:lnTo>
                    <a:pt x="1428187" y="411174"/>
                  </a:lnTo>
                  <a:lnTo>
                    <a:pt x="1437169" y="412249"/>
                  </a:lnTo>
                  <a:lnTo>
                    <a:pt x="1446151" y="413261"/>
                  </a:lnTo>
                  <a:lnTo>
                    <a:pt x="1455134" y="414191"/>
                  </a:lnTo>
                  <a:lnTo>
                    <a:pt x="1464116" y="415030"/>
                  </a:lnTo>
                  <a:lnTo>
                    <a:pt x="1473098" y="415774"/>
                  </a:lnTo>
                  <a:lnTo>
                    <a:pt x="1482081" y="416431"/>
                  </a:lnTo>
                  <a:lnTo>
                    <a:pt x="1491063" y="417012"/>
                  </a:lnTo>
                  <a:lnTo>
                    <a:pt x="1500045" y="417534"/>
                  </a:lnTo>
                  <a:lnTo>
                    <a:pt x="1509027" y="418012"/>
                  </a:lnTo>
                  <a:lnTo>
                    <a:pt x="1518010" y="418458"/>
                  </a:lnTo>
                  <a:lnTo>
                    <a:pt x="1518010" y="422367"/>
                  </a:lnTo>
                  <a:lnTo>
                    <a:pt x="1509027" y="422367"/>
                  </a:lnTo>
                  <a:lnTo>
                    <a:pt x="1500045" y="422367"/>
                  </a:lnTo>
                  <a:lnTo>
                    <a:pt x="1491063" y="422367"/>
                  </a:lnTo>
                  <a:lnTo>
                    <a:pt x="1482081" y="422367"/>
                  </a:lnTo>
                  <a:lnTo>
                    <a:pt x="1473098" y="422367"/>
                  </a:lnTo>
                  <a:lnTo>
                    <a:pt x="1464116" y="422367"/>
                  </a:lnTo>
                  <a:lnTo>
                    <a:pt x="1455134" y="422367"/>
                  </a:lnTo>
                  <a:lnTo>
                    <a:pt x="1446151" y="422367"/>
                  </a:lnTo>
                  <a:lnTo>
                    <a:pt x="1437169" y="422367"/>
                  </a:lnTo>
                  <a:lnTo>
                    <a:pt x="1428187" y="422367"/>
                  </a:lnTo>
                  <a:lnTo>
                    <a:pt x="1419204" y="422367"/>
                  </a:lnTo>
                  <a:lnTo>
                    <a:pt x="1410222" y="422367"/>
                  </a:lnTo>
                  <a:lnTo>
                    <a:pt x="1401240" y="422367"/>
                  </a:lnTo>
                  <a:lnTo>
                    <a:pt x="1392257" y="422367"/>
                  </a:lnTo>
                  <a:lnTo>
                    <a:pt x="1383275" y="422367"/>
                  </a:lnTo>
                  <a:lnTo>
                    <a:pt x="1374293" y="422367"/>
                  </a:lnTo>
                  <a:lnTo>
                    <a:pt x="1365310" y="422367"/>
                  </a:lnTo>
                  <a:lnTo>
                    <a:pt x="1356328" y="422367"/>
                  </a:lnTo>
                  <a:lnTo>
                    <a:pt x="1347346" y="422367"/>
                  </a:lnTo>
                  <a:lnTo>
                    <a:pt x="1338364" y="422367"/>
                  </a:lnTo>
                  <a:lnTo>
                    <a:pt x="1329381" y="422367"/>
                  </a:lnTo>
                  <a:lnTo>
                    <a:pt x="1320399" y="422367"/>
                  </a:lnTo>
                  <a:lnTo>
                    <a:pt x="1311417" y="422367"/>
                  </a:lnTo>
                  <a:lnTo>
                    <a:pt x="1302434" y="422367"/>
                  </a:lnTo>
                  <a:lnTo>
                    <a:pt x="1293452" y="422367"/>
                  </a:lnTo>
                  <a:lnTo>
                    <a:pt x="1284470" y="422367"/>
                  </a:lnTo>
                  <a:lnTo>
                    <a:pt x="1275487" y="422367"/>
                  </a:lnTo>
                  <a:lnTo>
                    <a:pt x="1266505" y="422367"/>
                  </a:lnTo>
                  <a:lnTo>
                    <a:pt x="1257523" y="422367"/>
                  </a:lnTo>
                  <a:lnTo>
                    <a:pt x="1248540" y="422367"/>
                  </a:lnTo>
                  <a:lnTo>
                    <a:pt x="1239558" y="422367"/>
                  </a:lnTo>
                  <a:lnTo>
                    <a:pt x="1230576" y="422367"/>
                  </a:lnTo>
                  <a:lnTo>
                    <a:pt x="1221594" y="422367"/>
                  </a:lnTo>
                  <a:lnTo>
                    <a:pt x="1212611" y="422367"/>
                  </a:lnTo>
                  <a:lnTo>
                    <a:pt x="1203629" y="422367"/>
                  </a:lnTo>
                  <a:lnTo>
                    <a:pt x="1194647" y="422367"/>
                  </a:lnTo>
                  <a:lnTo>
                    <a:pt x="1185664" y="422367"/>
                  </a:lnTo>
                  <a:lnTo>
                    <a:pt x="1176682" y="422367"/>
                  </a:lnTo>
                  <a:lnTo>
                    <a:pt x="1167700" y="422367"/>
                  </a:lnTo>
                  <a:lnTo>
                    <a:pt x="1158717" y="422367"/>
                  </a:lnTo>
                  <a:lnTo>
                    <a:pt x="1149735" y="422367"/>
                  </a:lnTo>
                  <a:lnTo>
                    <a:pt x="1140753" y="422367"/>
                  </a:lnTo>
                  <a:lnTo>
                    <a:pt x="1131770" y="422367"/>
                  </a:lnTo>
                  <a:lnTo>
                    <a:pt x="1122788" y="422367"/>
                  </a:lnTo>
                  <a:lnTo>
                    <a:pt x="1113806" y="422367"/>
                  </a:lnTo>
                  <a:lnTo>
                    <a:pt x="1104824" y="422367"/>
                  </a:lnTo>
                  <a:lnTo>
                    <a:pt x="1095841" y="422367"/>
                  </a:lnTo>
                  <a:lnTo>
                    <a:pt x="1086859" y="422367"/>
                  </a:lnTo>
                  <a:lnTo>
                    <a:pt x="1077877" y="422367"/>
                  </a:lnTo>
                  <a:lnTo>
                    <a:pt x="1068894" y="422367"/>
                  </a:lnTo>
                  <a:lnTo>
                    <a:pt x="1059912" y="422367"/>
                  </a:lnTo>
                  <a:lnTo>
                    <a:pt x="1050930" y="422367"/>
                  </a:lnTo>
                  <a:lnTo>
                    <a:pt x="1041947" y="422367"/>
                  </a:lnTo>
                  <a:lnTo>
                    <a:pt x="1032965" y="422367"/>
                  </a:lnTo>
                  <a:lnTo>
                    <a:pt x="1023983" y="422367"/>
                  </a:lnTo>
                  <a:lnTo>
                    <a:pt x="1015000" y="422367"/>
                  </a:lnTo>
                  <a:lnTo>
                    <a:pt x="1006018" y="422367"/>
                  </a:lnTo>
                  <a:lnTo>
                    <a:pt x="997036" y="422367"/>
                  </a:lnTo>
                  <a:lnTo>
                    <a:pt x="988054" y="422367"/>
                  </a:lnTo>
                  <a:lnTo>
                    <a:pt x="979071" y="422367"/>
                  </a:lnTo>
                  <a:lnTo>
                    <a:pt x="970089" y="422367"/>
                  </a:lnTo>
                  <a:lnTo>
                    <a:pt x="961107" y="422367"/>
                  </a:lnTo>
                  <a:lnTo>
                    <a:pt x="952124" y="422367"/>
                  </a:lnTo>
                  <a:lnTo>
                    <a:pt x="943142" y="422367"/>
                  </a:lnTo>
                  <a:lnTo>
                    <a:pt x="934160" y="422367"/>
                  </a:lnTo>
                  <a:lnTo>
                    <a:pt x="925177" y="422367"/>
                  </a:lnTo>
                  <a:lnTo>
                    <a:pt x="916195" y="422367"/>
                  </a:lnTo>
                  <a:lnTo>
                    <a:pt x="907213" y="422367"/>
                  </a:lnTo>
                  <a:lnTo>
                    <a:pt x="898230" y="422367"/>
                  </a:lnTo>
                  <a:lnTo>
                    <a:pt x="889248" y="422367"/>
                  </a:lnTo>
                  <a:lnTo>
                    <a:pt x="880266" y="422367"/>
                  </a:lnTo>
                  <a:lnTo>
                    <a:pt x="871283" y="422367"/>
                  </a:lnTo>
                  <a:lnTo>
                    <a:pt x="862301" y="422367"/>
                  </a:lnTo>
                  <a:lnTo>
                    <a:pt x="853319" y="422367"/>
                  </a:lnTo>
                  <a:lnTo>
                    <a:pt x="844337" y="422367"/>
                  </a:lnTo>
                  <a:lnTo>
                    <a:pt x="835354" y="422367"/>
                  </a:lnTo>
                  <a:lnTo>
                    <a:pt x="826372" y="422367"/>
                  </a:lnTo>
                  <a:lnTo>
                    <a:pt x="817390" y="422367"/>
                  </a:lnTo>
                  <a:lnTo>
                    <a:pt x="808407" y="422367"/>
                  </a:lnTo>
                  <a:lnTo>
                    <a:pt x="799425" y="422367"/>
                  </a:lnTo>
                  <a:lnTo>
                    <a:pt x="790443" y="422367"/>
                  </a:lnTo>
                  <a:lnTo>
                    <a:pt x="781460" y="422367"/>
                  </a:lnTo>
                  <a:lnTo>
                    <a:pt x="772478" y="422367"/>
                  </a:lnTo>
                  <a:lnTo>
                    <a:pt x="763496" y="422367"/>
                  </a:lnTo>
                  <a:lnTo>
                    <a:pt x="754513" y="422367"/>
                  </a:lnTo>
                  <a:lnTo>
                    <a:pt x="745531" y="422367"/>
                  </a:lnTo>
                  <a:lnTo>
                    <a:pt x="736549" y="422367"/>
                  </a:lnTo>
                  <a:lnTo>
                    <a:pt x="727567" y="422367"/>
                  </a:lnTo>
                  <a:lnTo>
                    <a:pt x="718584" y="422367"/>
                  </a:lnTo>
                  <a:lnTo>
                    <a:pt x="709602" y="422367"/>
                  </a:lnTo>
                  <a:lnTo>
                    <a:pt x="700620" y="422367"/>
                  </a:lnTo>
                  <a:lnTo>
                    <a:pt x="691637" y="422367"/>
                  </a:lnTo>
                  <a:lnTo>
                    <a:pt x="682655" y="422367"/>
                  </a:lnTo>
                  <a:lnTo>
                    <a:pt x="673673" y="422367"/>
                  </a:lnTo>
                  <a:lnTo>
                    <a:pt x="664690" y="422367"/>
                  </a:lnTo>
                  <a:lnTo>
                    <a:pt x="655708" y="422367"/>
                  </a:lnTo>
                  <a:lnTo>
                    <a:pt x="646726" y="422367"/>
                  </a:lnTo>
                  <a:lnTo>
                    <a:pt x="637743" y="422367"/>
                  </a:lnTo>
                  <a:lnTo>
                    <a:pt x="628761" y="422367"/>
                  </a:lnTo>
                  <a:lnTo>
                    <a:pt x="619779" y="422367"/>
                  </a:lnTo>
                  <a:lnTo>
                    <a:pt x="610797" y="422367"/>
                  </a:lnTo>
                  <a:lnTo>
                    <a:pt x="601814" y="422367"/>
                  </a:lnTo>
                  <a:lnTo>
                    <a:pt x="592832" y="422367"/>
                  </a:lnTo>
                  <a:lnTo>
                    <a:pt x="583850" y="422367"/>
                  </a:lnTo>
                  <a:lnTo>
                    <a:pt x="574867" y="422367"/>
                  </a:lnTo>
                  <a:lnTo>
                    <a:pt x="565885" y="422367"/>
                  </a:lnTo>
                  <a:lnTo>
                    <a:pt x="556903" y="422367"/>
                  </a:lnTo>
                  <a:lnTo>
                    <a:pt x="547920" y="422367"/>
                  </a:lnTo>
                  <a:lnTo>
                    <a:pt x="538938" y="422367"/>
                  </a:lnTo>
                  <a:lnTo>
                    <a:pt x="529956" y="422367"/>
                  </a:lnTo>
                  <a:lnTo>
                    <a:pt x="520973" y="422367"/>
                  </a:lnTo>
                  <a:lnTo>
                    <a:pt x="511991" y="422367"/>
                  </a:lnTo>
                  <a:lnTo>
                    <a:pt x="503009" y="422367"/>
                  </a:lnTo>
                  <a:lnTo>
                    <a:pt x="494027" y="422367"/>
                  </a:lnTo>
                  <a:lnTo>
                    <a:pt x="485044" y="422367"/>
                  </a:lnTo>
                  <a:lnTo>
                    <a:pt x="476062" y="422367"/>
                  </a:lnTo>
                  <a:lnTo>
                    <a:pt x="467080" y="422367"/>
                  </a:lnTo>
                  <a:lnTo>
                    <a:pt x="458097" y="422367"/>
                  </a:lnTo>
                  <a:lnTo>
                    <a:pt x="449115" y="422367"/>
                  </a:lnTo>
                  <a:lnTo>
                    <a:pt x="440133" y="422367"/>
                  </a:lnTo>
                  <a:lnTo>
                    <a:pt x="431150" y="422367"/>
                  </a:lnTo>
                  <a:lnTo>
                    <a:pt x="422168" y="422367"/>
                  </a:lnTo>
                  <a:lnTo>
                    <a:pt x="413186" y="422367"/>
                  </a:lnTo>
                  <a:lnTo>
                    <a:pt x="404203" y="422367"/>
                  </a:lnTo>
                  <a:lnTo>
                    <a:pt x="395221" y="422367"/>
                  </a:lnTo>
                  <a:lnTo>
                    <a:pt x="386239" y="422367"/>
                  </a:lnTo>
                  <a:lnTo>
                    <a:pt x="377256" y="422367"/>
                  </a:lnTo>
                  <a:lnTo>
                    <a:pt x="368274" y="422367"/>
                  </a:lnTo>
                  <a:lnTo>
                    <a:pt x="359292" y="422367"/>
                  </a:lnTo>
                  <a:lnTo>
                    <a:pt x="350310" y="422367"/>
                  </a:lnTo>
                  <a:lnTo>
                    <a:pt x="341327" y="422367"/>
                  </a:lnTo>
                  <a:lnTo>
                    <a:pt x="332345" y="422367"/>
                  </a:lnTo>
                  <a:lnTo>
                    <a:pt x="323363" y="422367"/>
                  </a:lnTo>
                  <a:lnTo>
                    <a:pt x="314380" y="422367"/>
                  </a:lnTo>
                  <a:lnTo>
                    <a:pt x="305398" y="422367"/>
                  </a:lnTo>
                  <a:lnTo>
                    <a:pt x="296416" y="422367"/>
                  </a:lnTo>
                  <a:lnTo>
                    <a:pt x="287433" y="422367"/>
                  </a:lnTo>
                  <a:lnTo>
                    <a:pt x="278451" y="422367"/>
                  </a:lnTo>
                  <a:lnTo>
                    <a:pt x="269469" y="422367"/>
                  </a:lnTo>
                  <a:lnTo>
                    <a:pt x="260486" y="422367"/>
                  </a:lnTo>
                  <a:lnTo>
                    <a:pt x="251504" y="422367"/>
                  </a:lnTo>
                  <a:lnTo>
                    <a:pt x="242522" y="422367"/>
                  </a:lnTo>
                  <a:lnTo>
                    <a:pt x="233540" y="422367"/>
                  </a:lnTo>
                  <a:lnTo>
                    <a:pt x="224557" y="422367"/>
                  </a:lnTo>
                  <a:lnTo>
                    <a:pt x="215575" y="422367"/>
                  </a:lnTo>
                  <a:lnTo>
                    <a:pt x="206593" y="422367"/>
                  </a:lnTo>
                  <a:lnTo>
                    <a:pt x="197610" y="422367"/>
                  </a:lnTo>
                  <a:lnTo>
                    <a:pt x="188628" y="422367"/>
                  </a:lnTo>
                  <a:lnTo>
                    <a:pt x="179646" y="422367"/>
                  </a:lnTo>
                  <a:lnTo>
                    <a:pt x="170663" y="422367"/>
                  </a:lnTo>
                  <a:lnTo>
                    <a:pt x="161681" y="422367"/>
                  </a:lnTo>
                  <a:lnTo>
                    <a:pt x="152699" y="422367"/>
                  </a:lnTo>
                  <a:lnTo>
                    <a:pt x="143716" y="422367"/>
                  </a:lnTo>
                  <a:lnTo>
                    <a:pt x="134734" y="422367"/>
                  </a:lnTo>
                  <a:lnTo>
                    <a:pt x="125752" y="422367"/>
                  </a:lnTo>
                  <a:lnTo>
                    <a:pt x="116770" y="422367"/>
                  </a:lnTo>
                  <a:lnTo>
                    <a:pt x="107787" y="422367"/>
                  </a:lnTo>
                  <a:lnTo>
                    <a:pt x="98805" y="422367"/>
                  </a:lnTo>
                  <a:lnTo>
                    <a:pt x="89823" y="422367"/>
                  </a:lnTo>
                  <a:lnTo>
                    <a:pt x="80840" y="422367"/>
                  </a:lnTo>
                  <a:lnTo>
                    <a:pt x="71858" y="422367"/>
                  </a:lnTo>
                  <a:lnTo>
                    <a:pt x="62876" y="422367"/>
                  </a:lnTo>
                  <a:lnTo>
                    <a:pt x="53893" y="422367"/>
                  </a:lnTo>
                  <a:lnTo>
                    <a:pt x="44911" y="422367"/>
                  </a:lnTo>
                  <a:lnTo>
                    <a:pt x="35929" y="422367"/>
                  </a:lnTo>
                  <a:lnTo>
                    <a:pt x="26946" y="422367"/>
                  </a:lnTo>
                  <a:lnTo>
                    <a:pt x="17964" y="422367"/>
                  </a:lnTo>
                  <a:lnTo>
                    <a:pt x="8982" y="422367"/>
                  </a:lnTo>
                  <a:lnTo>
                    <a:pt x="0" y="422367"/>
                  </a:lnTo>
                  <a:close/>
                </a:path>
              </a:pathLst>
            </a:custGeom>
            <a:solidFill>
              <a:srgbClr val="B2ABD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549654" y="3444743"/>
              <a:ext cx="1518010" cy="418686"/>
            </a:xfrm>
            <a:custGeom>
              <a:avLst/>
              <a:pathLst>
                <a:path w="1518010" h="418686">
                  <a:moveTo>
                    <a:pt x="0" y="418686"/>
                  </a:moveTo>
                  <a:lnTo>
                    <a:pt x="8982" y="418383"/>
                  </a:lnTo>
                  <a:lnTo>
                    <a:pt x="17964" y="418046"/>
                  </a:lnTo>
                  <a:lnTo>
                    <a:pt x="26946" y="417687"/>
                  </a:lnTo>
                  <a:lnTo>
                    <a:pt x="35929" y="417320"/>
                  </a:lnTo>
                  <a:lnTo>
                    <a:pt x="44911" y="416960"/>
                  </a:lnTo>
                  <a:lnTo>
                    <a:pt x="53893" y="416618"/>
                  </a:lnTo>
                  <a:lnTo>
                    <a:pt x="62876" y="416299"/>
                  </a:lnTo>
                  <a:lnTo>
                    <a:pt x="71858" y="415995"/>
                  </a:lnTo>
                  <a:lnTo>
                    <a:pt x="80840" y="415691"/>
                  </a:lnTo>
                  <a:lnTo>
                    <a:pt x="89823" y="415361"/>
                  </a:lnTo>
                  <a:lnTo>
                    <a:pt x="98805" y="414971"/>
                  </a:lnTo>
                  <a:lnTo>
                    <a:pt x="107787" y="414487"/>
                  </a:lnTo>
                  <a:lnTo>
                    <a:pt x="116770" y="413876"/>
                  </a:lnTo>
                  <a:lnTo>
                    <a:pt x="125752" y="413112"/>
                  </a:lnTo>
                  <a:lnTo>
                    <a:pt x="134734" y="412177"/>
                  </a:lnTo>
                  <a:lnTo>
                    <a:pt x="143716" y="411059"/>
                  </a:lnTo>
                  <a:lnTo>
                    <a:pt x="152699" y="409776"/>
                  </a:lnTo>
                  <a:lnTo>
                    <a:pt x="161681" y="408337"/>
                  </a:lnTo>
                  <a:lnTo>
                    <a:pt x="170663" y="406750"/>
                  </a:lnTo>
                  <a:lnTo>
                    <a:pt x="179646" y="405021"/>
                  </a:lnTo>
                  <a:lnTo>
                    <a:pt x="188628" y="403151"/>
                  </a:lnTo>
                  <a:lnTo>
                    <a:pt x="197610" y="401138"/>
                  </a:lnTo>
                  <a:lnTo>
                    <a:pt x="206593" y="398979"/>
                  </a:lnTo>
                  <a:lnTo>
                    <a:pt x="215575" y="396678"/>
                  </a:lnTo>
                  <a:lnTo>
                    <a:pt x="224557" y="394242"/>
                  </a:lnTo>
                  <a:lnTo>
                    <a:pt x="233540" y="391690"/>
                  </a:lnTo>
                  <a:lnTo>
                    <a:pt x="242522" y="389046"/>
                  </a:lnTo>
                  <a:lnTo>
                    <a:pt x="251504" y="386339"/>
                  </a:lnTo>
                  <a:lnTo>
                    <a:pt x="260486" y="383597"/>
                  </a:lnTo>
                  <a:lnTo>
                    <a:pt x="269469" y="380847"/>
                  </a:lnTo>
                  <a:lnTo>
                    <a:pt x="278451" y="378103"/>
                  </a:lnTo>
                  <a:lnTo>
                    <a:pt x="287433" y="375367"/>
                  </a:lnTo>
                  <a:lnTo>
                    <a:pt x="296416" y="372625"/>
                  </a:lnTo>
                  <a:lnTo>
                    <a:pt x="305398" y="369847"/>
                  </a:lnTo>
                  <a:lnTo>
                    <a:pt x="314380" y="366985"/>
                  </a:lnTo>
                  <a:lnTo>
                    <a:pt x="323363" y="363974"/>
                  </a:lnTo>
                  <a:lnTo>
                    <a:pt x="332345" y="360733"/>
                  </a:lnTo>
                  <a:lnTo>
                    <a:pt x="341327" y="357168"/>
                  </a:lnTo>
                  <a:lnTo>
                    <a:pt x="350310" y="353184"/>
                  </a:lnTo>
                  <a:lnTo>
                    <a:pt x="359292" y="348695"/>
                  </a:lnTo>
                  <a:lnTo>
                    <a:pt x="368274" y="343631"/>
                  </a:lnTo>
                  <a:lnTo>
                    <a:pt x="377256" y="337957"/>
                  </a:lnTo>
                  <a:lnTo>
                    <a:pt x="386239" y="331672"/>
                  </a:lnTo>
                  <a:lnTo>
                    <a:pt x="395221" y="324777"/>
                  </a:lnTo>
                  <a:lnTo>
                    <a:pt x="404203" y="317389"/>
                  </a:lnTo>
                  <a:lnTo>
                    <a:pt x="413186" y="309601"/>
                  </a:lnTo>
                  <a:lnTo>
                    <a:pt x="422168" y="301500"/>
                  </a:lnTo>
                  <a:lnTo>
                    <a:pt x="431150" y="293152"/>
                  </a:lnTo>
                  <a:lnTo>
                    <a:pt x="440133" y="284590"/>
                  </a:lnTo>
                  <a:lnTo>
                    <a:pt x="449115" y="275806"/>
                  </a:lnTo>
                  <a:lnTo>
                    <a:pt x="458097" y="266749"/>
                  </a:lnTo>
                  <a:lnTo>
                    <a:pt x="467080" y="257333"/>
                  </a:lnTo>
                  <a:lnTo>
                    <a:pt x="476062" y="247458"/>
                  </a:lnTo>
                  <a:lnTo>
                    <a:pt x="485044" y="237028"/>
                  </a:lnTo>
                  <a:lnTo>
                    <a:pt x="494027" y="225987"/>
                  </a:lnTo>
                  <a:lnTo>
                    <a:pt x="503009" y="214333"/>
                  </a:lnTo>
                  <a:lnTo>
                    <a:pt x="511991" y="202144"/>
                  </a:lnTo>
                  <a:lnTo>
                    <a:pt x="520973" y="189567"/>
                  </a:lnTo>
                  <a:lnTo>
                    <a:pt x="529956" y="176869"/>
                  </a:lnTo>
                  <a:lnTo>
                    <a:pt x="538938" y="164327"/>
                  </a:lnTo>
                  <a:lnTo>
                    <a:pt x="547920" y="152212"/>
                  </a:lnTo>
                  <a:lnTo>
                    <a:pt x="556903" y="140767"/>
                  </a:lnTo>
                  <a:lnTo>
                    <a:pt x="565885" y="130183"/>
                  </a:lnTo>
                  <a:lnTo>
                    <a:pt x="574867" y="120582"/>
                  </a:lnTo>
                  <a:lnTo>
                    <a:pt x="583850" y="112008"/>
                  </a:lnTo>
                  <a:lnTo>
                    <a:pt x="592832" y="104424"/>
                  </a:lnTo>
                  <a:lnTo>
                    <a:pt x="601814" y="97716"/>
                  </a:lnTo>
                  <a:lnTo>
                    <a:pt x="610797" y="91703"/>
                  </a:lnTo>
                  <a:lnTo>
                    <a:pt x="619779" y="86159"/>
                  </a:lnTo>
                  <a:lnTo>
                    <a:pt x="628761" y="80837"/>
                  </a:lnTo>
                  <a:lnTo>
                    <a:pt x="637743" y="75499"/>
                  </a:lnTo>
                  <a:lnTo>
                    <a:pt x="646726" y="69940"/>
                  </a:lnTo>
                  <a:lnTo>
                    <a:pt x="655708" y="64033"/>
                  </a:lnTo>
                  <a:lnTo>
                    <a:pt x="664690" y="57780"/>
                  </a:lnTo>
                  <a:lnTo>
                    <a:pt x="673673" y="51259"/>
                  </a:lnTo>
                  <a:lnTo>
                    <a:pt x="682655" y="44611"/>
                  </a:lnTo>
                  <a:lnTo>
                    <a:pt x="691637" y="38011"/>
                  </a:lnTo>
                  <a:lnTo>
                    <a:pt x="700620" y="31632"/>
                  </a:lnTo>
                  <a:lnTo>
                    <a:pt x="709602" y="25626"/>
                  </a:lnTo>
                  <a:lnTo>
                    <a:pt x="718584" y="20098"/>
                  </a:lnTo>
                  <a:lnTo>
                    <a:pt x="727567" y="15117"/>
                  </a:lnTo>
                  <a:lnTo>
                    <a:pt x="736549" y="10724"/>
                  </a:lnTo>
                  <a:lnTo>
                    <a:pt x="745531" y="6955"/>
                  </a:lnTo>
                  <a:lnTo>
                    <a:pt x="754513" y="3869"/>
                  </a:lnTo>
                  <a:lnTo>
                    <a:pt x="763496" y="1562"/>
                  </a:lnTo>
                  <a:lnTo>
                    <a:pt x="772478" y="199"/>
                  </a:lnTo>
                  <a:lnTo>
                    <a:pt x="781460" y="0"/>
                  </a:lnTo>
                  <a:lnTo>
                    <a:pt x="790443" y="1060"/>
                  </a:lnTo>
                  <a:lnTo>
                    <a:pt x="799425" y="3476"/>
                  </a:lnTo>
                  <a:lnTo>
                    <a:pt x="808407" y="7257"/>
                  </a:lnTo>
                  <a:lnTo>
                    <a:pt x="817390" y="12318"/>
                  </a:lnTo>
                  <a:lnTo>
                    <a:pt x="826372" y="18483"/>
                  </a:lnTo>
                  <a:lnTo>
                    <a:pt x="835354" y="25510"/>
                  </a:lnTo>
                  <a:lnTo>
                    <a:pt x="844337" y="33121"/>
                  </a:lnTo>
                  <a:lnTo>
                    <a:pt x="853319" y="41039"/>
                  </a:lnTo>
                  <a:lnTo>
                    <a:pt x="862301" y="49018"/>
                  </a:lnTo>
                  <a:lnTo>
                    <a:pt x="871283" y="56854"/>
                  </a:lnTo>
                  <a:lnTo>
                    <a:pt x="880266" y="64394"/>
                  </a:lnTo>
                  <a:lnTo>
                    <a:pt x="889248" y="71528"/>
                  </a:lnTo>
                  <a:lnTo>
                    <a:pt x="898230" y="78180"/>
                  </a:lnTo>
                  <a:lnTo>
                    <a:pt x="907213" y="84266"/>
                  </a:lnTo>
                  <a:lnTo>
                    <a:pt x="916195" y="89808"/>
                  </a:lnTo>
                  <a:lnTo>
                    <a:pt x="925177" y="94824"/>
                  </a:lnTo>
                  <a:lnTo>
                    <a:pt x="934160" y="99369"/>
                  </a:lnTo>
                  <a:lnTo>
                    <a:pt x="943142" y="103543"/>
                  </a:lnTo>
                  <a:lnTo>
                    <a:pt x="952124" y="107485"/>
                  </a:lnTo>
                  <a:lnTo>
                    <a:pt x="961107" y="111366"/>
                  </a:lnTo>
                  <a:lnTo>
                    <a:pt x="970089" y="115375"/>
                  </a:lnTo>
                  <a:lnTo>
                    <a:pt x="979071" y="119705"/>
                  </a:lnTo>
                  <a:lnTo>
                    <a:pt x="988054" y="124529"/>
                  </a:lnTo>
                  <a:lnTo>
                    <a:pt x="997036" y="129992"/>
                  </a:lnTo>
                  <a:lnTo>
                    <a:pt x="1006018" y="136193"/>
                  </a:lnTo>
                  <a:lnTo>
                    <a:pt x="1015000" y="143185"/>
                  </a:lnTo>
                  <a:lnTo>
                    <a:pt x="1023983" y="150969"/>
                  </a:lnTo>
                  <a:lnTo>
                    <a:pt x="1032965" y="159541"/>
                  </a:lnTo>
                  <a:lnTo>
                    <a:pt x="1041947" y="168741"/>
                  </a:lnTo>
                  <a:lnTo>
                    <a:pt x="1050930" y="178418"/>
                  </a:lnTo>
                  <a:lnTo>
                    <a:pt x="1059912" y="188403"/>
                  </a:lnTo>
                  <a:lnTo>
                    <a:pt x="1068894" y="198521"/>
                  </a:lnTo>
                  <a:lnTo>
                    <a:pt x="1077877" y="208606"/>
                  </a:lnTo>
                  <a:lnTo>
                    <a:pt x="1086859" y="218521"/>
                  </a:lnTo>
                  <a:lnTo>
                    <a:pt x="1095841" y="228173"/>
                  </a:lnTo>
                  <a:lnTo>
                    <a:pt x="1104824" y="237514"/>
                  </a:lnTo>
                  <a:lnTo>
                    <a:pt x="1113806" y="246543"/>
                  </a:lnTo>
                  <a:lnTo>
                    <a:pt x="1122788" y="255294"/>
                  </a:lnTo>
                  <a:lnTo>
                    <a:pt x="1131770" y="263816"/>
                  </a:lnTo>
                  <a:lnTo>
                    <a:pt x="1140753" y="272158"/>
                  </a:lnTo>
                  <a:lnTo>
                    <a:pt x="1149735" y="280353"/>
                  </a:lnTo>
                  <a:lnTo>
                    <a:pt x="1158717" y="288398"/>
                  </a:lnTo>
                  <a:lnTo>
                    <a:pt x="1167700" y="296270"/>
                  </a:lnTo>
                  <a:lnTo>
                    <a:pt x="1176682" y="303932"/>
                  </a:lnTo>
                  <a:lnTo>
                    <a:pt x="1185664" y="311340"/>
                  </a:lnTo>
                  <a:lnTo>
                    <a:pt x="1194647" y="318463"/>
                  </a:lnTo>
                  <a:lnTo>
                    <a:pt x="1203629" y="325282"/>
                  </a:lnTo>
                  <a:lnTo>
                    <a:pt x="1212611" y="331798"/>
                  </a:lnTo>
                  <a:lnTo>
                    <a:pt x="1221594" y="338025"/>
                  </a:lnTo>
                  <a:lnTo>
                    <a:pt x="1230576" y="343983"/>
                  </a:lnTo>
                  <a:lnTo>
                    <a:pt x="1239558" y="349692"/>
                  </a:lnTo>
                  <a:lnTo>
                    <a:pt x="1248540" y="355163"/>
                  </a:lnTo>
                  <a:lnTo>
                    <a:pt x="1257523" y="360403"/>
                  </a:lnTo>
                  <a:lnTo>
                    <a:pt x="1266505" y="365407"/>
                  </a:lnTo>
                  <a:lnTo>
                    <a:pt x="1275487" y="370168"/>
                  </a:lnTo>
                  <a:lnTo>
                    <a:pt x="1284470" y="374663"/>
                  </a:lnTo>
                  <a:lnTo>
                    <a:pt x="1293452" y="378879"/>
                  </a:lnTo>
                  <a:lnTo>
                    <a:pt x="1302434" y="382817"/>
                  </a:lnTo>
                  <a:lnTo>
                    <a:pt x="1311417" y="386467"/>
                  </a:lnTo>
                  <a:lnTo>
                    <a:pt x="1320399" y="389818"/>
                  </a:lnTo>
                  <a:lnTo>
                    <a:pt x="1329381" y="392864"/>
                  </a:lnTo>
                  <a:lnTo>
                    <a:pt x="1338364" y="395600"/>
                  </a:lnTo>
                  <a:lnTo>
                    <a:pt x="1347346" y="398029"/>
                  </a:lnTo>
                  <a:lnTo>
                    <a:pt x="1356328" y="400167"/>
                  </a:lnTo>
                  <a:lnTo>
                    <a:pt x="1365310" y="402037"/>
                  </a:lnTo>
                  <a:lnTo>
                    <a:pt x="1374293" y="403680"/>
                  </a:lnTo>
                  <a:lnTo>
                    <a:pt x="1383275" y="405140"/>
                  </a:lnTo>
                  <a:lnTo>
                    <a:pt x="1392257" y="406468"/>
                  </a:lnTo>
                  <a:lnTo>
                    <a:pt x="1401240" y="407709"/>
                  </a:lnTo>
                  <a:lnTo>
                    <a:pt x="1410222" y="408898"/>
                  </a:lnTo>
                  <a:lnTo>
                    <a:pt x="1419204" y="410052"/>
                  </a:lnTo>
                  <a:lnTo>
                    <a:pt x="1428187" y="411174"/>
                  </a:lnTo>
                  <a:lnTo>
                    <a:pt x="1437169" y="412249"/>
                  </a:lnTo>
                  <a:lnTo>
                    <a:pt x="1446151" y="413261"/>
                  </a:lnTo>
                  <a:lnTo>
                    <a:pt x="1455134" y="414191"/>
                  </a:lnTo>
                  <a:lnTo>
                    <a:pt x="1464116" y="415030"/>
                  </a:lnTo>
                  <a:lnTo>
                    <a:pt x="1473098" y="415774"/>
                  </a:lnTo>
                  <a:lnTo>
                    <a:pt x="1482081" y="416431"/>
                  </a:lnTo>
                  <a:lnTo>
                    <a:pt x="1491063" y="417012"/>
                  </a:lnTo>
                  <a:lnTo>
                    <a:pt x="1500045" y="417534"/>
                  </a:lnTo>
                  <a:lnTo>
                    <a:pt x="1509027" y="418012"/>
                  </a:lnTo>
                  <a:lnTo>
                    <a:pt x="1518010" y="418458"/>
                  </a:lnTo>
                </a:path>
              </a:pathLst>
            </a:custGeom>
            <a:ln w="8130" cap="rnd">
              <a:solidFill>
                <a:srgbClr val="B2AB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2531689" y="3513694"/>
              <a:ext cx="1643762" cy="353417"/>
            </a:xfrm>
            <a:custGeom>
              <a:avLst/>
              <a:pathLst>
                <a:path w="1643762" h="353417">
                  <a:moveTo>
                    <a:pt x="0" y="349279"/>
                  </a:moveTo>
                  <a:lnTo>
                    <a:pt x="8982" y="348601"/>
                  </a:lnTo>
                  <a:lnTo>
                    <a:pt x="17964" y="347817"/>
                  </a:lnTo>
                  <a:lnTo>
                    <a:pt x="26946" y="346909"/>
                  </a:lnTo>
                  <a:lnTo>
                    <a:pt x="35929" y="345870"/>
                  </a:lnTo>
                  <a:lnTo>
                    <a:pt x="44911" y="344704"/>
                  </a:lnTo>
                  <a:lnTo>
                    <a:pt x="53893" y="343422"/>
                  </a:lnTo>
                  <a:lnTo>
                    <a:pt x="62876" y="342048"/>
                  </a:lnTo>
                  <a:lnTo>
                    <a:pt x="71858" y="340613"/>
                  </a:lnTo>
                  <a:lnTo>
                    <a:pt x="80840" y="339158"/>
                  </a:lnTo>
                  <a:lnTo>
                    <a:pt x="89823" y="337722"/>
                  </a:lnTo>
                  <a:lnTo>
                    <a:pt x="98805" y="336339"/>
                  </a:lnTo>
                  <a:lnTo>
                    <a:pt x="107787" y="335033"/>
                  </a:lnTo>
                  <a:lnTo>
                    <a:pt x="116770" y="333814"/>
                  </a:lnTo>
                  <a:lnTo>
                    <a:pt x="125752" y="332675"/>
                  </a:lnTo>
                  <a:lnTo>
                    <a:pt x="134734" y="331599"/>
                  </a:lnTo>
                  <a:lnTo>
                    <a:pt x="143716" y="330554"/>
                  </a:lnTo>
                  <a:lnTo>
                    <a:pt x="152699" y="329500"/>
                  </a:lnTo>
                  <a:lnTo>
                    <a:pt x="161681" y="328379"/>
                  </a:lnTo>
                  <a:lnTo>
                    <a:pt x="170663" y="327139"/>
                  </a:lnTo>
                  <a:lnTo>
                    <a:pt x="179646" y="325722"/>
                  </a:lnTo>
                  <a:lnTo>
                    <a:pt x="188628" y="324073"/>
                  </a:lnTo>
                  <a:lnTo>
                    <a:pt x="197610" y="322146"/>
                  </a:lnTo>
                  <a:lnTo>
                    <a:pt x="206593" y="319913"/>
                  </a:lnTo>
                  <a:lnTo>
                    <a:pt x="215575" y="317365"/>
                  </a:lnTo>
                  <a:lnTo>
                    <a:pt x="224557" y="314523"/>
                  </a:lnTo>
                  <a:lnTo>
                    <a:pt x="233540" y="311431"/>
                  </a:lnTo>
                  <a:lnTo>
                    <a:pt x="242522" y="308153"/>
                  </a:lnTo>
                  <a:lnTo>
                    <a:pt x="251504" y="304769"/>
                  </a:lnTo>
                  <a:lnTo>
                    <a:pt x="260486" y="301358"/>
                  </a:lnTo>
                  <a:lnTo>
                    <a:pt x="269469" y="297993"/>
                  </a:lnTo>
                  <a:lnTo>
                    <a:pt x="278451" y="294731"/>
                  </a:lnTo>
                  <a:lnTo>
                    <a:pt x="287433" y="291612"/>
                  </a:lnTo>
                  <a:lnTo>
                    <a:pt x="296416" y="288628"/>
                  </a:lnTo>
                  <a:lnTo>
                    <a:pt x="305398" y="285757"/>
                  </a:lnTo>
                  <a:lnTo>
                    <a:pt x="314380" y="282960"/>
                  </a:lnTo>
                  <a:lnTo>
                    <a:pt x="323363" y="280187"/>
                  </a:lnTo>
                  <a:lnTo>
                    <a:pt x="332345" y="277384"/>
                  </a:lnTo>
                  <a:lnTo>
                    <a:pt x="341327" y="274498"/>
                  </a:lnTo>
                  <a:lnTo>
                    <a:pt x="350310" y="271479"/>
                  </a:lnTo>
                  <a:lnTo>
                    <a:pt x="359292" y="268287"/>
                  </a:lnTo>
                  <a:lnTo>
                    <a:pt x="368274" y="264889"/>
                  </a:lnTo>
                  <a:lnTo>
                    <a:pt x="377256" y="261260"/>
                  </a:lnTo>
                  <a:lnTo>
                    <a:pt x="386239" y="257383"/>
                  </a:lnTo>
                  <a:lnTo>
                    <a:pt x="395221" y="253248"/>
                  </a:lnTo>
                  <a:lnTo>
                    <a:pt x="404203" y="248846"/>
                  </a:lnTo>
                  <a:lnTo>
                    <a:pt x="413186" y="244145"/>
                  </a:lnTo>
                  <a:lnTo>
                    <a:pt x="422168" y="239151"/>
                  </a:lnTo>
                  <a:lnTo>
                    <a:pt x="431150" y="233853"/>
                  </a:lnTo>
                  <a:lnTo>
                    <a:pt x="440133" y="228237"/>
                  </a:lnTo>
                  <a:lnTo>
                    <a:pt x="449115" y="222290"/>
                  </a:lnTo>
                  <a:lnTo>
                    <a:pt x="458097" y="216007"/>
                  </a:lnTo>
                  <a:lnTo>
                    <a:pt x="467080" y="209393"/>
                  </a:lnTo>
                  <a:lnTo>
                    <a:pt x="476062" y="202464"/>
                  </a:lnTo>
                  <a:lnTo>
                    <a:pt x="485044" y="195246"/>
                  </a:lnTo>
                  <a:lnTo>
                    <a:pt x="494027" y="187775"/>
                  </a:lnTo>
                  <a:lnTo>
                    <a:pt x="503009" y="180092"/>
                  </a:lnTo>
                  <a:lnTo>
                    <a:pt x="511991" y="172240"/>
                  </a:lnTo>
                  <a:lnTo>
                    <a:pt x="520973" y="164264"/>
                  </a:lnTo>
                  <a:lnTo>
                    <a:pt x="529956" y="156204"/>
                  </a:lnTo>
                  <a:lnTo>
                    <a:pt x="538938" y="148101"/>
                  </a:lnTo>
                  <a:lnTo>
                    <a:pt x="547920" y="140002"/>
                  </a:lnTo>
                  <a:lnTo>
                    <a:pt x="556903" y="131947"/>
                  </a:lnTo>
                  <a:lnTo>
                    <a:pt x="565885" y="123977"/>
                  </a:lnTo>
                  <a:lnTo>
                    <a:pt x="574867" y="116131"/>
                  </a:lnTo>
                  <a:lnTo>
                    <a:pt x="583850" y="108443"/>
                  </a:lnTo>
                  <a:lnTo>
                    <a:pt x="592832" y="100942"/>
                  </a:lnTo>
                  <a:lnTo>
                    <a:pt x="601814" y="93651"/>
                  </a:lnTo>
                  <a:lnTo>
                    <a:pt x="610797" y="86588"/>
                  </a:lnTo>
                  <a:lnTo>
                    <a:pt x="619779" y="79773"/>
                  </a:lnTo>
                  <a:lnTo>
                    <a:pt x="628761" y="73222"/>
                  </a:lnTo>
                  <a:lnTo>
                    <a:pt x="637743" y="66957"/>
                  </a:lnTo>
                  <a:lnTo>
                    <a:pt x="646726" y="60997"/>
                  </a:lnTo>
                  <a:lnTo>
                    <a:pt x="655708" y="55354"/>
                  </a:lnTo>
                  <a:lnTo>
                    <a:pt x="664690" y="50036"/>
                  </a:lnTo>
                  <a:lnTo>
                    <a:pt x="673673" y="45013"/>
                  </a:lnTo>
                  <a:lnTo>
                    <a:pt x="682655" y="40223"/>
                  </a:lnTo>
                  <a:lnTo>
                    <a:pt x="691637" y="35612"/>
                  </a:lnTo>
                  <a:lnTo>
                    <a:pt x="700620" y="31139"/>
                  </a:lnTo>
                  <a:lnTo>
                    <a:pt x="709602" y="26798"/>
                  </a:lnTo>
                  <a:lnTo>
                    <a:pt x="718584" y="22627"/>
                  </a:lnTo>
                  <a:lnTo>
                    <a:pt x="727567" y="18719"/>
                  </a:lnTo>
                  <a:lnTo>
                    <a:pt x="736549" y="15198"/>
                  </a:lnTo>
                  <a:lnTo>
                    <a:pt x="745531" y="12204"/>
                  </a:lnTo>
                  <a:lnTo>
                    <a:pt x="754513" y="9853"/>
                  </a:lnTo>
                  <a:lnTo>
                    <a:pt x="763496" y="8210"/>
                  </a:lnTo>
                  <a:lnTo>
                    <a:pt x="772478" y="7262"/>
                  </a:lnTo>
                  <a:lnTo>
                    <a:pt x="781460" y="6917"/>
                  </a:lnTo>
                  <a:lnTo>
                    <a:pt x="790443" y="7019"/>
                  </a:lnTo>
                  <a:lnTo>
                    <a:pt x="799425" y="7343"/>
                  </a:lnTo>
                  <a:lnTo>
                    <a:pt x="808407" y="7656"/>
                  </a:lnTo>
                  <a:lnTo>
                    <a:pt x="817390" y="7781"/>
                  </a:lnTo>
                  <a:lnTo>
                    <a:pt x="826372" y="7593"/>
                  </a:lnTo>
                  <a:lnTo>
                    <a:pt x="835354" y="7026"/>
                  </a:lnTo>
                  <a:lnTo>
                    <a:pt x="844337" y="6079"/>
                  </a:lnTo>
                  <a:lnTo>
                    <a:pt x="853319" y="4816"/>
                  </a:lnTo>
                  <a:lnTo>
                    <a:pt x="862301" y="3365"/>
                  </a:lnTo>
                  <a:lnTo>
                    <a:pt x="871283" y="1913"/>
                  </a:lnTo>
                  <a:lnTo>
                    <a:pt x="880266" y="701"/>
                  </a:lnTo>
                  <a:lnTo>
                    <a:pt x="889248" y="0"/>
                  </a:lnTo>
                  <a:lnTo>
                    <a:pt x="898230" y="79"/>
                  </a:lnTo>
                  <a:lnTo>
                    <a:pt x="907213" y="1167"/>
                  </a:lnTo>
                  <a:lnTo>
                    <a:pt x="916195" y="3417"/>
                  </a:lnTo>
                  <a:lnTo>
                    <a:pt x="925177" y="6913"/>
                  </a:lnTo>
                  <a:lnTo>
                    <a:pt x="934160" y="11422"/>
                  </a:lnTo>
                  <a:lnTo>
                    <a:pt x="943142" y="16692"/>
                  </a:lnTo>
                  <a:lnTo>
                    <a:pt x="952124" y="22418"/>
                  </a:lnTo>
                  <a:lnTo>
                    <a:pt x="961107" y="28302"/>
                  </a:lnTo>
                  <a:lnTo>
                    <a:pt x="970089" y="34112"/>
                  </a:lnTo>
                  <a:lnTo>
                    <a:pt x="979071" y="39713"/>
                  </a:lnTo>
                  <a:lnTo>
                    <a:pt x="988054" y="45087"/>
                  </a:lnTo>
                  <a:lnTo>
                    <a:pt x="997036" y="50316"/>
                  </a:lnTo>
                  <a:lnTo>
                    <a:pt x="1006018" y="55547"/>
                  </a:lnTo>
                  <a:lnTo>
                    <a:pt x="1015000" y="60952"/>
                  </a:lnTo>
                  <a:lnTo>
                    <a:pt x="1023983" y="66680"/>
                  </a:lnTo>
                  <a:lnTo>
                    <a:pt x="1032965" y="72828"/>
                  </a:lnTo>
                  <a:lnTo>
                    <a:pt x="1041947" y="79420"/>
                  </a:lnTo>
                  <a:lnTo>
                    <a:pt x="1050930" y="86429"/>
                  </a:lnTo>
                  <a:lnTo>
                    <a:pt x="1059912" y="93714"/>
                  </a:lnTo>
                  <a:lnTo>
                    <a:pt x="1068894" y="101144"/>
                  </a:lnTo>
                  <a:lnTo>
                    <a:pt x="1077877" y="108598"/>
                  </a:lnTo>
                  <a:lnTo>
                    <a:pt x="1086859" y="115988"/>
                  </a:lnTo>
                  <a:lnTo>
                    <a:pt x="1095841" y="123260"/>
                  </a:lnTo>
                  <a:lnTo>
                    <a:pt x="1104824" y="130405"/>
                  </a:lnTo>
                  <a:lnTo>
                    <a:pt x="1113806" y="137444"/>
                  </a:lnTo>
                  <a:lnTo>
                    <a:pt x="1122788" y="144425"/>
                  </a:lnTo>
                  <a:lnTo>
                    <a:pt x="1131770" y="151403"/>
                  </a:lnTo>
                  <a:lnTo>
                    <a:pt x="1140753" y="158431"/>
                  </a:lnTo>
                  <a:lnTo>
                    <a:pt x="1149735" y="165549"/>
                  </a:lnTo>
                  <a:lnTo>
                    <a:pt x="1158717" y="172775"/>
                  </a:lnTo>
                  <a:lnTo>
                    <a:pt x="1167700" y="180100"/>
                  </a:lnTo>
                  <a:lnTo>
                    <a:pt x="1176682" y="187491"/>
                  </a:lnTo>
                  <a:lnTo>
                    <a:pt x="1185664" y="194882"/>
                  </a:lnTo>
                  <a:lnTo>
                    <a:pt x="1194647" y="202207"/>
                  </a:lnTo>
                  <a:lnTo>
                    <a:pt x="1203629" y="209404"/>
                  </a:lnTo>
                  <a:lnTo>
                    <a:pt x="1212611" y="216424"/>
                  </a:lnTo>
                  <a:lnTo>
                    <a:pt x="1221594" y="223238"/>
                  </a:lnTo>
                  <a:lnTo>
                    <a:pt x="1230576" y="229835"/>
                  </a:lnTo>
                  <a:lnTo>
                    <a:pt x="1239558" y="236209"/>
                  </a:lnTo>
                  <a:lnTo>
                    <a:pt x="1248540" y="242355"/>
                  </a:lnTo>
                  <a:lnTo>
                    <a:pt x="1257523" y="248256"/>
                  </a:lnTo>
                  <a:lnTo>
                    <a:pt x="1266505" y="253879"/>
                  </a:lnTo>
                  <a:lnTo>
                    <a:pt x="1275487" y="259181"/>
                  </a:lnTo>
                  <a:lnTo>
                    <a:pt x="1284470" y="264115"/>
                  </a:lnTo>
                  <a:lnTo>
                    <a:pt x="1293452" y="268646"/>
                  </a:lnTo>
                  <a:lnTo>
                    <a:pt x="1302434" y="272754"/>
                  </a:lnTo>
                  <a:lnTo>
                    <a:pt x="1311417" y="276481"/>
                  </a:lnTo>
                  <a:lnTo>
                    <a:pt x="1320399" y="279924"/>
                  </a:lnTo>
                  <a:lnTo>
                    <a:pt x="1329381" y="283184"/>
                  </a:lnTo>
                  <a:lnTo>
                    <a:pt x="1338364" y="286371"/>
                  </a:lnTo>
                  <a:lnTo>
                    <a:pt x="1347346" y="289576"/>
                  </a:lnTo>
                  <a:lnTo>
                    <a:pt x="1356328" y="292861"/>
                  </a:lnTo>
                  <a:lnTo>
                    <a:pt x="1365310" y="296248"/>
                  </a:lnTo>
                  <a:lnTo>
                    <a:pt x="1374293" y="299718"/>
                  </a:lnTo>
                  <a:lnTo>
                    <a:pt x="1383275" y="303215"/>
                  </a:lnTo>
                  <a:lnTo>
                    <a:pt x="1392257" y="306667"/>
                  </a:lnTo>
                  <a:lnTo>
                    <a:pt x="1401240" y="309993"/>
                  </a:lnTo>
                  <a:lnTo>
                    <a:pt x="1410222" y="313117"/>
                  </a:lnTo>
                  <a:lnTo>
                    <a:pt x="1419204" y="315986"/>
                  </a:lnTo>
                  <a:lnTo>
                    <a:pt x="1428187" y="318557"/>
                  </a:lnTo>
                  <a:lnTo>
                    <a:pt x="1437169" y="320812"/>
                  </a:lnTo>
                  <a:lnTo>
                    <a:pt x="1446151" y="322781"/>
                  </a:lnTo>
                  <a:lnTo>
                    <a:pt x="1455134" y="324494"/>
                  </a:lnTo>
                  <a:lnTo>
                    <a:pt x="1464116" y="325991"/>
                  </a:lnTo>
                  <a:lnTo>
                    <a:pt x="1473098" y="327323"/>
                  </a:lnTo>
                  <a:lnTo>
                    <a:pt x="1482081" y="328546"/>
                  </a:lnTo>
                  <a:lnTo>
                    <a:pt x="1491063" y="329719"/>
                  </a:lnTo>
                  <a:lnTo>
                    <a:pt x="1500045" y="330900"/>
                  </a:lnTo>
                  <a:lnTo>
                    <a:pt x="1509027" y="332136"/>
                  </a:lnTo>
                  <a:lnTo>
                    <a:pt x="1518010" y="333465"/>
                  </a:lnTo>
                  <a:lnTo>
                    <a:pt x="1526992" y="334904"/>
                  </a:lnTo>
                  <a:lnTo>
                    <a:pt x="1535974" y="336451"/>
                  </a:lnTo>
                  <a:lnTo>
                    <a:pt x="1544957" y="338083"/>
                  </a:lnTo>
                  <a:lnTo>
                    <a:pt x="1553939" y="339759"/>
                  </a:lnTo>
                  <a:lnTo>
                    <a:pt x="1562921" y="341421"/>
                  </a:lnTo>
                  <a:lnTo>
                    <a:pt x="1571904" y="343007"/>
                  </a:lnTo>
                  <a:lnTo>
                    <a:pt x="1580886" y="344465"/>
                  </a:lnTo>
                  <a:lnTo>
                    <a:pt x="1589868" y="345756"/>
                  </a:lnTo>
                  <a:lnTo>
                    <a:pt x="1598851" y="346852"/>
                  </a:lnTo>
                  <a:lnTo>
                    <a:pt x="1607833" y="347747"/>
                  </a:lnTo>
                  <a:lnTo>
                    <a:pt x="1616815" y="348449"/>
                  </a:lnTo>
                  <a:lnTo>
                    <a:pt x="1625797" y="348983"/>
                  </a:lnTo>
                  <a:lnTo>
                    <a:pt x="1634780" y="349384"/>
                  </a:lnTo>
                  <a:lnTo>
                    <a:pt x="1643762" y="349693"/>
                  </a:lnTo>
                  <a:lnTo>
                    <a:pt x="1643762" y="353417"/>
                  </a:lnTo>
                  <a:lnTo>
                    <a:pt x="1634780" y="353417"/>
                  </a:lnTo>
                  <a:lnTo>
                    <a:pt x="1625797" y="353417"/>
                  </a:lnTo>
                  <a:lnTo>
                    <a:pt x="1616815" y="353417"/>
                  </a:lnTo>
                  <a:lnTo>
                    <a:pt x="1607833" y="353417"/>
                  </a:lnTo>
                  <a:lnTo>
                    <a:pt x="1598851" y="353417"/>
                  </a:lnTo>
                  <a:lnTo>
                    <a:pt x="1589868" y="353417"/>
                  </a:lnTo>
                  <a:lnTo>
                    <a:pt x="1580886" y="353417"/>
                  </a:lnTo>
                  <a:lnTo>
                    <a:pt x="1571904" y="353417"/>
                  </a:lnTo>
                  <a:lnTo>
                    <a:pt x="1562921" y="353417"/>
                  </a:lnTo>
                  <a:lnTo>
                    <a:pt x="1553939" y="353417"/>
                  </a:lnTo>
                  <a:lnTo>
                    <a:pt x="1544957" y="353417"/>
                  </a:lnTo>
                  <a:lnTo>
                    <a:pt x="1535974" y="353417"/>
                  </a:lnTo>
                  <a:lnTo>
                    <a:pt x="1526992" y="353417"/>
                  </a:lnTo>
                  <a:lnTo>
                    <a:pt x="1518010" y="353417"/>
                  </a:lnTo>
                  <a:lnTo>
                    <a:pt x="1509027" y="353417"/>
                  </a:lnTo>
                  <a:lnTo>
                    <a:pt x="1500045" y="353417"/>
                  </a:lnTo>
                  <a:lnTo>
                    <a:pt x="1491063" y="353417"/>
                  </a:lnTo>
                  <a:lnTo>
                    <a:pt x="1482081" y="353417"/>
                  </a:lnTo>
                  <a:lnTo>
                    <a:pt x="1473098" y="353417"/>
                  </a:lnTo>
                  <a:lnTo>
                    <a:pt x="1464116" y="353417"/>
                  </a:lnTo>
                  <a:lnTo>
                    <a:pt x="1455134" y="353417"/>
                  </a:lnTo>
                  <a:lnTo>
                    <a:pt x="1446151" y="353417"/>
                  </a:lnTo>
                  <a:lnTo>
                    <a:pt x="1437169" y="353417"/>
                  </a:lnTo>
                  <a:lnTo>
                    <a:pt x="1428187" y="353417"/>
                  </a:lnTo>
                  <a:lnTo>
                    <a:pt x="1419204" y="353417"/>
                  </a:lnTo>
                  <a:lnTo>
                    <a:pt x="1410222" y="353417"/>
                  </a:lnTo>
                  <a:lnTo>
                    <a:pt x="1401240" y="353417"/>
                  </a:lnTo>
                  <a:lnTo>
                    <a:pt x="1392257" y="353417"/>
                  </a:lnTo>
                  <a:lnTo>
                    <a:pt x="1383275" y="353417"/>
                  </a:lnTo>
                  <a:lnTo>
                    <a:pt x="1374293" y="353417"/>
                  </a:lnTo>
                  <a:lnTo>
                    <a:pt x="1365310" y="353417"/>
                  </a:lnTo>
                  <a:lnTo>
                    <a:pt x="1356328" y="353417"/>
                  </a:lnTo>
                  <a:lnTo>
                    <a:pt x="1347346" y="353417"/>
                  </a:lnTo>
                  <a:lnTo>
                    <a:pt x="1338364" y="353417"/>
                  </a:lnTo>
                  <a:lnTo>
                    <a:pt x="1329381" y="353417"/>
                  </a:lnTo>
                  <a:lnTo>
                    <a:pt x="1320399" y="353417"/>
                  </a:lnTo>
                  <a:lnTo>
                    <a:pt x="1311417" y="353417"/>
                  </a:lnTo>
                  <a:lnTo>
                    <a:pt x="1302434" y="353417"/>
                  </a:lnTo>
                  <a:lnTo>
                    <a:pt x="1293452" y="353417"/>
                  </a:lnTo>
                  <a:lnTo>
                    <a:pt x="1284470" y="353417"/>
                  </a:lnTo>
                  <a:lnTo>
                    <a:pt x="1275487" y="353417"/>
                  </a:lnTo>
                  <a:lnTo>
                    <a:pt x="1266505" y="353417"/>
                  </a:lnTo>
                  <a:lnTo>
                    <a:pt x="1257523" y="353417"/>
                  </a:lnTo>
                  <a:lnTo>
                    <a:pt x="1248540" y="353417"/>
                  </a:lnTo>
                  <a:lnTo>
                    <a:pt x="1239558" y="353417"/>
                  </a:lnTo>
                  <a:lnTo>
                    <a:pt x="1230576" y="353417"/>
                  </a:lnTo>
                  <a:lnTo>
                    <a:pt x="1221594" y="353417"/>
                  </a:lnTo>
                  <a:lnTo>
                    <a:pt x="1212611" y="353417"/>
                  </a:lnTo>
                  <a:lnTo>
                    <a:pt x="1203629" y="353417"/>
                  </a:lnTo>
                  <a:lnTo>
                    <a:pt x="1194647" y="353417"/>
                  </a:lnTo>
                  <a:lnTo>
                    <a:pt x="1185664" y="353417"/>
                  </a:lnTo>
                  <a:lnTo>
                    <a:pt x="1176682" y="353417"/>
                  </a:lnTo>
                  <a:lnTo>
                    <a:pt x="1167700" y="353417"/>
                  </a:lnTo>
                  <a:lnTo>
                    <a:pt x="1158717" y="353417"/>
                  </a:lnTo>
                  <a:lnTo>
                    <a:pt x="1149735" y="353417"/>
                  </a:lnTo>
                  <a:lnTo>
                    <a:pt x="1140753" y="353417"/>
                  </a:lnTo>
                  <a:lnTo>
                    <a:pt x="1131770" y="353417"/>
                  </a:lnTo>
                  <a:lnTo>
                    <a:pt x="1122788" y="353417"/>
                  </a:lnTo>
                  <a:lnTo>
                    <a:pt x="1113806" y="353417"/>
                  </a:lnTo>
                  <a:lnTo>
                    <a:pt x="1104824" y="353417"/>
                  </a:lnTo>
                  <a:lnTo>
                    <a:pt x="1095841" y="353417"/>
                  </a:lnTo>
                  <a:lnTo>
                    <a:pt x="1086859" y="353417"/>
                  </a:lnTo>
                  <a:lnTo>
                    <a:pt x="1077877" y="353417"/>
                  </a:lnTo>
                  <a:lnTo>
                    <a:pt x="1068894" y="353417"/>
                  </a:lnTo>
                  <a:lnTo>
                    <a:pt x="1059912" y="353417"/>
                  </a:lnTo>
                  <a:lnTo>
                    <a:pt x="1050930" y="353417"/>
                  </a:lnTo>
                  <a:lnTo>
                    <a:pt x="1041947" y="353417"/>
                  </a:lnTo>
                  <a:lnTo>
                    <a:pt x="1032965" y="353417"/>
                  </a:lnTo>
                  <a:lnTo>
                    <a:pt x="1023983" y="353417"/>
                  </a:lnTo>
                  <a:lnTo>
                    <a:pt x="1015000" y="353417"/>
                  </a:lnTo>
                  <a:lnTo>
                    <a:pt x="1006018" y="353417"/>
                  </a:lnTo>
                  <a:lnTo>
                    <a:pt x="997036" y="353417"/>
                  </a:lnTo>
                  <a:lnTo>
                    <a:pt x="988054" y="353417"/>
                  </a:lnTo>
                  <a:lnTo>
                    <a:pt x="979071" y="353417"/>
                  </a:lnTo>
                  <a:lnTo>
                    <a:pt x="970089" y="353417"/>
                  </a:lnTo>
                  <a:lnTo>
                    <a:pt x="961107" y="353417"/>
                  </a:lnTo>
                  <a:lnTo>
                    <a:pt x="952124" y="353417"/>
                  </a:lnTo>
                  <a:lnTo>
                    <a:pt x="943142" y="353417"/>
                  </a:lnTo>
                  <a:lnTo>
                    <a:pt x="934160" y="353417"/>
                  </a:lnTo>
                  <a:lnTo>
                    <a:pt x="925177" y="353417"/>
                  </a:lnTo>
                  <a:lnTo>
                    <a:pt x="916195" y="353417"/>
                  </a:lnTo>
                  <a:lnTo>
                    <a:pt x="907213" y="353417"/>
                  </a:lnTo>
                  <a:lnTo>
                    <a:pt x="898230" y="353417"/>
                  </a:lnTo>
                  <a:lnTo>
                    <a:pt x="889248" y="353417"/>
                  </a:lnTo>
                  <a:lnTo>
                    <a:pt x="880266" y="353417"/>
                  </a:lnTo>
                  <a:lnTo>
                    <a:pt x="871283" y="353417"/>
                  </a:lnTo>
                  <a:lnTo>
                    <a:pt x="862301" y="353417"/>
                  </a:lnTo>
                  <a:lnTo>
                    <a:pt x="853319" y="353417"/>
                  </a:lnTo>
                  <a:lnTo>
                    <a:pt x="844337" y="353417"/>
                  </a:lnTo>
                  <a:lnTo>
                    <a:pt x="835354" y="353417"/>
                  </a:lnTo>
                  <a:lnTo>
                    <a:pt x="826372" y="353417"/>
                  </a:lnTo>
                  <a:lnTo>
                    <a:pt x="817390" y="353417"/>
                  </a:lnTo>
                  <a:lnTo>
                    <a:pt x="808407" y="353417"/>
                  </a:lnTo>
                  <a:lnTo>
                    <a:pt x="799425" y="353417"/>
                  </a:lnTo>
                  <a:lnTo>
                    <a:pt x="790443" y="353417"/>
                  </a:lnTo>
                  <a:lnTo>
                    <a:pt x="781460" y="353417"/>
                  </a:lnTo>
                  <a:lnTo>
                    <a:pt x="772478" y="353417"/>
                  </a:lnTo>
                  <a:lnTo>
                    <a:pt x="763496" y="353417"/>
                  </a:lnTo>
                  <a:lnTo>
                    <a:pt x="754513" y="353417"/>
                  </a:lnTo>
                  <a:lnTo>
                    <a:pt x="745531" y="353417"/>
                  </a:lnTo>
                  <a:lnTo>
                    <a:pt x="736549" y="353417"/>
                  </a:lnTo>
                  <a:lnTo>
                    <a:pt x="727567" y="353417"/>
                  </a:lnTo>
                  <a:lnTo>
                    <a:pt x="718584" y="353417"/>
                  </a:lnTo>
                  <a:lnTo>
                    <a:pt x="709602" y="353417"/>
                  </a:lnTo>
                  <a:lnTo>
                    <a:pt x="700620" y="353417"/>
                  </a:lnTo>
                  <a:lnTo>
                    <a:pt x="691637" y="353417"/>
                  </a:lnTo>
                  <a:lnTo>
                    <a:pt x="682655" y="353417"/>
                  </a:lnTo>
                  <a:lnTo>
                    <a:pt x="673673" y="353417"/>
                  </a:lnTo>
                  <a:lnTo>
                    <a:pt x="664690" y="353417"/>
                  </a:lnTo>
                  <a:lnTo>
                    <a:pt x="655708" y="353417"/>
                  </a:lnTo>
                  <a:lnTo>
                    <a:pt x="646726" y="353417"/>
                  </a:lnTo>
                  <a:lnTo>
                    <a:pt x="637743" y="353417"/>
                  </a:lnTo>
                  <a:lnTo>
                    <a:pt x="628761" y="353417"/>
                  </a:lnTo>
                  <a:lnTo>
                    <a:pt x="619779" y="353417"/>
                  </a:lnTo>
                  <a:lnTo>
                    <a:pt x="610797" y="353417"/>
                  </a:lnTo>
                  <a:lnTo>
                    <a:pt x="601814" y="353417"/>
                  </a:lnTo>
                  <a:lnTo>
                    <a:pt x="592832" y="353417"/>
                  </a:lnTo>
                  <a:lnTo>
                    <a:pt x="583850" y="353417"/>
                  </a:lnTo>
                  <a:lnTo>
                    <a:pt x="574867" y="353417"/>
                  </a:lnTo>
                  <a:lnTo>
                    <a:pt x="565885" y="353417"/>
                  </a:lnTo>
                  <a:lnTo>
                    <a:pt x="556903" y="353417"/>
                  </a:lnTo>
                  <a:lnTo>
                    <a:pt x="547920" y="353417"/>
                  </a:lnTo>
                  <a:lnTo>
                    <a:pt x="538938" y="353417"/>
                  </a:lnTo>
                  <a:lnTo>
                    <a:pt x="529956" y="353417"/>
                  </a:lnTo>
                  <a:lnTo>
                    <a:pt x="520973" y="353417"/>
                  </a:lnTo>
                  <a:lnTo>
                    <a:pt x="511991" y="353417"/>
                  </a:lnTo>
                  <a:lnTo>
                    <a:pt x="503009" y="353417"/>
                  </a:lnTo>
                  <a:lnTo>
                    <a:pt x="494027" y="353417"/>
                  </a:lnTo>
                  <a:lnTo>
                    <a:pt x="485044" y="353417"/>
                  </a:lnTo>
                  <a:lnTo>
                    <a:pt x="476062" y="353417"/>
                  </a:lnTo>
                  <a:lnTo>
                    <a:pt x="467080" y="353417"/>
                  </a:lnTo>
                  <a:lnTo>
                    <a:pt x="458097" y="353417"/>
                  </a:lnTo>
                  <a:lnTo>
                    <a:pt x="449115" y="353417"/>
                  </a:lnTo>
                  <a:lnTo>
                    <a:pt x="440133" y="353417"/>
                  </a:lnTo>
                  <a:lnTo>
                    <a:pt x="431150" y="353417"/>
                  </a:lnTo>
                  <a:lnTo>
                    <a:pt x="422168" y="353417"/>
                  </a:lnTo>
                  <a:lnTo>
                    <a:pt x="413186" y="353417"/>
                  </a:lnTo>
                  <a:lnTo>
                    <a:pt x="404203" y="353417"/>
                  </a:lnTo>
                  <a:lnTo>
                    <a:pt x="395221" y="353417"/>
                  </a:lnTo>
                  <a:lnTo>
                    <a:pt x="386239" y="353417"/>
                  </a:lnTo>
                  <a:lnTo>
                    <a:pt x="377256" y="353417"/>
                  </a:lnTo>
                  <a:lnTo>
                    <a:pt x="368274" y="353417"/>
                  </a:lnTo>
                  <a:lnTo>
                    <a:pt x="359292" y="353417"/>
                  </a:lnTo>
                  <a:lnTo>
                    <a:pt x="350310" y="353417"/>
                  </a:lnTo>
                  <a:lnTo>
                    <a:pt x="341327" y="353417"/>
                  </a:lnTo>
                  <a:lnTo>
                    <a:pt x="332345" y="353417"/>
                  </a:lnTo>
                  <a:lnTo>
                    <a:pt x="323363" y="353417"/>
                  </a:lnTo>
                  <a:lnTo>
                    <a:pt x="314380" y="353417"/>
                  </a:lnTo>
                  <a:lnTo>
                    <a:pt x="305398" y="353417"/>
                  </a:lnTo>
                  <a:lnTo>
                    <a:pt x="296416" y="353417"/>
                  </a:lnTo>
                  <a:lnTo>
                    <a:pt x="287433" y="353417"/>
                  </a:lnTo>
                  <a:lnTo>
                    <a:pt x="278451" y="353417"/>
                  </a:lnTo>
                  <a:lnTo>
                    <a:pt x="269469" y="353417"/>
                  </a:lnTo>
                  <a:lnTo>
                    <a:pt x="260486" y="353417"/>
                  </a:lnTo>
                  <a:lnTo>
                    <a:pt x="251504" y="353417"/>
                  </a:lnTo>
                  <a:lnTo>
                    <a:pt x="242522" y="353417"/>
                  </a:lnTo>
                  <a:lnTo>
                    <a:pt x="233540" y="353417"/>
                  </a:lnTo>
                  <a:lnTo>
                    <a:pt x="224557" y="353417"/>
                  </a:lnTo>
                  <a:lnTo>
                    <a:pt x="215575" y="353417"/>
                  </a:lnTo>
                  <a:lnTo>
                    <a:pt x="206593" y="353417"/>
                  </a:lnTo>
                  <a:lnTo>
                    <a:pt x="197610" y="353417"/>
                  </a:lnTo>
                  <a:lnTo>
                    <a:pt x="188628" y="353417"/>
                  </a:lnTo>
                  <a:lnTo>
                    <a:pt x="179646" y="353417"/>
                  </a:lnTo>
                  <a:lnTo>
                    <a:pt x="170663" y="353417"/>
                  </a:lnTo>
                  <a:lnTo>
                    <a:pt x="161681" y="353417"/>
                  </a:lnTo>
                  <a:lnTo>
                    <a:pt x="152699" y="353417"/>
                  </a:lnTo>
                  <a:lnTo>
                    <a:pt x="143716" y="353417"/>
                  </a:lnTo>
                  <a:lnTo>
                    <a:pt x="134734" y="353417"/>
                  </a:lnTo>
                  <a:lnTo>
                    <a:pt x="125752" y="353417"/>
                  </a:lnTo>
                  <a:lnTo>
                    <a:pt x="116770" y="353417"/>
                  </a:lnTo>
                  <a:lnTo>
                    <a:pt x="107787" y="353417"/>
                  </a:lnTo>
                  <a:lnTo>
                    <a:pt x="98805" y="353417"/>
                  </a:lnTo>
                  <a:lnTo>
                    <a:pt x="89823" y="353417"/>
                  </a:lnTo>
                  <a:lnTo>
                    <a:pt x="80840" y="353417"/>
                  </a:lnTo>
                  <a:lnTo>
                    <a:pt x="71858" y="353417"/>
                  </a:lnTo>
                  <a:lnTo>
                    <a:pt x="62876" y="353417"/>
                  </a:lnTo>
                  <a:lnTo>
                    <a:pt x="53893" y="353417"/>
                  </a:lnTo>
                  <a:lnTo>
                    <a:pt x="44911" y="353417"/>
                  </a:lnTo>
                  <a:lnTo>
                    <a:pt x="35929" y="353417"/>
                  </a:lnTo>
                  <a:lnTo>
                    <a:pt x="26946" y="353417"/>
                  </a:lnTo>
                  <a:lnTo>
                    <a:pt x="17964" y="353417"/>
                  </a:lnTo>
                  <a:lnTo>
                    <a:pt x="8982" y="353417"/>
                  </a:lnTo>
                  <a:lnTo>
                    <a:pt x="0" y="353417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31689" y="3513694"/>
              <a:ext cx="1643762" cy="349693"/>
            </a:xfrm>
            <a:custGeom>
              <a:avLst/>
              <a:pathLst>
                <a:path w="1643762" h="349693">
                  <a:moveTo>
                    <a:pt x="0" y="349279"/>
                  </a:moveTo>
                  <a:lnTo>
                    <a:pt x="8982" y="348601"/>
                  </a:lnTo>
                  <a:lnTo>
                    <a:pt x="17964" y="347817"/>
                  </a:lnTo>
                  <a:lnTo>
                    <a:pt x="26946" y="346909"/>
                  </a:lnTo>
                  <a:lnTo>
                    <a:pt x="35929" y="345870"/>
                  </a:lnTo>
                  <a:lnTo>
                    <a:pt x="44911" y="344704"/>
                  </a:lnTo>
                  <a:lnTo>
                    <a:pt x="53893" y="343422"/>
                  </a:lnTo>
                  <a:lnTo>
                    <a:pt x="62876" y="342048"/>
                  </a:lnTo>
                  <a:lnTo>
                    <a:pt x="71858" y="340613"/>
                  </a:lnTo>
                  <a:lnTo>
                    <a:pt x="80840" y="339158"/>
                  </a:lnTo>
                  <a:lnTo>
                    <a:pt x="89823" y="337722"/>
                  </a:lnTo>
                  <a:lnTo>
                    <a:pt x="98805" y="336339"/>
                  </a:lnTo>
                  <a:lnTo>
                    <a:pt x="107787" y="335033"/>
                  </a:lnTo>
                  <a:lnTo>
                    <a:pt x="116770" y="333814"/>
                  </a:lnTo>
                  <a:lnTo>
                    <a:pt x="125752" y="332675"/>
                  </a:lnTo>
                  <a:lnTo>
                    <a:pt x="134734" y="331599"/>
                  </a:lnTo>
                  <a:lnTo>
                    <a:pt x="143716" y="330554"/>
                  </a:lnTo>
                  <a:lnTo>
                    <a:pt x="152699" y="329500"/>
                  </a:lnTo>
                  <a:lnTo>
                    <a:pt x="161681" y="328379"/>
                  </a:lnTo>
                  <a:lnTo>
                    <a:pt x="170663" y="327139"/>
                  </a:lnTo>
                  <a:lnTo>
                    <a:pt x="179646" y="325722"/>
                  </a:lnTo>
                  <a:lnTo>
                    <a:pt x="188628" y="324073"/>
                  </a:lnTo>
                  <a:lnTo>
                    <a:pt x="197610" y="322146"/>
                  </a:lnTo>
                  <a:lnTo>
                    <a:pt x="206593" y="319913"/>
                  </a:lnTo>
                  <a:lnTo>
                    <a:pt x="215575" y="317365"/>
                  </a:lnTo>
                  <a:lnTo>
                    <a:pt x="224557" y="314523"/>
                  </a:lnTo>
                  <a:lnTo>
                    <a:pt x="233540" y="311431"/>
                  </a:lnTo>
                  <a:lnTo>
                    <a:pt x="242522" y="308153"/>
                  </a:lnTo>
                  <a:lnTo>
                    <a:pt x="251504" y="304769"/>
                  </a:lnTo>
                  <a:lnTo>
                    <a:pt x="260486" y="301358"/>
                  </a:lnTo>
                  <a:lnTo>
                    <a:pt x="269469" y="297993"/>
                  </a:lnTo>
                  <a:lnTo>
                    <a:pt x="278451" y="294731"/>
                  </a:lnTo>
                  <a:lnTo>
                    <a:pt x="287433" y="291612"/>
                  </a:lnTo>
                  <a:lnTo>
                    <a:pt x="296416" y="288628"/>
                  </a:lnTo>
                  <a:lnTo>
                    <a:pt x="305398" y="285757"/>
                  </a:lnTo>
                  <a:lnTo>
                    <a:pt x="314380" y="282960"/>
                  </a:lnTo>
                  <a:lnTo>
                    <a:pt x="323363" y="280187"/>
                  </a:lnTo>
                  <a:lnTo>
                    <a:pt x="332345" y="277384"/>
                  </a:lnTo>
                  <a:lnTo>
                    <a:pt x="341327" y="274498"/>
                  </a:lnTo>
                  <a:lnTo>
                    <a:pt x="350310" y="271479"/>
                  </a:lnTo>
                  <a:lnTo>
                    <a:pt x="359292" y="268287"/>
                  </a:lnTo>
                  <a:lnTo>
                    <a:pt x="368274" y="264889"/>
                  </a:lnTo>
                  <a:lnTo>
                    <a:pt x="377256" y="261260"/>
                  </a:lnTo>
                  <a:lnTo>
                    <a:pt x="386239" y="257383"/>
                  </a:lnTo>
                  <a:lnTo>
                    <a:pt x="395221" y="253248"/>
                  </a:lnTo>
                  <a:lnTo>
                    <a:pt x="404203" y="248846"/>
                  </a:lnTo>
                  <a:lnTo>
                    <a:pt x="413186" y="244145"/>
                  </a:lnTo>
                  <a:lnTo>
                    <a:pt x="422168" y="239151"/>
                  </a:lnTo>
                  <a:lnTo>
                    <a:pt x="431150" y="233853"/>
                  </a:lnTo>
                  <a:lnTo>
                    <a:pt x="440133" y="228237"/>
                  </a:lnTo>
                  <a:lnTo>
                    <a:pt x="449115" y="222290"/>
                  </a:lnTo>
                  <a:lnTo>
                    <a:pt x="458097" y="216007"/>
                  </a:lnTo>
                  <a:lnTo>
                    <a:pt x="467080" y="209393"/>
                  </a:lnTo>
                  <a:lnTo>
                    <a:pt x="476062" y="202464"/>
                  </a:lnTo>
                  <a:lnTo>
                    <a:pt x="485044" y="195246"/>
                  </a:lnTo>
                  <a:lnTo>
                    <a:pt x="494027" y="187775"/>
                  </a:lnTo>
                  <a:lnTo>
                    <a:pt x="503009" y="180092"/>
                  </a:lnTo>
                  <a:lnTo>
                    <a:pt x="511991" y="172240"/>
                  </a:lnTo>
                  <a:lnTo>
                    <a:pt x="520973" y="164264"/>
                  </a:lnTo>
                  <a:lnTo>
                    <a:pt x="529956" y="156204"/>
                  </a:lnTo>
                  <a:lnTo>
                    <a:pt x="538938" y="148101"/>
                  </a:lnTo>
                  <a:lnTo>
                    <a:pt x="547920" y="140002"/>
                  </a:lnTo>
                  <a:lnTo>
                    <a:pt x="556903" y="131947"/>
                  </a:lnTo>
                  <a:lnTo>
                    <a:pt x="565885" y="123977"/>
                  </a:lnTo>
                  <a:lnTo>
                    <a:pt x="574867" y="116131"/>
                  </a:lnTo>
                  <a:lnTo>
                    <a:pt x="583850" y="108443"/>
                  </a:lnTo>
                  <a:lnTo>
                    <a:pt x="592832" y="100942"/>
                  </a:lnTo>
                  <a:lnTo>
                    <a:pt x="601814" y="93651"/>
                  </a:lnTo>
                  <a:lnTo>
                    <a:pt x="610797" y="86588"/>
                  </a:lnTo>
                  <a:lnTo>
                    <a:pt x="619779" y="79773"/>
                  </a:lnTo>
                  <a:lnTo>
                    <a:pt x="628761" y="73222"/>
                  </a:lnTo>
                  <a:lnTo>
                    <a:pt x="637743" y="66957"/>
                  </a:lnTo>
                  <a:lnTo>
                    <a:pt x="646726" y="60997"/>
                  </a:lnTo>
                  <a:lnTo>
                    <a:pt x="655708" y="55354"/>
                  </a:lnTo>
                  <a:lnTo>
                    <a:pt x="664690" y="50036"/>
                  </a:lnTo>
                  <a:lnTo>
                    <a:pt x="673673" y="45013"/>
                  </a:lnTo>
                  <a:lnTo>
                    <a:pt x="682655" y="40223"/>
                  </a:lnTo>
                  <a:lnTo>
                    <a:pt x="691637" y="35612"/>
                  </a:lnTo>
                  <a:lnTo>
                    <a:pt x="700620" y="31139"/>
                  </a:lnTo>
                  <a:lnTo>
                    <a:pt x="709602" y="26798"/>
                  </a:lnTo>
                  <a:lnTo>
                    <a:pt x="718584" y="22627"/>
                  </a:lnTo>
                  <a:lnTo>
                    <a:pt x="727567" y="18719"/>
                  </a:lnTo>
                  <a:lnTo>
                    <a:pt x="736549" y="15198"/>
                  </a:lnTo>
                  <a:lnTo>
                    <a:pt x="745531" y="12204"/>
                  </a:lnTo>
                  <a:lnTo>
                    <a:pt x="754513" y="9853"/>
                  </a:lnTo>
                  <a:lnTo>
                    <a:pt x="763496" y="8210"/>
                  </a:lnTo>
                  <a:lnTo>
                    <a:pt x="772478" y="7262"/>
                  </a:lnTo>
                  <a:lnTo>
                    <a:pt x="781460" y="6917"/>
                  </a:lnTo>
                  <a:lnTo>
                    <a:pt x="790443" y="7019"/>
                  </a:lnTo>
                  <a:lnTo>
                    <a:pt x="799425" y="7343"/>
                  </a:lnTo>
                  <a:lnTo>
                    <a:pt x="808407" y="7656"/>
                  </a:lnTo>
                  <a:lnTo>
                    <a:pt x="817390" y="7781"/>
                  </a:lnTo>
                  <a:lnTo>
                    <a:pt x="826372" y="7593"/>
                  </a:lnTo>
                  <a:lnTo>
                    <a:pt x="835354" y="7026"/>
                  </a:lnTo>
                  <a:lnTo>
                    <a:pt x="844337" y="6079"/>
                  </a:lnTo>
                  <a:lnTo>
                    <a:pt x="853319" y="4816"/>
                  </a:lnTo>
                  <a:lnTo>
                    <a:pt x="862301" y="3365"/>
                  </a:lnTo>
                  <a:lnTo>
                    <a:pt x="871283" y="1913"/>
                  </a:lnTo>
                  <a:lnTo>
                    <a:pt x="880266" y="701"/>
                  </a:lnTo>
                  <a:lnTo>
                    <a:pt x="889248" y="0"/>
                  </a:lnTo>
                  <a:lnTo>
                    <a:pt x="898230" y="79"/>
                  </a:lnTo>
                  <a:lnTo>
                    <a:pt x="907213" y="1167"/>
                  </a:lnTo>
                  <a:lnTo>
                    <a:pt x="916195" y="3417"/>
                  </a:lnTo>
                  <a:lnTo>
                    <a:pt x="925177" y="6913"/>
                  </a:lnTo>
                  <a:lnTo>
                    <a:pt x="934160" y="11422"/>
                  </a:lnTo>
                  <a:lnTo>
                    <a:pt x="943142" y="16692"/>
                  </a:lnTo>
                  <a:lnTo>
                    <a:pt x="952124" y="22418"/>
                  </a:lnTo>
                  <a:lnTo>
                    <a:pt x="961107" y="28302"/>
                  </a:lnTo>
                  <a:lnTo>
                    <a:pt x="970089" y="34112"/>
                  </a:lnTo>
                  <a:lnTo>
                    <a:pt x="979071" y="39713"/>
                  </a:lnTo>
                  <a:lnTo>
                    <a:pt x="988054" y="45087"/>
                  </a:lnTo>
                  <a:lnTo>
                    <a:pt x="997036" y="50316"/>
                  </a:lnTo>
                  <a:lnTo>
                    <a:pt x="1006018" y="55547"/>
                  </a:lnTo>
                  <a:lnTo>
                    <a:pt x="1015000" y="60952"/>
                  </a:lnTo>
                  <a:lnTo>
                    <a:pt x="1023983" y="66680"/>
                  </a:lnTo>
                  <a:lnTo>
                    <a:pt x="1032965" y="72828"/>
                  </a:lnTo>
                  <a:lnTo>
                    <a:pt x="1041947" y="79420"/>
                  </a:lnTo>
                  <a:lnTo>
                    <a:pt x="1050930" y="86429"/>
                  </a:lnTo>
                  <a:lnTo>
                    <a:pt x="1059912" y="93714"/>
                  </a:lnTo>
                  <a:lnTo>
                    <a:pt x="1068894" y="101144"/>
                  </a:lnTo>
                  <a:lnTo>
                    <a:pt x="1077877" y="108598"/>
                  </a:lnTo>
                  <a:lnTo>
                    <a:pt x="1086859" y="115988"/>
                  </a:lnTo>
                  <a:lnTo>
                    <a:pt x="1095841" y="123260"/>
                  </a:lnTo>
                  <a:lnTo>
                    <a:pt x="1104824" y="130405"/>
                  </a:lnTo>
                  <a:lnTo>
                    <a:pt x="1113806" y="137444"/>
                  </a:lnTo>
                  <a:lnTo>
                    <a:pt x="1122788" y="144425"/>
                  </a:lnTo>
                  <a:lnTo>
                    <a:pt x="1131770" y="151403"/>
                  </a:lnTo>
                  <a:lnTo>
                    <a:pt x="1140753" y="158431"/>
                  </a:lnTo>
                  <a:lnTo>
                    <a:pt x="1149735" y="165549"/>
                  </a:lnTo>
                  <a:lnTo>
                    <a:pt x="1158717" y="172775"/>
                  </a:lnTo>
                  <a:lnTo>
                    <a:pt x="1167700" y="180100"/>
                  </a:lnTo>
                  <a:lnTo>
                    <a:pt x="1176682" y="187491"/>
                  </a:lnTo>
                  <a:lnTo>
                    <a:pt x="1185664" y="194882"/>
                  </a:lnTo>
                  <a:lnTo>
                    <a:pt x="1194647" y="202207"/>
                  </a:lnTo>
                  <a:lnTo>
                    <a:pt x="1203629" y="209404"/>
                  </a:lnTo>
                  <a:lnTo>
                    <a:pt x="1212611" y="216424"/>
                  </a:lnTo>
                  <a:lnTo>
                    <a:pt x="1221594" y="223238"/>
                  </a:lnTo>
                  <a:lnTo>
                    <a:pt x="1230576" y="229835"/>
                  </a:lnTo>
                  <a:lnTo>
                    <a:pt x="1239558" y="236209"/>
                  </a:lnTo>
                  <a:lnTo>
                    <a:pt x="1248540" y="242355"/>
                  </a:lnTo>
                  <a:lnTo>
                    <a:pt x="1257523" y="248256"/>
                  </a:lnTo>
                  <a:lnTo>
                    <a:pt x="1266505" y="253879"/>
                  </a:lnTo>
                  <a:lnTo>
                    <a:pt x="1275487" y="259181"/>
                  </a:lnTo>
                  <a:lnTo>
                    <a:pt x="1284470" y="264115"/>
                  </a:lnTo>
                  <a:lnTo>
                    <a:pt x="1293452" y="268646"/>
                  </a:lnTo>
                  <a:lnTo>
                    <a:pt x="1302434" y="272754"/>
                  </a:lnTo>
                  <a:lnTo>
                    <a:pt x="1311417" y="276481"/>
                  </a:lnTo>
                  <a:lnTo>
                    <a:pt x="1320399" y="279924"/>
                  </a:lnTo>
                  <a:lnTo>
                    <a:pt x="1329381" y="283184"/>
                  </a:lnTo>
                  <a:lnTo>
                    <a:pt x="1338364" y="286371"/>
                  </a:lnTo>
                  <a:lnTo>
                    <a:pt x="1347346" y="289576"/>
                  </a:lnTo>
                  <a:lnTo>
                    <a:pt x="1356328" y="292861"/>
                  </a:lnTo>
                  <a:lnTo>
                    <a:pt x="1365310" y="296248"/>
                  </a:lnTo>
                  <a:lnTo>
                    <a:pt x="1374293" y="299718"/>
                  </a:lnTo>
                  <a:lnTo>
                    <a:pt x="1383275" y="303215"/>
                  </a:lnTo>
                  <a:lnTo>
                    <a:pt x="1392257" y="306667"/>
                  </a:lnTo>
                  <a:lnTo>
                    <a:pt x="1401240" y="309993"/>
                  </a:lnTo>
                  <a:lnTo>
                    <a:pt x="1410222" y="313117"/>
                  </a:lnTo>
                  <a:lnTo>
                    <a:pt x="1419204" y="315986"/>
                  </a:lnTo>
                  <a:lnTo>
                    <a:pt x="1428187" y="318557"/>
                  </a:lnTo>
                  <a:lnTo>
                    <a:pt x="1437169" y="320812"/>
                  </a:lnTo>
                  <a:lnTo>
                    <a:pt x="1446151" y="322781"/>
                  </a:lnTo>
                  <a:lnTo>
                    <a:pt x="1455134" y="324494"/>
                  </a:lnTo>
                  <a:lnTo>
                    <a:pt x="1464116" y="325991"/>
                  </a:lnTo>
                  <a:lnTo>
                    <a:pt x="1473098" y="327323"/>
                  </a:lnTo>
                  <a:lnTo>
                    <a:pt x="1482081" y="328546"/>
                  </a:lnTo>
                  <a:lnTo>
                    <a:pt x="1491063" y="329719"/>
                  </a:lnTo>
                  <a:lnTo>
                    <a:pt x="1500045" y="330900"/>
                  </a:lnTo>
                  <a:lnTo>
                    <a:pt x="1509027" y="332136"/>
                  </a:lnTo>
                  <a:lnTo>
                    <a:pt x="1518010" y="333465"/>
                  </a:lnTo>
                  <a:lnTo>
                    <a:pt x="1526992" y="334904"/>
                  </a:lnTo>
                  <a:lnTo>
                    <a:pt x="1535974" y="336451"/>
                  </a:lnTo>
                  <a:lnTo>
                    <a:pt x="1544957" y="338083"/>
                  </a:lnTo>
                  <a:lnTo>
                    <a:pt x="1553939" y="339759"/>
                  </a:lnTo>
                  <a:lnTo>
                    <a:pt x="1562921" y="341421"/>
                  </a:lnTo>
                  <a:lnTo>
                    <a:pt x="1571904" y="343007"/>
                  </a:lnTo>
                  <a:lnTo>
                    <a:pt x="1580886" y="344465"/>
                  </a:lnTo>
                  <a:lnTo>
                    <a:pt x="1589868" y="345756"/>
                  </a:lnTo>
                  <a:lnTo>
                    <a:pt x="1598851" y="346852"/>
                  </a:lnTo>
                  <a:lnTo>
                    <a:pt x="1607833" y="347747"/>
                  </a:lnTo>
                  <a:lnTo>
                    <a:pt x="1616815" y="348449"/>
                  </a:lnTo>
                  <a:lnTo>
                    <a:pt x="1625797" y="348983"/>
                  </a:lnTo>
                  <a:lnTo>
                    <a:pt x="1634780" y="349384"/>
                  </a:lnTo>
                  <a:lnTo>
                    <a:pt x="1643762" y="349693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2765230" y="3805456"/>
              <a:ext cx="1167700" cy="526981"/>
            </a:xfrm>
            <a:custGeom>
              <a:avLst/>
              <a:pathLst>
                <a:path w="1167700" h="526981">
                  <a:moveTo>
                    <a:pt x="0" y="522996"/>
                  </a:moveTo>
                  <a:lnTo>
                    <a:pt x="8982" y="522185"/>
                  </a:lnTo>
                  <a:lnTo>
                    <a:pt x="17964" y="521237"/>
                  </a:lnTo>
                  <a:lnTo>
                    <a:pt x="26946" y="520152"/>
                  </a:lnTo>
                  <a:lnTo>
                    <a:pt x="35929" y="518937"/>
                  </a:lnTo>
                  <a:lnTo>
                    <a:pt x="44911" y="517609"/>
                  </a:lnTo>
                  <a:lnTo>
                    <a:pt x="53893" y="516189"/>
                  </a:lnTo>
                  <a:lnTo>
                    <a:pt x="62876" y="514713"/>
                  </a:lnTo>
                  <a:lnTo>
                    <a:pt x="71858" y="513204"/>
                  </a:lnTo>
                  <a:lnTo>
                    <a:pt x="80840" y="511673"/>
                  </a:lnTo>
                  <a:lnTo>
                    <a:pt x="89823" y="510116"/>
                  </a:lnTo>
                  <a:lnTo>
                    <a:pt x="98805" y="508509"/>
                  </a:lnTo>
                  <a:lnTo>
                    <a:pt x="107787" y="506806"/>
                  </a:lnTo>
                  <a:lnTo>
                    <a:pt x="116770" y="504942"/>
                  </a:lnTo>
                  <a:lnTo>
                    <a:pt x="125752" y="502831"/>
                  </a:lnTo>
                  <a:lnTo>
                    <a:pt x="134734" y="500375"/>
                  </a:lnTo>
                  <a:lnTo>
                    <a:pt x="143716" y="497469"/>
                  </a:lnTo>
                  <a:lnTo>
                    <a:pt x="152699" y="494010"/>
                  </a:lnTo>
                  <a:lnTo>
                    <a:pt x="161681" y="489910"/>
                  </a:lnTo>
                  <a:lnTo>
                    <a:pt x="170663" y="485109"/>
                  </a:lnTo>
                  <a:lnTo>
                    <a:pt x="179646" y="479534"/>
                  </a:lnTo>
                  <a:lnTo>
                    <a:pt x="188628" y="473270"/>
                  </a:lnTo>
                  <a:lnTo>
                    <a:pt x="197610" y="466406"/>
                  </a:lnTo>
                  <a:lnTo>
                    <a:pt x="206593" y="459059"/>
                  </a:lnTo>
                  <a:lnTo>
                    <a:pt x="215575" y="451363"/>
                  </a:lnTo>
                  <a:lnTo>
                    <a:pt x="224557" y="443439"/>
                  </a:lnTo>
                  <a:lnTo>
                    <a:pt x="233540" y="435379"/>
                  </a:lnTo>
                  <a:lnTo>
                    <a:pt x="242522" y="427219"/>
                  </a:lnTo>
                  <a:lnTo>
                    <a:pt x="251504" y="418935"/>
                  </a:lnTo>
                  <a:lnTo>
                    <a:pt x="260486" y="410439"/>
                  </a:lnTo>
                  <a:lnTo>
                    <a:pt x="269469" y="401594"/>
                  </a:lnTo>
                  <a:lnTo>
                    <a:pt x="278451" y="392228"/>
                  </a:lnTo>
                  <a:lnTo>
                    <a:pt x="287433" y="382164"/>
                  </a:lnTo>
                  <a:lnTo>
                    <a:pt x="296416" y="371243"/>
                  </a:lnTo>
                  <a:lnTo>
                    <a:pt x="305398" y="359285"/>
                  </a:lnTo>
                  <a:lnTo>
                    <a:pt x="314380" y="346248"/>
                  </a:lnTo>
                  <a:lnTo>
                    <a:pt x="323363" y="332149"/>
                  </a:lnTo>
                  <a:lnTo>
                    <a:pt x="332345" y="317021"/>
                  </a:lnTo>
                  <a:lnTo>
                    <a:pt x="341327" y="300928"/>
                  </a:lnTo>
                  <a:lnTo>
                    <a:pt x="350310" y="283966"/>
                  </a:lnTo>
                  <a:lnTo>
                    <a:pt x="359292" y="266260"/>
                  </a:lnTo>
                  <a:lnTo>
                    <a:pt x="368274" y="247969"/>
                  </a:lnTo>
                  <a:lnTo>
                    <a:pt x="377256" y="229291"/>
                  </a:lnTo>
                  <a:lnTo>
                    <a:pt x="386239" y="210467"/>
                  </a:lnTo>
                  <a:lnTo>
                    <a:pt x="395221" y="191770"/>
                  </a:lnTo>
                  <a:lnTo>
                    <a:pt x="404203" y="173494"/>
                  </a:lnTo>
                  <a:lnTo>
                    <a:pt x="413186" y="155927"/>
                  </a:lnTo>
                  <a:lnTo>
                    <a:pt x="422168" y="139324"/>
                  </a:lnTo>
                  <a:lnTo>
                    <a:pt x="431150" y="123928"/>
                  </a:lnTo>
                  <a:lnTo>
                    <a:pt x="440133" y="109847"/>
                  </a:lnTo>
                  <a:lnTo>
                    <a:pt x="449115" y="97024"/>
                  </a:lnTo>
                  <a:lnTo>
                    <a:pt x="458097" y="85367"/>
                  </a:lnTo>
                  <a:lnTo>
                    <a:pt x="467080" y="74729"/>
                  </a:lnTo>
                  <a:lnTo>
                    <a:pt x="476062" y="64933"/>
                  </a:lnTo>
                  <a:lnTo>
                    <a:pt x="485044" y="55810"/>
                  </a:lnTo>
                  <a:lnTo>
                    <a:pt x="494027" y="47224"/>
                  </a:lnTo>
                  <a:lnTo>
                    <a:pt x="503009" y="39103"/>
                  </a:lnTo>
                  <a:lnTo>
                    <a:pt x="511991" y="31445"/>
                  </a:lnTo>
                  <a:lnTo>
                    <a:pt x="520973" y="24321"/>
                  </a:lnTo>
                  <a:lnTo>
                    <a:pt x="529956" y="17863"/>
                  </a:lnTo>
                  <a:lnTo>
                    <a:pt x="538938" y="12230"/>
                  </a:lnTo>
                  <a:lnTo>
                    <a:pt x="547920" y="7578"/>
                  </a:lnTo>
                  <a:lnTo>
                    <a:pt x="556903" y="4045"/>
                  </a:lnTo>
                  <a:lnTo>
                    <a:pt x="565885" y="1696"/>
                  </a:lnTo>
                  <a:lnTo>
                    <a:pt x="574867" y="394"/>
                  </a:lnTo>
                  <a:lnTo>
                    <a:pt x="583850" y="0"/>
                  </a:lnTo>
                  <a:lnTo>
                    <a:pt x="592832" y="344"/>
                  </a:lnTo>
                  <a:lnTo>
                    <a:pt x="601814" y="1285"/>
                  </a:lnTo>
                  <a:lnTo>
                    <a:pt x="610797" y="2744"/>
                  </a:lnTo>
                  <a:lnTo>
                    <a:pt x="619779" y="4749"/>
                  </a:lnTo>
                  <a:lnTo>
                    <a:pt x="628761" y="7433"/>
                  </a:lnTo>
                  <a:lnTo>
                    <a:pt x="637743" y="11024"/>
                  </a:lnTo>
                  <a:lnTo>
                    <a:pt x="646726" y="15800"/>
                  </a:lnTo>
                  <a:lnTo>
                    <a:pt x="655708" y="22038"/>
                  </a:lnTo>
                  <a:lnTo>
                    <a:pt x="664690" y="29952"/>
                  </a:lnTo>
                  <a:lnTo>
                    <a:pt x="673673" y="39646"/>
                  </a:lnTo>
                  <a:lnTo>
                    <a:pt x="682655" y="51098"/>
                  </a:lnTo>
                  <a:lnTo>
                    <a:pt x="691637" y="64203"/>
                  </a:lnTo>
                  <a:lnTo>
                    <a:pt x="700620" y="78517"/>
                  </a:lnTo>
                  <a:lnTo>
                    <a:pt x="709602" y="93675"/>
                  </a:lnTo>
                  <a:lnTo>
                    <a:pt x="718584" y="109321"/>
                  </a:lnTo>
                  <a:lnTo>
                    <a:pt x="727567" y="125157"/>
                  </a:lnTo>
                  <a:lnTo>
                    <a:pt x="736549" y="140978"/>
                  </a:lnTo>
                  <a:lnTo>
                    <a:pt x="745531" y="156682"/>
                  </a:lnTo>
                  <a:lnTo>
                    <a:pt x="754513" y="172266"/>
                  </a:lnTo>
                  <a:lnTo>
                    <a:pt x="763496" y="187793"/>
                  </a:lnTo>
                  <a:lnTo>
                    <a:pt x="772478" y="203357"/>
                  </a:lnTo>
                  <a:lnTo>
                    <a:pt x="781460" y="219043"/>
                  </a:lnTo>
                  <a:lnTo>
                    <a:pt x="790443" y="234889"/>
                  </a:lnTo>
                  <a:lnTo>
                    <a:pt x="799425" y="250873"/>
                  </a:lnTo>
                  <a:lnTo>
                    <a:pt x="808407" y="266904"/>
                  </a:lnTo>
                  <a:lnTo>
                    <a:pt x="817390" y="282820"/>
                  </a:lnTo>
                  <a:lnTo>
                    <a:pt x="826372" y="298442"/>
                  </a:lnTo>
                  <a:lnTo>
                    <a:pt x="835354" y="313611"/>
                  </a:lnTo>
                  <a:lnTo>
                    <a:pt x="844337" y="328196"/>
                  </a:lnTo>
                  <a:lnTo>
                    <a:pt x="853319" y="342108"/>
                  </a:lnTo>
                  <a:lnTo>
                    <a:pt x="862301" y="355298"/>
                  </a:lnTo>
                  <a:lnTo>
                    <a:pt x="871283" y="367756"/>
                  </a:lnTo>
                  <a:lnTo>
                    <a:pt x="880266" y="379497"/>
                  </a:lnTo>
                  <a:lnTo>
                    <a:pt x="889248" y="390553"/>
                  </a:lnTo>
                  <a:lnTo>
                    <a:pt x="898230" y="400964"/>
                  </a:lnTo>
                  <a:lnTo>
                    <a:pt x="907213" y="410772"/>
                  </a:lnTo>
                  <a:lnTo>
                    <a:pt x="916195" y="420016"/>
                  </a:lnTo>
                  <a:lnTo>
                    <a:pt x="925177" y="428731"/>
                  </a:lnTo>
                  <a:lnTo>
                    <a:pt x="934160" y="436952"/>
                  </a:lnTo>
                  <a:lnTo>
                    <a:pt x="943142" y="444686"/>
                  </a:lnTo>
                  <a:lnTo>
                    <a:pt x="952124" y="451975"/>
                  </a:lnTo>
                  <a:lnTo>
                    <a:pt x="961107" y="458851"/>
                  </a:lnTo>
                  <a:lnTo>
                    <a:pt x="970089" y="465330"/>
                  </a:lnTo>
                  <a:lnTo>
                    <a:pt x="979071" y="471418"/>
                  </a:lnTo>
                  <a:lnTo>
                    <a:pt x="988054" y="477124"/>
                  </a:lnTo>
                  <a:lnTo>
                    <a:pt x="997036" y="482453"/>
                  </a:lnTo>
                  <a:lnTo>
                    <a:pt x="1006018" y="487414"/>
                  </a:lnTo>
                  <a:lnTo>
                    <a:pt x="1015000" y="492018"/>
                  </a:lnTo>
                  <a:lnTo>
                    <a:pt x="1023983" y="496277"/>
                  </a:lnTo>
                  <a:lnTo>
                    <a:pt x="1032965" y="500200"/>
                  </a:lnTo>
                  <a:lnTo>
                    <a:pt x="1041947" y="503793"/>
                  </a:lnTo>
                  <a:lnTo>
                    <a:pt x="1050930" y="507052"/>
                  </a:lnTo>
                  <a:lnTo>
                    <a:pt x="1059912" y="509969"/>
                  </a:lnTo>
                  <a:lnTo>
                    <a:pt x="1068894" y="512516"/>
                  </a:lnTo>
                  <a:lnTo>
                    <a:pt x="1077877" y="514684"/>
                  </a:lnTo>
                  <a:lnTo>
                    <a:pt x="1086859" y="516492"/>
                  </a:lnTo>
                  <a:lnTo>
                    <a:pt x="1095841" y="517961"/>
                  </a:lnTo>
                  <a:lnTo>
                    <a:pt x="1104824" y="519127"/>
                  </a:lnTo>
                  <a:lnTo>
                    <a:pt x="1113806" y="520043"/>
                  </a:lnTo>
                  <a:lnTo>
                    <a:pt x="1122788" y="520768"/>
                  </a:lnTo>
                  <a:lnTo>
                    <a:pt x="1131770" y="521362"/>
                  </a:lnTo>
                  <a:lnTo>
                    <a:pt x="1140753" y="521878"/>
                  </a:lnTo>
                  <a:lnTo>
                    <a:pt x="1149735" y="522357"/>
                  </a:lnTo>
                  <a:lnTo>
                    <a:pt x="1158717" y="522825"/>
                  </a:lnTo>
                  <a:lnTo>
                    <a:pt x="1167700" y="523295"/>
                  </a:lnTo>
                  <a:lnTo>
                    <a:pt x="1167700" y="526981"/>
                  </a:lnTo>
                  <a:lnTo>
                    <a:pt x="1158717" y="526981"/>
                  </a:lnTo>
                  <a:lnTo>
                    <a:pt x="1149735" y="526981"/>
                  </a:lnTo>
                  <a:lnTo>
                    <a:pt x="1140753" y="526981"/>
                  </a:lnTo>
                  <a:lnTo>
                    <a:pt x="1131770" y="526981"/>
                  </a:lnTo>
                  <a:lnTo>
                    <a:pt x="1122788" y="526981"/>
                  </a:lnTo>
                  <a:lnTo>
                    <a:pt x="1113806" y="526981"/>
                  </a:lnTo>
                  <a:lnTo>
                    <a:pt x="1104824" y="526981"/>
                  </a:lnTo>
                  <a:lnTo>
                    <a:pt x="1095841" y="526981"/>
                  </a:lnTo>
                  <a:lnTo>
                    <a:pt x="1086859" y="526981"/>
                  </a:lnTo>
                  <a:lnTo>
                    <a:pt x="1077877" y="526981"/>
                  </a:lnTo>
                  <a:lnTo>
                    <a:pt x="1068894" y="526981"/>
                  </a:lnTo>
                  <a:lnTo>
                    <a:pt x="1059912" y="526981"/>
                  </a:lnTo>
                  <a:lnTo>
                    <a:pt x="1050930" y="526981"/>
                  </a:lnTo>
                  <a:lnTo>
                    <a:pt x="1041947" y="526981"/>
                  </a:lnTo>
                  <a:lnTo>
                    <a:pt x="1032965" y="526981"/>
                  </a:lnTo>
                  <a:lnTo>
                    <a:pt x="1023983" y="526981"/>
                  </a:lnTo>
                  <a:lnTo>
                    <a:pt x="1015000" y="526981"/>
                  </a:lnTo>
                  <a:lnTo>
                    <a:pt x="1006018" y="526981"/>
                  </a:lnTo>
                  <a:lnTo>
                    <a:pt x="997036" y="526981"/>
                  </a:lnTo>
                  <a:lnTo>
                    <a:pt x="988054" y="526981"/>
                  </a:lnTo>
                  <a:lnTo>
                    <a:pt x="979071" y="526981"/>
                  </a:lnTo>
                  <a:lnTo>
                    <a:pt x="970089" y="526981"/>
                  </a:lnTo>
                  <a:lnTo>
                    <a:pt x="961107" y="526981"/>
                  </a:lnTo>
                  <a:lnTo>
                    <a:pt x="952124" y="526981"/>
                  </a:lnTo>
                  <a:lnTo>
                    <a:pt x="943142" y="526981"/>
                  </a:lnTo>
                  <a:lnTo>
                    <a:pt x="934160" y="526981"/>
                  </a:lnTo>
                  <a:lnTo>
                    <a:pt x="925177" y="526981"/>
                  </a:lnTo>
                  <a:lnTo>
                    <a:pt x="916195" y="526981"/>
                  </a:lnTo>
                  <a:lnTo>
                    <a:pt x="907213" y="526981"/>
                  </a:lnTo>
                  <a:lnTo>
                    <a:pt x="898230" y="526981"/>
                  </a:lnTo>
                  <a:lnTo>
                    <a:pt x="889248" y="526981"/>
                  </a:lnTo>
                  <a:lnTo>
                    <a:pt x="880266" y="526981"/>
                  </a:lnTo>
                  <a:lnTo>
                    <a:pt x="871283" y="526981"/>
                  </a:lnTo>
                  <a:lnTo>
                    <a:pt x="862301" y="526981"/>
                  </a:lnTo>
                  <a:lnTo>
                    <a:pt x="853319" y="526981"/>
                  </a:lnTo>
                  <a:lnTo>
                    <a:pt x="844337" y="526981"/>
                  </a:lnTo>
                  <a:lnTo>
                    <a:pt x="835354" y="526981"/>
                  </a:lnTo>
                  <a:lnTo>
                    <a:pt x="826372" y="526981"/>
                  </a:lnTo>
                  <a:lnTo>
                    <a:pt x="817390" y="526981"/>
                  </a:lnTo>
                  <a:lnTo>
                    <a:pt x="808407" y="526981"/>
                  </a:lnTo>
                  <a:lnTo>
                    <a:pt x="799425" y="526981"/>
                  </a:lnTo>
                  <a:lnTo>
                    <a:pt x="790443" y="526981"/>
                  </a:lnTo>
                  <a:lnTo>
                    <a:pt x="781460" y="526981"/>
                  </a:lnTo>
                  <a:lnTo>
                    <a:pt x="772478" y="526981"/>
                  </a:lnTo>
                  <a:lnTo>
                    <a:pt x="763496" y="526981"/>
                  </a:lnTo>
                  <a:lnTo>
                    <a:pt x="754513" y="526981"/>
                  </a:lnTo>
                  <a:lnTo>
                    <a:pt x="745531" y="526981"/>
                  </a:lnTo>
                  <a:lnTo>
                    <a:pt x="736549" y="526981"/>
                  </a:lnTo>
                  <a:lnTo>
                    <a:pt x="727567" y="526981"/>
                  </a:lnTo>
                  <a:lnTo>
                    <a:pt x="718584" y="526981"/>
                  </a:lnTo>
                  <a:lnTo>
                    <a:pt x="709602" y="526981"/>
                  </a:lnTo>
                  <a:lnTo>
                    <a:pt x="700620" y="526981"/>
                  </a:lnTo>
                  <a:lnTo>
                    <a:pt x="691637" y="526981"/>
                  </a:lnTo>
                  <a:lnTo>
                    <a:pt x="682655" y="526981"/>
                  </a:lnTo>
                  <a:lnTo>
                    <a:pt x="673673" y="526981"/>
                  </a:lnTo>
                  <a:lnTo>
                    <a:pt x="664690" y="526981"/>
                  </a:lnTo>
                  <a:lnTo>
                    <a:pt x="655708" y="526981"/>
                  </a:lnTo>
                  <a:lnTo>
                    <a:pt x="646726" y="526981"/>
                  </a:lnTo>
                  <a:lnTo>
                    <a:pt x="637743" y="526981"/>
                  </a:lnTo>
                  <a:lnTo>
                    <a:pt x="628761" y="526981"/>
                  </a:lnTo>
                  <a:lnTo>
                    <a:pt x="619779" y="526981"/>
                  </a:lnTo>
                  <a:lnTo>
                    <a:pt x="610797" y="526981"/>
                  </a:lnTo>
                  <a:lnTo>
                    <a:pt x="601814" y="526981"/>
                  </a:lnTo>
                  <a:lnTo>
                    <a:pt x="592832" y="526981"/>
                  </a:lnTo>
                  <a:lnTo>
                    <a:pt x="583850" y="526981"/>
                  </a:lnTo>
                  <a:lnTo>
                    <a:pt x="574867" y="526981"/>
                  </a:lnTo>
                  <a:lnTo>
                    <a:pt x="565885" y="526981"/>
                  </a:lnTo>
                  <a:lnTo>
                    <a:pt x="556903" y="526981"/>
                  </a:lnTo>
                  <a:lnTo>
                    <a:pt x="547920" y="526981"/>
                  </a:lnTo>
                  <a:lnTo>
                    <a:pt x="538938" y="526981"/>
                  </a:lnTo>
                  <a:lnTo>
                    <a:pt x="529956" y="526981"/>
                  </a:lnTo>
                  <a:lnTo>
                    <a:pt x="520973" y="526981"/>
                  </a:lnTo>
                  <a:lnTo>
                    <a:pt x="511991" y="526981"/>
                  </a:lnTo>
                  <a:lnTo>
                    <a:pt x="503009" y="526981"/>
                  </a:lnTo>
                  <a:lnTo>
                    <a:pt x="494027" y="526981"/>
                  </a:lnTo>
                  <a:lnTo>
                    <a:pt x="485044" y="526981"/>
                  </a:lnTo>
                  <a:lnTo>
                    <a:pt x="476062" y="526981"/>
                  </a:lnTo>
                  <a:lnTo>
                    <a:pt x="467080" y="526981"/>
                  </a:lnTo>
                  <a:lnTo>
                    <a:pt x="458097" y="526981"/>
                  </a:lnTo>
                  <a:lnTo>
                    <a:pt x="449115" y="526981"/>
                  </a:lnTo>
                  <a:lnTo>
                    <a:pt x="440133" y="526981"/>
                  </a:lnTo>
                  <a:lnTo>
                    <a:pt x="431150" y="526981"/>
                  </a:lnTo>
                  <a:lnTo>
                    <a:pt x="422168" y="526981"/>
                  </a:lnTo>
                  <a:lnTo>
                    <a:pt x="413186" y="526981"/>
                  </a:lnTo>
                  <a:lnTo>
                    <a:pt x="404203" y="526981"/>
                  </a:lnTo>
                  <a:lnTo>
                    <a:pt x="395221" y="526981"/>
                  </a:lnTo>
                  <a:lnTo>
                    <a:pt x="386239" y="526981"/>
                  </a:lnTo>
                  <a:lnTo>
                    <a:pt x="377256" y="526981"/>
                  </a:lnTo>
                  <a:lnTo>
                    <a:pt x="368274" y="526981"/>
                  </a:lnTo>
                  <a:lnTo>
                    <a:pt x="359292" y="526981"/>
                  </a:lnTo>
                  <a:lnTo>
                    <a:pt x="350310" y="526981"/>
                  </a:lnTo>
                  <a:lnTo>
                    <a:pt x="341327" y="526981"/>
                  </a:lnTo>
                  <a:lnTo>
                    <a:pt x="332345" y="526981"/>
                  </a:lnTo>
                  <a:lnTo>
                    <a:pt x="323363" y="526981"/>
                  </a:lnTo>
                  <a:lnTo>
                    <a:pt x="314380" y="526981"/>
                  </a:lnTo>
                  <a:lnTo>
                    <a:pt x="305398" y="526981"/>
                  </a:lnTo>
                  <a:lnTo>
                    <a:pt x="296416" y="526981"/>
                  </a:lnTo>
                  <a:lnTo>
                    <a:pt x="287433" y="526981"/>
                  </a:lnTo>
                  <a:lnTo>
                    <a:pt x="278451" y="526981"/>
                  </a:lnTo>
                  <a:lnTo>
                    <a:pt x="269469" y="526981"/>
                  </a:lnTo>
                  <a:lnTo>
                    <a:pt x="260486" y="526981"/>
                  </a:lnTo>
                  <a:lnTo>
                    <a:pt x="251504" y="526981"/>
                  </a:lnTo>
                  <a:lnTo>
                    <a:pt x="242522" y="526981"/>
                  </a:lnTo>
                  <a:lnTo>
                    <a:pt x="233540" y="526981"/>
                  </a:lnTo>
                  <a:lnTo>
                    <a:pt x="224557" y="526981"/>
                  </a:lnTo>
                  <a:lnTo>
                    <a:pt x="215575" y="526981"/>
                  </a:lnTo>
                  <a:lnTo>
                    <a:pt x="206593" y="526981"/>
                  </a:lnTo>
                  <a:lnTo>
                    <a:pt x="197610" y="526981"/>
                  </a:lnTo>
                  <a:lnTo>
                    <a:pt x="188628" y="526981"/>
                  </a:lnTo>
                  <a:lnTo>
                    <a:pt x="179646" y="526981"/>
                  </a:lnTo>
                  <a:lnTo>
                    <a:pt x="170663" y="526981"/>
                  </a:lnTo>
                  <a:lnTo>
                    <a:pt x="161681" y="526981"/>
                  </a:lnTo>
                  <a:lnTo>
                    <a:pt x="152699" y="526981"/>
                  </a:lnTo>
                  <a:lnTo>
                    <a:pt x="143716" y="526981"/>
                  </a:lnTo>
                  <a:lnTo>
                    <a:pt x="134734" y="526981"/>
                  </a:lnTo>
                  <a:lnTo>
                    <a:pt x="125752" y="526981"/>
                  </a:lnTo>
                  <a:lnTo>
                    <a:pt x="116770" y="526981"/>
                  </a:lnTo>
                  <a:lnTo>
                    <a:pt x="107787" y="526981"/>
                  </a:lnTo>
                  <a:lnTo>
                    <a:pt x="98805" y="526981"/>
                  </a:lnTo>
                  <a:lnTo>
                    <a:pt x="89823" y="526981"/>
                  </a:lnTo>
                  <a:lnTo>
                    <a:pt x="80840" y="526981"/>
                  </a:lnTo>
                  <a:lnTo>
                    <a:pt x="71858" y="526981"/>
                  </a:lnTo>
                  <a:lnTo>
                    <a:pt x="62876" y="526981"/>
                  </a:lnTo>
                  <a:lnTo>
                    <a:pt x="53893" y="526981"/>
                  </a:lnTo>
                  <a:lnTo>
                    <a:pt x="44911" y="526981"/>
                  </a:lnTo>
                  <a:lnTo>
                    <a:pt x="35929" y="526981"/>
                  </a:lnTo>
                  <a:lnTo>
                    <a:pt x="26946" y="526981"/>
                  </a:lnTo>
                  <a:lnTo>
                    <a:pt x="17964" y="526981"/>
                  </a:lnTo>
                  <a:lnTo>
                    <a:pt x="8982" y="526981"/>
                  </a:lnTo>
                  <a:lnTo>
                    <a:pt x="0" y="526981"/>
                  </a:lnTo>
                  <a:close/>
                </a:path>
              </a:pathLst>
            </a:custGeom>
            <a:solidFill>
              <a:srgbClr val="7FC7C0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765230" y="3805456"/>
              <a:ext cx="1167700" cy="523295"/>
            </a:xfrm>
            <a:custGeom>
              <a:avLst/>
              <a:pathLst>
                <a:path w="1167700" h="523295">
                  <a:moveTo>
                    <a:pt x="0" y="522996"/>
                  </a:moveTo>
                  <a:lnTo>
                    <a:pt x="8982" y="522185"/>
                  </a:lnTo>
                  <a:lnTo>
                    <a:pt x="17964" y="521237"/>
                  </a:lnTo>
                  <a:lnTo>
                    <a:pt x="26946" y="520152"/>
                  </a:lnTo>
                  <a:lnTo>
                    <a:pt x="35929" y="518937"/>
                  </a:lnTo>
                  <a:lnTo>
                    <a:pt x="44911" y="517609"/>
                  </a:lnTo>
                  <a:lnTo>
                    <a:pt x="53893" y="516189"/>
                  </a:lnTo>
                  <a:lnTo>
                    <a:pt x="62876" y="514713"/>
                  </a:lnTo>
                  <a:lnTo>
                    <a:pt x="71858" y="513204"/>
                  </a:lnTo>
                  <a:lnTo>
                    <a:pt x="80840" y="511673"/>
                  </a:lnTo>
                  <a:lnTo>
                    <a:pt x="89823" y="510116"/>
                  </a:lnTo>
                  <a:lnTo>
                    <a:pt x="98805" y="508509"/>
                  </a:lnTo>
                  <a:lnTo>
                    <a:pt x="107787" y="506806"/>
                  </a:lnTo>
                  <a:lnTo>
                    <a:pt x="116770" y="504942"/>
                  </a:lnTo>
                  <a:lnTo>
                    <a:pt x="125752" y="502831"/>
                  </a:lnTo>
                  <a:lnTo>
                    <a:pt x="134734" y="500375"/>
                  </a:lnTo>
                  <a:lnTo>
                    <a:pt x="143716" y="497469"/>
                  </a:lnTo>
                  <a:lnTo>
                    <a:pt x="152699" y="494010"/>
                  </a:lnTo>
                  <a:lnTo>
                    <a:pt x="161681" y="489910"/>
                  </a:lnTo>
                  <a:lnTo>
                    <a:pt x="170663" y="485109"/>
                  </a:lnTo>
                  <a:lnTo>
                    <a:pt x="179646" y="479534"/>
                  </a:lnTo>
                  <a:lnTo>
                    <a:pt x="188628" y="473270"/>
                  </a:lnTo>
                  <a:lnTo>
                    <a:pt x="197610" y="466406"/>
                  </a:lnTo>
                  <a:lnTo>
                    <a:pt x="206593" y="459059"/>
                  </a:lnTo>
                  <a:lnTo>
                    <a:pt x="215575" y="451363"/>
                  </a:lnTo>
                  <a:lnTo>
                    <a:pt x="224557" y="443439"/>
                  </a:lnTo>
                  <a:lnTo>
                    <a:pt x="233540" y="435379"/>
                  </a:lnTo>
                  <a:lnTo>
                    <a:pt x="242522" y="427219"/>
                  </a:lnTo>
                  <a:lnTo>
                    <a:pt x="251504" y="418935"/>
                  </a:lnTo>
                  <a:lnTo>
                    <a:pt x="260486" y="410439"/>
                  </a:lnTo>
                  <a:lnTo>
                    <a:pt x="269469" y="401594"/>
                  </a:lnTo>
                  <a:lnTo>
                    <a:pt x="278451" y="392228"/>
                  </a:lnTo>
                  <a:lnTo>
                    <a:pt x="287433" y="382164"/>
                  </a:lnTo>
                  <a:lnTo>
                    <a:pt x="296416" y="371243"/>
                  </a:lnTo>
                  <a:lnTo>
                    <a:pt x="305398" y="359285"/>
                  </a:lnTo>
                  <a:lnTo>
                    <a:pt x="314380" y="346248"/>
                  </a:lnTo>
                  <a:lnTo>
                    <a:pt x="323363" y="332149"/>
                  </a:lnTo>
                  <a:lnTo>
                    <a:pt x="332345" y="317021"/>
                  </a:lnTo>
                  <a:lnTo>
                    <a:pt x="341327" y="300928"/>
                  </a:lnTo>
                  <a:lnTo>
                    <a:pt x="350310" y="283966"/>
                  </a:lnTo>
                  <a:lnTo>
                    <a:pt x="359292" y="266260"/>
                  </a:lnTo>
                  <a:lnTo>
                    <a:pt x="368274" y="247969"/>
                  </a:lnTo>
                  <a:lnTo>
                    <a:pt x="377256" y="229291"/>
                  </a:lnTo>
                  <a:lnTo>
                    <a:pt x="386239" y="210467"/>
                  </a:lnTo>
                  <a:lnTo>
                    <a:pt x="395221" y="191770"/>
                  </a:lnTo>
                  <a:lnTo>
                    <a:pt x="404203" y="173494"/>
                  </a:lnTo>
                  <a:lnTo>
                    <a:pt x="413186" y="155927"/>
                  </a:lnTo>
                  <a:lnTo>
                    <a:pt x="422168" y="139324"/>
                  </a:lnTo>
                  <a:lnTo>
                    <a:pt x="431150" y="123928"/>
                  </a:lnTo>
                  <a:lnTo>
                    <a:pt x="440133" y="109847"/>
                  </a:lnTo>
                  <a:lnTo>
                    <a:pt x="449115" y="97024"/>
                  </a:lnTo>
                  <a:lnTo>
                    <a:pt x="458097" y="85367"/>
                  </a:lnTo>
                  <a:lnTo>
                    <a:pt x="467080" y="74729"/>
                  </a:lnTo>
                  <a:lnTo>
                    <a:pt x="476062" y="64933"/>
                  </a:lnTo>
                  <a:lnTo>
                    <a:pt x="485044" y="55810"/>
                  </a:lnTo>
                  <a:lnTo>
                    <a:pt x="494027" y="47224"/>
                  </a:lnTo>
                  <a:lnTo>
                    <a:pt x="503009" y="39103"/>
                  </a:lnTo>
                  <a:lnTo>
                    <a:pt x="511991" y="31445"/>
                  </a:lnTo>
                  <a:lnTo>
                    <a:pt x="520973" y="24321"/>
                  </a:lnTo>
                  <a:lnTo>
                    <a:pt x="529956" y="17863"/>
                  </a:lnTo>
                  <a:lnTo>
                    <a:pt x="538938" y="12230"/>
                  </a:lnTo>
                  <a:lnTo>
                    <a:pt x="547920" y="7578"/>
                  </a:lnTo>
                  <a:lnTo>
                    <a:pt x="556903" y="4045"/>
                  </a:lnTo>
                  <a:lnTo>
                    <a:pt x="565885" y="1696"/>
                  </a:lnTo>
                  <a:lnTo>
                    <a:pt x="574867" y="394"/>
                  </a:lnTo>
                  <a:lnTo>
                    <a:pt x="583850" y="0"/>
                  </a:lnTo>
                  <a:lnTo>
                    <a:pt x="592832" y="344"/>
                  </a:lnTo>
                  <a:lnTo>
                    <a:pt x="601814" y="1285"/>
                  </a:lnTo>
                  <a:lnTo>
                    <a:pt x="610797" y="2744"/>
                  </a:lnTo>
                  <a:lnTo>
                    <a:pt x="619779" y="4749"/>
                  </a:lnTo>
                  <a:lnTo>
                    <a:pt x="628761" y="7433"/>
                  </a:lnTo>
                  <a:lnTo>
                    <a:pt x="637743" y="11024"/>
                  </a:lnTo>
                  <a:lnTo>
                    <a:pt x="646726" y="15800"/>
                  </a:lnTo>
                  <a:lnTo>
                    <a:pt x="655708" y="22038"/>
                  </a:lnTo>
                  <a:lnTo>
                    <a:pt x="664690" y="29952"/>
                  </a:lnTo>
                  <a:lnTo>
                    <a:pt x="673673" y="39646"/>
                  </a:lnTo>
                  <a:lnTo>
                    <a:pt x="682655" y="51098"/>
                  </a:lnTo>
                  <a:lnTo>
                    <a:pt x="691637" y="64203"/>
                  </a:lnTo>
                  <a:lnTo>
                    <a:pt x="700620" y="78517"/>
                  </a:lnTo>
                  <a:lnTo>
                    <a:pt x="709602" y="93675"/>
                  </a:lnTo>
                  <a:lnTo>
                    <a:pt x="718584" y="109321"/>
                  </a:lnTo>
                  <a:lnTo>
                    <a:pt x="727567" y="125157"/>
                  </a:lnTo>
                  <a:lnTo>
                    <a:pt x="736549" y="140978"/>
                  </a:lnTo>
                  <a:lnTo>
                    <a:pt x="745531" y="156682"/>
                  </a:lnTo>
                  <a:lnTo>
                    <a:pt x="754513" y="172266"/>
                  </a:lnTo>
                  <a:lnTo>
                    <a:pt x="763496" y="187793"/>
                  </a:lnTo>
                  <a:lnTo>
                    <a:pt x="772478" y="203357"/>
                  </a:lnTo>
                  <a:lnTo>
                    <a:pt x="781460" y="219043"/>
                  </a:lnTo>
                  <a:lnTo>
                    <a:pt x="790443" y="234889"/>
                  </a:lnTo>
                  <a:lnTo>
                    <a:pt x="799425" y="250873"/>
                  </a:lnTo>
                  <a:lnTo>
                    <a:pt x="808407" y="266904"/>
                  </a:lnTo>
                  <a:lnTo>
                    <a:pt x="817390" y="282820"/>
                  </a:lnTo>
                  <a:lnTo>
                    <a:pt x="826372" y="298442"/>
                  </a:lnTo>
                  <a:lnTo>
                    <a:pt x="835354" y="313611"/>
                  </a:lnTo>
                  <a:lnTo>
                    <a:pt x="844337" y="328196"/>
                  </a:lnTo>
                  <a:lnTo>
                    <a:pt x="853319" y="342108"/>
                  </a:lnTo>
                  <a:lnTo>
                    <a:pt x="862301" y="355298"/>
                  </a:lnTo>
                  <a:lnTo>
                    <a:pt x="871283" y="367756"/>
                  </a:lnTo>
                  <a:lnTo>
                    <a:pt x="880266" y="379497"/>
                  </a:lnTo>
                  <a:lnTo>
                    <a:pt x="889248" y="390553"/>
                  </a:lnTo>
                  <a:lnTo>
                    <a:pt x="898230" y="400964"/>
                  </a:lnTo>
                  <a:lnTo>
                    <a:pt x="907213" y="410772"/>
                  </a:lnTo>
                  <a:lnTo>
                    <a:pt x="916195" y="420016"/>
                  </a:lnTo>
                  <a:lnTo>
                    <a:pt x="925177" y="428731"/>
                  </a:lnTo>
                  <a:lnTo>
                    <a:pt x="934160" y="436952"/>
                  </a:lnTo>
                  <a:lnTo>
                    <a:pt x="943142" y="444686"/>
                  </a:lnTo>
                  <a:lnTo>
                    <a:pt x="952124" y="451975"/>
                  </a:lnTo>
                  <a:lnTo>
                    <a:pt x="961107" y="458851"/>
                  </a:lnTo>
                  <a:lnTo>
                    <a:pt x="970089" y="465330"/>
                  </a:lnTo>
                  <a:lnTo>
                    <a:pt x="979071" y="471418"/>
                  </a:lnTo>
                  <a:lnTo>
                    <a:pt x="988054" y="477124"/>
                  </a:lnTo>
                  <a:lnTo>
                    <a:pt x="997036" y="482453"/>
                  </a:lnTo>
                  <a:lnTo>
                    <a:pt x="1006018" y="487414"/>
                  </a:lnTo>
                  <a:lnTo>
                    <a:pt x="1015000" y="492018"/>
                  </a:lnTo>
                  <a:lnTo>
                    <a:pt x="1023983" y="496277"/>
                  </a:lnTo>
                  <a:lnTo>
                    <a:pt x="1032965" y="500200"/>
                  </a:lnTo>
                  <a:lnTo>
                    <a:pt x="1041947" y="503793"/>
                  </a:lnTo>
                  <a:lnTo>
                    <a:pt x="1050930" y="507052"/>
                  </a:lnTo>
                  <a:lnTo>
                    <a:pt x="1059912" y="509969"/>
                  </a:lnTo>
                  <a:lnTo>
                    <a:pt x="1068894" y="512516"/>
                  </a:lnTo>
                  <a:lnTo>
                    <a:pt x="1077877" y="514684"/>
                  </a:lnTo>
                  <a:lnTo>
                    <a:pt x="1086859" y="516492"/>
                  </a:lnTo>
                  <a:lnTo>
                    <a:pt x="1095841" y="517961"/>
                  </a:lnTo>
                  <a:lnTo>
                    <a:pt x="1104824" y="519127"/>
                  </a:lnTo>
                  <a:lnTo>
                    <a:pt x="1113806" y="520043"/>
                  </a:lnTo>
                  <a:lnTo>
                    <a:pt x="1122788" y="520768"/>
                  </a:lnTo>
                  <a:lnTo>
                    <a:pt x="1131770" y="521362"/>
                  </a:lnTo>
                  <a:lnTo>
                    <a:pt x="1140753" y="521878"/>
                  </a:lnTo>
                  <a:lnTo>
                    <a:pt x="1149735" y="522357"/>
                  </a:lnTo>
                  <a:lnTo>
                    <a:pt x="1158717" y="522825"/>
                  </a:lnTo>
                  <a:lnTo>
                    <a:pt x="1167700" y="523295"/>
                  </a:lnTo>
                </a:path>
              </a:pathLst>
            </a:custGeom>
            <a:ln w="8130" cap="rnd">
              <a:solidFill>
                <a:srgbClr val="7FC7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2271203" y="3965527"/>
              <a:ext cx="1625797" cy="366910"/>
            </a:xfrm>
            <a:custGeom>
              <a:avLst/>
              <a:pathLst>
                <a:path w="1625797" h="366910">
                  <a:moveTo>
                    <a:pt x="0" y="363211"/>
                  </a:moveTo>
                  <a:lnTo>
                    <a:pt x="8982" y="362712"/>
                  </a:lnTo>
                  <a:lnTo>
                    <a:pt x="17964" y="362191"/>
                  </a:lnTo>
                  <a:lnTo>
                    <a:pt x="26946" y="361652"/>
                  </a:lnTo>
                  <a:lnTo>
                    <a:pt x="35929" y="361099"/>
                  </a:lnTo>
                  <a:lnTo>
                    <a:pt x="44911" y="360538"/>
                  </a:lnTo>
                  <a:lnTo>
                    <a:pt x="53893" y="359975"/>
                  </a:lnTo>
                  <a:lnTo>
                    <a:pt x="62876" y="359418"/>
                  </a:lnTo>
                  <a:lnTo>
                    <a:pt x="71858" y="358876"/>
                  </a:lnTo>
                  <a:lnTo>
                    <a:pt x="80840" y="358363"/>
                  </a:lnTo>
                  <a:lnTo>
                    <a:pt x="89823" y="357887"/>
                  </a:lnTo>
                  <a:lnTo>
                    <a:pt x="98805" y="357454"/>
                  </a:lnTo>
                  <a:lnTo>
                    <a:pt x="107787" y="357059"/>
                  </a:lnTo>
                  <a:lnTo>
                    <a:pt x="116770" y="356687"/>
                  </a:lnTo>
                  <a:lnTo>
                    <a:pt x="125752" y="356310"/>
                  </a:lnTo>
                  <a:lnTo>
                    <a:pt x="134734" y="355892"/>
                  </a:lnTo>
                  <a:lnTo>
                    <a:pt x="143716" y="355392"/>
                  </a:lnTo>
                  <a:lnTo>
                    <a:pt x="152699" y="354768"/>
                  </a:lnTo>
                  <a:lnTo>
                    <a:pt x="161681" y="353972"/>
                  </a:lnTo>
                  <a:lnTo>
                    <a:pt x="170663" y="352978"/>
                  </a:lnTo>
                  <a:lnTo>
                    <a:pt x="179646" y="351769"/>
                  </a:lnTo>
                  <a:lnTo>
                    <a:pt x="188628" y="350331"/>
                  </a:lnTo>
                  <a:lnTo>
                    <a:pt x="197610" y="348650"/>
                  </a:lnTo>
                  <a:lnTo>
                    <a:pt x="206593" y="346717"/>
                  </a:lnTo>
                  <a:lnTo>
                    <a:pt x="215575" y="344523"/>
                  </a:lnTo>
                  <a:lnTo>
                    <a:pt x="224557" y="342066"/>
                  </a:lnTo>
                  <a:lnTo>
                    <a:pt x="233540" y="339352"/>
                  </a:lnTo>
                  <a:lnTo>
                    <a:pt x="242522" y="336400"/>
                  </a:lnTo>
                  <a:lnTo>
                    <a:pt x="251504" y="333243"/>
                  </a:lnTo>
                  <a:lnTo>
                    <a:pt x="260486" y="329926"/>
                  </a:lnTo>
                  <a:lnTo>
                    <a:pt x="269469" y="326498"/>
                  </a:lnTo>
                  <a:lnTo>
                    <a:pt x="278451" y="323003"/>
                  </a:lnTo>
                  <a:lnTo>
                    <a:pt x="287433" y="319468"/>
                  </a:lnTo>
                  <a:lnTo>
                    <a:pt x="296416" y="315894"/>
                  </a:lnTo>
                  <a:lnTo>
                    <a:pt x="305398" y="312251"/>
                  </a:lnTo>
                  <a:lnTo>
                    <a:pt x="314380" y="308488"/>
                  </a:lnTo>
                  <a:lnTo>
                    <a:pt x="323363" y="304541"/>
                  </a:lnTo>
                  <a:lnTo>
                    <a:pt x="332345" y="300358"/>
                  </a:lnTo>
                  <a:lnTo>
                    <a:pt x="341327" y="295903"/>
                  </a:lnTo>
                  <a:lnTo>
                    <a:pt x="350310" y="291176"/>
                  </a:lnTo>
                  <a:lnTo>
                    <a:pt x="359292" y="286215"/>
                  </a:lnTo>
                  <a:lnTo>
                    <a:pt x="368274" y="281092"/>
                  </a:lnTo>
                  <a:lnTo>
                    <a:pt x="377256" y="275905"/>
                  </a:lnTo>
                  <a:lnTo>
                    <a:pt x="386239" y="270756"/>
                  </a:lnTo>
                  <a:lnTo>
                    <a:pt x="395221" y="265735"/>
                  </a:lnTo>
                  <a:lnTo>
                    <a:pt x="404203" y="260894"/>
                  </a:lnTo>
                  <a:lnTo>
                    <a:pt x="413186" y="256235"/>
                  </a:lnTo>
                  <a:lnTo>
                    <a:pt x="422168" y="251686"/>
                  </a:lnTo>
                  <a:lnTo>
                    <a:pt x="431150" y="247110"/>
                  </a:lnTo>
                  <a:lnTo>
                    <a:pt x="440133" y="242347"/>
                  </a:lnTo>
                  <a:lnTo>
                    <a:pt x="449115" y="237236"/>
                  </a:lnTo>
                  <a:lnTo>
                    <a:pt x="458097" y="231634"/>
                  </a:lnTo>
                  <a:lnTo>
                    <a:pt x="467080" y="225449"/>
                  </a:lnTo>
                  <a:lnTo>
                    <a:pt x="476062" y="218646"/>
                  </a:lnTo>
                  <a:lnTo>
                    <a:pt x="485044" y="211264"/>
                  </a:lnTo>
                  <a:lnTo>
                    <a:pt x="494027" y="203404"/>
                  </a:lnTo>
                  <a:lnTo>
                    <a:pt x="503009" y="195223"/>
                  </a:lnTo>
                  <a:lnTo>
                    <a:pt x="511991" y="186911"/>
                  </a:lnTo>
                  <a:lnTo>
                    <a:pt x="520973" y="178665"/>
                  </a:lnTo>
                  <a:lnTo>
                    <a:pt x="529956" y="170667"/>
                  </a:lnTo>
                  <a:lnTo>
                    <a:pt x="538938" y="163065"/>
                  </a:lnTo>
                  <a:lnTo>
                    <a:pt x="547920" y="155976"/>
                  </a:lnTo>
                  <a:lnTo>
                    <a:pt x="556903" y="149374"/>
                  </a:lnTo>
                  <a:lnTo>
                    <a:pt x="565885" y="143202"/>
                  </a:lnTo>
                  <a:lnTo>
                    <a:pt x="574867" y="137358"/>
                  </a:lnTo>
                  <a:lnTo>
                    <a:pt x="583850" y="131715"/>
                  </a:lnTo>
                  <a:lnTo>
                    <a:pt x="592832" y="126140"/>
                  </a:lnTo>
                  <a:lnTo>
                    <a:pt x="601814" y="120521"/>
                  </a:lnTo>
                  <a:lnTo>
                    <a:pt x="610797" y="114785"/>
                  </a:lnTo>
                  <a:lnTo>
                    <a:pt x="619779" y="108910"/>
                  </a:lnTo>
                  <a:lnTo>
                    <a:pt x="628761" y="102931"/>
                  </a:lnTo>
                  <a:lnTo>
                    <a:pt x="637743" y="96943"/>
                  </a:lnTo>
                  <a:lnTo>
                    <a:pt x="646726" y="91081"/>
                  </a:lnTo>
                  <a:lnTo>
                    <a:pt x="655708" y="85506"/>
                  </a:lnTo>
                  <a:lnTo>
                    <a:pt x="664690" y="80371"/>
                  </a:lnTo>
                  <a:lnTo>
                    <a:pt x="673673" y="75834"/>
                  </a:lnTo>
                  <a:lnTo>
                    <a:pt x="682655" y="71895"/>
                  </a:lnTo>
                  <a:lnTo>
                    <a:pt x="691637" y="68488"/>
                  </a:lnTo>
                  <a:lnTo>
                    <a:pt x="700620" y="65476"/>
                  </a:lnTo>
                  <a:lnTo>
                    <a:pt x="709602" y="62672"/>
                  </a:lnTo>
                  <a:lnTo>
                    <a:pt x="718584" y="59877"/>
                  </a:lnTo>
                  <a:lnTo>
                    <a:pt x="727567" y="56919"/>
                  </a:lnTo>
                  <a:lnTo>
                    <a:pt x="736549" y="53689"/>
                  </a:lnTo>
                  <a:lnTo>
                    <a:pt x="745531" y="50155"/>
                  </a:lnTo>
                  <a:lnTo>
                    <a:pt x="754513" y="46365"/>
                  </a:lnTo>
                  <a:lnTo>
                    <a:pt x="763496" y="42427"/>
                  </a:lnTo>
                  <a:lnTo>
                    <a:pt x="772478" y="38477"/>
                  </a:lnTo>
                  <a:lnTo>
                    <a:pt x="781460" y="34642"/>
                  </a:lnTo>
                  <a:lnTo>
                    <a:pt x="790443" y="31013"/>
                  </a:lnTo>
                  <a:lnTo>
                    <a:pt x="799425" y="27640"/>
                  </a:lnTo>
                  <a:lnTo>
                    <a:pt x="808407" y="24485"/>
                  </a:lnTo>
                  <a:lnTo>
                    <a:pt x="817390" y="21475"/>
                  </a:lnTo>
                  <a:lnTo>
                    <a:pt x="826372" y="18535"/>
                  </a:lnTo>
                  <a:lnTo>
                    <a:pt x="835354" y="15609"/>
                  </a:lnTo>
                  <a:lnTo>
                    <a:pt x="844337" y="12679"/>
                  </a:lnTo>
                  <a:lnTo>
                    <a:pt x="853319" y="9780"/>
                  </a:lnTo>
                  <a:lnTo>
                    <a:pt x="862301" y="6998"/>
                  </a:lnTo>
                  <a:lnTo>
                    <a:pt x="871283" y="4467"/>
                  </a:lnTo>
                  <a:lnTo>
                    <a:pt x="880266" y="2347"/>
                  </a:lnTo>
                  <a:lnTo>
                    <a:pt x="889248" y="806"/>
                  </a:lnTo>
                  <a:lnTo>
                    <a:pt x="898230" y="0"/>
                  </a:lnTo>
                  <a:lnTo>
                    <a:pt x="907213" y="50"/>
                  </a:lnTo>
                  <a:lnTo>
                    <a:pt x="916195" y="1038"/>
                  </a:lnTo>
                  <a:lnTo>
                    <a:pt x="925177" y="3036"/>
                  </a:lnTo>
                  <a:lnTo>
                    <a:pt x="934160" y="6031"/>
                  </a:lnTo>
                  <a:lnTo>
                    <a:pt x="943142" y="9935"/>
                  </a:lnTo>
                  <a:lnTo>
                    <a:pt x="952124" y="14683"/>
                  </a:lnTo>
                  <a:lnTo>
                    <a:pt x="961107" y="20194"/>
                  </a:lnTo>
                  <a:lnTo>
                    <a:pt x="970089" y="26379"/>
                  </a:lnTo>
                  <a:lnTo>
                    <a:pt x="979071" y="33136"/>
                  </a:lnTo>
                  <a:lnTo>
                    <a:pt x="988054" y="40351"/>
                  </a:lnTo>
                  <a:lnTo>
                    <a:pt x="997036" y="47894"/>
                  </a:lnTo>
                  <a:lnTo>
                    <a:pt x="1006018" y="55624"/>
                  </a:lnTo>
                  <a:lnTo>
                    <a:pt x="1015000" y="63392"/>
                  </a:lnTo>
                  <a:lnTo>
                    <a:pt x="1023983" y="71053"/>
                  </a:lnTo>
                  <a:lnTo>
                    <a:pt x="1032965" y="78480"/>
                  </a:lnTo>
                  <a:lnTo>
                    <a:pt x="1041947" y="85575"/>
                  </a:lnTo>
                  <a:lnTo>
                    <a:pt x="1050930" y="92274"/>
                  </a:lnTo>
                  <a:lnTo>
                    <a:pt x="1059912" y="98564"/>
                  </a:lnTo>
                  <a:lnTo>
                    <a:pt x="1068894" y="104518"/>
                  </a:lnTo>
                  <a:lnTo>
                    <a:pt x="1077877" y="110221"/>
                  </a:lnTo>
                  <a:lnTo>
                    <a:pt x="1086859" y="115768"/>
                  </a:lnTo>
                  <a:lnTo>
                    <a:pt x="1095841" y="121255"/>
                  </a:lnTo>
                  <a:lnTo>
                    <a:pt x="1104824" y="126768"/>
                  </a:lnTo>
                  <a:lnTo>
                    <a:pt x="1113806" y="132373"/>
                  </a:lnTo>
                  <a:lnTo>
                    <a:pt x="1122788" y="138129"/>
                  </a:lnTo>
                  <a:lnTo>
                    <a:pt x="1131770" y="144084"/>
                  </a:lnTo>
                  <a:lnTo>
                    <a:pt x="1140753" y="150288"/>
                  </a:lnTo>
                  <a:lnTo>
                    <a:pt x="1149735" y="156792"/>
                  </a:lnTo>
                  <a:lnTo>
                    <a:pt x="1158717" y="163644"/>
                  </a:lnTo>
                  <a:lnTo>
                    <a:pt x="1167700" y="170875"/>
                  </a:lnTo>
                  <a:lnTo>
                    <a:pt x="1176682" y="178494"/>
                  </a:lnTo>
                  <a:lnTo>
                    <a:pt x="1185664" y="186483"/>
                  </a:lnTo>
                  <a:lnTo>
                    <a:pt x="1194647" y="194730"/>
                  </a:lnTo>
                  <a:lnTo>
                    <a:pt x="1203629" y="203121"/>
                  </a:lnTo>
                  <a:lnTo>
                    <a:pt x="1212611" y="211526"/>
                  </a:lnTo>
                  <a:lnTo>
                    <a:pt x="1221594" y="219820"/>
                  </a:lnTo>
                  <a:lnTo>
                    <a:pt x="1230576" y="227891"/>
                  </a:lnTo>
                  <a:lnTo>
                    <a:pt x="1239558" y="235655"/>
                  </a:lnTo>
                  <a:lnTo>
                    <a:pt x="1248540" y="243050"/>
                  </a:lnTo>
                  <a:lnTo>
                    <a:pt x="1257523" y="250044"/>
                  </a:lnTo>
                  <a:lnTo>
                    <a:pt x="1266505" y="256621"/>
                  </a:lnTo>
                  <a:lnTo>
                    <a:pt x="1275487" y="262778"/>
                  </a:lnTo>
                  <a:lnTo>
                    <a:pt x="1284470" y="268518"/>
                  </a:lnTo>
                  <a:lnTo>
                    <a:pt x="1293452" y="273846"/>
                  </a:lnTo>
                  <a:lnTo>
                    <a:pt x="1302434" y="278768"/>
                  </a:lnTo>
                  <a:lnTo>
                    <a:pt x="1311417" y="283263"/>
                  </a:lnTo>
                  <a:lnTo>
                    <a:pt x="1320399" y="287373"/>
                  </a:lnTo>
                  <a:lnTo>
                    <a:pt x="1329381" y="291132"/>
                  </a:lnTo>
                  <a:lnTo>
                    <a:pt x="1338364" y="294589"/>
                  </a:lnTo>
                  <a:lnTo>
                    <a:pt x="1347346" y="297811"/>
                  </a:lnTo>
                  <a:lnTo>
                    <a:pt x="1356328" y="300880"/>
                  </a:lnTo>
                  <a:lnTo>
                    <a:pt x="1365310" y="303880"/>
                  </a:lnTo>
                  <a:lnTo>
                    <a:pt x="1374293" y="306888"/>
                  </a:lnTo>
                  <a:lnTo>
                    <a:pt x="1383275" y="309958"/>
                  </a:lnTo>
                  <a:lnTo>
                    <a:pt x="1392257" y="313114"/>
                  </a:lnTo>
                  <a:lnTo>
                    <a:pt x="1401240" y="316346"/>
                  </a:lnTo>
                  <a:lnTo>
                    <a:pt x="1410222" y="319616"/>
                  </a:lnTo>
                  <a:lnTo>
                    <a:pt x="1419204" y="322865"/>
                  </a:lnTo>
                  <a:lnTo>
                    <a:pt x="1428187" y="326032"/>
                  </a:lnTo>
                  <a:lnTo>
                    <a:pt x="1437169" y="329053"/>
                  </a:lnTo>
                  <a:lnTo>
                    <a:pt x="1446151" y="331896"/>
                  </a:lnTo>
                  <a:lnTo>
                    <a:pt x="1455134" y="334561"/>
                  </a:lnTo>
                  <a:lnTo>
                    <a:pt x="1464116" y="337058"/>
                  </a:lnTo>
                  <a:lnTo>
                    <a:pt x="1473098" y="339408"/>
                  </a:lnTo>
                  <a:lnTo>
                    <a:pt x="1482081" y="341635"/>
                  </a:lnTo>
                  <a:lnTo>
                    <a:pt x="1491063" y="343761"/>
                  </a:lnTo>
                  <a:lnTo>
                    <a:pt x="1500045" y="345796"/>
                  </a:lnTo>
                  <a:lnTo>
                    <a:pt x="1509027" y="347747"/>
                  </a:lnTo>
                  <a:lnTo>
                    <a:pt x="1518010" y="349610"/>
                  </a:lnTo>
                  <a:lnTo>
                    <a:pt x="1526992" y="351378"/>
                  </a:lnTo>
                  <a:lnTo>
                    <a:pt x="1535974" y="353040"/>
                  </a:lnTo>
                  <a:lnTo>
                    <a:pt x="1544957" y="354586"/>
                  </a:lnTo>
                  <a:lnTo>
                    <a:pt x="1553939" y="356006"/>
                  </a:lnTo>
                  <a:lnTo>
                    <a:pt x="1562921" y="357289"/>
                  </a:lnTo>
                  <a:lnTo>
                    <a:pt x="1571904" y="358434"/>
                  </a:lnTo>
                  <a:lnTo>
                    <a:pt x="1580886" y="359450"/>
                  </a:lnTo>
                  <a:lnTo>
                    <a:pt x="1589868" y="360347"/>
                  </a:lnTo>
                  <a:lnTo>
                    <a:pt x="1598851" y="361136"/>
                  </a:lnTo>
                  <a:lnTo>
                    <a:pt x="1607833" y="361830"/>
                  </a:lnTo>
                  <a:lnTo>
                    <a:pt x="1616815" y="362442"/>
                  </a:lnTo>
                  <a:lnTo>
                    <a:pt x="1625797" y="362982"/>
                  </a:lnTo>
                  <a:lnTo>
                    <a:pt x="1625797" y="366910"/>
                  </a:lnTo>
                  <a:lnTo>
                    <a:pt x="1616815" y="366910"/>
                  </a:lnTo>
                  <a:lnTo>
                    <a:pt x="1607833" y="366910"/>
                  </a:lnTo>
                  <a:lnTo>
                    <a:pt x="1598851" y="366910"/>
                  </a:lnTo>
                  <a:lnTo>
                    <a:pt x="1589868" y="366910"/>
                  </a:lnTo>
                  <a:lnTo>
                    <a:pt x="1580886" y="366910"/>
                  </a:lnTo>
                  <a:lnTo>
                    <a:pt x="1571904" y="366910"/>
                  </a:lnTo>
                  <a:lnTo>
                    <a:pt x="1562921" y="366910"/>
                  </a:lnTo>
                  <a:lnTo>
                    <a:pt x="1553939" y="366910"/>
                  </a:lnTo>
                  <a:lnTo>
                    <a:pt x="1544957" y="366910"/>
                  </a:lnTo>
                  <a:lnTo>
                    <a:pt x="1535974" y="366910"/>
                  </a:lnTo>
                  <a:lnTo>
                    <a:pt x="1526992" y="366910"/>
                  </a:lnTo>
                  <a:lnTo>
                    <a:pt x="1518010" y="366910"/>
                  </a:lnTo>
                  <a:lnTo>
                    <a:pt x="1509027" y="366910"/>
                  </a:lnTo>
                  <a:lnTo>
                    <a:pt x="1500045" y="366910"/>
                  </a:lnTo>
                  <a:lnTo>
                    <a:pt x="1491063" y="366910"/>
                  </a:lnTo>
                  <a:lnTo>
                    <a:pt x="1482081" y="366910"/>
                  </a:lnTo>
                  <a:lnTo>
                    <a:pt x="1473098" y="366910"/>
                  </a:lnTo>
                  <a:lnTo>
                    <a:pt x="1464116" y="366910"/>
                  </a:lnTo>
                  <a:lnTo>
                    <a:pt x="1455134" y="366910"/>
                  </a:lnTo>
                  <a:lnTo>
                    <a:pt x="1446151" y="366910"/>
                  </a:lnTo>
                  <a:lnTo>
                    <a:pt x="1437169" y="366910"/>
                  </a:lnTo>
                  <a:lnTo>
                    <a:pt x="1428187" y="366910"/>
                  </a:lnTo>
                  <a:lnTo>
                    <a:pt x="1419204" y="366910"/>
                  </a:lnTo>
                  <a:lnTo>
                    <a:pt x="1410222" y="366910"/>
                  </a:lnTo>
                  <a:lnTo>
                    <a:pt x="1401240" y="366910"/>
                  </a:lnTo>
                  <a:lnTo>
                    <a:pt x="1392257" y="366910"/>
                  </a:lnTo>
                  <a:lnTo>
                    <a:pt x="1383275" y="366910"/>
                  </a:lnTo>
                  <a:lnTo>
                    <a:pt x="1374293" y="366910"/>
                  </a:lnTo>
                  <a:lnTo>
                    <a:pt x="1365310" y="366910"/>
                  </a:lnTo>
                  <a:lnTo>
                    <a:pt x="1356328" y="366910"/>
                  </a:lnTo>
                  <a:lnTo>
                    <a:pt x="1347346" y="366910"/>
                  </a:lnTo>
                  <a:lnTo>
                    <a:pt x="1338364" y="366910"/>
                  </a:lnTo>
                  <a:lnTo>
                    <a:pt x="1329381" y="366910"/>
                  </a:lnTo>
                  <a:lnTo>
                    <a:pt x="1320399" y="366910"/>
                  </a:lnTo>
                  <a:lnTo>
                    <a:pt x="1311417" y="366910"/>
                  </a:lnTo>
                  <a:lnTo>
                    <a:pt x="1302434" y="366910"/>
                  </a:lnTo>
                  <a:lnTo>
                    <a:pt x="1293452" y="366910"/>
                  </a:lnTo>
                  <a:lnTo>
                    <a:pt x="1284470" y="366910"/>
                  </a:lnTo>
                  <a:lnTo>
                    <a:pt x="1275487" y="366910"/>
                  </a:lnTo>
                  <a:lnTo>
                    <a:pt x="1266505" y="366910"/>
                  </a:lnTo>
                  <a:lnTo>
                    <a:pt x="1257523" y="366910"/>
                  </a:lnTo>
                  <a:lnTo>
                    <a:pt x="1248540" y="366910"/>
                  </a:lnTo>
                  <a:lnTo>
                    <a:pt x="1239558" y="366910"/>
                  </a:lnTo>
                  <a:lnTo>
                    <a:pt x="1230576" y="366910"/>
                  </a:lnTo>
                  <a:lnTo>
                    <a:pt x="1221594" y="366910"/>
                  </a:lnTo>
                  <a:lnTo>
                    <a:pt x="1212611" y="366910"/>
                  </a:lnTo>
                  <a:lnTo>
                    <a:pt x="1203629" y="366910"/>
                  </a:lnTo>
                  <a:lnTo>
                    <a:pt x="1194647" y="366910"/>
                  </a:lnTo>
                  <a:lnTo>
                    <a:pt x="1185664" y="366910"/>
                  </a:lnTo>
                  <a:lnTo>
                    <a:pt x="1176682" y="366910"/>
                  </a:lnTo>
                  <a:lnTo>
                    <a:pt x="1167700" y="366910"/>
                  </a:lnTo>
                  <a:lnTo>
                    <a:pt x="1158717" y="366910"/>
                  </a:lnTo>
                  <a:lnTo>
                    <a:pt x="1149735" y="366910"/>
                  </a:lnTo>
                  <a:lnTo>
                    <a:pt x="1140753" y="366910"/>
                  </a:lnTo>
                  <a:lnTo>
                    <a:pt x="1131770" y="366910"/>
                  </a:lnTo>
                  <a:lnTo>
                    <a:pt x="1122788" y="366910"/>
                  </a:lnTo>
                  <a:lnTo>
                    <a:pt x="1113806" y="366910"/>
                  </a:lnTo>
                  <a:lnTo>
                    <a:pt x="1104824" y="366910"/>
                  </a:lnTo>
                  <a:lnTo>
                    <a:pt x="1095841" y="366910"/>
                  </a:lnTo>
                  <a:lnTo>
                    <a:pt x="1086859" y="366910"/>
                  </a:lnTo>
                  <a:lnTo>
                    <a:pt x="1077877" y="366910"/>
                  </a:lnTo>
                  <a:lnTo>
                    <a:pt x="1068894" y="366910"/>
                  </a:lnTo>
                  <a:lnTo>
                    <a:pt x="1059912" y="366910"/>
                  </a:lnTo>
                  <a:lnTo>
                    <a:pt x="1050930" y="366910"/>
                  </a:lnTo>
                  <a:lnTo>
                    <a:pt x="1041947" y="366910"/>
                  </a:lnTo>
                  <a:lnTo>
                    <a:pt x="1032965" y="366910"/>
                  </a:lnTo>
                  <a:lnTo>
                    <a:pt x="1023983" y="366910"/>
                  </a:lnTo>
                  <a:lnTo>
                    <a:pt x="1015000" y="366910"/>
                  </a:lnTo>
                  <a:lnTo>
                    <a:pt x="1006018" y="366910"/>
                  </a:lnTo>
                  <a:lnTo>
                    <a:pt x="997036" y="366910"/>
                  </a:lnTo>
                  <a:lnTo>
                    <a:pt x="988054" y="366910"/>
                  </a:lnTo>
                  <a:lnTo>
                    <a:pt x="979071" y="366910"/>
                  </a:lnTo>
                  <a:lnTo>
                    <a:pt x="970089" y="366910"/>
                  </a:lnTo>
                  <a:lnTo>
                    <a:pt x="961107" y="366910"/>
                  </a:lnTo>
                  <a:lnTo>
                    <a:pt x="952124" y="366910"/>
                  </a:lnTo>
                  <a:lnTo>
                    <a:pt x="943142" y="366910"/>
                  </a:lnTo>
                  <a:lnTo>
                    <a:pt x="934160" y="366910"/>
                  </a:lnTo>
                  <a:lnTo>
                    <a:pt x="925177" y="366910"/>
                  </a:lnTo>
                  <a:lnTo>
                    <a:pt x="916195" y="366910"/>
                  </a:lnTo>
                  <a:lnTo>
                    <a:pt x="907213" y="366910"/>
                  </a:lnTo>
                  <a:lnTo>
                    <a:pt x="898230" y="366910"/>
                  </a:lnTo>
                  <a:lnTo>
                    <a:pt x="889248" y="366910"/>
                  </a:lnTo>
                  <a:lnTo>
                    <a:pt x="880266" y="366910"/>
                  </a:lnTo>
                  <a:lnTo>
                    <a:pt x="871283" y="366910"/>
                  </a:lnTo>
                  <a:lnTo>
                    <a:pt x="862301" y="366910"/>
                  </a:lnTo>
                  <a:lnTo>
                    <a:pt x="853319" y="366910"/>
                  </a:lnTo>
                  <a:lnTo>
                    <a:pt x="844337" y="366910"/>
                  </a:lnTo>
                  <a:lnTo>
                    <a:pt x="835354" y="366910"/>
                  </a:lnTo>
                  <a:lnTo>
                    <a:pt x="826372" y="366910"/>
                  </a:lnTo>
                  <a:lnTo>
                    <a:pt x="817390" y="366910"/>
                  </a:lnTo>
                  <a:lnTo>
                    <a:pt x="808407" y="366910"/>
                  </a:lnTo>
                  <a:lnTo>
                    <a:pt x="799425" y="366910"/>
                  </a:lnTo>
                  <a:lnTo>
                    <a:pt x="790443" y="366910"/>
                  </a:lnTo>
                  <a:lnTo>
                    <a:pt x="781460" y="366910"/>
                  </a:lnTo>
                  <a:lnTo>
                    <a:pt x="772478" y="366910"/>
                  </a:lnTo>
                  <a:lnTo>
                    <a:pt x="763496" y="366910"/>
                  </a:lnTo>
                  <a:lnTo>
                    <a:pt x="754513" y="366910"/>
                  </a:lnTo>
                  <a:lnTo>
                    <a:pt x="745531" y="366910"/>
                  </a:lnTo>
                  <a:lnTo>
                    <a:pt x="736549" y="366910"/>
                  </a:lnTo>
                  <a:lnTo>
                    <a:pt x="727567" y="366910"/>
                  </a:lnTo>
                  <a:lnTo>
                    <a:pt x="718584" y="366910"/>
                  </a:lnTo>
                  <a:lnTo>
                    <a:pt x="709602" y="366910"/>
                  </a:lnTo>
                  <a:lnTo>
                    <a:pt x="700620" y="366910"/>
                  </a:lnTo>
                  <a:lnTo>
                    <a:pt x="691637" y="366910"/>
                  </a:lnTo>
                  <a:lnTo>
                    <a:pt x="682655" y="366910"/>
                  </a:lnTo>
                  <a:lnTo>
                    <a:pt x="673673" y="366910"/>
                  </a:lnTo>
                  <a:lnTo>
                    <a:pt x="664690" y="366910"/>
                  </a:lnTo>
                  <a:lnTo>
                    <a:pt x="655708" y="366910"/>
                  </a:lnTo>
                  <a:lnTo>
                    <a:pt x="646726" y="366910"/>
                  </a:lnTo>
                  <a:lnTo>
                    <a:pt x="637743" y="366910"/>
                  </a:lnTo>
                  <a:lnTo>
                    <a:pt x="628761" y="366910"/>
                  </a:lnTo>
                  <a:lnTo>
                    <a:pt x="619779" y="366910"/>
                  </a:lnTo>
                  <a:lnTo>
                    <a:pt x="610797" y="366910"/>
                  </a:lnTo>
                  <a:lnTo>
                    <a:pt x="601814" y="366910"/>
                  </a:lnTo>
                  <a:lnTo>
                    <a:pt x="592832" y="366910"/>
                  </a:lnTo>
                  <a:lnTo>
                    <a:pt x="583850" y="366910"/>
                  </a:lnTo>
                  <a:lnTo>
                    <a:pt x="574867" y="366910"/>
                  </a:lnTo>
                  <a:lnTo>
                    <a:pt x="565885" y="366910"/>
                  </a:lnTo>
                  <a:lnTo>
                    <a:pt x="556903" y="366910"/>
                  </a:lnTo>
                  <a:lnTo>
                    <a:pt x="547920" y="366910"/>
                  </a:lnTo>
                  <a:lnTo>
                    <a:pt x="538938" y="366910"/>
                  </a:lnTo>
                  <a:lnTo>
                    <a:pt x="529956" y="366910"/>
                  </a:lnTo>
                  <a:lnTo>
                    <a:pt x="520973" y="366910"/>
                  </a:lnTo>
                  <a:lnTo>
                    <a:pt x="511991" y="366910"/>
                  </a:lnTo>
                  <a:lnTo>
                    <a:pt x="503009" y="366910"/>
                  </a:lnTo>
                  <a:lnTo>
                    <a:pt x="494027" y="366910"/>
                  </a:lnTo>
                  <a:lnTo>
                    <a:pt x="485044" y="366910"/>
                  </a:lnTo>
                  <a:lnTo>
                    <a:pt x="476062" y="366910"/>
                  </a:lnTo>
                  <a:lnTo>
                    <a:pt x="467080" y="366910"/>
                  </a:lnTo>
                  <a:lnTo>
                    <a:pt x="458097" y="366910"/>
                  </a:lnTo>
                  <a:lnTo>
                    <a:pt x="449115" y="366910"/>
                  </a:lnTo>
                  <a:lnTo>
                    <a:pt x="440133" y="366910"/>
                  </a:lnTo>
                  <a:lnTo>
                    <a:pt x="431150" y="366910"/>
                  </a:lnTo>
                  <a:lnTo>
                    <a:pt x="422168" y="366910"/>
                  </a:lnTo>
                  <a:lnTo>
                    <a:pt x="413186" y="366910"/>
                  </a:lnTo>
                  <a:lnTo>
                    <a:pt x="404203" y="366910"/>
                  </a:lnTo>
                  <a:lnTo>
                    <a:pt x="395221" y="366910"/>
                  </a:lnTo>
                  <a:lnTo>
                    <a:pt x="386239" y="366910"/>
                  </a:lnTo>
                  <a:lnTo>
                    <a:pt x="377256" y="366910"/>
                  </a:lnTo>
                  <a:lnTo>
                    <a:pt x="368274" y="366910"/>
                  </a:lnTo>
                  <a:lnTo>
                    <a:pt x="359292" y="366910"/>
                  </a:lnTo>
                  <a:lnTo>
                    <a:pt x="350310" y="366910"/>
                  </a:lnTo>
                  <a:lnTo>
                    <a:pt x="341327" y="366910"/>
                  </a:lnTo>
                  <a:lnTo>
                    <a:pt x="332345" y="366910"/>
                  </a:lnTo>
                  <a:lnTo>
                    <a:pt x="323363" y="366910"/>
                  </a:lnTo>
                  <a:lnTo>
                    <a:pt x="314380" y="366910"/>
                  </a:lnTo>
                  <a:lnTo>
                    <a:pt x="305398" y="366910"/>
                  </a:lnTo>
                  <a:lnTo>
                    <a:pt x="296416" y="366910"/>
                  </a:lnTo>
                  <a:lnTo>
                    <a:pt x="287433" y="366910"/>
                  </a:lnTo>
                  <a:lnTo>
                    <a:pt x="278451" y="366910"/>
                  </a:lnTo>
                  <a:lnTo>
                    <a:pt x="269469" y="366910"/>
                  </a:lnTo>
                  <a:lnTo>
                    <a:pt x="260486" y="366910"/>
                  </a:lnTo>
                  <a:lnTo>
                    <a:pt x="251504" y="366910"/>
                  </a:lnTo>
                  <a:lnTo>
                    <a:pt x="242522" y="366910"/>
                  </a:lnTo>
                  <a:lnTo>
                    <a:pt x="233540" y="366910"/>
                  </a:lnTo>
                  <a:lnTo>
                    <a:pt x="224557" y="366910"/>
                  </a:lnTo>
                  <a:lnTo>
                    <a:pt x="215575" y="366910"/>
                  </a:lnTo>
                  <a:lnTo>
                    <a:pt x="206593" y="366910"/>
                  </a:lnTo>
                  <a:lnTo>
                    <a:pt x="197610" y="366910"/>
                  </a:lnTo>
                  <a:lnTo>
                    <a:pt x="188628" y="366910"/>
                  </a:lnTo>
                  <a:lnTo>
                    <a:pt x="179646" y="366910"/>
                  </a:lnTo>
                  <a:lnTo>
                    <a:pt x="170663" y="366910"/>
                  </a:lnTo>
                  <a:lnTo>
                    <a:pt x="161681" y="366910"/>
                  </a:lnTo>
                  <a:lnTo>
                    <a:pt x="152699" y="366910"/>
                  </a:lnTo>
                  <a:lnTo>
                    <a:pt x="143716" y="366910"/>
                  </a:lnTo>
                  <a:lnTo>
                    <a:pt x="134734" y="366910"/>
                  </a:lnTo>
                  <a:lnTo>
                    <a:pt x="125752" y="366910"/>
                  </a:lnTo>
                  <a:lnTo>
                    <a:pt x="116770" y="366910"/>
                  </a:lnTo>
                  <a:lnTo>
                    <a:pt x="107787" y="366910"/>
                  </a:lnTo>
                  <a:lnTo>
                    <a:pt x="98805" y="366910"/>
                  </a:lnTo>
                  <a:lnTo>
                    <a:pt x="89823" y="366910"/>
                  </a:lnTo>
                  <a:lnTo>
                    <a:pt x="80840" y="366910"/>
                  </a:lnTo>
                  <a:lnTo>
                    <a:pt x="71858" y="366910"/>
                  </a:lnTo>
                  <a:lnTo>
                    <a:pt x="62876" y="366910"/>
                  </a:lnTo>
                  <a:lnTo>
                    <a:pt x="53893" y="366910"/>
                  </a:lnTo>
                  <a:lnTo>
                    <a:pt x="44911" y="366910"/>
                  </a:lnTo>
                  <a:lnTo>
                    <a:pt x="35929" y="366910"/>
                  </a:lnTo>
                  <a:lnTo>
                    <a:pt x="26946" y="366910"/>
                  </a:lnTo>
                  <a:lnTo>
                    <a:pt x="17964" y="366910"/>
                  </a:lnTo>
                  <a:lnTo>
                    <a:pt x="8982" y="366910"/>
                  </a:lnTo>
                  <a:lnTo>
                    <a:pt x="0" y="366910"/>
                  </a:lnTo>
                  <a:close/>
                </a:path>
              </a:pathLst>
            </a:custGeom>
            <a:solidFill>
              <a:srgbClr val="B2ABD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271203" y="3965527"/>
              <a:ext cx="1625797" cy="363211"/>
            </a:xfrm>
            <a:custGeom>
              <a:avLst/>
              <a:pathLst>
                <a:path w="1625797" h="363211">
                  <a:moveTo>
                    <a:pt x="0" y="363211"/>
                  </a:moveTo>
                  <a:lnTo>
                    <a:pt x="8982" y="362712"/>
                  </a:lnTo>
                  <a:lnTo>
                    <a:pt x="17964" y="362191"/>
                  </a:lnTo>
                  <a:lnTo>
                    <a:pt x="26946" y="361652"/>
                  </a:lnTo>
                  <a:lnTo>
                    <a:pt x="35929" y="361099"/>
                  </a:lnTo>
                  <a:lnTo>
                    <a:pt x="44911" y="360538"/>
                  </a:lnTo>
                  <a:lnTo>
                    <a:pt x="53893" y="359975"/>
                  </a:lnTo>
                  <a:lnTo>
                    <a:pt x="62876" y="359418"/>
                  </a:lnTo>
                  <a:lnTo>
                    <a:pt x="71858" y="358876"/>
                  </a:lnTo>
                  <a:lnTo>
                    <a:pt x="80840" y="358363"/>
                  </a:lnTo>
                  <a:lnTo>
                    <a:pt x="89823" y="357887"/>
                  </a:lnTo>
                  <a:lnTo>
                    <a:pt x="98805" y="357454"/>
                  </a:lnTo>
                  <a:lnTo>
                    <a:pt x="107787" y="357059"/>
                  </a:lnTo>
                  <a:lnTo>
                    <a:pt x="116770" y="356687"/>
                  </a:lnTo>
                  <a:lnTo>
                    <a:pt x="125752" y="356310"/>
                  </a:lnTo>
                  <a:lnTo>
                    <a:pt x="134734" y="355892"/>
                  </a:lnTo>
                  <a:lnTo>
                    <a:pt x="143716" y="355392"/>
                  </a:lnTo>
                  <a:lnTo>
                    <a:pt x="152699" y="354768"/>
                  </a:lnTo>
                  <a:lnTo>
                    <a:pt x="161681" y="353972"/>
                  </a:lnTo>
                  <a:lnTo>
                    <a:pt x="170663" y="352978"/>
                  </a:lnTo>
                  <a:lnTo>
                    <a:pt x="179646" y="351769"/>
                  </a:lnTo>
                  <a:lnTo>
                    <a:pt x="188628" y="350331"/>
                  </a:lnTo>
                  <a:lnTo>
                    <a:pt x="197610" y="348650"/>
                  </a:lnTo>
                  <a:lnTo>
                    <a:pt x="206593" y="346717"/>
                  </a:lnTo>
                  <a:lnTo>
                    <a:pt x="215575" y="344523"/>
                  </a:lnTo>
                  <a:lnTo>
                    <a:pt x="224557" y="342066"/>
                  </a:lnTo>
                  <a:lnTo>
                    <a:pt x="233540" y="339352"/>
                  </a:lnTo>
                  <a:lnTo>
                    <a:pt x="242522" y="336400"/>
                  </a:lnTo>
                  <a:lnTo>
                    <a:pt x="251504" y="333243"/>
                  </a:lnTo>
                  <a:lnTo>
                    <a:pt x="260486" y="329926"/>
                  </a:lnTo>
                  <a:lnTo>
                    <a:pt x="269469" y="326498"/>
                  </a:lnTo>
                  <a:lnTo>
                    <a:pt x="278451" y="323003"/>
                  </a:lnTo>
                  <a:lnTo>
                    <a:pt x="287433" y="319468"/>
                  </a:lnTo>
                  <a:lnTo>
                    <a:pt x="296416" y="315894"/>
                  </a:lnTo>
                  <a:lnTo>
                    <a:pt x="305398" y="312251"/>
                  </a:lnTo>
                  <a:lnTo>
                    <a:pt x="314380" y="308488"/>
                  </a:lnTo>
                  <a:lnTo>
                    <a:pt x="323363" y="304541"/>
                  </a:lnTo>
                  <a:lnTo>
                    <a:pt x="332345" y="300358"/>
                  </a:lnTo>
                  <a:lnTo>
                    <a:pt x="341327" y="295903"/>
                  </a:lnTo>
                  <a:lnTo>
                    <a:pt x="350310" y="291176"/>
                  </a:lnTo>
                  <a:lnTo>
                    <a:pt x="359292" y="286215"/>
                  </a:lnTo>
                  <a:lnTo>
                    <a:pt x="368274" y="281092"/>
                  </a:lnTo>
                  <a:lnTo>
                    <a:pt x="377256" y="275905"/>
                  </a:lnTo>
                  <a:lnTo>
                    <a:pt x="386239" y="270756"/>
                  </a:lnTo>
                  <a:lnTo>
                    <a:pt x="395221" y="265735"/>
                  </a:lnTo>
                  <a:lnTo>
                    <a:pt x="404203" y="260894"/>
                  </a:lnTo>
                  <a:lnTo>
                    <a:pt x="413186" y="256235"/>
                  </a:lnTo>
                  <a:lnTo>
                    <a:pt x="422168" y="251686"/>
                  </a:lnTo>
                  <a:lnTo>
                    <a:pt x="431150" y="247110"/>
                  </a:lnTo>
                  <a:lnTo>
                    <a:pt x="440133" y="242347"/>
                  </a:lnTo>
                  <a:lnTo>
                    <a:pt x="449115" y="237236"/>
                  </a:lnTo>
                  <a:lnTo>
                    <a:pt x="458097" y="231634"/>
                  </a:lnTo>
                  <a:lnTo>
                    <a:pt x="467080" y="225449"/>
                  </a:lnTo>
                  <a:lnTo>
                    <a:pt x="476062" y="218646"/>
                  </a:lnTo>
                  <a:lnTo>
                    <a:pt x="485044" y="211264"/>
                  </a:lnTo>
                  <a:lnTo>
                    <a:pt x="494027" y="203404"/>
                  </a:lnTo>
                  <a:lnTo>
                    <a:pt x="503009" y="195223"/>
                  </a:lnTo>
                  <a:lnTo>
                    <a:pt x="511991" y="186911"/>
                  </a:lnTo>
                  <a:lnTo>
                    <a:pt x="520973" y="178665"/>
                  </a:lnTo>
                  <a:lnTo>
                    <a:pt x="529956" y="170667"/>
                  </a:lnTo>
                  <a:lnTo>
                    <a:pt x="538938" y="163065"/>
                  </a:lnTo>
                  <a:lnTo>
                    <a:pt x="547920" y="155976"/>
                  </a:lnTo>
                  <a:lnTo>
                    <a:pt x="556903" y="149374"/>
                  </a:lnTo>
                  <a:lnTo>
                    <a:pt x="565885" y="143202"/>
                  </a:lnTo>
                  <a:lnTo>
                    <a:pt x="574867" y="137358"/>
                  </a:lnTo>
                  <a:lnTo>
                    <a:pt x="583850" y="131715"/>
                  </a:lnTo>
                  <a:lnTo>
                    <a:pt x="592832" y="126140"/>
                  </a:lnTo>
                  <a:lnTo>
                    <a:pt x="601814" y="120521"/>
                  </a:lnTo>
                  <a:lnTo>
                    <a:pt x="610797" y="114785"/>
                  </a:lnTo>
                  <a:lnTo>
                    <a:pt x="619779" y="108910"/>
                  </a:lnTo>
                  <a:lnTo>
                    <a:pt x="628761" y="102931"/>
                  </a:lnTo>
                  <a:lnTo>
                    <a:pt x="637743" y="96943"/>
                  </a:lnTo>
                  <a:lnTo>
                    <a:pt x="646726" y="91081"/>
                  </a:lnTo>
                  <a:lnTo>
                    <a:pt x="655708" y="85506"/>
                  </a:lnTo>
                  <a:lnTo>
                    <a:pt x="664690" y="80371"/>
                  </a:lnTo>
                  <a:lnTo>
                    <a:pt x="673673" y="75834"/>
                  </a:lnTo>
                  <a:lnTo>
                    <a:pt x="682655" y="71895"/>
                  </a:lnTo>
                  <a:lnTo>
                    <a:pt x="691637" y="68488"/>
                  </a:lnTo>
                  <a:lnTo>
                    <a:pt x="700620" y="65476"/>
                  </a:lnTo>
                  <a:lnTo>
                    <a:pt x="709602" y="62672"/>
                  </a:lnTo>
                  <a:lnTo>
                    <a:pt x="718584" y="59877"/>
                  </a:lnTo>
                  <a:lnTo>
                    <a:pt x="727567" y="56919"/>
                  </a:lnTo>
                  <a:lnTo>
                    <a:pt x="736549" y="53689"/>
                  </a:lnTo>
                  <a:lnTo>
                    <a:pt x="745531" y="50155"/>
                  </a:lnTo>
                  <a:lnTo>
                    <a:pt x="754513" y="46365"/>
                  </a:lnTo>
                  <a:lnTo>
                    <a:pt x="763496" y="42427"/>
                  </a:lnTo>
                  <a:lnTo>
                    <a:pt x="772478" y="38477"/>
                  </a:lnTo>
                  <a:lnTo>
                    <a:pt x="781460" y="34642"/>
                  </a:lnTo>
                  <a:lnTo>
                    <a:pt x="790443" y="31013"/>
                  </a:lnTo>
                  <a:lnTo>
                    <a:pt x="799425" y="27640"/>
                  </a:lnTo>
                  <a:lnTo>
                    <a:pt x="808407" y="24485"/>
                  </a:lnTo>
                  <a:lnTo>
                    <a:pt x="817390" y="21475"/>
                  </a:lnTo>
                  <a:lnTo>
                    <a:pt x="826372" y="18535"/>
                  </a:lnTo>
                  <a:lnTo>
                    <a:pt x="835354" y="15609"/>
                  </a:lnTo>
                  <a:lnTo>
                    <a:pt x="844337" y="12679"/>
                  </a:lnTo>
                  <a:lnTo>
                    <a:pt x="853319" y="9780"/>
                  </a:lnTo>
                  <a:lnTo>
                    <a:pt x="862301" y="6998"/>
                  </a:lnTo>
                  <a:lnTo>
                    <a:pt x="871283" y="4467"/>
                  </a:lnTo>
                  <a:lnTo>
                    <a:pt x="880266" y="2347"/>
                  </a:lnTo>
                  <a:lnTo>
                    <a:pt x="889248" y="806"/>
                  </a:lnTo>
                  <a:lnTo>
                    <a:pt x="898230" y="0"/>
                  </a:lnTo>
                  <a:lnTo>
                    <a:pt x="907213" y="50"/>
                  </a:lnTo>
                  <a:lnTo>
                    <a:pt x="916195" y="1038"/>
                  </a:lnTo>
                  <a:lnTo>
                    <a:pt x="925177" y="3036"/>
                  </a:lnTo>
                  <a:lnTo>
                    <a:pt x="934160" y="6031"/>
                  </a:lnTo>
                  <a:lnTo>
                    <a:pt x="943142" y="9935"/>
                  </a:lnTo>
                  <a:lnTo>
                    <a:pt x="952124" y="14683"/>
                  </a:lnTo>
                  <a:lnTo>
                    <a:pt x="961107" y="20194"/>
                  </a:lnTo>
                  <a:lnTo>
                    <a:pt x="970089" y="26379"/>
                  </a:lnTo>
                  <a:lnTo>
                    <a:pt x="979071" y="33136"/>
                  </a:lnTo>
                  <a:lnTo>
                    <a:pt x="988054" y="40351"/>
                  </a:lnTo>
                  <a:lnTo>
                    <a:pt x="997036" y="47894"/>
                  </a:lnTo>
                  <a:lnTo>
                    <a:pt x="1006018" y="55624"/>
                  </a:lnTo>
                  <a:lnTo>
                    <a:pt x="1015000" y="63392"/>
                  </a:lnTo>
                  <a:lnTo>
                    <a:pt x="1023983" y="71053"/>
                  </a:lnTo>
                  <a:lnTo>
                    <a:pt x="1032965" y="78480"/>
                  </a:lnTo>
                  <a:lnTo>
                    <a:pt x="1041947" y="85575"/>
                  </a:lnTo>
                  <a:lnTo>
                    <a:pt x="1050930" y="92274"/>
                  </a:lnTo>
                  <a:lnTo>
                    <a:pt x="1059912" y="98564"/>
                  </a:lnTo>
                  <a:lnTo>
                    <a:pt x="1068894" y="104518"/>
                  </a:lnTo>
                  <a:lnTo>
                    <a:pt x="1077877" y="110221"/>
                  </a:lnTo>
                  <a:lnTo>
                    <a:pt x="1086859" y="115768"/>
                  </a:lnTo>
                  <a:lnTo>
                    <a:pt x="1095841" y="121255"/>
                  </a:lnTo>
                  <a:lnTo>
                    <a:pt x="1104824" y="126768"/>
                  </a:lnTo>
                  <a:lnTo>
                    <a:pt x="1113806" y="132373"/>
                  </a:lnTo>
                  <a:lnTo>
                    <a:pt x="1122788" y="138129"/>
                  </a:lnTo>
                  <a:lnTo>
                    <a:pt x="1131770" y="144084"/>
                  </a:lnTo>
                  <a:lnTo>
                    <a:pt x="1140753" y="150288"/>
                  </a:lnTo>
                  <a:lnTo>
                    <a:pt x="1149735" y="156792"/>
                  </a:lnTo>
                  <a:lnTo>
                    <a:pt x="1158717" y="163644"/>
                  </a:lnTo>
                  <a:lnTo>
                    <a:pt x="1167700" y="170875"/>
                  </a:lnTo>
                  <a:lnTo>
                    <a:pt x="1176682" y="178494"/>
                  </a:lnTo>
                  <a:lnTo>
                    <a:pt x="1185664" y="186483"/>
                  </a:lnTo>
                  <a:lnTo>
                    <a:pt x="1194647" y="194730"/>
                  </a:lnTo>
                  <a:lnTo>
                    <a:pt x="1203629" y="203121"/>
                  </a:lnTo>
                  <a:lnTo>
                    <a:pt x="1212611" y="211526"/>
                  </a:lnTo>
                  <a:lnTo>
                    <a:pt x="1221594" y="219820"/>
                  </a:lnTo>
                  <a:lnTo>
                    <a:pt x="1230576" y="227891"/>
                  </a:lnTo>
                  <a:lnTo>
                    <a:pt x="1239558" y="235655"/>
                  </a:lnTo>
                  <a:lnTo>
                    <a:pt x="1248540" y="243050"/>
                  </a:lnTo>
                  <a:lnTo>
                    <a:pt x="1257523" y="250044"/>
                  </a:lnTo>
                  <a:lnTo>
                    <a:pt x="1266505" y="256621"/>
                  </a:lnTo>
                  <a:lnTo>
                    <a:pt x="1275487" y="262778"/>
                  </a:lnTo>
                  <a:lnTo>
                    <a:pt x="1284470" y="268518"/>
                  </a:lnTo>
                  <a:lnTo>
                    <a:pt x="1293452" y="273846"/>
                  </a:lnTo>
                  <a:lnTo>
                    <a:pt x="1302434" y="278768"/>
                  </a:lnTo>
                  <a:lnTo>
                    <a:pt x="1311417" y="283263"/>
                  </a:lnTo>
                  <a:lnTo>
                    <a:pt x="1320399" y="287373"/>
                  </a:lnTo>
                  <a:lnTo>
                    <a:pt x="1329381" y="291132"/>
                  </a:lnTo>
                  <a:lnTo>
                    <a:pt x="1338364" y="294589"/>
                  </a:lnTo>
                  <a:lnTo>
                    <a:pt x="1347346" y="297811"/>
                  </a:lnTo>
                  <a:lnTo>
                    <a:pt x="1356328" y="300880"/>
                  </a:lnTo>
                  <a:lnTo>
                    <a:pt x="1365310" y="303880"/>
                  </a:lnTo>
                  <a:lnTo>
                    <a:pt x="1374293" y="306888"/>
                  </a:lnTo>
                  <a:lnTo>
                    <a:pt x="1383275" y="309958"/>
                  </a:lnTo>
                  <a:lnTo>
                    <a:pt x="1392257" y="313114"/>
                  </a:lnTo>
                  <a:lnTo>
                    <a:pt x="1401240" y="316346"/>
                  </a:lnTo>
                  <a:lnTo>
                    <a:pt x="1410222" y="319616"/>
                  </a:lnTo>
                  <a:lnTo>
                    <a:pt x="1419204" y="322865"/>
                  </a:lnTo>
                  <a:lnTo>
                    <a:pt x="1428187" y="326032"/>
                  </a:lnTo>
                  <a:lnTo>
                    <a:pt x="1437169" y="329053"/>
                  </a:lnTo>
                  <a:lnTo>
                    <a:pt x="1446151" y="331896"/>
                  </a:lnTo>
                  <a:lnTo>
                    <a:pt x="1455134" y="334561"/>
                  </a:lnTo>
                  <a:lnTo>
                    <a:pt x="1464116" y="337058"/>
                  </a:lnTo>
                  <a:lnTo>
                    <a:pt x="1473098" y="339408"/>
                  </a:lnTo>
                  <a:lnTo>
                    <a:pt x="1482081" y="341635"/>
                  </a:lnTo>
                  <a:lnTo>
                    <a:pt x="1491063" y="343761"/>
                  </a:lnTo>
                  <a:lnTo>
                    <a:pt x="1500045" y="345796"/>
                  </a:lnTo>
                  <a:lnTo>
                    <a:pt x="1509027" y="347747"/>
                  </a:lnTo>
                  <a:lnTo>
                    <a:pt x="1518010" y="349610"/>
                  </a:lnTo>
                  <a:lnTo>
                    <a:pt x="1526992" y="351378"/>
                  </a:lnTo>
                  <a:lnTo>
                    <a:pt x="1535974" y="353040"/>
                  </a:lnTo>
                  <a:lnTo>
                    <a:pt x="1544957" y="354586"/>
                  </a:lnTo>
                  <a:lnTo>
                    <a:pt x="1553939" y="356006"/>
                  </a:lnTo>
                  <a:lnTo>
                    <a:pt x="1562921" y="357289"/>
                  </a:lnTo>
                  <a:lnTo>
                    <a:pt x="1571904" y="358434"/>
                  </a:lnTo>
                  <a:lnTo>
                    <a:pt x="1580886" y="359450"/>
                  </a:lnTo>
                  <a:lnTo>
                    <a:pt x="1589868" y="360347"/>
                  </a:lnTo>
                  <a:lnTo>
                    <a:pt x="1598851" y="361136"/>
                  </a:lnTo>
                  <a:lnTo>
                    <a:pt x="1607833" y="361830"/>
                  </a:lnTo>
                  <a:lnTo>
                    <a:pt x="1616815" y="362442"/>
                  </a:lnTo>
                  <a:lnTo>
                    <a:pt x="1625797" y="362982"/>
                  </a:lnTo>
                </a:path>
              </a:pathLst>
            </a:custGeom>
            <a:ln w="8130" cap="rnd">
              <a:solidFill>
                <a:srgbClr val="B2ABD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2908946" y="3987818"/>
              <a:ext cx="1778497" cy="344619"/>
            </a:xfrm>
            <a:custGeom>
              <a:avLst/>
              <a:pathLst>
                <a:path w="1778497" h="344619">
                  <a:moveTo>
                    <a:pt x="0" y="340384"/>
                  </a:moveTo>
                  <a:lnTo>
                    <a:pt x="8982" y="339718"/>
                  </a:lnTo>
                  <a:lnTo>
                    <a:pt x="17964" y="339002"/>
                  </a:lnTo>
                  <a:lnTo>
                    <a:pt x="26946" y="338223"/>
                  </a:lnTo>
                  <a:lnTo>
                    <a:pt x="35929" y="337362"/>
                  </a:lnTo>
                  <a:lnTo>
                    <a:pt x="44911" y="336407"/>
                  </a:lnTo>
                  <a:lnTo>
                    <a:pt x="53893" y="335354"/>
                  </a:lnTo>
                  <a:lnTo>
                    <a:pt x="62876" y="334206"/>
                  </a:lnTo>
                  <a:lnTo>
                    <a:pt x="71858" y="332975"/>
                  </a:lnTo>
                  <a:lnTo>
                    <a:pt x="80840" y="331682"/>
                  </a:lnTo>
                  <a:lnTo>
                    <a:pt x="89823" y="330352"/>
                  </a:lnTo>
                  <a:lnTo>
                    <a:pt x="98805" y="329010"/>
                  </a:lnTo>
                  <a:lnTo>
                    <a:pt x="107787" y="327676"/>
                  </a:lnTo>
                  <a:lnTo>
                    <a:pt x="116770" y="326358"/>
                  </a:lnTo>
                  <a:lnTo>
                    <a:pt x="125752" y="325056"/>
                  </a:lnTo>
                  <a:lnTo>
                    <a:pt x="134734" y="323759"/>
                  </a:lnTo>
                  <a:lnTo>
                    <a:pt x="143716" y="322446"/>
                  </a:lnTo>
                  <a:lnTo>
                    <a:pt x="152699" y="321097"/>
                  </a:lnTo>
                  <a:lnTo>
                    <a:pt x="161681" y="319689"/>
                  </a:lnTo>
                  <a:lnTo>
                    <a:pt x="170663" y="318218"/>
                  </a:lnTo>
                  <a:lnTo>
                    <a:pt x="179646" y="316692"/>
                  </a:lnTo>
                  <a:lnTo>
                    <a:pt x="188628" y="315134"/>
                  </a:lnTo>
                  <a:lnTo>
                    <a:pt x="197610" y="313570"/>
                  </a:lnTo>
                  <a:lnTo>
                    <a:pt x="206593" y="312035"/>
                  </a:lnTo>
                  <a:lnTo>
                    <a:pt x="215575" y="310555"/>
                  </a:lnTo>
                  <a:lnTo>
                    <a:pt x="224557" y="309149"/>
                  </a:lnTo>
                  <a:lnTo>
                    <a:pt x="233540" y="307824"/>
                  </a:lnTo>
                  <a:lnTo>
                    <a:pt x="242522" y="306569"/>
                  </a:lnTo>
                  <a:lnTo>
                    <a:pt x="251504" y="305361"/>
                  </a:lnTo>
                  <a:lnTo>
                    <a:pt x="260486" y="304166"/>
                  </a:lnTo>
                  <a:lnTo>
                    <a:pt x="269469" y="302939"/>
                  </a:lnTo>
                  <a:lnTo>
                    <a:pt x="278451" y="301633"/>
                  </a:lnTo>
                  <a:lnTo>
                    <a:pt x="287433" y="300187"/>
                  </a:lnTo>
                  <a:lnTo>
                    <a:pt x="296416" y="298543"/>
                  </a:lnTo>
                  <a:lnTo>
                    <a:pt x="305398" y="296659"/>
                  </a:lnTo>
                  <a:lnTo>
                    <a:pt x="314380" y="294488"/>
                  </a:lnTo>
                  <a:lnTo>
                    <a:pt x="323363" y="291990"/>
                  </a:lnTo>
                  <a:lnTo>
                    <a:pt x="332345" y="289130"/>
                  </a:lnTo>
                  <a:lnTo>
                    <a:pt x="341327" y="285880"/>
                  </a:lnTo>
                  <a:lnTo>
                    <a:pt x="350310" y="282225"/>
                  </a:lnTo>
                  <a:lnTo>
                    <a:pt x="359292" y="278163"/>
                  </a:lnTo>
                  <a:lnTo>
                    <a:pt x="368274" y="273704"/>
                  </a:lnTo>
                  <a:lnTo>
                    <a:pt x="377256" y="268867"/>
                  </a:lnTo>
                  <a:lnTo>
                    <a:pt x="386239" y="263682"/>
                  </a:lnTo>
                  <a:lnTo>
                    <a:pt x="395221" y="258178"/>
                  </a:lnTo>
                  <a:lnTo>
                    <a:pt x="404203" y="252382"/>
                  </a:lnTo>
                  <a:lnTo>
                    <a:pt x="413186" y="246311"/>
                  </a:lnTo>
                  <a:lnTo>
                    <a:pt x="422168" y="239971"/>
                  </a:lnTo>
                  <a:lnTo>
                    <a:pt x="431150" y="233389"/>
                  </a:lnTo>
                  <a:lnTo>
                    <a:pt x="440133" y="226578"/>
                  </a:lnTo>
                  <a:lnTo>
                    <a:pt x="449115" y="219557"/>
                  </a:lnTo>
                  <a:lnTo>
                    <a:pt x="458097" y="212347"/>
                  </a:lnTo>
                  <a:lnTo>
                    <a:pt x="467080" y="204974"/>
                  </a:lnTo>
                  <a:lnTo>
                    <a:pt x="476062" y="197461"/>
                  </a:lnTo>
                  <a:lnTo>
                    <a:pt x="485044" y="189823"/>
                  </a:lnTo>
                  <a:lnTo>
                    <a:pt x="494027" y="182063"/>
                  </a:lnTo>
                  <a:lnTo>
                    <a:pt x="503009" y="174181"/>
                  </a:lnTo>
                  <a:lnTo>
                    <a:pt x="511991" y="166174"/>
                  </a:lnTo>
                  <a:lnTo>
                    <a:pt x="520973" y="158057"/>
                  </a:lnTo>
                  <a:lnTo>
                    <a:pt x="529956" y="149867"/>
                  </a:lnTo>
                  <a:lnTo>
                    <a:pt x="538938" y="141679"/>
                  </a:lnTo>
                  <a:lnTo>
                    <a:pt x="547920" y="133625"/>
                  </a:lnTo>
                  <a:lnTo>
                    <a:pt x="556903" y="125842"/>
                  </a:lnTo>
                  <a:lnTo>
                    <a:pt x="565885" y="118467"/>
                  </a:lnTo>
                  <a:lnTo>
                    <a:pt x="574867" y="111609"/>
                  </a:lnTo>
                  <a:lnTo>
                    <a:pt x="583850" y="105331"/>
                  </a:lnTo>
                  <a:lnTo>
                    <a:pt x="592832" y="99641"/>
                  </a:lnTo>
                  <a:lnTo>
                    <a:pt x="601814" y="94489"/>
                  </a:lnTo>
                  <a:lnTo>
                    <a:pt x="610797" y="89785"/>
                  </a:lnTo>
                  <a:lnTo>
                    <a:pt x="619779" y="85417"/>
                  </a:lnTo>
                  <a:lnTo>
                    <a:pt x="628761" y="81271"/>
                  </a:lnTo>
                  <a:lnTo>
                    <a:pt x="637743" y="77255"/>
                  </a:lnTo>
                  <a:lnTo>
                    <a:pt x="646726" y="73306"/>
                  </a:lnTo>
                  <a:lnTo>
                    <a:pt x="655708" y="69397"/>
                  </a:lnTo>
                  <a:lnTo>
                    <a:pt x="664690" y="65529"/>
                  </a:lnTo>
                  <a:lnTo>
                    <a:pt x="673673" y="61732"/>
                  </a:lnTo>
                  <a:lnTo>
                    <a:pt x="682655" y="58032"/>
                  </a:lnTo>
                  <a:lnTo>
                    <a:pt x="691637" y="54455"/>
                  </a:lnTo>
                  <a:lnTo>
                    <a:pt x="700620" y="51020"/>
                  </a:lnTo>
                  <a:lnTo>
                    <a:pt x="709602" y="47741"/>
                  </a:lnTo>
                  <a:lnTo>
                    <a:pt x="718584" y="44629"/>
                  </a:lnTo>
                  <a:lnTo>
                    <a:pt x="727567" y="41699"/>
                  </a:lnTo>
                  <a:lnTo>
                    <a:pt x="736549" y="38972"/>
                  </a:lnTo>
                  <a:lnTo>
                    <a:pt x="745531" y="36474"/>
                  </a:lnTo>
                  <a:lnTo>
                    <a:pt x="754513" y="34232"/>
                  </a:lnTo>
                  <a:lnTo>
                    <a:pt x="763496" y="32261"/>
                  </a:lnTo>
                  <a:lnTo>
                    <a:pt x="772478" y="30552"/>
                  </a:lnTo>
                  <a:lnTo>
                    <a:pt x="781460" y="29058"/>
                  </a:lnTo>
                  <a:lnTo>
                    <a:pt x="790443" y="27690"/>
                  </a:lnTo>
                  <a:lnTo>
                    <a:pt x="799425" y="26306"/>
                  </a:lnTo>
                  <a:lnTo>
                    <a:pt x="808407" y="24740"/>
                  </a:lnTo>
                  <a:lnTo>
                    <a:pt x="817390" y="22857"/>
                  </a:lnTo>
                  <a:lnTo>
                    <a:pt x="826372" y="20571"/>
                  </a:lnTo>
                  <a:lnTo>
                    <a:pt x="835354" y="17872"/>
                  </a:lnTo>
                  <a:lnTo>
                    <a:pt x="844337" y="14830"/>
                  </a:lnTo>
                  <a:lnTo>
                    <a:pt x="853319" y="11593"/>
                  </a:lnTo>
                  <a:lnTo>
                    <a:pt x="862301" y="8369"/>
                  </a:lnTo>
                  <a:lnTo>
                    <a:pt x="871283" y="5392"/>
                  </a:lnTo>
                  <a:lnTo>
                    <a:pt x="880266" y="2894"/>
                  </a:lnTo>
                  <a:lnTo>
                    <a:pt x="889248" y="1075"/>
                  </a:lnTo>
                  <a:lnTo>
                    <a:pt x="898230" y="81"/>
                  </a:lnTo>
                  <a:lnTo>
                    <a:pt x="907213" y="0"/>
                  </a:lnTo>
                  <a:lnTo>
                    <a:pt x="916195" y="857"/>
                  </a:lnTo>
                  <a:lnTo>
                    <a:pt x="925177" y="2666"/>
                  </a:lnTo>
                  <a:lnTo>
                    <a:pt x="934160" y="5364"/>
                  </a:lnTo>
                  <a:lnTo>
                    <a:pt x="943142" y="8844"/>
                  </a:lnTo>
                  <a:lnTo>
                    <a:pt x="952124" y="13035"/>
                  </a:lnTo>
                  <a:lnTo>
                    <a:pt x="961107" y="17874"/>
                  </a:lnTo>
                  <a:lnTo>
                    <a:pt x="970089" y="23299"/>
                  </a:lnTo>
                  <a:lnTo>
                    <a:pt x="979071" y="29247"/>
                  </a:lnTo>
                  <a:lnTo>
                    <a:pt x="988054" y="35639"/>
                  </a:lnTo>
                  <a:lnTo>
                    <a:pt x="997036" y="42378"/>
                  </a:lnTo>
                  <a:lnTo>
                    <a:pt x="1006018" y="49346"/>
                  </a:lnTo>
                  <a:lnTo>
                    <a:pt x="1015000" y="56401"/>
                  </a:lnTo>
                  <a:lnTo>
                    <a:pt x="1023983" y="63390"/>
                  </a:lnTo>
                  <a:lnTo>
                    <a:pt x="1032965" y="70168"/>
                  </a:lnTo>
                  <a:lnTo>
                    <a:pt x="1041947" y="76614"/>
                  </a:lnTo>
                  <a:lnTo>
                    <a:pt x="1050930" y="82646"/>
                  </a:lnTo>
                  <a:lnTo>
                    <a:pt x="1059912" y="88254"/>
                  </a:lnTo>
                  <a:lnTo>
                    <a:pt x="1068894" y="93544"/>
                  </a:lnTo>
                  <a:lnTo>
                    <a:pt x="1077877" y="98659"/>
                  </a:lnTo>
                  <a:lnTo>
                    <a:pt x="1086859" y="103771"/>
                  </a:lnTo>
                  <a:lnTo>
                    <a:pt x="1095841" y="109053"/>
                  </a:lnTo>
                  <a:lnTo>
                    <a:pt x="1104824" y="114639"/>
                  </a:lnTo>
                  <a:lnTo>
                    <a:pt x="1113806" y="120597"/>
                  </a:lnTo>
                  <a:lnTo>
                    <a:pt x="1122788" y="126916"/>
                  </a:lnTo>
                  <a:lnTo>
                    <a:pt x="1131770" y="133507"/>
                  </a:lnTo>
                  <a:lnTo>
                    <a:pt x="1140753" y="140221"/>
                  </a:lnTo>
                  <a:lnTo>
                    <a:pt x="1149735" y="146883"/>
                  </a:lnTo>
                  <a:lnTo>
                    <a:pt x="1158717" y="153327"/>
                  </a:lnTo>
                  <a:lnTo>
                    <a:pt x="1167700" y="159428"/>
                  </a:lnTo>
                  <a:lnTo>
                    <a:pt x="1176682" y="165127"/>
                  </a:lnTo>
                  <a:lnTo>
                    <a:pt x="1185664" y="170422"/>
                  </a:lnTo>
                  <a:lnTo>
                    <a:pt x="1194647" y="175431"/>
                  </a:lnTo>
                  <a:lnTo>
                    <a:pt x="1203629" y="180273"/>
                  </a:lnTo>
                  <a:lnTo>
                    <a:pt x="1212611" y="185068"/>
                  </a:lnTo>
                  <a:lnTo>
                    <a:pt x="1221594" y="189915"/>
                  </a:lnTo>
                  <a:lnTo>
                    <a:pt x="1230576" y="194876"/>
                  </a:lnTo>
                  <a:lnTo>
                    <a:pt x="1239558" y="199970"/>
                  </a:lnTo>
                  <a:lnTo>
                    <a:pt x="1248540" y="205178"/>
                  </a:lnTo>
                  <a:lnTo>
                    <a:pt x="1257523" y="210449"/>
                  </a:lnTo>
                  <a:lnTo>
                    <a:pt x="1266505" y="215718"/>
                  </a:lnTo>
                  <a:lnTo>
                    <a:pt x="1275487" y="220911"/>
                  </a:lnTo>
                  <a:lnTo>
                    <a:pt x="1284470" y="225967"/>
                  </a:lnTo>
                  <a:lnTo>
                    <a:pt x="1293452" y="230838"/>
                  </a:lnTo>
                  <a:lnTo>
                    <a:pt x="1302434" y="235498"/>
                  </a:lnTo>
                  <a:lnTo>
                    <a:pt x="1311417" y="239928"/>
                  </a:lnTo>
                  <a:lnTo>
                    <a:pt x="1320399" y="244161"/>
                  </a:lnTo>
                  <a:lnTo>
                    <a:pt x="1329381" y="248228"/>
                  </a:lnTo>
                  <a:lnTo>
                    <a:pt x="1338364" y="252162"/>
                  </a:lnTo>
                  <a:lnTo>
                    <a:pt x="1347346" y="255995"/>
                  </a:lnTo>
                  <a:lnTo>
                    <a:pt x="1356328" y="259749"/>
                  </a:lnTo>
                  <a:lnTo>
                    <a:pt x="1365310" y="263439"/>
                  </a:lnTo>
                  <a:lnTo>
                    <a:pt x="1374293" y="267073"/>
                  </a:lnTo>
                  <a:lnTo>
                    <a:pt x="1383275" y="270651"/>
                  </a:lnTo>
                  <a:lnTo>
                    <a:pt x="1392257" y="274172"/>
                  </a:lnTo>
                  <a:lnTo>
                    <a:pt x="1401240" y="277634"/>
                  </a:lnTo>
                  <a:lnTo>
                    <a:pt x="1410222" y="281040"/>
                  </a:lnTo>
                  <a:lnTo>
                    <a:pt x="1419204" y="284390"/>
                  </a:lnTo>
                  <a:lnTo>
                    <a:pt x="1428187" y="287684"/>
                  </a:lnTo>
                  <a:lnTo>
                    <a:pt x="1437169" y="290914"/>
                  </a:lnTo>
                  <a:lnTo>
                    <a:pt x="1446151" y="294066"/>
                  </a:lnTo>
                  <a:lnTo>
                    <a:pt x="1455134" y="297121"/>
                  </a:lnTo>
                  <a:lnTo>
                    <a:pt x="1464116" y="300059"/>
                  </a:lnTo>
                  <a:lnTo>
                    <a:pt x="1473098" y="302860"/>
                  </a:lnTo>
                  <a:lnTo>
                    <a:pt x="1482081" y="305513"/>
                  </a:lnTo>
                  <a:lnTo>
                    <a:pt x="1491063" y="308010"/>
                  </a:lnTo>
                  <a:lnTo>
                    <a:pt x="1500045" y="310352"/>
                  </a:lnTo>
                  <a:lnTo>
                    <a:pt x="1509027" y="312538"/>
                  </a:lnTo>
                  <a:lnTo>
                    <a:pt x="1518010" y="314565"/>
                  </a:lnTo>
                  <a:lnTo>
                    <a:pt x="1526992" y="316429"/>
                  </a:lnTo>
                  <a:lnTo>
                    <a:pt x="1535974" y="318119"/>
                  </a:lnTo>
                  <a:lnTo>
                    <a:pt x="1544957" y="319625"/>
                  </a:lnTo>
                  <a:lnTo>
                    <a:pt x="1553939" y="320945"/>
                  </a:lnTo>
                  <a:lnTo>
                    <a:pt x="1562921" y="322075"/>
                  </a:lnTo>
                  <a:lnTo>
                    <a:pt x="1571904" y="323042"/>
                  </a:lnTo>
                  <a:lnTo>
                    <a:pt x="1580886" y="323889"/>
                  </a:lnTo>
                  <a:lnTo>
                    <a:pt x="1589868" y="324660"/>
                  </a:lnTo>
                  <a:lnTo>
                    <a:pt x="1598851" y="325402"/>
                  </a:lnTo>
                  <a:lnTo>
                    <a:pt x="1607833" y="326156"/>
                  </a:lnTo>
                  <a:lnTo>
                    <a:pt x="1616815" y="326954"/>
                  </a:lnTo>
                  <a:lnTo>
                    <a:pt x="1625797" y="327810"/>
                  </a:lnTo>
                  <a:lnTo>
                    <a:pt x="1634780" y="328721"/>
                  </a:lnTo>
                  <a:lnTo>
                    <a:pt x="1643762" y="329673"/>
                  </a:lnTo>
                  <a:lnTo>
                    <a:pt x="1652744" y="330636"/>
                  </a:lnTo>
                  <a:lnTo>
                    <a:pt x="1661727" y="331581"/>
                  </a:lnTo>
                  <a:lnTo>
                    <a:pt x="1670709" y="332478"/>
                  </a:lnTo>
                  <a:lnTo>
                    <a:pt x="1679691" y="333307"/>
                  </a:lnTo>
                  <a:lnTo>
                    <a:pt x="1688674" y="334061"/>
                  </a:lnTo>
                  <a:lnTo>
                    <a:pt x="1697656" y="334747"/>
                  </a:lnTo>
                  <a:lnTo>
                    <a:pt x="1706638" y="335387"/>
                  </a:lnTo>
                  <a:lnTo>
                    <a:pt x="1715621" y="336004"/>
                  </a:lnTo>
                  <a:lnTo>
                    <a:pt x="1724603" y="336618"/>
                  </a:lnTo>
                  <a:lnTo>
                    <a:pt x="1733585" y="337244"/>
                  </a:lnTo>
                  <a:lnTo>
                    <a:pt x="1742567" y="337886"/>
                  </a:lnTo>
                  <a:lnTo>
                    <a:pt x="1751550" y="338543"/>
                  </a:lnTo>
                  <a:lnTo>
                    <a:pt x="1760532" y="339206"/>
                  </a:lnTo>
                  <a:lnTo>
                    <a:pt x="1769514" y="339860"/>
                  </a:lnTo>
                  <a:lnTo>
                    <a:pt x="1778497" y="340494"/>
                  </a:lnTo>
                  <a:lnTo>
                    <a:pt x="1778497" y="344619"/>
                  </a:lnTo>
                  <a:lnTo>
                    <a:pt x="1769514" y="344619"/>
                  </a:lnTo>
                  <a:lnTo>
                    <a:pt x="1760532" y="344619"/>
                  </a:lnTo>
                  <a:lnTo>
                    <a:pt x="1751550" y="344619"/>
                  </a:lnTo>
                  <a:lnTo>
                    <a:pt x="1742567" y="344619"/>
                  </a:lnTo>
                  <a:lnTo>
                    <a:pt x="1733585" y="344619"/>
                  </a:lnTo>
                  <a:lnTo>
                    <a:pt x="1724603" y="344619"/>
                  </a:lnTo>
                  <a:lnTo>
                    <a:pt x="1715621" y="344619"/>
                  </a:lnTo>
                  <a:lnTo>
                    <a:pt x="1706638" y="344619"/>
                  </a:lnTo>
                  <a:lnTo>
                    <a:pt x="1697656" y="344619"/>
                  </a:lnTo>
                  <a:lnTo>
                    <a:pt x="1688674" y="344619"/>
                  </a:lnTo>
                  <a:lnTo>
                    <a:pt x="1679691" y="344619"/>
                  </a:lnTo>
                  <a:lnTo>
                    <a:pt x="1670709" y="344619"/>
                  </a:lnTo>
                  <a:lnTo>
                    <a:pt x="1661727" y="344619"/>
                  </a:lnTo>
                  <a:lnTo>
                    <a:pt x="1652744" y="344619"/>
                  </a:lnTo>
                  <a:lnTo>
                    <a:pt x="1643762" y="344619"/>
                  </a:lnTo>
                  <a:lnTo>
                    <a:pt x="1634780" y="344619"/>
                  </a:lnTo>
                  <a:lnTo>
                    <a:pt x="1625797" y="344619"/>
                  </a:lnTo>
                  <a:lnTo>
                    <a:pt x="1616815" y="344619"/>
                  </a:lnTo>
                  <a:lnTo>
                    <a:pt x="1607833" y="344619"/>
                  </a:lnTo>
                  <a:lnTo>
                    <a:pt x="1598851" y="344619"/>
                  </a:lnTo>
                  <a:lnTo>
                    <a:pt x="1589868" y="344619"/>
                  </a:lnTo>
                  <a:lnTo>
                    <a:pt x="1580886" y="344619"/>
                  </a:lnTo>
                  <a:lnTo>
                    <a:pt x="1571904" y="344619"/>
                  </a:lnTo>
                  <a:lnTo>
                    <a:pt x="1562921" y="344619"/>
                  </a:lnTo>
                  <a:lnTo>
                    <a:pt x="1553939" y="344619"/>
                  </a:lnTo>
                  <a:lnTo>
                    <a:pt x="1544957" y="344619"/>
                  </a:lnTo>
                  <a:lnTo>
                    <a:pt x="1535974" y="344619"/>
                  </a:lnTo>
                  <a:lnTo>
                    <a:pt x="1526992" y="344619"/>
                  </a:lnTo>
                  <a:lnTo>
                    <a:pt x="1518010" y="344619"/>
                  </a:lnTo>
                  <a:lnTo>
                    <a:pt x="1509027" y="344619"/>
                  </a:lnTo>
                  <a:lnTo>
                    <a:pt x="1500045" y="344619"/>
                  </a:lnTo>
                  <a:lnTo>
                    <a:pt x="1491063" y="344619"/>
                  </a:lnTo>
                  <a:lnTo>
                    <a:pt x="1482081" y="344619"/>
                  </a:lnTo>
                  <a:lnTo>
                    <a:pt x="1473098" y="344619"/>
                  </a:lnTo>
                  <a:lnTo>
                    <a:pt x="1464116" y="344619"/>
                  </a:lnTo>
                  <a:lnTo>
                    <a:pt x="1455134" y="344619"/>
                  </a:lnTo>
                  <a:lnTo>
                    <a:pt x="1446151" y="344619"/>
                  </a:lnTo>
                  <a:lnTo>
                    <a:pt x="1437169" y="344619"/>
                  </a:lnTo>
                  <a:lnTo>
                    <a:pt x="1428187" y="344619"/>
                  </a:lnTo>
                  <a:lnTo>
                    <a:pt x="1419204" y="344619"/>
                  </a:lnTo>
                  <a:lnTo>
                    <a:pt x="1410222" y="344619"/>
                  </a:lnTo>
                  <a:lnTo>
                    <a:pt x="1401240" y="344619"/>
                  </a:lnTo>
                  <a:lnTo>
                    <a:pt x="1392257" y="344619"/>
                  </a:lnTo>
                  <a:lnTo>
                    <a:pt x="1383275" y="344619"/>
                  </a:lnTo>
                  <a:lnTo>
                    <a:pt x="1374293" y="344619"/>
                  </a:lnTo>
                  <a:lnTo>
                    <a:pt x="1365310" y="344619"/>
                  </a:lnTo>
                  <a:lnTo>
                    <a:pt x="1356328" y="344619"/>
                  </a:lnTo>
                  <a:lnTo>
                    <a:pt x="1347346" y="344619"/>
                  </a:lnTo>
                  <a:lnTo>
                    <a:pt x="1338364" y="344619"/>
                  </a:lnTo>
                  <a:lnTo>
                    <a:pt x="1329381" y="344619"/>
                  </a:lnTo>
                  <a:lnTo>
                    <a:pt x="1320399" y="344619"/>
                  </a:lnTo>
                  <a:lnTo>
                    <a:pt x="1311417" y="344619"/>
                  </a:lnTo>
                  <a:lnTo>
                    <a:pt x="1302434" y="344619"/>
                  </a:lnTo>
                  <a:lnTo>
                    <a:pt x="1293452" y="344619"/>
                  </a:lnTo>
                  <a:lnTo>
                    <a:pt x="1284470" y="344619"/>
                  </a:lnTo>
                  <a:lnTo>
                    <a:pt x="1275487" y="344619"/>
                  </a:lnTo>
                  <a:lnTo>
                    <a:pt x="1266505" y="344619"/>
                  </a:lnTo>
                  <a:lnTo>
                    <a:pt x="1257523" y="344619"/>
                  </a:lnTo>
                  <a:lnTo>
                    <a:pt x="1248540" y="344619"/>
                  </a:lnTo>
                  <a:lnTo>
                    <a:pt x="1239558" y="344619"/>
                  </a:lnTo>
                  <a:lnTo>
                    <a:pt x="1230576" y="344619"/>
                  </a:lnTo>
                  <a:lnTo>
                    <a:pt x="1221594" y="344619"/>
                  </a:lnTo>
                  <a:lnTo>
                    <a:pt x="1212611" y="344619"/>
                  </a:lnTo>
                  <a:lnTo>
                    <a:pt x="1203629" y="344619"/>
                  </a:lnTo>
                  <a:lnTo>
                    <a:pt x="1194647" y="344619"/>
                  </a:lnTo>
                  <a:lnTo>
                    <a:pt x="1185664" y="344619"/>
                  </a:lnTo>
                  <a:lnTo>
                    <a:pt x="1176682" y="344619"/>
                  </a:lnTo>
                  <a:lnTo>
                    <a:pt x="1167700" y="344619"/>
                  </a:lnTo>
                  <a:lnTo>
                    <a:pt x="1158717" y="344619"/>
                  </a:lnTo>
                  <a:lnTo>
                    <a:pt x="1149735" y="344619"/>
                  </a:lnTo>
                  <a:lnTo>
                    <a:pt x="1140753" y="344619"/>
                  </a:lnTo>
                  <a:lnTo>
                    <a:pt x="1131770" y="344619"/>
                  </a:lnTo>
                  <a:lnTo>
                    <a:pt x="1122788" y="344619"/>
                  </a:lnTo>
                  <a:lnTo>
                    <a:pt x="1113806" y="344619"/>
                  </a:lnTo>
                  <a:lnTo>
                    <a:pt x="1104824" y="344619"/>
                  </a:lnTo>
                  <a:lnTo>
                    <a:pt x="1095841" y="344619"/>
                  </a:lnTo>
                  <a:lnTo>
                    <a:pt x="1086859" y="344619"/>
                  </a:lnTo>
                  <a:lnTo>
                    <a:pt x="1077877" y="344619"/>
                  </a:lnTo>
                  <a:lnTo>
                    <a:pt x="1068894" y="344619"/>
                  </a:lnTo>
                  <a:lnTo>
                    <a:pt x="1059912" y="344619"/>
                  </a:lnTo>
                  <a:lnTo>
                    <a:pt x="1050930" y="344619"/>
                  </a:lnTo>
                  <a:lnTo>
                    <a:pt x="1041947" y="344619"/>
                  </a:lnTo>
                  <a:lnTo>
                    <a:pt x="1032965" y="344619"/>
                  </a:lnTo>
                  <a:lnTo>
                    <a:pt x="1023983" y="344619"/>
                  </a:lnTo>
                  <a:lnTo>
                    <a:pt x="1015000" y="344619"/>
                  </a:lnTo>
                  <a:lnTo>
                    <a:pt x="1006018" y="344619"/>
                  </a:lnTo>
                  <a:lnTo>
                    <a:pt x="997036" y="344619"/>
                  </a:lnTo>
                  <a:lnTo>
                    <a:pt x="988054" y="344619"/>
                  </a:lnTo>
                  <a:lnTo>
                    <a:pt x="979071" y="344619"/>
                  </a:lnTo>
                  <a:lnTo>
                    <a:pt x="970089" y="344619"/>
                  </a:lnTo>
                  <a:lnTo>
                    <a:pt x="961107" y="344619"/>
                  </a:lnTo>
                  <a:lnTo>
                    <a:pt x="952124" y="344619"/>
                  </a:lnTo>
                  <a:lnTo>
                    <a:pt x="943142" y="344619"/>
                  </a:lnTo>
                  <a:lnTo>
                    <a:pt x="934160" y="344619"/>
                  </a:lnTo>
                  <a:lnTo>
                    <a:pt x="925177" y="344619"/>
                  </a:lnTo>
                  <a:lnTo>
                    <a:pt x="916195" y="344619"/>
                  </a:lnTo>
                  <a:lnTo>
                    <a:pt x="907213" y="344619"/>
                  </a:lnTo>
                  <a:lnTo>
                    <a:pt x="898230" y="344619"/>
                  </a:lnTo>
                  <a:lnTo>
                    <a:pt x="889248" y="344619"/>
                  </a:lnTo>
                  <a:lnTo>
                    <a:pt x="880266" y="344619"/>
                  </a:lnTo>
                  <a:lnTo>
                    <a:pt x="871283" y="344619"/>
                  </a:lnTo>
                  <a:lnTo>
                    <a:pt x="862301" y="344619"/>
                  </a:lnTo>
                  <a:lnTo>
                    <a:pt x="853319" y="344619"/>
                  </a:lnTo>
                  <a:lnTo>
                    <a:pt x="844337" y="344619"/>
                  </a:lnTo>
                  <a:lnTo>
                    <a:pt x="835354" y="344619"/>
                  </a:lnTo>
                  <a:lnTo>
                    <a:pt x="826372" y="344619"/>
                  </a:lnTo>
                  <a:lnTo>
                    <a:pt x="817390" y="344619"/>
                  </a:lnTo>
                  <a:lnTo>
                    <a:pt x="808407" y="344619"/>
                  </a:lnTo>
                  <a:lnTo>
                    <a:pt x="799425" y="344619"/>
                  </a:lnTo>
                  <a:lnTo>
                    <a:pt x="790443" y="344619"/>
                  </a:lnTo>
                  <a:lnTo>
                    <a:pt x="781460" y="344619"/>
                  </a:lnTo>
                  <a:lnTo>
                    <a:pt x="772478" y="344619"/>
                  </a:lnTo>
                  <a:lnTo>
                    <a:pt x="763496" y="344619"/>
                  </a:lnTo>
                  <a:lnTo>
                    <a:pt x="754513" y="344619"/>
                  </a:lnTo>
                  <a:lnTo>
                    <a:pt x="745531" y="344619"/>
                  </a:lnTo>
                  <a:lnTo>
                    <a:pt x="736549" y="344619"/>
                  </a:lnTo>
                  <a:lnTo>
                    <a:pt x="727567" y="344619"/>
                  </a:lnTo>
                  <a:lnTo>
                    <a:pt x="718584" y="344619"/>
                  </a:lnTo>
                  <a:lnTo>
                    <a:pt x="709602" y="344619"/>
                  </a:lnTo>
                  <a:lnTo>
                    <a:pt x="700620" y="344619"/>
                  </a:lnTo>
                  <a:lnTo>
                    <a:pt x="691637" y="344619"/>
                  </a:lnTo>
                  <a:lnTo>
                    <a:pt x="682655" y="344619"/>
                  </a:lnTo>
                  <a:lnTo>
                    <a:pt x="673673" y="344619"/>
                  </a:lnTo>
                  <a:lnTo>
                    <a:pt x="664690" y="344619"/>
                  </a:lnTo>
                  <a:lnTo>
                    <a:pt x="655708" y="344619"/>
                  </a:lnTo>
                  <a:lnTo>
                    <a:pt x="646726" y="344619"/>
                  </a:lnTo>
                  <a:lnTo>
                    <a:pt x="637743" y="344619"/>
                  </a:lnTo>
                  <a:lnTo>
                    <a:pt x="628761" y="344619"/>
                  </a:lnTo>
                  <a:lnTo>
                    <a:pt x="619779" y="344619"/>
                  </a:lnTo>
                  <a:lnTo>
                    <a:pt x="610797" y="344619"/>
                  </a:lnTo>
                  <a:lnTo>
                    <a:pt x="601814" y="344619"/>
                  </a:lnTo>
                  <a:lnTo>
                    <a:pt x="592832" y="344619"/>
                  </a:lnTo>
                  <a:lnTo>
                    <a:pt x="583850" y="344619"/>
                  </a:lnTo>
                  <a:lnTo>
                    <a:pt x="574867" y="344619"/>
                  </a:lnTo>
                  <a:lnTo>
                    <a:pt x="565885" y="344619"/>
                  </a:lnTo>
                  <a:lnTo>
                    <a:pt x="556903" y="344619"/>
                  </a:lnTo>
                  <a:lnTo>
                    <a:pt x="547920" y="344619"/>
                  </a:lnTo>
                  <a:lnTo>
                    <a:pt x="538938" y="344619"/>
                  </a:lnTo>
                  <a:lnTo>
                    <a:pt x="529956" y="344619"/>
                  </a:lnTo>
                  <a:lnTo>
                    <a:pt x="520973" y="344619"/>
                  </a:lnTo>
                  <a:lnTo>
                    <a:pt x="511991" y="344619"/>
                  </a:lnTo>
                  <a:lnTo>
                    <a:pt x="503009" y="344619"/>
                  </a:lnTo>
                  <a:lnTo>
                    <a:pt x="494027" y="344619"/>
                  </a:lnTo>
                  <a:lnTo>
                    <a:pt x="485044" y="344619"/>
                  </a:lnTo>
                  <a:lnTo>
                    <a:pt x="476062" y="344619"/>
                  </a:lnTo>
                  <a:lnTo>
                    <a:pt x="467080" y="344619"/>
                  </a:lnTo>
                  <a:lnTo>
                    <a:pt x="458097" y="344619"/>
                  </a:lnTo>
                  <a:lnTo>
                    <a:pt x="449115" y="344619"/>
                  </a:lnTo>
                  <a:lnTo>
                    <a:pt x="440133" y="344619"/>
                  </a:lnTo>
                  <a:lnTo>
                    <a:pt x="431150" y="344619"/>
                  </a:lnTo>
                  <a:lnTo>
                    <a:pt x="422168" y="344619"/>
                  </a:lnTo>
                  <a:lnTo>
                    <a:pt x="413186" y="344619"/>
                  </a:lnTo>
                  <a:lnTo>
                    <a:pt x="404203" y="344619"/>
                  </a:lnTo>
                  <a:lnTo>
                    <a:pt x="395221" y="344619"/>
                  </a:lnTo>
                  <a:lnTo>
                    <a:pt x="386239" y="344619"/>
                  </a:lnTo>
                  <a:lnTo>
                    <a:pt x="377256" y="344619"/>
                  </a:lnTo>
                  <a:lnTo>
                    <a:pt x="368274" y="344619"/>
                  </a:lnTo>
                  <a:lnTo>
                    <a:pt x="359292" y="344619"/>
                  </a:lnTo>
                  <a:lnTo>
                    <a:pt x="350310" y="344619"/>
                  </a:lnTo>
                  <a:lnTo>
                    <a:pt x="341327" y="344619"/>
                  </a:lnTo>
                  <a:lnTo>
                    <a:pt x="332345" y="344619"/>
                  </a:lnTo>
                  <a:lnTo>
                    <a:pt x="323363" y="344619"/>
                  </a:lnTo>
                  <a:lnTo>
                    <a:pt x="314380" y="344619"/>
                  </a:lnTo>
                  <a:lnTo>
                    <a:pt x="305398" y="344619"/>
                  </a:lnTo>
                  <a:lnTo>
                    <a:pt x="296416" y="344619"/>
                  </a:lnTo>
                  <a:lnTo>
                    <a:pt x="287433" y="344619"/>
                  </a:lnTo>
                  <a:lnTo>
                    <a:pt x="278451" y="344619"/>
                  </a:lnTo>
                  <a:lnTo>
                    <a:pt x="269469" y="344619"/>
                  </a:lnTo>
                  <a:lnTo>
                    <a:pt x="260486" y="344619"/>
                  </a:lnTo>
                  <a:lnTo>
                    <a:pt x="251504" y="344619"/>
                  </a:lnTo>
                  <a:lnTo>
                    <a:pt x="242522" y="344619"/>
                  </a:lnTo>
                  <a:lnTo>
                    <a:pt x="233540" y="344619"/>
                  </a:lnTo>
                  <a:lnTo>
                    <a:pt x="224557" y="344619"/>
                  </a:lnTo>
                  <a:lnTo>
                    <a:pt x="215575" y="344619"/>
                  </a:lnTo>
                  <a:lnTo>
                    <a:pt x="206593" y="344619"/>
                  </a:lnTo>
                  <a:lnTo>
                    <a:pt x="197610" y="344619"/>
                  </a:lnTo>
                  <a:lnTo>
                    <a:pt x="188628" y="344619"/>
                  </a:lnTo>
                  <a:lnTo>
                    <a:pt x="179646" y="344619"/>
                  </a:lnTo>
                  <a:lnTo>
                    <a:pt x="170663" y="344619"/>
                  </a:lnTo>
                  <a:lnTo>
                    <a:pt x="161681" y="344619"/>
                  </a:lnTo>
                  <a:lnTo>
                    <a:pt x="152699" y="344619"/>
                  </a:lnTo>
                  <a:lnTo>
                    <a:pt x="143716" y="344619"/>
                  </a:lnTo>
                  <a:lnTo>
                    <a:pt x="134734" y="344619"/>
                  </a:lnTo>
                  <a:lnTo>
                    <a:pt x="125752" y="344619"/>
                  </a:lnTo>
                  <a:lnTo>
                    <a:pt x="116770" y="344619"/>
                  </a:lnTo>
                  <a:lnTo>
                    <a:pt x="107787" y="344619"/>
                  </a:lnTo>
                  <a:lnTo>
                    <a:pt x="98805" y="344619"/>
                  </a:lnTo>
                  <a:lnTo>
                    <a:pt x="89823" y="344619"/>
                  </a:lnTo>
                  <a:lnTo>
                    <a:pt x="80840" y="344619"/>
                  </a:lnTo>
                  <a:lnTo>
                    <a:pt x="71858" y="344619"/>
                  </a:lnTo>
                  <a:lnTo>
                    <a:pt x="62876" y="344619"/>
                  </a:lnTo>
                  <a:lnTo>
                    <a:pt x="53893" y="344619"/>
                  </a:lnTo>
                  <a:lnTo>
                    <a:pt x="44911" y="344619"/>
                  </a:lnTo>
                  <a:lnTo>
                    <a:pt x="35929" y="344619"/>
                  </a:lnTo>
                  <a:lnTo>
                    <a:pt x="26946" y="344619"/>
                  </a:lnTo>
                  <a:lnTo>
                    <a:pt x="17964" y="344619"/>
                  </a:lnTo>
                  <a:lnTo>
                    <a:pt x="8982" y="344619"/>
                  </a:lnTo>
                  <a:lnTo>
                    <a:pt x="0" y="344619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08946" y="3987818"/>
              <a:ext cx="1778497" cy="340494"/>
            </a:xfrm>
            <a:custGeom>
              <a:avLst/>
              <a:pathLst>
                <a:path w="1778497" h="340494">
                  <a:moveTo>
                    <a:pt x="0" y="340384"/>
                  </a:moveTo>
                  <a:lnTo>
                    <a:pt x="8982" y="339718"/>
                  </a:lnTo>
                  <a:lnTo>
                    <a:pt x="17964" y="339002"/>
                  </a:lnTo>
                  <a:lnTo>
                    <a:pt x="26946" y="338223"/>
                  </a:lnTo>
                  <a:lnTo>
                    <a:pt x="35929" y="337362"/>
                  </a:lnTo>
                  <a:lnTo>
                    <a:pt x="44911" y="336407"/>
                  </a:lnTo>
                  <a:lnTo>
                    <a:pt x="53893" y="335354"/>
                  </a:lnTo>
                  <a:lnTo>
                    <a:pt x="62876" y="334206"/>
                  </a:lnTo>
                  <a:lnTo>
                    <a:pt x="71858" y="332975"/>
                  </a:lnTo>
                  <a:lnTo>
                    <a:pt x="80840" y="331682"/>
                  </a:lnTo>
                  <a:lnTo>
                    <a:pt x="89823" y="330352"/>
                  </a:lnTo>
                  <a:lnTo>
                    <a:pt x="98805" y="329010"/>
                  </a:lnTo>
                  <a:lnTo>
                    <a:pt x="107787" y="327676"/>
                  </a:lnTo>
                  <a:lnTo>
                    <a:pt x="116770" y="326358"/>
                  </a:lnTo>
                  <a:lnTo>
                    <a:pt x="125752" y="325056"/>
                  </a:lnTo>
                  <a:lnTo>
                    <a:pt x="134734" y="323759"/>
                  </a:lnTo>
                  <a:lnTo>
                    <a:pt x="143716" y="322446"/>
                  </a:lnTo>
                  <a:lnTo>
                    <a:pt x="152699" y="321097"/>
                  </a:lnTo>
                  <a:lnTo>
                    <a:pt x="161681" y="319689"/>
                  </a:lnTo>
                  <a:lnTo>
                    <a:pt x="170663" y="318218"/>
                  </a:lnTo>
                  <a:lnTo>
                    <a:pt x="179646" y="316692"/>
                  </a:lnTo>
                  <a:lnTo>
                    <a:pt x="188628" y="315134"/>
                  </a:lnTo>
                  <a:lnTo>
                    <a:pt x="197610" y="313570"/>
                  </a:lnTo>
                  <a:lnTo>
                    <a:pt x="206593" y="312035"/>
                  </a:lnTo>
                  <a:lnTo>
                    <a:pt x="215575" y="310555"/>
                  </a:lnTo>
                  <a:lnTo>
                    <a:pt x="224557" y="309149"/>
                  </a:lnTo>
                  <a:lnTo>
                    <a:pt x="233540" y="307824"/>
                  </a:lnTo>
                  <a:lnTo>
                    <a:pt x="242522" y="306569"/>
                  </a:lnTo>
                  <a:lnTo>
                    <a:pt x="251504" y="305361"/>
                  </a:lnTo>
                  <a:lnTo>
                    <a:pt x="260486" y="304166"/>
                  </a:lnTo>
                  <a:lnTo>
                    <a:pt x="269469" y="302939"/>
                  </a:lnTo>
                  <a:lnTo>
                    <a:pt x="278451" y="301633"/>
                  </a:lnTo>
                  <a:lnTo>
                    <a:pt x="287433" y="300187"/>
                  </a:lnTo>
                  <a:lnTo>
                    <a:pt x="296416" y="298543"/>
                  </a:lnTo>
                  <a:lnTo>
                    <a:pt x="305398" y="296659"/>
                  </a:lnTo>
                  <a:lnTo>
                    <a:pt x="314380" y="294488"/>
                  </a:lnTo>
                  <a:lnTo>
                    <a:pt x="323363" y="291990"/>
                  </a:lnTo>
                  <a:lnTo>
                    <a:pt x="332345" y="289130"/>
                  </a:lnTo>
                  <a:lnTo>
                    <a:pt x="341327" y="285880"/>
                  </a:lnTo>
                  <a:lnTo>
                    <a:pt x="350310" y="282225"/>
                  </a:lnTo>
                  <a:lnTo>
                    <a:pt x="359292" y="278163"/>
                  </a:lnTo>
                  <a:lnTo>
                    <a:pt x="368274" y="273704"/>
                  </a:lnTo>
                  <a:lnTo>
                    <a:pt x="377256" y="268867"/>
                  </a:lnTo>
                  <a:lnTo>
                    <a:pt x="386239" y="263682"/>
                  </a:lnTo>
                  <a:lnTo>
                    <a:pt x="395221" y="258178"/>
                  </a:lnTo>
                  <a:lnTo>
                    <a:pt x="404203" y="252382"/>
                  </a:lnTo>
                  <a:lnTo>
                    <a:pt x="413186" y="246311"/>
                  </a:lnTo>
                  <a:lnTo>
                    <a:pt x="422168" y="239971"/>
                  </a:lnTo>
                  <a:lnTo>
                    <a:pt x="431150" y="233389"/>
                  </a:lnTo>
                  <a:lnTo>
                    <a:pt x="440133" y="226578"/>
                  </a:lnTo>
                  <a:lnTo>
                    <a:pt x="449115" y="219557"/>
                  </a:lnTo>
                  <a:lnTo>
                    <a:pt x="458097" y="212347"/>
                  </a:lnTo>
                  <a:lnTo>
                    <a:pt x="467080" y="204974"/>
                  </a:lnTo>
                  <a:lnTo>
                    <a:pt x="476062" y="197461"/>
                  </a:lnTo>
                  <a:lnTo>
                    <a:pt x="485044" y="189823"/>
                  </a:lnTo>
                  <a:lnTo>
                    <a:pt x="494027" y="182063"/>
                  </a:lnTo>
                  <a:lnTo>
                    <a:pt x="503009" y="174181"/>
                  </a:lnTo>
                  <a:lnTo>
                    <a:pt x="511991" y="166174"/>
                  </a:lnTo>
                  <a:lnTo>
                    <a:pt x="520973" y="158057"/>
                  </a:lnTo>
                  <a:lnTo>
                    <a:pt x="529956" y="149867"/>
                  </a:lnTo>
                  <a:lnTo>
                    <a:pt x="538938" y="141679"/>
                  </a:lnTo>
                  <a:lnTo>
                    <a:pt x="547920" y="133625"/>
                  </a:lnTo>
                  <a:lnTo>
                    <a:pt x="556903" y="125842"/>
                  </a:lnTo>
                  <a:lnTo>
                    <a:pt x="565885" y="118467"/>
                  </a:lnTo>
                  <a:lnTo>
                    <a:pt x="574867" y="111609"/>
                  </a:lnTo>
                  <a:lnTo>
                    <a:pt x="583850" y="105331"/>
                  </a:lnTo>
                  <a:lnTo>
                    <a:pt x="592832" y="99641"/>
                  </a:lnTo>
                  <a:lnTo>
                    <a:pt x="601814" y="94489"/>
                  </a:lnTo>
                  <a:lnTo>
                    <a:pt x="610797" y="89785"/>
                  </a:lnTo>
                  <a:lnTo>
                    <a:pt x="619779" y="85417"/>
                  </a:lnTo>
                  <a:lnTo>
                    <a:pt x="628761" y="81271"/>
                  </a:lnTo>
                  <a:lnTo>
                    <a:pt x="637743" y="77255"/>
                  </a:lnTo>
                  <a:lnTo>
                    <a:pt x="646726" y="73306"/>
                  </a:lnTo>
                  <a:lnTo>
                    <a:pt x="655708" y="69397"/>
                  </a:lnTo>
                  <a:lnTo>
                    <a:pt x="664690" y="65529"/>
                  </a:lnTo>
                  <a:lnTo>
                    <a:pt x="673673" y="61732"/>
                  </a:lnTo>
                  <a:lnTo>
                    <a:pt x="682655" y="58032"/>
                  </a:lnTo>
                  <a:lnTo>
                    <a:pt x="691637" y="54455"/>
                  </a:lnTo>
                  <a:lnTo>
                    <a:pt x="700620" y="51020"/>
                  </a:lnTo>
                  <a:lnTo>
                    <a:pt x="709602" y="47741"/>
                  </a:lnTo>
                  <a:lnTo>
                    <a:pt x="718584" y="44629"/>
                  </a:lnTo>
                  <a:lnTo>
                    <a:pt x="727567" y="41699"/>
                  </a:lnTo>
                  <a:lnTo>
                    <a:pt x="736549" y="38972"/>
                  </a:lnTo>
                  <a:lnTo>
                    <a:pt x="745531" y="36474"/>
                  </a:lnTo>
                  <a:lnTo>
                    <a:pt x="754513" y="34232"/>
                  </a:lnTo>
                  <a:lnTo>
                    <a:pt x="763496" y="32261"/>
                  </a:lnTo>
                  <a:lnTo>
                    <a:pt x="772478" y="30552"/>
                  </a:lnTo>
                  <a:lnTo>
                    <a:pt x="781460" y="29058"/>
                  </a:lnTo>
                  <a:lnTo>
                    <a:pt x="790443" y="27690"/>
                  </a:lnTo>
                  <a:lnTo>
                    <a:pt x="799425" y="26306"/>
                  </a:lnTo>
                  <a:lnTo>
                    <a:pt x="808407" y="24740"/>
                  </a:lnTo>
                  <a:lnTo>
                    <a:pt x="817390" y="22857"/>
                  </a:lnTo>
                  <a:lnTo>
                    <a:pt x="826372" y="20571"/>
                  </a:lnTo>
                  <a:lnTo>
                    <a:pt x="835354" y="17872"/>
                  </a:lnTo>
                  <a:lnTo>
                    <a:pt x="844337" y="14830"/>
                  </a:lnTo>
                  <a:lnTo>
                    <a:pt x="853319" y="11593"/>
                  </a:lnTo>
                  <a:lnTo>
                    <a:pt x="862301" y="8369"/>
                  </a:lnTo>
                  <a:lnTo>
                    <a:pt x="871283" y="5392"/>
                  </a:lnTo>
                  <a:lnTo>
                    <a:pt x="880266" y="2894"/>
                  </a:lnTo>
                  <a:lnTo>
                    <a:pt x="889248" y="1075"/>
                  </a:lnTo>
                  <a:lnTo>
                    <a:pt x="898230" y="81"/>
                  </a:lnTo>
                  <a:lnTo>
                    <a:pt x="907213" y="0"/>
                  </a:lnTo>
                  <a:lnTo>
                    <a:pt x="916195" y="857"/>
                  </a:lnTo>
                  <a:lnTo>
                    <a:pt x="925177" y="2666"/>
                  </a:lnTo>
                  <a:lnTo>
                    <a:pt x="934160" y="5364"/>
                  </a:lnTo>
                  <a:lnTo>
                    <a:pt x="943142" y="8844"/>
                  </a:lnTo>
                  <a:lnTo>
                    <a:pt x="952124" y="13035"/>
                  </a:lnTo>
                  <a:lnTo>
                    <a:pt x="961107" y="17874"/>
                  </a:lnTo>
                  <a:lnTo>
                    <a:pt x="970089" y="23299"/>
                  </a:lnTo>
                  <a:lnTo>
                    <a:pt x="979071" y="29247"/>
                  </a:lnTo>
                  <a:lnTo>
                    <a:pt x="988054" y="35639"/>
                  </a:lnTo>
                  <a:lnTo>
                    <a:pt x="997036" y="42378"/>
                  </a:lnTo>
                  <a:lnTo>
                    <a:pt x="1006018" y="49346"/>
                  </a:lnTo>
                  <a:lnTo>
                    <a:pt x="1015000" y="56401"/>
                  </a:lnTo>
                  <a:lnTo>
                    <a:pt x="1023983" y="63390"/>
                  </a:lnTo>
                  <a:lnTo>
                    <a:pt x="1032965" y="70168"/>
                  </a:lnTo>
                  <a:lnTo>
                    <a:pt x="1041947" y="76614"/>
                  </a:lnTo>
                  <a:lnTo>
                    <a:pt x="1050930" y="82646"/>
                  </a:lnTo>
                  <a:lnTo>
                    <a:pt x="1059912" y="88254"/>
                  </a:lnTo>
                  <a:lnTo>
                    <a:pt x="1068894" y="93544"/>
                  </a:lnTo>
                  <a:lnTo>
                    <a:pt x="1077877" y="98659"/>
                  </a:lnTo>
                  <a:lnTo>
                    <a:pt x="1086859" y="103771"/>
                  </a:lnTo>
                  <a:lnTo>
                    <a:pt x="1095841" y="109053"/>
                  </a:lnTo>
                  <a:lnTo>
                    <a:pt x="1104824" y="114639"/>
                  </a:lnTo>
                  <a:lnTo>
                    <a:pt x="1113806" y="120597"/>
                  </a:lnTo>
                  <a:lnTo>
                    <a:pt x="1122788" y="126916"/>
                  </a:lnTo>
                  <a:lnTo>
                    <a:pt x="1131770" y="133507"/>
                  </a:lnTo>
                  <a:lnTo>
                    <a:pt x="1140753" y="140221"/>
                  </a:lnTo>
                  <a:lnTo>
                    <a:pt x="1149735" y="146883"/>
                  </a:lnTo>
                  <a:lnTo>
                    <a:pt x="1158717" y="153327"/>
                  </a:lnTo>
                  <a:lnTo>
                    <a:pt x="1167700" y="159428"/>
                  </a:lnTo>
                  <a:lnTo>
                    <a:pt x="1176682" y="165127"/>
                  </a:lnTo>
                  <a:lnTo>
                    <a:pt x="1185664" y="170422"/>
                  </a:lnTo>
                  <a:lnTo>
                    <a:pt x="1194647" y="175431"/>
                  </a:lnTo>
                  <a:lnTo>
                    <a:pt x="1203629" y="180273"/>
                  </a:lnTo>
                  <a:lnTo>
                    <a:pt x="1212611" y="185068"/>
                  </a:lnTo>
                  <a:lnTo>
                    <a:pt x="1221594" y="189915"/>
                  </a:lnTo>
                  <a:lnTo>
                    <a:pt x="1230576" y="194876"/>
                  </a:lnTo>
                  <a:lnTo>
                    <a:pt x="1239558" y="199970"/>
                  </a:lnTo>
                  <a:lnTo>
                    <a:pt x="1248540" y="205178"/>
                  </a:lnTo>
                  <a:lnTo>
                    <a:pt x="1257523" y="210449"/>
                  </a:lnTo>
                  <a:lnTo>
                    <a:pt x="1266505" y="215718"/>
                  </a:lnTo>
                  <a:lnTo>
                    <a:pt x="1275487" y="220911"/>
                  </a:lnTo>
                  <a:lnTo>
                    <a:pt x="1284470" y="225967"/>
                  </a:lnTo>
                  <a:lnTo>
                    <a:pt x="1293452" y="230838"/>
                  </a:lnTo>
                  <a:lnTo>
                    <a:pt x="1302434" y="235498"/>
                  </a:lnTo>
                  <a:lnTo>
                    <a:pt x="1311417" y="239928"/>
                  </a:lnTo>
                  <a:lnTo>
                    <a:pt x="1320399" y="244161"/>
                  </a:lnTo>
                  <a:lnTo>
                    <a:pt x="1329381" y="248228"/>
                  </a:lnTo>
                  <a:lnTo>
                    <a:pt x="1338364" y="252162"/>
                  </a:lnTo>
                  <a:lnTo>
                    <a:pt x="1347346" y="255995"/>
                  </a:lnTo>
                  <a:lnTo>
                    <a:pt x="1356328" y="259749"/>
                  </a:lnTo>
                  <a:lnTo>
                    <a:pt x="1365310" y="263439"/>
                  </a:lnTo>
                  <a:lnTo>
                    <a:pt x="1374293" y="267073"/>
                  </a:lnTo>
                  <a:lnTo>
                    <a:pt x="1383275" y="270651"/>
                  </a:lnTo>
                  <a:lnTo>
                    <a:pt x="1392257" y="274172"/>
                  </a:lnTo>
                  <a:lnTo>
                    <a:pt x="1401240" y="277634"/>
                  </a:lnTo>
                  <a:lnTo>
                    <a:pt x="1410222" y="281040"/>
                  </a:lnTo>
                  <a:lnTo>
                    <a:pt x="1419204" y="284390"/>
                  </a:lnTo>
                  <a:lnTo>
                    <a:pt x="1428187" y="287684"/>
                  </a:lnTo>
                  <a:lnTo>
                    <a:pt x="1437169" y="290914"/>
                  </a:lnTo>
                  <a:lnTo>
                    <a:pt x="1446151" y="294066"/>
                  </a:lnTo>
                  <a:lnTo>
                    <a:pt x="1455134" y="297121"/>
                  </a:lnTo>
                  <a:lnTo>
                    <a:pt x="1464116" y="300059"/>
                  </a:lnTo>
                  <a:lnTo>
                    <a:pt x="1473098" y="302860"/>
                  </a:lnTo>
                  <a:lnTo>
                    <a:pt x="1482081" y="305513"/>
                  </a:lnTo>
                  <a:lnTo>
                    <a:pt x="1491063" y="308010"/>
                  </a:lnTo>
                  <a:lnTo>
                    <a:pt x="1500045" y="310352"/>
                  </a:lnTo>
                  <a:lnTo>
                    <a:pt x="1509027" y="312538"/>
                  </a:lnTo>
                  <a:lnTo>
                    <a:pt x="1518010" y="314565"/>
                  </a:lnTo>
                  <a:lnTo>
                    <a:pt x="1526992" y="316429"/>
                  </a:lnTo>
                  <a:lnTo>
                    <a:pt x="1535974" y="318119"/>
                  </a:lnTo>
                  <a:lnTo>
                    <a:pt x="1544957" y="319625"/>
                  </a:lnTo>
                  <a:lnTo>
                    <a:pt x="1553939" y="320945"/>
                  </a:lnTo>
                  <a:lnTo>
                    <a:pt x="1562921" y="322075"/>
                  </a:lnTo>
                  <a:lnTo>
                    <a:pt x="1571904" y="323042"/>
                  </a:lnTo>
                  <a:lnTo>
                    <a:pt x="1580886" y="323889"/>
                  </a:lnTo>
                  <a:lnTo>
                    <a:pt x="1589868" y="324660"/>
                  </a:lnTo>
                  <a:lnTo>
                    <a:pt x="1598851" y="325402"/>
                  </a:lnTo>
                  <a:lnTo>
                    <a:pt x="1607833" y="326156"/>
                  </a:lnTo>
                  <a:lnTo>
                    <a:pt x="1616815" y="326954"/>
                  </a:lnTo>
                  <a:lnTo>
                    <a:pt x="1625797" y="327810"/>
                  </a:lnTo>
                  <a:lnTo>
                    <a:pt x="1634780" y="328721"/>
                  </a:lnTo>
                  <a:lnTo>
                    <a:pt x="1643762" y="329673"/>
                  </a:lnTo>
                  <a:lnTo>
                    <a:pt x="1652744" y="330636"/>
                  </a:lnTo>
                  <a:lnTo>
                    <a:pt x="1661727" y="331581"/>
                  </a:lnTo>
                  <a:lnTo>
                    <a:pt x="1670709" y="332478"/>
                  </a:lnTo>
                  <a:lnTo>
                    <a:pt x="1679691" y="333307"/>
                  </a:lnTo>
                  <a:lnTo>
                    <a:pt x="1688674" y="334061"/>
                  </a:lnTo>
                  <a:lnTo>
                    <a:pt x="1697656" y="334747"/>
                  </a:lnTo>
                  <a:lnTo>
                    <a:pt x="1706638" y="335387"/>
                  </a:lnTo>
                  <a:lnTo>
                    <a:pt x="1715621" y="336004"/>
                  </a:lnTo>
                  <a:lnTo>
                    <a:pt x="1724603" y="336618"/>
                  </a:lnTo>
                  <a:lnTo>
                    <a:pt x="1733585" y="337244"/>
                  </a:lnTo>
                  <a:lnTo>
                    <a:pt x="1742567" y="337886"/>
                  </a:lnTo>
                  <a:lnTo>
                    <a:pt x="1751550" y="338543"/>
                  </a:lnTo>
                  <a:lnTo>
                    <a:pt x="1760532" y="339206"/>
                  </a:lnTo>
                  <a:lnTo>
                    <a:pt x="1769514" y="339860"/>
                  </a:lnTo>
                  <a:lnTo>
                    <a:pt x="1778497" y="340494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305155" y="1092818"/>
              <a:ext cx="5048955" cy="3518815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756844" y="4299748"/>
              <a:ext cx="49706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Diet breadth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630017" y="3834421"/>
              <a:ext cx="62389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Habitat breadth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59060" y="3369094"/>
              <a:ext cx="694852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No. of congeners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07594" y="2903768"/>
              <a:ext cx="44631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Clutch size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574147" y="2438441"/>
              <a:ext cx="679764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Hand-wing index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02564" y="1973114"/>
              <a:ext cx="4513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Body mass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797352" y="1507788"/>
              <a:ext cx="45655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Range size</a:t>
              </a:r>
            </a:p>
          </p:txBody>
        </p:sp>
        <p:sp>
          <p:nvSpPr>
            <p:cNvPr id="71" name="pl71"/>
            <p:cNvSpPr/>
            <p:nvPr/>
          </p:nvSpPr>
          <p:spPr>
            <a:xfrm>
              <a:off x="1276687" y="433243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1276687" y="386711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1276687" y="340178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276687" y="2936458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276687" y="247113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1276687" y="200580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1276687" y="154047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433228" y="461163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600760" y="461163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768292" y="461163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935825" y="461163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tx82"/>
            <p:cNvSpPr/>
            <p:nvPr/>
          </p:nvSpPr>
          <p:spPr>
            <a:xfrm>
              <a:off x="2354635" y="4662877"/>
              <a:ext cx="15718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537346" y="4662877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704879" y="4662877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872411" y="4662877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334257" y="4775835"/>
              <a:ext cx="99075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 (log-odds)</a:t>
              </a:r>
            </a:p>
          </p:txBody>
        </p:sp>
        <p:sp>
          <p:nvSpPr>
            <p:cNvPr id="87" name="tx87"/>
            <p:cNvSpPr/>
            <p:nvPr/>
          </p:nvSpPr>
          <p:spPr>
            <a:xfrm rot="-5400000">
              <a:off x="208494" y="2811306"/>
              <a:ext cx="51444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Predictors</a:t>
              </a:r>
            </a:p>
          </p:txBody>
        </p:sp>
        <p:sp>
          <p:nvSpPr>
            <p:cNvPr id="88" name="rc88"/>
            <p:cNvSpPr/>
            <p:nvPr/>
          </p:nvSpPr>
          <p:spPr>
            <a:xfrm>
              <a:off x="993424" y="808135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998824" y="813535"/>
              <a:ext cx="103072" cy="103072"/>
            </a:xfrm>
            <a:prstGeom prst="rect">
              <a:avLst/>
            </a:prstGeom>
            <a:solidFill>
              <a:srgbClr val="7FC7C0">
                <a:alpha val="54901"/>
              </a:srgbClr>
            </a:solidFill>
            <a:ln w="8130" cap="rnd">
              <a:solidFill>
                <a:srgbClr val="7FC7C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2822468" y="808135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2827868" y="813535"/>
              <a:ext cx="103072" cy="103072"/>
            </a:xfrm>
            <a:prstGeom prst="rect">
              <a:avLst/>
            </a:prstGeom>
            <a:solidFill>
              <a:srgbClr val="B2ABD2">
                <a:alpha val="54901"/>
              </a:srgbClr>
            </a:solidFill>
            <a:ln w="8130" cap="rnd">
              <a:solidFill>
                <a:srgbClr val="B2ABD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4745328" y="808135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4750728" y="813535"/>
              <a:ext cx="103072" cy="103072"/>
            </a:xfrm>
            <a:prstGeom prst="rect">
              <a:avLst/>
            </a:prstGeom>
            <a:solidFill>
              <a:srgbClr val="F4A582">
                <a:alpha val="54901"/>
              </a:srgbClr>
            </a:solidFill>
            <a:ln w="8130" cap="rnd">
              <a:solidFill>
                <a:srgbClr val="F4A58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tx94"/>
            <p:cNvSpPr/>
            <p:nvPr/>
          </p:nvSpPr>
          <p:spPr>
            <a:xfrm>
              <a:off x="1164234" y="833251"/>
              <a:ext cx="1601297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All species (1298 spp., 334 with records)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993277" y="833251"/>
              <a:ext cx="169511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Passeriformes (710 spp., 203 with records)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916138" y="833251"/>
              <a:ext cx="174970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Non-passerines (588 spp., 131 with records)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1305155" y="490351"/>
              <a:ext cx="317507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Each group fitted separately on the dated phylogeny (Ives &amp; Garland). 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1305155" y="600079"/>
              <a:ext cx="421986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Sampling distributions of the estimates, not posteriors; mass excluding zero indicates support.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1305155" y="315731"/>
              <a:ext cx="2710738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Species-level predictors by taxonomic group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374331" y="357032"/>
              <a:ext cx="7772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101" name="rc101"/>
            <p:cNvSpPr/>
            <p:nvPr/>
          </p:nvSpPr>
          <p:spPr>
            <a:xfrm>
              <a:off x="7411607" y="1092818"/>
              <a:ext cx="5048955" cy="35188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7411607" y="4335735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7411607" y="3875903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7411607" y="3416071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7411607" y="2956239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7411607" y="2496407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411607" y="2036575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7411607" y="1576744"/>
              <a:ext cx="5048955" cy="0"/>
            </a:xfrm>
            <a:custGeom>
              <a:avLst/>
              <a:pathLst>
                <a:path w="5048955" h="0">
                  <a:moveTo>
                    <a:pt x="0" y="0"/>
                  </a:moveTo>
                  <a:lnTo>
                    <a:pt x="5048955" y="0"/>
                  </a:lnTo>
                  <a:lnTo>
                    <a:pt x="5048955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7498999" y="1092818"/>
              <a:ext cx="0" cy="3518815"/>
            </a:xfrm>
            <a:custGeom>
              <a:avLst/>
              <a:pathLst>
                <a:path w="0" h="3518815">
                  <a:moveTo>
                    <a:pt x="0" y="35188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352662" y="1092818"/>
              <a:ext cx="0" cy="3518815"/>
            </a:xfrm>
            <a:custGeom>
              <a:avLst/>
              <a:pathLst>
                <a:path w="0" h="3518815">
                  <a:moveTo>
                    <a:pt x="0" y="35188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9206325" y="1092818"/>
              <a:ext cx="0" cy="3518815"/>
            </a:xfrm>
            <a:custGeom>
              <a:avLst/>
              <a:pathLst>
                <a:path w="0" h="3518815">
                  <a:moveTo>
                    <a:pt x="0" y="35188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10059988" y="1092818"/>
              <a:ext cx="0" cy="3518815"/>
            </a:xfrm>
            <a:custGeom>
              <a:avLst/>
              <a:pathLst>
                <a:path w="0" h="3518815">
                  <a:moveTo>
                    <a:pt x="0" y="35188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10913651" y="1092818"/>
              <a:ext cx="0" cy="3518815"/>
            </a:xfrm>
            <a:custGeom>
              <a:avLst/>
              <a:pathLst>
                <a:path w="0" h="3518815">
                  <a:moveTo>
                    <a:pt x="0" y="35188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11767314" y="1092818"/>
              <a:ext cx="0" cy="3518815"/>
            </a:xfrm>
            <a:custGeom>
              <a:avLst/>
              <a:pathLst>
                <a:path w="0" h="3518815">
                  <a:moveTo>
                    <a:pt x="0" y="35188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10059988" y="1092818"/>
              <a:ext cx="0" cy="3518815"/>
            </a:xfrm>
            <a:custGeom>
              <a:avLst/>
              <a:pathLst>
                <a:path w="0" h="3518815">
                  <a:moveTo>
                    <a:pt x="0" y="351881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084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10003452" y="1166420"/>
              <a:ext cx="1706638" cy="410323"/>
            </a:xfrm>
            <a:custGeom>
              <a:avLst/>
              <a:pathLst>
                <a:path w="1706638" h="410323">
                  <a:moveTo>
                    <a:pt x="0" y="406584"/>
                  </a:moveTo>
                  <a:lnTo>
                    <a:pt x="8982" y="406079"/>
                  </a:lnTo>
                  <a:lnTo>
                    <a:pt x="17964" y="405547"/>
                  </a:lnTo>
                  <a:lnTo>
                    <a:pt x="26946" y="404984"/>
                  </a:lnTo>
                  <a:lnTo>
                    <a:pt x="35929" y="404378"/>
                  </a:lnTo>
                  <a:lnTo>
                    <a:pt x="44911" y="403719"/>
                  </a:lnTo>
                  <a:lnTo>
                    <a:pt x="53893" y="402988"/>
                  </a:lnTo>
                  <a:lnTo>
                    <a:pt x="62876" y="402157"/>
                  </a:lnTo>
                  <a:lnTo>
                    <a:pt x="71858" y="401205"/>
                  </a:lnTo>
                  <a:lnTo>
                    <a:pt x="80840" y="400108"/>
                  </a:lnTo>
                  <a:lnTo>
                    <a:pt x="89823" y="398839"/>
                  </a:lnTo>
                  <a:lnTo>
                    <a:pt x="98805" y="397378"/>
                  </a:lnTo>
                  <a:lnTo>
                    <a:pt x="107787" y="395711"/>
                  </a:lnTo>
                  <a:lnTo>
                    <a:pt x="116770" y="393835"/>
                  </a:lnTo>
                  <a:lnTo>
                    <a:pt x="125752" y="391762"/>
                  </a:lnTo>
                  <a:lnTo>
                    <a:pt x="134734" y="389515"/>
                  </a:lnTo>
                  <a:lnTo>
                    <a:pt x="143716" y="387135"/>
                  </a:lnTo>
                  <a:lnTo>
                    <a:pt x="152699" y="384671"/>
                  </a:lnTo>
                  <a:lnTo>
                    <a:pt x="161681" y="382176"/>
                  </a:lnTo>
                  <a:lnTo>
                    <a:pt x="170663" y="379705"/>
                  </a:lnTo>
                  <a:lnTo>
                    <a:pt x="179646" y="377305"/>
                  </a:lnTo>
                  <a:lnTo>
                    <a:pt x="188628" y="375015"/>
                  </a:lnTo>
                  <a:lnTo>
                    <a:pt x="197610" y="372838"/>
                  </a:lnTo>
                  <a:lnTo>
                    <a:pt x="206593" y="370761"/>
                  </a:lnTo>
                  <a:lnTo>
                    <a:pt x="215575" y="368754"/>
                  </a:lnTo>
                  <a:lnTo>
                    <a:pt x="224557" y="366769"/>
                  </a:lnTo>
                  <a:lnTo>
                    <a:pt x="233540" y="364753"/>
                  </a:lnTo>
                  <a:lnTo>
                    <a:pt x="242522" y="362647"/>
                  </a:lnTo>
                  <a:lnTo>
                    <a:pt x="251504" y="360397"/>
                  </a:lnTo>
                  <a:lnTo>
                    <a:pt x="260486" y="357954"/>
                  </a:lnTo>
                  <a:lnTo>
                    <a:pt x="269469" y="355283"/>
                  </a:lnTo>
                  <a:lnTo>
                    <a:pt x="278451" y="352359"/>
                  </a:lnTo>
                  <a:lnTo>
                    <a:pt x="287433" y="349175"/>
                  </a:lnTo>
                  <a:lnTo>
                    <a:pt x="296416" y="345733"/>
                  </a:lnTo>
                  <a:lnTo>
                    <a:pt x="305398" y="342041"/>
                  </a:lnTo>
                  <a:lnTo>
                    <a:pt x="314380" y="338142"/>
                  </a:lnTo>
                  <a:lnTo>
                    <a:pt x="323363" y="334087"/>
                  </a:lnTo>
                  <a:lnTo>
                    <a:pt x="332345" y="329926"/>
                  </a:lnTo>
                  <a:lnTo>
                    <a:pt x="341327" y="325713"/>
                  </a:lnTo>
                  <a:lnTo>
                    <a:pt x="350310" y="321495"/>
                  </a:lnTo>
                  <a:lnTo>
                    <a:pt x="359292" y="317311"/>
                  </a:lnTo>
                  <a:lnTo>
                    <a:pt x="368274" y="313186"/>
                  </a:lnTo>
                  <a:lnTo>
                    <a:pt x="377256" y="309126"/>
                  </a:lnTo>
                  <a:lnTo>
                    <a:pt x="386239" y="305119"/>
                  </a:lnTo>
                  <a:lnTo>
                    <a:pt x="395221" y="301132"/>
                  </a:lnTo>
                  <a:lnTo>
                    <a:pt x="404203" y="297116"/>
                  </a:lnTo>
                  <a:lnTo>
                    <a:pt x="413186" y="293004"/>
                  </a:lnTo>
                  <a:lnTo>
                    <a:pt x="422168" y="288720"/>
                  </a:lnTo>
                  <a:lnTo>
                    <a:pt x="431150" y="284150"/>
                  </a:lnTo>
                  <a:lnTo>
                    <a:pt x="440133" y="279226"/>
                  </a:lnTo>
                  <a:lnTo>
                    <a:pt x="449115" y="273876"/>
                  </a:lnTo>
                  <a:lnTo>
                    <a:pt x="458097" y="268044"/>
                  </a:lnTo>
                  <a:lnTo>
                    <a:pt x="467080" y="261696"/>
                  </a:lnTo>
                  <a:lnTo>
                    <a:pt x="476062" y="254828"/>
                  </a:lnTo>
                  <a:lnTo>
                    <a:pt x="485044" y="247461"/>
                  </a:lnTo>
                  <a:lnTo>
                    <a:pt x="494027" y="239647"/>
                  </a:lnTo>
                  <a:lnTo>
                    <a:pt x="503009" y="231457"/>
                  </a:lnTo>
                  <a:lnTo>
                    <a:pt x="511991" y="222977"/>
                  </a:lnTo>
                  <a:lnTo>
                    <a:pt x="520973" y="214300"/>
                  </a:lnTo>
                  <a:lnTo>
                    <a:pt x="529956" y="205514"/>
                  </a:lnTo>
                  <a:lnTo>
                    <a:pt x="538938" y="196693"/>
                  </a:lnTo>
                  <a:lnTo>
                    <a:pt x="547920" y="187898"/>
                  </a:lnTo>
                  <a:lnTo>
                    <a:pt x="556903" y="179173"/>
                  </a:lnTo>
                  <a:lnTo>
                    <a:pt x="565885" y="170541"/>
                  </a:lnTo>
                  <a:lnTo>
                    <a:pt x="574867" y="162016"/>
                  </a:lnTo>
                  <a:lnTo>
                    <a:pt x="583850" y="153618"/>
                  </a:lnTo>
                  <a:lnTo>
                    <a:pt x="592832" y="145367"/>
                  </a:lnTo>
                  <a:lnTo>
                    <a:pt x="601814" y="137290"/>
                  </a:lnTo>
                  <a:lnTo>
                    <a:pt x="610797" y="129416"/>
                  </a:lnTo>
                  <a:lnTo>
                    <a:pt x="619779" y="121766"/>
                  </a:lnTo>
                  <a:lnTo>
                    <a:pt x="628761" y="114351"/>
                  </a:lnTo>
                  <a:lnTo>
                    <a:pt x="637743" y="107164"/>
                  </a:lnTo>
                  <a:lnTo>
                    <a:pt x="646726" y="100176"/>
                  </a:lnTo>
                  <a:lnTo>
                    <a:pt x="655708" y="93343"/>
                  </a:lnTo>
                  <a:lnTo>
                    <a:pt x="664690" y="86604"/>
                  </a:lnTo>
                  <a:lnTo>
                    <a:pt x="673673" y="79897"/>
                  </a:lnTo>
                  <a:lnTo>
                    <a:pt x="682655" y="73166"/>
                  </a:lnTo>
                  <a:lnTo>
                    <a:pt x="691637" y="66383"/>
                  </a:lnTo>
                  <a:lnTo>
                    <a:pt x="700620" y="59546"/>
                  </a:lnTo>
                  <a:lnTo>
                    <a:pt x="709602" y="52680"/>
                  </a:lnTo>
                  <a:lnTo>
                    <a:pt x="718584" y="45831"/>
                  </a:lnTo>
                  <a:lnTo>
                    <a:pt x="727567" y="39069"/>
                  </a:lnTo>
                  <a:lnTo>
                    <a:pt x="736549" y="32478"/>
                  </a:lnTo>
                  <a:lnTo>
                    <a:pt x="745531" y="26158"/>
                  </a:lnTo>
                  <a:lnTo>
                    <a:pt x="754513" y="20222"/>
                  </a:lnTo>
                  <a:lnTo>
                    <a:pt x="763496" y="14796"/>
                  </a:lnTo>
                  <a:lnTo>
                    <a:pt x="772478" y="10014"/>
                  </a:lnTo>
                  <a:lnTo>
                    <a:pt x="781460" y="6012"/>
                  </a:lnTo>
                  <a:lnTo>
                    <a:pt x="790443" y="2933"/>
                  </a:lnTo>
                  <a:lnTo>
                    <a:pt x="799425" y="936"/>
                  </a:lnTo>
                  <a:lnTo>
                    <a:pt x="808407" y="0"/>
                  </a:lnTo>
                  <a:lnTo>
                    <a:pt x="817390" y="105"/>
                  </a:lnTo>
                  <a:lnTo>
                    <a:pt x="826372" y="1167"/>
                  </a:lnTo>
                  <a:lnTo>
                    <a:pt x="835354" y="3035"/>
                  </a:lnTo>
                  <a:lnTo>
                    <a:pt x="844337" y="5509"/>
                  </a:lnTo>
                  <a:lnTo>
                    <a:pt x="853319" y="8354"/>
                  </a:lnTo>
                  <a:lnTo>
                    <a:pt x="862301" y="11329"/>
                  </a:lnTo>
                  <a:lnTo>
                    <a:pt x="871283" y="14213"/>
                  </a:lnTo>
                  <a:lnTo>
                    <a:pt x="880266" y="16834"/>
                  </a:lnTo>
                  <a:lnTo>
                    <a:pt x="889248" y="19088"/>
                  </a:lnTo>
                  <a:lnTo>
                    <a:pt x="898230" y="20955"/>
                  </a:lnTo>
                  <a:lnTo>
                    <a:pt x="907213" y="22504"/>
                  </a:lnTo>
                  <a:lnTo>
                    <a:pt x="916195" y="23893"/>
                  </a:lnTo>
                  <a:lnTo>
                    <a:pt x="925177" y="25376"/>
                  </a:lnTo>
                  <a:lnTo>
                    <a:pt x="934160" y="27222"/>
                  </a:lnTo>
                  <a:lnTo>
                    <a:pt x="943142" y="29682"/>
                  </a:lnTo>
                  <a:lnTo>
                    <a:pt x="952124" y="32967"/>
                  </a:lnTo>
                  <a:lnTo>
                    <a:pt x="961107" y="37216"/>
                  </a:lnTo>
                  <a:lnTo>
                    <a:pt x="970089" y="42472"/>
                  </a:lnTo>
                  <a:lnTo>
                    <a:pt x="979071" y="48672"/>
                  </a:lnTo>
                  <a:lnTo>
                    <a:pt x="988054" y="55659"/>
                  </a:lnTo>
                  <a:lnTo>
                    <a:pt x="997036" y="63191"/>
                  </a:lnTo>
                  <a:lnTo>
                    <a:pt x="1006018" y="70986"/>
                  </a:lnTo>
                  <a:lnTo>
                    <a:pt x="1015000" y="78752"/>
                  </a:lnTo>
                  <a:lnTo>
                    <a:pt x="1023983" y="86233"/>
                  </a:lnTo>
                  <a:lnTo>
                    <a:pt x="1032965" y="93239"/>
                  </a:lnTo>
                  <a:lnTo>
                    <a:pt x="1041947" y="99623"/>
                  </a:lnTo>
                  <a:lnTo>
                    <a:pt x="1050930" y="105445"/>
                  </a:lnTo>
                  <a:lnTo>
                    <a:pt x="1059912" y="110800"/>
                  </a:lnTo>
                  <a:lnTo>
                    <a:pt x="1068894" y="115833"/>
                  </a:lnTo>
                  <a:lnTo>
                    <a:pt x="1077877" y="120712"/>
                  </a:lnTo>
                  <a:lnTo>
                    <a:pt x="1086859" y="125600"/>
                  </a:lnTo>
                  <a:lnTo>
                    <a:pt x="1095841" y="130639"/>
                  </a:lnTo>
                  <a:lnTo>
                    <a:pt x="1104824" y="135936"/>
                  </a:lnTo>
                  <a:lnTo>
                    <a:pt x="1113806" y="141556"/>
                  </a:lnTo>
                  <a:lnTo>
                    <a:pt x="1122788" y="147521"/>
                  </a:lnTo>
                  <a:lnTo>
                    <a:pt x="1131770" y="153815"/>
                  </a:lnTo>
                  <a:lnTo>
                    <a:pt x="1140753" y="160388"/>
                  </a:lnTo>
                  <a:lnTo>
                    <a:pt x="1149735" y="167175"/>
                  </a:lnTo>
                  <a:lnTo>
                    <a:pt x="1158717" y="174102"/>
                  </a:lnTo>
                  <a:lnTo>
                    <a:pt x="1167700" y="181095"/>
                  </a:lnTo>
                  <a:lnTo>
                    <a:pt x="1176682" y="188100"/>
                  </a:lnTo>
                  <a:lnTo>
                    <a:pt x="1185664" y="195098"/>
                  </a:lnTo>
                  <a:lnTo>
                    <a:pt x="1194647" y="202089"/>
                  </a:lnTo>
                  <a:lnTo>
                    <a:pt x="1203629" y="209093"/>
                  </a:lnTo>
                  <a:lnTo>
                    <a:pt x="1212611" y="216137"/>
                  </a:lnTo>
                  <a:lnTo>
                    <a:pt x="1221594" y="223247"/>
                  </a:lnTo>
                  <a:lnTo>
                    <a:pt x="1230576" y="230437"/>
                  </a:lnTo>
                  <a:lnTo>
                    <a:pt x="1239558" y="237707"/>
                  </a:lnTo>
                  <a:lnTo>
                    <a:pt x="1248540" y="245041"/>
                  </a:lnTo>
                  <a:lnTo>
                    <a:pt x="1257523" y="252412"/>
                  </a:lnTo>
                  <a:lnTo>
                    <a:pt x="1266505" y="259785"/>
                  </a:lnTo>
                  <a:lnTo>
                    <a:pt x="1275487" y="267125"/>
                  </a:lnTo>
                  <a:lnTo>
                    <a:pt x="1284470" y="274396"/>
                  </a:lnTo>
                  <a:lnTo>
                    <a:pt x="1293452" y="281570"/>
                  </a:lnTo>
                  <a:lnTo>
                    <a:pt x="1302434" y="288624"/>
                  </a:lnTo>
                  <a:lnTo>
                    <a:pt x="1311417" y="295527"/>
                  </a:lnTo>
                  <a:lnTo>
                    <a:pt x="1320399" y="302239"/>
                  </a:lnTo>
                  <a:lnTo>
                    <a:pt x="1329381" y="308710"/>
                  </a:lnTo>
                  <a:lnTo>
                    <a:pt x="1338364" y="314881"/>
                  </a:lnTo>
                  <a:lnTo>
                    <a:pt x="1347346" y="320693"/>
                  </a:lnTo>
                  <a:lnTo>
                    <a:pt x="1356328" y="326095"/>
                  </a:lnTo>
                  <a:lnTo>
                    <a:pt x="1365310" y="331052"/>
                  </a:lnTo>
                  <a:lnTo>
                    <a:pt x="1374293" y="335554"/>
                  </a:lnTo>
                  <a:lnTo>
                    <a:pt x="1383275" y="339620"/>
                  </a:lnTo>
                  <a:lnTo>
                    <a:pt x="1392257" y="343297"/>
                  </a:lnTo>
                  <a:lnTo>
                    <a:pt x="1401240" y="346649"/>
                  </a:lnTo>
                  <a:lnTo>
                    <a:pt x="1410222" y="349750"/>
                  </a:lnTo>
                  <a:lnTo>
                    <a:pt x="1419204" y="352704"/>
                  </a:lnTo>
                  <a:lnTo>
                    <a:pt x="1428187" y="355574"/>
                  </a:lnTo>
                  <a:lnTo>
                    <a:pt x="1437169" y="358405"/>
                  </a:lnTo>
                  <a:lnTo>
                    <a:pt x="1446151" y="361222"/>
                  </a:lnTo>
                  <a:lnTo>
                    <a:pt x="1455134" y="364028"/>
                  </a:lnTo>
                  <a:lnTo>
                    <a:pt x="1464116" y="366815"/>
                  </a:lnTo>
                  <a:lnTo>
                    <a:pt x="1473098" y="369568"/>
                  </a:lnTo>
                  <a:lnTo>
                    <a:pt x="1482081" y="372268"/>
                  </a:lnTo>
                  <a:lnTo>
                    <a:pt x="1491063" y="374900"/>
                  </a:lnTo>
                  <a:lnTo>
                    <a:pt x="1500045" y="377451"/>
                  </a:lnTo>
                  <a:lnTo>
                    <a:pt x="1509027" y="379911"/>
                  </a:lnTo>
                  <a:lnTo>
                    <a:pt x="1518010" y="382273"/>
                  </a:lnTo>
                  <a:lnTo>
                    <a:pt x="1526992" y="384517"/>
                  </a:lnTo>
                  <a:lnTo>
                    <a:pt x="1535974" y="386628"/>
                  </a:lnTo>
                  <a:lnTo>
                    <a:pt x="1544957" y="388592"/>
                  </a:lnTo>
                  <a:lnTo>
                    <a:pt x="1553939" y="390392"/>
                  </a:lnTo>
                  <a:lnTo>
                    <a:pt x="1562921" y="392017"/>
                  </a:lnTo>
                  <a:lnTo>
                    <a:pt x="1571904" y="393465"/>
                  </a:lnTo>
                  <a:lnTo>
                    <a:pt x="1580886" y="394745"/>
                  </a:lnTo>
                  <a:lnTo>
                    <a:pt x="1589868" y="395877"/>
                  </a:lnTo>
                  <a:lnTo>
                    <a:pt x="1598851" y="396887"/>
                  </a:lnTo>
                  <a:lnTo>
                    <a:pt x="1607833" y="397809"/>
                  </a:lnTo>
                  <a:lnTo>
                    <a:pt x="1616815" y="398674"/>
                  </a:lnTo>
                  <a:lnTo>
                    <a:pt x="1625797" y="399509"/>
                  </a:lnTo>
                  <a:lnTo>
                    <a:pt x="1634780" y="400332"/>
                  </a:lnTo>
                  <a:lnTo>
                    <a:pt x="1643762" y="401155"/>
                  </a:lnTo>
                  <a:lnTo>
                    <a:pt x="1652744" y="401977"/>
                  </a:lnTo>
                  <a:lnTo>
                    <a:pt x="1661727" y="402790"/>
                  </a:lnTo>
                  <a:lnTo>
                    <a:pt x="1670709" y="403584"/>
                  </a:lnTo>
                  <a:lnTo>
                    <a:pt x="1679691" y="404346"/>
                  </a:lnTo>
                  <a:lnTo>
                    <a:pt x="1688674" y="405065"/>
                  </a:lnTo>
                  <a:lnTo>
                    <a:pt x="1697656" y="405734"/>
                  </a:lnTo>
                  <a:lnTo>
                    <a:pt x="1706638" y="406348"/>
                  </a:lnTo>
                  <a:lnTo>
                    <a:pt x="1706638" y="410323"/>
                  </a:lnTo>
                  <a:lnTo>
                    <a:pt x="1697656" y="410323"/>
                  </a:lnTo>
                  <a:lnTo>
                    <a:pt x="1688674" y="410323"/>
                  </a:lnTo>
                  <a:lnTo>
                    <a:pt x="1679691" y="410323"/>
                  </a:lnTo>
                  <a:lnTo>
                    <a:pt x="1670709" y="410323"/>
                  </a:lnTo>
                  <a:lnTo>
                    <a:pt x="1661727" y="410323"/>
                  </a:lnTo>
                  <a:lnTo>
                    <a:pt x="1652744" y="410323"/>
                  </a:lnTo>
                  <a:lnTo>
                    <a:pt x="1643762" y="410323"/>
                  </a:lnTo>
                  <a:lnTo>
                    <a:pt x="1634780" y="410323"/>
                  </a:lnTo>
                  <a:lnTo>
                    <a:pt x="1625797" y="410323"/>
                  </a:lnTo>
                  <a:lnTo>
                    <a:pt x="1616815" y="410323"/>
                  </a:lnTo>
                  <a:lnTo>
                    <a:pt x="1607833" y="410323"/>
                  </a:lnTo>
                  <a:lnTo>
                    <a:pt x="1598851" y="410323"/>
                  </a:lnTo>
                  <a:lnTo>
                    <a:pt x="1589868" y="410323"/>
                  </a:lnTo>
                  <a:lnTo>
                    <a:pt x="1580886" y="410323"/>
                  </a:lnTo>
                  <a:lnTo>
                    <a:pt x="1571904" y="410323"/>
                  </a:lnTo>
                  <a:lnTo>
                    <a:pt x="1562921" y="410323"/>
                  </a:lnTo>
                  <a:lnTo>
                    <a:pt x="1553939" y="410323"/>
                  </a:lnTo>
                  <a:lnTo>
                    <a:pt x="1544957" y="410323"/>
                  </a:lnTo>
                  <a:lnTo>
                    <a:pt x="1535974" y="410323"/>
                  </a:lnTo>
                  <a:lnTo>
                    <a:pt x="1526992" y="410323"/>
                  </a:lnTo>
                  <a:lnTo>
                    <a:pt x="1518010" y="410323"/>
                  </a:lnTo>
                  <a:lnTo>
                    <a:pt x="1509027" y="410323"/>
                  </a:lnTo>
                  <a:lnTo>
                    <a:pt x="1500045" y="410323"/>
                  </a:lnTo>
                  <a:lnTo>
                    <a:pt x="1491063" y="410323"/>
                  </a:lnTo>
                  <a:lnTo>
                    <a:pt x="1482081" y="410323"/>
                  </a:lnTo>
                  <a:lnTo>
                    <a:pt x="1473098" y="410323"/>
                  </a:lnTo>
                  <a:lnTo>
                    <a:pt x="1464116" y="410323"/>
                  </a:lnTo>
                  <a:lnTo>
                    <a:pt x="1455134" y="410323"/>
                  </a:lnTo>
                  <a:lnTo>
                    <a:pt x="1446151" y="410323"/>
                  </a:lnTo>
                  <a:lnTo>
                    <a:pt x="1437169" y="410323"/>
                  </a:lnTo>
                  <a:lnTo>
                    <a:pt x="1428187" y="410323"/>
                  </a:lnTo>
                  <a:lnTo>
                    <a:pt x="1419204" y="410323"/>
                  </a:lnTo>
                  <a:lnTo>
                    <a:pt x="1410222" y="410323"/>
                  </a:lnTo>
                  <a:lnTo>
                    <a:pt x="1401240" y="410323"/>
                  </a:lnTo>
                  <a:lnTo>
                    <a:pt x="1392257" y="410323"/>
                  </a:lnTo>
                  <a:lnTo>
                    <a:pt x="1383275" y="410323"/>
                  </a:lnTo>
                  <a:lnTo>
                    <a:pt x="1374293" y="410323"/>
                  </a:lnTo>
                  <a:lnTo>
                    <a:pt x="1365310" y="410323"/>
                  </a:lnTo>
                  <a:lnTo>
                    <a:pt x="1356328" y="410323"/>
                  </a:lnTo>
                  <a:lnTo>
                    <a:pt x="1347346" y="410323"/>
                  </a:lnTo>
                  <a:lnTo>
                    <a:pt x="1338364" y="410323"/>
                  </a:lnTo>
                  <a:lnTo>
                    <a:pt x="1329381" y="410323"/>
                  </a:lnTo>
                  <a:lnTo>
                    <a:pt x="1320399" y="410323"/>
                  </a:lnTo>
                  <a:lnTo>
                    <a:pt x="1311417" y="410323"/>
                  </a:lnTo>
                  <a:lnTo>
                    <a:pt x="1302434" y="410323"/>
                  </a:lnTo>
                  <a:lnTo>
                    <a:pt x="1293452" y="410323"/>
                  </a:lnTo>
                  <a:lnTo>
                    <a:pt x="1284470" y="410323"/>
                  </a:lnTo>
                  <a:lnTo>
                    <a:pt x="1275487" y="410323"/>
                  </a:lnTo>
                  <a:lnTo>
                    <a:pt x="1266505" y="410323"/>
                  </a:lnTo>
                  <a:lnTo>
                    <a:pt x="1257523" y="410323"/>
                  </a:lnTo>
                  <a:lnTo>
                    <a:pt x="1248540" y="410323"/>
                  </a:lnTo>
                  <a:lnTo>
                    <a:pt x="1239558" y="410323"/>
                  </a:lnTo>
                  <a:lnTo>
                    <a:pt x="1230576" y="410323"/>
                  </a:lnTo>
                  <a:lnTo>
                    <a:pt x="1221594" y="410323"/>
                  </a:lnTo>
                  <a:lnTo>
                    <a:pt x="1212611" y="410323"/>
                  </a:lnTo>
                  <a:lnTo>
                    <a:pt x="1203629" y="410323"/>
                  </a:lnTo>
                  <a:lnTo>
                    <a:pt x="1194647" y="410323"/>
                  </a:lnTo>
                  <a:lnTo>
                    <a:pt x="1185664" y="410323"/>
                  </a:lnTo>
                  <a:lnTo>
                    <a:pt x="1176682" y="410323"/>
                  </a:lnTo>
                  <a:lnTo>
                    <a:pt x="1167700" y="410323"/>
                  </a:lnTo>
                  <a:lnTo>
                    <a:pt x="1158717" y="410323"/>
                  </a:lnTo>
                  <a:lnTo>
                    <a:pt x="1149735" y="410323"/>
                  </a:lnTo>
                  <a:lnTo>
                    <a:pt x="1140753" y="410323"/>
                  </a:lnTo>
                  <a:lnTo>
                    <a:pt x="1131770" y="410323"/>
                  </a:lnTo>
                  <a:lnTo>
                    <a:pt x="1122788" y="410323"/>
                  </a:lnTo>
                  <a:lnTo>
                    <a:pt x="1113806" y="410323"/>
                  </a:lnTo>
                  <a:lnTo>
                    <a:pt x="1104824" y="410323"/>
                  </a:lnTo>
                  <a:lnTo>
                    <a:pt x="1095841" y="410323"/>
                  </a:lnTo>
                  <a:lnTo>
                    <a:pt x="1086859" y="410323"/>
                  </a:lnTo>
                  <a:lnTo>
                    <a:pt x="1077877" y="410323"/>
                  </a:lnTo>
                  <a:lnTo>
                    <a:pt x="1068894" y="410323"/>
                  </a:lnTo>
                  <a:lnTo>
                    <a:pt x="1059912" y="410323"/>
                  </a:lnTo>
                  <a:lnTo>
                    <a:pt x="1050930" y="410323"/>
                  </a:lnTo>
                  <a:lnTo>
                    <a:pt x="1041947" y="410323"/>
                  </a:lnTo>
                  <a:lnTo>
                    <a:pt x="1032965" y="410323"/>
                  </a:lnTo>
                  <a:lnTo>
                    <a:pt x="1023983" y="410323"/>
                  </a:lnTo>
                  <a:lnTo>
                    <a:pt x="1015000" y="410323"/>
                  </a:lnTo>
                  <a:lnTo>
                    <a:pt x="1006018" y="410323"/>
                  </a:lnTo>
                  <a:lnTo>
                    <a:pt x="997036" y="410323"/>
                  </a:lnTo>
                  <a:lnTo>
                    <a:pt x="988054" y="410323"/>
                  </a:lnTo>
                  <a:lnTo>
                    <a:pt x="979071" y="410323"/>
                  </a:lnTo>
                  <a:lnTo>
                    <a:pt x="970089" y="410323"/>
                  </a:lnTo>
                  <a:lnTo>
                    <a:pt x="961107" y="410323"/>
                  </a:lnTo>
                  <a:lnTo>
                    <a:pt x="952124" y="410323"/>
                  </a:lnTo>
                  <a:lnTo>
                    <a:pt x="943142" y="410323"/>
                  </a:lnTo>
                  <a:lnTo>
                    <a:pt x="934160" y="410323"/>
                  </a:lnTo>
                  <a:lnTo>
                    <a:pt x="925177" y="410323"/>
                  </a:lnTo>
                  <a:lnTo>
                    <a:pt x="916195" y="410323"/>
                  </a:lnTo>
                  <a:lnTo>
                    <a:pt x="907213" y="410323"/>
                  </a:lnTo>
                  <a:lnTo>
                    <a:pt x="898230" y="410323"/>
                  </a:lnTo>
                  <a:lnTo>
                    <a:pt x="889248" y="410323"/>
                  </a:lnTo>
                  <a:lnTo>
                    <a:pt x="880266" y="410323"/>
                  </a:lnTo>
                  <a:lnTo>
                    <a:pt x="871283" y="410323"/>
                  </a:lnTo>
                  <a:lnTo>
                    <a:pt x="862301" y="410323"/>
                  </a:lnTo>
                  <a:lnTo>
                    <a:pt x="853319" y="410323"/>
                  </a:lnTo>
                  <a:lnTo>
                    <a:pt x="844337" y="410323"/>
                  </a:lnTo>
                  <a:lnTo>
                    <a:pt x="835354" y="410323"/>
                  </a:lnTo>
                  <a:lnTo>
                    <a:pt x="826372" y="410323"/>
                  </a:lnTo>
                  <a:lnTo>
                    <a:pt x="817390" y="410323"/>
                  </a:lnTo>
                  <a:lnTo>
                    <a:pt x="808407" y="410323"/>
                  </a:lnTo>
                  <a:lnTo>
                    <a:pt x="799425" y="410323"/>
                  </a:lnTo>
                  <a:lnTo>
                    <a:pt x="790443" y="410323"/>
                  </a:lnTo>
                  <a:lnTo>
                    <a:pt x="781460" y="410323"/>
                  </a:lnTo>
                  <a:lnTo>
                    <a:pt x="772478" y="410323"/>
                  </a:lnTo>
                  <a:lnTo>
                    <a:pt x="763496" y="410323"/>
                  </a:lnTo>
                  <a:lnTo>
                    <a:pt x="754513" y="410323"/>
                  </a:lnTo>
                  <a:lnTo>
                    <a:pt x="745531" y="410323"/>
                  </a:lnTo>
                  <a:lnTo>
                    <a:pt x="736549" y="410323"/>
                  </a:lnTo>
                  <a:lnTo>
                    <a:pt x="727567" y="410323"/>
                  </a:lnTo>
                  <a:lnTo>
                    <a:pt x="718584" y="410323"/>
                  </a:lnTo>
                  <a:lnTo>
                    <a:pt x="709602" y="410323"/>
                  </a:lnTo>
                  <a:lnTo>
                    <a:pt x="700620" y="410323"/>
                  </a:lnTo>
                  <a:lnTo>
                    <a:pt x="691637" y="410323"/>
                  </a:lnTo>
                  <a:lnTo>
                    <a:pt x="682655" y="410323"/>
                  </a:lnTo>
                  <a:lnTo>
                    <a:pt x="673673" y="410323"/>
                  </a:lnTo>
                  <a:lnTo>
                    <a:pt x="664690" y="410323"/>
                  </a:lnTo>
                  <a:lnTo>
                    <a:pt x="655708" y="410323"/>
                  </a:lnTo>
                  <a:lnTo>
                    <a:pt x="646726" y="410323"/>
                  </a:lnTo>
                  <a:lnTo>
                    <a:pt x="637743" y="410323"/>
                  </a:lnTo>
                  <a:lnTo>
                    <a:pt x="628761" y="410323"/>
                  </a:lnTo>
                  <a:lnTo>
                    <a:pt x="619779" y="410323"/>
                  </a:lnTo>
                  <a:lnTo>
                    <a:pt x="610797" y="410323"/>
                  </a:lnTo>
                  <a:lnTo>
                    <a:pt x="601814" y="410323"/>
                  </a:lnTo>
                  <a:lnTo>
                    <a:pt x="592832" y="410323"/>
                  </a:lnTo>
                  <a:lnTo>
                    <a:pt x="583850" y="410323"/>
                  </a:lnTo>
                  <a:lnTo>
                    <a:pt x="574867" y="410323"/>
                  </a:lnTo>
                  <a:lnTo>
                    <a:pt x="565885" y="410323"/>
                  </a:lnTo>
                  <a:lnTo>
                    <a:pt x="556903" y="410323"/>
                  </a:lnTo>
                  <a:lnTo>
                    <a:pt x="547920" y="410323"/>
                  </a:lnTo>
                  <a:lnTo>
                    <a:pt x="538938" y="410323"/>
                  </a:lnTo>
                  <a:lnTo>
                    <a:pt x="529956" y="410323"/>
                  </a:lnTo>
                  <a:lnTo>
                    <a:pt x="520973" y="410323"/>
                  </a:lnTo>
                  <a:lnTo>
                    <a:pt x="511991" y="410323"/>
                  </a:lnTo>
                  <a:lnTo>
                    <a:pt x="503009" y="410323"/>
                  </a:lnTo>
                  <a:lnTo>
                    <a:pt x="494027" y="410323"/>
                  </a:lnTo>
                  <a:lnTo>
                    <a:pt x="485044" y="410323"/>
                  </a:lnTo>
                  <a:lnTo>
                    <a:pt x="476062" y="410323"/>
                  </a:lnTo>
                  <a:lnTo>
                    <a:pt x="467080" y="410323"/>
                  </a:lnTo>
                  <a:lnTo>
                    <a:pt x="458097" y="410323"/>
                  </a:lnTo>
                  <a:lnTo>
                    <a:pt x="449115" y="410323"/>
                  </a:lnTo>
                  <a:lnTo>
                    <a:pt x="440133" y="410323"/>
                  </a:lnTo>
                  <a:lnTo>
                    <a:pt x="431150" y="410323"/>
                  </a:lnTo>
                  <a:lnTo>
                    <a:pt x="422168" y="410323"/>
                  </a:lnTo>
                  <a:lnTo>
                    <a:pt x="413186" y="410323"/>
                  </a:lnTo>
                  <a:lnTo>
                    <a:pt x="404203" y="410323"/>
                  </a:lnTo>
                  <a:lnTo>
                    <a:pt x="395221" y="410323"/>
                  </a:lnTo>
                  <a:lnTo>
                    <a:pt x="386239" y="410323"/>
                  </a:lnTo>
                  <a:lnTo>
                    <a:pt x="377256" y="410323"/>
                  </a:lnTo>
                  <a:lnTo>
                    <a:pt x="368274" y="410323"/>
                  </a:lnTo>
                  <a:lnTo>
                    <a:pt x="359292" y="410323"/>
                  </a:lnTo>
                  <a:lnTo>
                    <a:pt x="350310" y="410323"/>
                  </a:lnTo>
                  <a:lnTo>
                    <a:pt x="341327" y="410323"/>
                  </a:lnTo>
                  <a:lnTo>
                    <a:pt x="332345" y="410323"/>
                  </a:lnTo>
                  <a:lnTo>
                    <a:pt x="323363" y="410323"/>
                  </a:lnTo>
                  <a:lnTo>
                    <a:pt x="314380" y="410323"/>
                  </a:lnTo>
                  <a:lnTo>
                    <a:pt x="305398" y="410323"/>
                  </a:lnTo>
                  <a:lnTo>
                    <a:pt x="296416" y="410323"/>
                  </a:lnTo>
                  <a:lnTo>
                    <a:pt x="287433" y="410323"/>
                  </a:lnTo>
                  <a:lnTo>
                    <a:pt x="278451" y="410323"/>
                  </a:lnTo>
                  <a:lnTo>
                    <a:pt x="269469" y="410323"/>
                  </a:lnTo>
                  <a:lnTo>
                    <a:pt x="260486" y="410323"/>
                  </a:lnTo>
                  <a:lnTo>
                    <a:pt x="251504" y="410323"/>
                  </a:lnTo>
                  <a:lnTo>
                    <a:pt x="242522" y="410323"/>
                  </a:lnTo>
                  <a:lnTo>
                    <a:pt x="233540" y="410323"/>
                  </a:lnTo>
                  <a:lnTo>
                    <a:pt x="224557" y="410323"/>
                  </a:lnTo>
                  <a:lnTo>
                    <a:pt x="215575" y="410323"/>
                  </a:lnTo>
                  <a:lnTo>
                    <a:pt x="206593" y="410323"/>
                  </a:lnTo>
                  <a:lnTo>
                    <a:pt x="197610" y="410323"/>
                  </a:lnTo>
                  <a:lnTo>
                    <a:pt x="188628" y="410323"/>
                  </a:lnTo>
                  <a:lnTo>
                    <a:pt x="179646" y="410323"/>
                  </a:lnTo>
                  <a:lnTo>
                    <a:pt x="170663" y="410323"/>
                  </a:lnTo>
                  <a:lnTo>
                    <a:pt x="161681" y="410323"/>
                  </a:lnTo>
                  <a:lnTo>
                    <a:pt x="152699" y="410323"/>
                  </a:lnTo>
                  <a:lnTo>
                    <a:pt x="143716" y="410323"/>
                  </a:lnTo>
                  <a:lnTo>
                    <a:pt x="134734" y="410323"/>
                  </a:lnTo>
                  <a:lnTo>
                    <a:pt x="125752" y="410323"/>
                  </a:lnTo>
                  <a:lnTo>
                    <a:pt x="116770" y="410323"/>
                  </a:lnTo>
                  <a:lnTo>
                    <a:pt x="107787" y="410323"/>
                  </a:lnTo>
                  <a:lnTo>
                    <a:pt x="98805" y="410323"/>
                  </a:lnTo>
                  <a:lnTo>
                    <a:pt x="89823" y="410323"/>
                  </a:lnTo>
                  <a:lnTo>
                    <a:pt x="80840" y="410323"/>
                  </a:lnTo>
                  <a:lnTo>
                    <a:pt x="71858" y="410323"/>
                  </a:lnTo>
                  <a:lnTo>
                    <a:pt x="62876" y="410323"/>
                  </a:lnTo>
                  <a:lnTo>
                    <a:pt x="53893" y="410323"/>
                  </a:lnTo>
                  <a:lnTo>
                    <a:pt x="44911" y="410323"/>
                  </a:lnTo>
                  <a:lnTo>
                    <a:pt x="35929" y="410323"/>
                  </a:lnTo>
                  <a:lnTo>
                    <a:pt x="26946" y="410323"/>
                  </a:lnTo>
                  <a:lnTo>
                    <a:pt x="17964" y="410323"/>
                  </a:lnTo>
                  <a:lnTo>
                    <a:pt x="8982" y="410323"/>
                  </a:lnTo>
                  <a:lnTo>
                    <a:pt x="0" y="410323"/>
                  </a:lnTo>
                  <a:close/>
                </a:path>
              </a:pathLst>
            </a:custGeom>
            <a:solidFill>
              <a:srgbClr val="F6C445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0003452" y="1166420"/>
              <a:ext cx="1706638" cy="406584"/>
            </a:xfrm>
            <a:custGeom>
              <a:avLst/>
              <a:pathLst>
                <a:path w="1706638" h="406584">
                  <a:moveTo>
                    <a:pt x="0" y="406584"/>
                  </a:moveTo>
                  <a:lnTo>
                    <a:pt x="8982" y="406079"/>
                  </a:lnTo>
                  <a:lnTo>
                    <a:pt x="17964" y="405547"/>
                  </a:lnTo>
                  <a:lnTo>
                    <a:pt x="26946" y="404984"/>
                  </a:lnTo>
                  <a:lnTo>
                    <a:pt x="35929" y="404378"/>
                  </a:lnTo>
                  <a:lnTo>
                    <a:pt x="44911" y="403719"/>
                  </a:lnTo>
                  <a:lnTo>
                    <a:pt x="53893" y="402988"/>
                  </a:lnTo>
                  <a:lnTo>
                    <a:pt x="62876" y="402157"/>
                  </a:lnTo>
                  <a:lnTo>
                    <a:pt x="71858" y="401205"/>
                  </a:lnTo>
                  <a:lnTo>
                    <a:pt x="80840" y="400108"/>
                  </a:lnTo>
                  <a:lnTo>
                    <a:pt x="89823" y="398839"/>
                  </a:lnTo>
                  <a:lnTo>
                    <a:pt x="98805" y="397378"/>
                  </a:lnTo>
                  <a:lnTo>
                    <a:pt x="107787" y="395711"/>
                  </a:lnTo>
                  <a:lnTo>
                    <a:pt x="116770" y="393835"/>
                  </a:lnTo>
                  <a:lnTo>
                    <a:pt x="125752" y="391762"/>
                  </a:lnTo>
                  <a:lnTo>
                    <a:pt x="134734" y="389515"/>
                  </a:lnTo>
                  <a:lnTo>
                    <a:pt x="143716" y="387135"/>
                  </a:lnTo>
                  <a:lnTo>
                    <a:pt x="152699" y="384671"/>
                  </a:lnTo>
                  <a:lnTo>
                    <a:pt x="161681" y="382176"/>
                  </a:lnTo>
                  <a:lnTo>
                    <a:pt x="170663" y="379705"/>
                  </a:lnTo>
                  <a:lnTo>
                    <a:pt x="179646" y="377305"/>
                  </a:lnTo>
                  <a:lnTo>
                    <a:pt x="188628" y="375015"/>
                  </a:lnTo>
                  <a:lnTo>
                    <a:pt x="197610" y="372838"/>
                  </a:lnTo>
                  <a:lnTo>
                    <a:pt x="206593" y="370761"/>
                  </a:lnTo>
                  <a:lnTo>
                    <a:pt x="215575" y="368754"/>
                  </a:lnTo>
                  <a:lnTo>
                    <a:pt x="224557" y="366769"/>
                  </a:lnTo>
                  <a:lnTo>
                    <a:pt x="233540" y="364753"/>
                  </a:lnTo>
                  <a:lnTo>
                    <a:pt x="242522" y="362647"/>
                  </a:lnTo>
                  <a:lnTo>
                    <a:pt x="251504" y="360397"/>
                  </a:lnTo>
                  <a:lnTo>
                    <a:pt x="260486" y="357954"/>
                  </a:lnTo>
                  <a:lnTo>
                    <a:pt x="269469" y="355283"/>
                  </a:lnTo>
                  <a:lnTo>
                    <a:pt x="278451" y="352359"/>
                  </a:lnTo>
                  <a:lnTo>
                    <a:pt x="287433" y="349175"/>
                  </a:lnTo>
                  <a:lnTo>
                    <a:pt x="296416" y="345733"/>
                  </a:lnTo>
                  <a:lnTo>
                    <a:pt x="305398" y="342041"/>
                  </a:lnTo>
                  <a:lnTo>
                    <a:pt x="314380" y="338142"/>
                  </a:lnTo>
                  <a:lnTo>
                    <a:pt x="323363" y="334087"/>
                  </a:lnTo>
                  <a:lnTo>
                    <a:pt x="332345" y="329926"/>
                  </a:lnTo>
                  <a:lnTo>
                    <a:pt x="341327" y="325713"/>
                  </a:lnTo>
                  <a:lnTo>
                    <a:pt x="350310" y="321495"/>
                  </a:lnTo>
                  <a:lnTo>
                    <a:pt x="359292" y="317311"/>
                  </a:lnTo>
                  <a:lnTo>
                    <a:pt x="368274" y="313186"/>
                  </a:lnTo>
                  <a:lnTo>
                    <a:pt x="377256" y="309126"/>
                  </a:lnTo>
                  <a:lnTo>
                    <a:pt x="386239" y="305119"/>
                  </a:lnTo>
                  <a:lnTo>
                    <a:pt x="395221" y="301132"/>
                  </a:lnTo>
                  <a:lnTo>
                    <a:pt x="404203" y="297116"/>
                  </a:lnTo>
                  <a:lnTo>
                    <a:pt x="413186" y="293004"/>
                  </a:lnTo>
                  <a:lnTo>
                    <a:pt x="422168" y="288720"/>
                  </a:lnTo>
                  <a:lnTo>
                    <a:pt x="431150" y="284150"/>
                  </a:lnTo>
                  <a:lnTo>
                    <a:pt x="440133" y="279226"/>
                  </a:lnTo>
                  <a:lnTo>
                    <a:pt x="449115" y="273876"/>
                  </a:lnTo>
                  <a:lnTo>
                    <a:pt x="458097" y="268044"/>
                  </a:lnTo>
                  <a:lnTo>
                    <a:pt x="467080" y="261696"/>
                  </a:lnTo>
                  <a:lnTo>
                    <a:pt x="476062" y="254828"/>
                  </a:lnTo>
                  <a:lnTo>
                    <a:pt x="485044" y="247461"/>
                  </a:lnTo>
                  <a:lnTo>
                    <a:pt x="494027" y="239647"/>
                  </a:lnTo>
                  <a:lnTo>
                    <a:pt x="503009" y="231457"/>
                  </a:lnTo>
                  <a:lnTo>
                    <a:pt x="511991" y="222977"/>
                  </a:lnTo>
                  <a:lnTo>
                    <a:pt x="520973" y="214300"/>
                  </a:lnTo>
                  <a:lnTo>
                    <a:pt x="529956" y="205514"/>
                  </a:lnTo>
                  <a:lnTo>
                    <a:pt x="538938" y="196693"/>
                  </a:lnTo>
                  <a:lnTo>
                    <a:pt x="547920" y="187898"/>
                  </a:lnTo>
                  <a:lnTo>
                    <a:pt x="556903" y="179173"/>
                  </a:lnTo>
                  <a:lnTo>
                    <a:pt x="565885" y="170541"/>
                  </a:lnTo>
                  <a:lnTo>
                    <a:pt x="574867" y="162016"/>
                  </a:lnTo>
                  <a:lnTo>
                    <a:pt x="583850" y="153618"/>
                  </a:lnTo>
                  <a:lnTo>
                    <a:pt x="592832" y="145367"/>
                  </a:lnTo>
                  <a:lnTo>
                    <a:pt x="601814" y="137290"/>
                  </a:lnTo>
                  <a:lnTo>
                    <a:pt x="610797" y="129416"/>
                  </a:lnTo>
                  <a:lnTo>
                    <a:pt x="619779" y="121766"/>
                  </a:lnTo>
                  <a:lnTo>
                    <a:pt x="628761" y="114351"/>
                  </a:lnTo>
                  <a:lnTo>
                    <a:pt x="637743" y="107164"/>
                  </a:lnTo>
                  <a:lnTo>
                    <a:pt x="646726" y="100176"/>
                  </a:lnTo>
                  <a:lnTo>
                    <a:pt x="655708" y="93343"/>
                  </a:lnTo>
                  <a:lnTo>
                    <a:pt x="664690" y="86604"/>
                  </a:lnTo>
                  <a:lnTo>
                    <a:pt x="673673" y="79897"/>
                  </a:lnTo>
                  <a:lnTo>
                    <a:pt x="682655" y="73166"/>
                  </a:lnTo>
                  <a:lnTo>
                    <a:pt x="691637" y="66383"/>
                  </a:lnTo>
                  <a:lnTo>
                    <a:pt x="700620" y="59546"/>
                  </a:lnTo>
                  <a:lnTo>
                    <a:pt x="709602" y="52680"/>
                  </a:lnTo>
                  <a:lnTo>
                    <a:pt x="718584" y="45831"/>
                  </a:lnTo>
                  <a:lnTo>
                    <a:pt x="727567" y="39069"/>
                  </a:lnTo>
                  <a:lnTo>
                    <a:pt x="736549" y="32478"/>
                  </a:lnTo>
                  <a:lnTo>
                    <a:pt x="745531" y="26158"/>
                  </a:lnTo>
                  <a:lnTo>
                    <a:pt x="754513" y="20222"/>
                  </a:lnTo>
                  <a:lnTo>
                    <a:pt x="763496" y="14796"/>
                  </a:lnTo>
                  <a:lnTo>
                    <a:pt x="772478" y="10014"/>
                  </a:lnTo>
                  <a:lnTo>
                    <a:pt x="781460" y="6012"/>
                  </a:lnTo>
                  <a:lnTo>
                    <a:pt x="790443" y="2933"/>
                  </a:lnTo>
                  <a:lnTo>
                    <a:pt x="799425" y="936"/>
                  </a:lnTo>
                  <a:lnTo>
                    <a:pt x="808407" y="0"/>
                  </a:lnTo>
                  <a:lnTo>
                    <a:pt x="817390" y="105"/>
                  </a:lnTo>
                  <a:lnTo>
                    <a:pt x="826372" y="1167"/>
                  </a:lnTo>
                  <a:lnTo>
                    <a:pt x="835354" y="3035"/>
                  </a:lnTo>
                  <a:lnTo>
                    <a:pt x="844337" y="5509"/>
                  </a:lnTo>
                  <a:lnTo>
                    <a:pt x="853319" y="8354"/>
                  </a:lnTo>
                  <a:lnTo>
                    <a:pt x="862301" y="11329"/>
                  </a:lnTo>
                  <a:lnTo>
                    <a:pt x="871283" y="14213"/>
                  </a:lnTo>
                  <a:lnTo>
                    <a:pt x="880266" y="16834"/>
                  </a:lnTo>
                  <a:lnTo>
                    <a:pt x="889248" y="19088"/>
                  </a:lnTo>
                  <a:lnTo>
                    <a:pt x="898230" y="20955"/>
                  </a:lnTo>
                  <a:lnTo>
                    <a:pt x="907213" y="22504"/>
                  </a:lnTo>
                  <a:lnTo>
                    <a:pt x="916195" y="23893"/>
                  </a:lnTo>
                  <a:lnTo>
                    <a:pt x="925177" y="25376"/>
                  </a:lnTo>
                  <a:lnTo>
                    <a:pt x="934160" y="27222"/>
                  </a:lnTo>
                  <a:lnTo>
                    <a:pt x="943142" y="29682"/>
                  </a:lnTo>
                  <a:lnTo>
                    <a:pt x="952124" y="32967"/>
                  </a:lnTo>
                  <a:lnTo>
                    <a:pt x="961107" y="37216"/>
                  </a:lnTo>
                  <a:lnTo>
                    <a:pt x="970089" y="42472"/>
                  </a:lnTo>
                  <a:lnTo>
                    <a:pt x="979071" y="48672"/>
                  </a:lnTo>
                  <a:lnTo>
                    <a:pt x="988054" y="55659"/>
                  </a:lnTo>
                  <a:lnTo>
                    <a:pt x="997036" y="63191"/>
                  </a:lnTo>
                  <a:lnTo>
                    <a:pt x="1006018" y="70986"/>
                  </a:lnTo>
                  <a:lnTo>
                    <a:pt x="1015000" y="78752"/>
                  </a:lnTo>
                  <a:lnTo>
                    <a:pt x="1023983" y="86233"/>
                  </a:lnTo>
                  <a:lnTo>
                    <a:pt x="1032965" y="93239"/>
                  </a:lnTo>
                  <a:lnTo>
                    <a:pt x="1041947" y="99623"/>
                  </a:lnTo>
                  <a:lnTo>
                    <a:pt x="1050930" y="105445"/>
                  </a:lnTo>
                  <a:lnTo>
                    <a:pt x="1059912" y="110800"/>
                  </a:lnTo>
                  <a:lnTo>
                    <a:pt x="1068894" y="115833"/>
                  </a:lnTo>
                  <a:lnTo>
                    <a:pt x="1077877" y="120712"/>
                  </a:lnTo>
                  <a:lnTo>
                    <a:pt x="1086859" y="125600"/>
                  </a:lnTo>
                  <a:lnTo>
                    <a:pt x="1095841" y="130639"/>
                  </a:lnTo>
                  <a:lnTo>
                    <a:pt x="1104824" y="135936"/>
                  </a:lnTo>
                  <a:lnTo>
                    <a:pt x="1113806" y="141556"/>
                  </a:lnTo>
                  <a:lnTo>
                    <a:pt x="1122788" y="147521"/>
                  </a:lnTo>
                  <a:lnTo>
                    <a:pt x="1131770" y="153815"/>
                  </a:lnTo>
                  <a:lnTo>
                    <a:pt x="1140753" y="160388"/>
                  </a:lnTo>
                  <a:lnTo>
                    <a:pt x="1149735" y="167175"/>
                  </a:lnTo>
                  <a:lnTo>
                    <a:pt x="1158717" y="174102"/>
                  </a:lnTo>
                  <a:lnTo>
                    <a:pt x="1167700" y="181095"/>
                  </a:lnTo>
                  <a:lnTo>
                    <a:pt x="1176682" y="188100"/>
                  </a:lnTo>
                  <a:lnTo>
                    <a:pt x="1185664" y="195098"/>
                  </a:lnTo>
                  <a:lnTo>
                    <a:pt x="1194647" y="202089"/>
                  </a:lnTo>
                  <a:lnTo>
                    <a:pt x="1203629" y="209093"/>
                  </a:lnTo>
                  <a:lnTo>
                    <a:pt x="1212611" y="216137"/>
                  </a:lnTo>
                  <a:lnTo>
                    <a:pt x="1221594" y="223247"/>
                  </a:lnTo>
                  <a:lnTo>
                    <a:pt x="1230576" y="230437"/>
                  </a:lnTo>
                  <a:lnTo>
                    <a:pt x="1239558" y="237707"/>
                  </a:lnTo>
                  <a:lnTo>
                    <a:pt x="1248540" y="245041"/>
                  </a:lnTo>
                  <a:lnTo>
                    <a:pt x="1257523" y="252412"/>
                  </a:lnTo>
                  <a:lnTo>
                    <a:pt x="1266505" y="259785"/>
                  </a:lnTo>
                  <a:lnTo>
                    <a:pt x="1275487" y="267125"/>
                  </a:lnTo>
                  <a:lnTo>
                    <a:pt x="1284470" y="274396"/>
                  </a:lnTo>
                  <a:lnTo>
                    <a:pt x="1293452" y="281570"/>
                  </a:lnTo>
                  <a:lnTo>
                    <a:pt x="1302434" y="288624"/>
                  </a:lnTo>
                  <a:lnTo>
                    <a:pt x="1311417" y="295527"/>
                  </a:lnTo>
                  <a:lnTo>
                    <a:pt x="1320399" y="302239"/>
                  </a:lnTo>
                  <a:lnTo>
                    <a:pt x="1329381" y="308710"/>
                  </a:lnTo>
                  <a:lnTo>
                    <a:pt x="1338364" y="314881"/>
                  </a:lnTo>
                  <a:lnTo>
                    <a:pt x="1347346" y="320693"/>
                  </a:lnTo>
                  <a:lnTo>
                    <a:pt x="1356328" y="326095"/>
                  </a:lnTo>
                  <a:lnTo>
                    <a:pt x="1365310" y="331052"/>
                  </a:lnTo>
                  <a:lnTo>
                    <a:pt x="1374293" y="335554"/>
                  </a:lnTo>
                  <a:lnTo>
                    <a:pt x="1383275" y="339620"/>
                  </a:lnTo>
                  <a:lnTo>
                    <a:pt x="1392257" y="343297"/>
                  </a:lnTo>
                  <a:lnTo>
                    <a:pt x="1401240" y="346649"/>
                  </a:lnTo>
                  <a:lnTo>
                    <a:pt x="1410222" y="349750"/>
                  </a:lnTo>
                  <a:lnTo>
                    <a:pt x="1419204" y="352704"/>
                  </a:lnTo>
                  <a:lnTo>
                    <a:pt x="1428187" y="355574"/>
                  </a:lnTo>
                  <a:lnTo>
                    <a:pt x="1437169" y="358405"/>
                  </a:lnTo>
                  <a:lnTo>
                    <a:pt x="1446151" y="361222"/>
                  </a:lnTo>
                  <a:lnTo>
                    <a:pt x="1455134" y="364028"/>
                  </a:lnTo>
                  <a:lnTo>
                    <a:pt x="1464116" y="366815"/>
                  </a:lnTo>
                  <a:lnTo>
                    <a:pt x="1473098" y="369568"/>
                  </a:lnTo>
                  <a:lnTo>
                    <a:pt x="1482081" y="372268"/>
                  </a:lnTo>
                  <a:lnTo>
                    <a:pt x="1491063" y="374900"/>
                  </a:lnTo>
                  <a:lnTo>
                    <a:pt x="1500045" y="377451"/>
                  </a:lnTo>
                  <a:lnTo>
                    <a:pt x="1509027" y="379911"/>
                  </a:lnTo>
                  <a:lnTo>
                    <a:pt x="1518010" y="382273"/>
                  </a:lnTo>
                  <a:lnTo>
                    <a:pt x="1526992" y="384517"/>
                  </a:lnTo>
                  <a:lnTo>
                    <a:pt x="1535974" y="386628"/>
                  </a:lnTo>
                  <a:lnTo>
                    <a:pt x="1544957" y="388592"/>
                  </a:lnTo>
                  <a:lnTo>
                    <a:pt x="1553939" y="390392"/>
                  </a:lnTo>
                  <a:lnTo>
                    <a:pt x="1562921" y="392017"/>
                  </a:lnTo>
                  <a:lnTo>
                    <a:pt x="1571904" y="393465"/>
                  </a:lnTo>
                  <a:lnTo>
                    <a:pt x="1580886" y="394745"/>
                  </a:lnTo>
                  <a:lnTo>
                    <a:pt x="1589868" y="395877"/>
                  </a:lnTo>
                  <a:lnTo>
                    <a:pt x="1598851" y="396887"/>
                  </a:lnTo>
                  <a:lnTo>
                    <a:pt x="1607833" y="397809"/>
                  </a:lnTo>
                  <a:lnTo>
                    <a:pt x="1616815" y="398674"/>
                  </a:lnTo>
                  <a:lnTo>
                    <a:pt x="1625797" y="399509"/>
                  </a:lnTo>
                  <a:lnTo>
                    <a:pt x="1634780" y="400332"/>
                  </a:lnTo>
                  <a:lnTo>
                    <a:pt x="1643762" y="401155"/>
                  </a:lnTo>
                  <a:lnTo>
                    <a:pt x="1652744" y="401977"/>
                  </a:lnTo>
                  <a:lnTo>
                    <a:pt x="1661727" y="402790"/>
                  </a:lnTo>
                  <a:lnTo>
                    <a:pt x="1670709" y="403584"/>
                  </a:lnTo>
                  <a:lnTo>
                    <a:pt x="1679691" y="404346"/>
                  </a:lnTo>
                  <a:lnTo>
                    <a:pt x="1688674" y="405065"/>
                  </a:lnTo>
                  <a:lnTo>
                    <a:pt x="1697656" y="405734"/>
                  </a:lnTo>
                  <a:lnTo>
                    <a:pt x="1706638" y="406348"/>
                  </a:lnTo>
                </a:path>
              </a:pathLst>
            </a:custGeom>
            <a:ln w="8130" cap="rnd">
              <a:solidFill>
                <a:srgbClr val="F6C4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9114203" y="1189024"/>
              <a:ext cx="1760532" cy="387719"/>
            </a:xfrm>
            <a:custGeom>
              <a:avLst/>
              <a:pathLst>
                <a:path w="1760532" h="387719">
                  <a:moveTo>
                    <a:pt x="0" y="384014"/>
                  </a:moveTo>
                  <a:lnTo>
                    <a:pt x="8982" y="383742"/>
                  </a:lnTo>
                  <a:lnTo>
                    <a:pt x="17964" y="383463"/>
                  </a:lnTo>
                  <a:lnTo>
                    <a:pt x="26946" y="383167"/>
                  </a:lnTo>
                  <a:lnTo>
                    <a:pt x="35929" y="382840"/>
                  </a:lnTo>
                  <a:lnTo>
                    <a:pt x="44911" y="382464"/>
                  </a:lnTo>
                  <a:lnTo>
                    <a:pt x="53893" y="382021"/>
                  </a:lnTo>
                  <a:lnTo>
                    <a:pt x="62876" y="381488"/>
                  </a:lnTo>
                  <a:lnTo>
                    <a:pt x="71858" y="380841"/>
                  </a:lnTo>
                  <a:lnTo>
                    <a:pt x="80840" y="380059"/>
                  </a:lnTo>
                  <a:lnTo>
                    <a:pt x="89823" y="379115"/>
                  </a:lnTo>
                  <a:lnTo>
                    <a:pt x="98805" y="377976"/>
                  </a:lnTo>
                  <a:lnTo>
                    <a:pt x="107787" y="376636"/>
                  </a:lnTo>
                  <a:lnTo>
                    <a:pt x="116770" y="375082"/>
                  </a:lnTo>
                  <a:lnTo>
                    <a:pt x="125752" y="373310"/>
                  </a:lnTo>
                  <a:lnTo>
                    <a:pt x="134734" y="371326"/>
                  </a:lnTo>
                  <a:lnTo>
                    <a:pt x="143716" y="369151"/>
                  </a:lnTo>
                  <a:lnTo>
                    <a:pt x="152699" y="366816"/>
                  </a:lnTo>
                  <a:lnTo>
                    <a:pt x="161681" y="364361"/>
                  </a:lnTo>
                  <a:lnTo>
                    <a:pt x="170663" y="361834"/>
                  </a:lnTo>
                  <a:lnTo>
                    <a:pt x="179646" y="359283"/>
                  </a:lnTo>
                  <a:lnTo>
                    <a:pt x="188628" y="356752"/>
                  </a:lnTo>
                  <a:lnTo>
                    <a:pt x="197610" y="354274"/>
                  </a:lnTo>
                  <a:lnTo>
                    <a:pt x="206593" y="351869"/>
                  </a:lnTo>
                  <a:lnTo>
                    <a:pt x="215575" y="349547"/>
                  </a:lnTo>
                  <a:lnTo>
                    <a:pt x="224557" y="347293"/>
                  </a:lnTo>
                  <a:lnTo>
                    <a:pt x="233540" y="345083"/>
                  </a:lnTo>
                  <a:lnTo>
                    <a:pt x="242522" y="342889"/>
                  </a:lnTo>
                  <a:lnTo>
                    <a:pt x="251504" y="340679"/>
                  </a:lnTo>
                  <a:lnTo>
                    <a:pt x="260486" y="338423"/>
                  </a:lnTo>
                  <a:lnTo>
                    <a:pt x="269469" y="336095"/>
                  </a:lnTo>
                  <a:lnTo>
                    <a:pt x="278451" y="333672"/>
                  </a:lnTo>
                  <a:lnTo>
                    <a:pt x="287433" y="331139"/>
                  </a:lnTo>
                  <a:lnTo>
                    <a:pt x="296416" y="328484"/>
                  </a:lnTo>
                  <a:lnTo>
                    <a:pt x="305398" y="325697"/>
                  </a:lnTo>
                  <a:lnTo>
                    <a:pt x="314380" y="322770"/>
                  </a:lnTo>
                  <a:lnTo>
                    <a:pt x="323363" y="319686"/>
                  </a:lnTo>
                  <a:lnTo>
                    <a:pt x="332345" y="316427"/>
                  </a:lnTo>
                  <a:lnTo>
                    <a:pt x="341327" y="312944"/>
                  </a:lnTo>
                  <a:lnTo>
                    <a:pt x="350310" y="309214"/>
                  </a:lnTo>
                  <a:lnTo>
                    <a:pt x="359292" y="305203"/>
                  </a:lnTo>
                  <a:lnTo>
                    <a:pt x="368274" y="300878"/>
                  </a:lnTo>
                  <a:lnTo>
                    <a:pt x="377256" y="296217"/>
                  </a:lnTo>
                  <a:lnTo>
                    <a:pt x="386239" y="291213"/>
                  </a:lnTo>
                  <a:lnTo>
                    <a:pt x="395221" y="285874"/>
                  </a:lnTo>
                  <a:lnTo>
                    <a:pt x="404203" y="280222"/>
                  </a:lnTo>
                  <a:lnTo>
                    <a:pt x="413186" y="274291"/>
                  </a:lnTo>
                  <a:lnTo>
                    <a:pt x="422168" y="268121"/>
                  </a:lnTo>
                  <a:lnTo>
                    <a:pt x="431150" y="261754"/>
                  </a:lnTo>
                  <a:lnTo>
                    <a:pt x="440133" y="255225"/>
                  </a:lnTo>
                  <a:lnTo>
                    <a:pt x="449115" y="248563"/>
                  </a:lnTo>
                  <a:lnTo>
                    <a:pt x="458097" y="241784"/>
                  </a:lnTo>
                  <a:lnTo>
                    <a:pt x="467080" y="234900"/>
                  </a:lnTo>
                  <a:lnTo>
                    <a:pt x="476062" y="227923"/>
                  </a:lnTo>
                  <a:lnTo>
                    <a:pt x="485044" y="220859"/>
                  </a:lnTo>
                  <a:lnTo>
                    <a:pt x="494027" y="213715"/>
                  </a:lnTo>
                  <a:lnTo>
                    <a:pt x="503009" y="206495"/>
                  </a:lnTo>
                  <a:lnTo>
                    <a:pt x="511991" y="199205"/>
                  </a:lnTo>
                  <a:lnTo>
                    <a:pt x="520973" y="191847"/>
                  </a:lnTo>
                  <a:lnTo>
                    <a:pt x="529956" y="184419"/>
                  </a:lnTo>
                  <a:lnTo>
                    <a:pt x="538938" y="176923"/>
                  </a:lnTo>
                  <a:lnTo>
                    <a:pt x="547920" y="169364"/>
                  </a:lnTo>
                  <a:lnTo>
                    <a:pt x="556903" y="161761"/>
                  </a:lnTo>
                  <a:lnTo>
                    <a:pt x="565885" y="154149"/>
                  </a:lnTo>
                  <a:lnTo>
                    <a:pt x="574867" y="146592"/>
                  </a:lnTo>
                  <a:lnTo>
                    <a:pt x="583850" y="139191"/>
                  </a:lnTo>
                  <a:lnTo>
                    <a:pt x="592832" y="132053"/>
                  </a:lnTo>
                  <a:lnTo>
                    <a:pt x="601814" y="125269"/>
                  </a:lnTo>
                  <a:lnTo>
                    <a:pt x="610797" y="118903"/>
                  </a:lnTo>
                  <a:lnTo>
                    <a:pt x="619779" y="112967"/>
                  </a:lnTo>
                  <a:lnTo>
                    <a:pt x="628761" y="107417"/>
                  </a:lnTo>
                  <a:lnTo>
                    <a:pt x="637743" y="102150"/>
                  </a:lnTo>
                  <a:lnTo>
                    <a:pt x="646726" y="97027"/>
                  </a:lnTo>
                  <a:lnTo>
                    <a:pt x="655708" y="91902"/>
                  </a:lnTo>
                  <a:lnTo>
                    <a:pt x="664690" y="86655"/>
                  </a:lnTo>
                  <a:lnTo>
                    <a:pt x="673673" y="81225"/>
                  </a:lnTo>
                  <a:lnTo>
                    <a:pt x="682655" y="75633"/>
                  </a:lnTo>
                  <a:lnTo>
                    <a:pt x="691637" y="69983"/>
                  </a:lnTo>
                  <a:lnTo>
                    <a:pt x="700620" y="64450"/>
                  </a:lnTo>
                  <a:lnTo>
                    <a:pt x="709602" y="59288"/>
                  </a:lnTo>
                  <a:lnTo>
                    <a:pt x="718584" y="54678"/>
                  </a:lnTo>
                  <a:lnTo>
                    <a:pt x="727567" y="50749"/>
                  </a:lnTo>
                  <a:lnTo>
                    <a:pt x="736549" y="47548"/>
                  </a:lnTo>
                  <a:lnTo>
                    <a:pt x="745531" y="45029"/>
                  </a:lnTo>
                  <a:lnTo>
                    <a:pt x="754513" y="43064"/>
                  </a:lnTo>
                  <a:lnTo>
                    <a:pt x="763496" y="41459"/>
                  </a:lnTo>
                  <a:lnTo>
                    <a:pt x="772478" y="39991"/>
                  </a:lnTo>
                  <a:lnTo>
                    <a:pt x="781460" y="38430"/>
                  </a:lnTo>
                  <a:lnTo>
                    <a:pt x="790443" y="36578"/>
                  </a:lnTo>
                  <a:lnTo>
                    <a:pt x="799425" y="34292"/>
                  </a:lnTo>
                  <a:lnTo>
                    <a:pt x="808407" y="31505"/>
                  </a:lnTo>
                  <a:lnTo>
                    <a:pt x="817390" y="28229"/>
                  </a:lnTo>
                  <a:lnTo>
                    <a:pt x="826372" y="24551"/>
                  </a:lnTo>
                  <a:lnTo>
                    <a:pt x="835354" y="20655"/>
                  </a:lnTo>
                  <a:lnTo>
                    <a:pt x="844337" y="16758"/>
                  </a:lnTo>
                  <a:lnTo>
                    <a:pt x="853319" y="13053"/>
                  </a:lnTo>
                  <a:lnTo>
                    <a:pt x="862301" y="9701"/>
                  </a:lnTo>
                  <a:lnTo>
                    <a:pt x="871283" y="6812"/>
                  </a:lnTo>
                  <a:lnTo>
                    <a:pt x="880266" y="4442"/>
                  </a:lnTo>
                  <a:lnTo>
                    <a:pt x="889248" y="2597"/>
                  </a:lnTo>
                  <a:lnTo>
                    <a:pt x="898230" y="1256"/>
                  </a:lnTo>
                  <a:lnTo>
                    <a:pt x="907213" y="394"/>
                  </a:lnTo>
                  <a:lnTo>
                    <a:pt x="916195" y="0"/>
                  </a:lnTo>
                  <a:lnTo>
                    <a:pt x="925177" y="93"/>
                  </a:lnTo>
                  <a:lnTo>
                    <a:pt x="934160" y="726"/>
                  </a:lnTo>
                  <a:lnTo>
                    <a:pt x="943142" y="1966"/>
                  </a:lnTo>
                  <a:lnTo>
                    <a:pt x="952124" y="3935"/>
                  </a:lnTo>
                  <a:lnTo>
                    <a:pt x="961107" y="6617"/>
                  </a:lnTo>
                  <a:lnTo>
                    <a:pt x="970089" y="9975"/>
                  </a:lnTo>
                  <a:lnTo>
                    <a:pt x="979071" y="13921"/>
                  </a:lnTo>
                  <a:lnTo>
                    <a:pt x="988054" y="18322"/>
                  </a:lnTo>
                  <a:lnTo>
                    <a:pt x="997036" y="23023"/>
                  </a:lnTo>
                  <a:lnTo>
                    <a:pt x="1006018" y="27872"/>
                  </a:lnTo>
                  <a:lnTo>
                    <a:pt x="1015000" y="32752"/>
                  </a:lnTo>
                  <a:lnTo>
                    <a:pt x="1023983" y="37597"/>
                  </a:lnTo>
                  <a:lnTo>
                    <a:pt x="1032965" y="42404"/>
                  </a:lnTo>
                  <a:lnTo>
                    <a:pt x="1041947" y="47237"/>
                  </a:lnTo>
                  <a:lnTo>
                    <a:pt x="1050930" y="52214"/>
                  </a:lnTo>
                  <a:lnTo>
                    <a:pt x="1059912" y="57483"/>
                  </a:lnTo>
                  <a:lnTo>
                    <a:pt x="1068894" y="63214"/>
                  </a:lnTo>
                  <a:lnTo>
                    <a:pt x="1077877" y="69568"/>
                  </a:lnTo>
                  <a:lnTo>
                    <a:pt x="1086859" y="76568"/>
                  </a:lnTo>
                  <a:lnTo>
                    <a:pt x="1095841" y="84190"/>
                  </a:lnTo>
                  <a:lnTo>
                    <a:pt x="1104824" y="92322"/>
                  </a:lnTo>
                  <a:lnTo>
                    <a:pt x="1113806" y="100785"/>
                  </a:lnTo>
                  <a:lnTo>
                    <a:pt x="1122788" y="109357"/>
                  </a:lnTo>
                  <a:lnTo>
                    <a:pt x="1131770" y="117807"/>
                  </a:lnTo>
                  <a:lnTo>
                    <a:pt x="1140753" y="125932"/>
                  </a:lnTo>
                  <a:lnTo>
                    <a:pt x="1149735" y="133594"/>
                  </a:lnTo>
                  <a:lnTo>
                    <a:pt x="1158717" y="140740"/>
                  </a:lnTo>
                  <a:lnTo>
                    <a:pt x="1167700" y="147403"/>
                  </a:lnTo>
                  <a:lnTo>
                    <a:pt x="1176682" y="153692"/>
                  </a:lnTo>
                  <a:lnTo>
                    <a:pt x="1185664" y="159764"/>
                  </a:lnTo>
                  <a:lnTo>
                    <a:pt x="1194647" y="165798"/>
                  </a:lnTo>
                  <a:lnTo>
                    <a:pt x="1203629" y="171954"/>
                  </a:lnTo>
                  <a:lnTo>
                    <a:pt x="1212611" y="178318"/>
                  </a:lnTo>
                  <a:lnTo>
                    <a:pt x="1221594" y="184922"/>
                  </a:lnTo>
                  <a:lnTo>
                    <a:pt x="1230576" y="191747"/>
                  </a:lnTo>
                  <a:lnTo>
                    <a:pt x="1239558" y="198744"/>
                  </a:lnTo>
                  <a:lnTo>
                    <a:pt x="1248540" y="205846"/>
                  </a:lnTo>
                  <a:lnTo>
                    <a:pt x="1257523" y="212981"/>
                  </a:lnTo>
                  <a:lnTo>
                    <a:pt x="1266505" y="220087"/>
                  </a:lnTo>
                  <a:lnTo>
                    <a:pt x="1275487" y="227104"/>
                  </a:lnTo>
                  <a:lnTo>
                    <a:pt x="1284470" y="233983"/>
                  </a:lnTo>
                  <a:lnTo>
                    <a:pt x="1293452" y="240678"/>
                  </a:lnTo>
                  <a:lnTo>
                    <a:pt x="1302434" y="247147"/>
                  </a:lnTo>
                  <a:lnTo>
                    <a:pt x="1311417" y="253355"/>
                  </a:lnTo>
                  <a:lnTo>
                    <a:pt x="1320399" y="259255"/>
                  </a:lnTo>
                  <a:lnTo>
                    <a:pt x="1329381" y="264870"/>
                  </a:lnTo>
                  <a:lnTo>
                    <a:pt x="1338364" y="270225"/>
                  </a:lnTo>
                  <a:lnTo>
                    <a:pt x="1347346" y="275365"/>
                  </a:lnTo>
                  <a:lnTo>
                    <a:pt x="1356328" y="280345"/>
                  </a:lnTo>
                  <a:lnTo>
                    <a:pt x="1365310" y="285227"/>
                  </a:lnTo>
                  <a:lnTo>
                    <a:pt x="1374293" y="290062"/>
                  </a:lnTo>
                  <a:lnTo>
                    <a:pt x="1383275" y="294884"/>
                  </a:lnTo>
                  <a:lnTo>
                    <a:pt x="1392257" y="299704"/>
                  </a:lnTo>
                  <a:lnTo>
                    <a:pt x="1401240" y="304513"/>
                  </a:lnTo>
                  <a:lnTo>
                    <a:pt x="1410222" y="309284"/>
                  </a:lnTo>
                  <a:lnTo>
                    <a:pt x="1419204" y="313980"/>
                  </a:lnTo>
                  <a:lnTo>
                    <a:pt x="1428187" y="318562"/>
                  </a:lnTo>
                  <a:lnTo>
                    <a:pt x="1437169" y="322990"/>
                  </a:lnTo>
                  <a:lnTo>
                    <a:pt x="1446151" y="327233"/>
                  </a:lnTo>
                  <a:lnTo>
                    <a:pt x="1455134" y="331280"/>
                  </a:lnTo>
                  <a:lnTo>
                    <a:pt x="1464116" y="335118"/>
                  </a:lnTo>
                  <a:lnTo>
                    <a:pt x="1473098" y="338733"/>
                  </a:lnTo>
                  <a:lnTo>
                    <a:pt x="1482081" y="342112"/>
                  </a:lnTo>
                  <a:lnTo>
                    <a:pt x="1491063" y="345242"/>
                  </a:lnTo>
                  <a:lnTo>
                    <a:pt x="1500045" y="348112"/>
                  </a:lnTo>
                  <a:lnTo>
                    <a:pt x="1509027" y="350720"/>
                  </a:lnTo>
                  <a:lnTo>
                    <a:pt x="1518010" y="353073"/>
                  </a:lnTo>
                  <a:lnTo>
                    <a:pt x="1526992" y="355194"/>
                  </a:lnTo>
                  <a:lnTo>
                    <a:pt x="1535974" y="357117"/>
                  </a:lnTo>
                  <a:lnTo>
                    <a:pt x="1544957" y="358889"/>
                  </a:lnTo>
                  <a:lnTo>
                    <a:pt x="1553939" y="360559"/>
                  </a:lnTo>
                  <a:lnTo>
                    <a:pt x="1562921" y="362172"/>
                  </a:lnTo>
                  <a:lnTo>
                    <a:pt x="1571904" y="363767"/>
                  </a:lnTo>
                  <a:lnTo>
                    <a:pt x="1580886" y="365358"/>
                  </a:lnTo>
                  <a:lnTo>
                    <a:pt x="1589868" y="366940"/>
                  </a:lnTo>
                  <a:lnTo>
                    <a:pt x="1598851" y="368495"/>
                  </a:lnTo>
                  <a:lnTo>
                    <a:pt x="1607833" y="369998"/>
                  </a:lnTo>
                  <a:lnTo>
                    <a:pt x="1616815" y="371424"/>
                  </a:lnTo>
                  <a:lnTo>
                    <a:pt x="1625797" y="372754"/>
                  </a:lnTo>
                  <a:lnTo>
                    <a:pt x="1634780" y="373983"/>
                  </a:lnTo>
                  <a:lnTo>
                    <a:pt x="1643762" y="375112"/>
                  </a:lnTo>
                  <a:lnTo>
                    <a:pt x="1652744" y="376155"/>
                  </a:lnTo>
                  <a:lnTo>
                    <a:pt x="1661727" y="377129"/>
                  </a:lnTo>
                  <a:lnTo>
                    <a:pt x="1670709" y="378049"/>
                  </a:lnTo>
                  <a:lnTo>
                    <a:pt x="1679691" y="378928"/>
                  </a:lnTo>
                  <a:lnTo>
                    <a:pt x="1688674" y="379765"/>
                  </a:lnTo>
                  <a:lnTo>
                    <a:pt x="1697656" y="380555"/>
                  </a:lnTo>
                  <a:lnTo>
                    <a:pt x="1706638" y="381288"/>
                  </a:lnTo>
                  <a:lnTo>
                    <a:pt x="1715621" y="381952"/>
                  </a:lnTo>
                  <a:lnTo>
                    <a:pt x="1724603" y="382537"/>
                  </a:lnTo>
                  <a:lnTo>
                    <a:pt x="1733585" y="383041"/>
                  </a:lnTo>
                  <a:lnTo>
                    <a:pt x="1742567" y="383467"/>
                  </a:lnTo>
                  <a:lnTo>
                    <a:pt x="1751550" y="383823"/>
                  </a:lnTo>
                  <a:lnTo>
                    <a:pt x="1760532" y="384122"/>
                  </a:lnTo>
                  <a:lnTo>
                    <a:pt x="1760532" y="387719"/>
                  </a:lnTo>
                  <a:lnTo>
                    <a:pt x="1751550" y="387719"/>
                  </a:lnTo>
                  <a:lnTo>
                    <a:pt x="1742567" y="387719"/>
                  </a:lnTo>
                  <a:lnTo>
                    <a:pt x="1733585" y="387719"/>
                  </a:lnTo>
                  <a:lnTo>
                    <a:pt x="1724603" y="387719"/>
                  </a:lnTo>
                  <a:lnTo>
                    <a:pt x="1715621" y="387719"/>
                  </a:lnTo>
                  <a:lnTo>
                    <a:pt x="1706638" y="387719"/>
                  </a:lnTo>
                  <a:lnTo>
                    <a:pt x="1697656" y="387719"/>
                  </a:lnTo>
                  <a:lnTo>
                    <a:pt x="1688674" y="387719"/>
                  </a:lnTo>
                  <a:lnTo>
                    <a:pt x="1679691" y="387719"/>
                  </a:lnTo>
                  <a:lnTo>
                    <a:pt x="1670709" y="387719"/>
                  </a:lnTo>
                  <a:lnTo>
                    <a:pt x="1661727" y="387719"/>
                  </a:lnTo>
                  <a:lnTo>
                    <a:pt x="1652744" y="387719"/>
                  </a:lnTo>
                  <a:lnTo>
                    <a:pt x="1643762" y="387719"/>
                  </a:lnTo>
                  <a:lnTo>
                    <a:pt x="1634780" y="387719"/>
                  </a:lnTo>
                  <a:lnTo>
                    <a:pt x="1625797" y="387719"/>
                  </a:lnTo>
                  <a:lnTo>
                    <a:pt x="1616815" y="387719"/>
                  </a:lnTo>
                  <a:lnTo>
                    <a:pt x="1607833" y="387719"/>
                  </a:lnTo>
                  <a:lnTo>
                    <a:pt x="1598851" y="387719"/>
                  </a:lnTo>
                  <a:lnTo>
                    <a:pt x="1589868" y="387719"/>
                  </a:lnTo>
                  <a:lnTo>
                    <a:pt x="1580886" y="387719"/>
                  </a:lnTo>
                  <a:lnTo>
                    <a:pt x="1571904" y="387719"/>
                  </a:lnTo>
                  <a:lnTo>
                    <a:pt x="1562921" y="387719"/>
                  </a:lnTo>
                  <a:lnTo>
                    <a:pt x="1553939" y="387719"/>
                  </a:lnTo>
                  <a:lnTo>
                    <a:pt x="1544957" y="387719"/>
                  </a:lnTo>
                  <a:lnTo>
                    <a:pt x="1535974" y="387719"/>
                  </a:lnTo>
                  <a:lnTo>
                    <a:pt x="1526992" y="387719"/>
                  </a:lnTo>
                  <a:lnTo>
                    <a:pt x="1518010" y="387719"/>
                  </a:lnTo>
                  <a:lnTo>
                    <a:pt x="1509027" y="387719"/>
                  </a:lnTo>
                  <a:lnTo>
                    <a:pt x="1500045" y="387719"/>
                  </a:lnTo>
                  <a:lnTo>
                    <a:pt x="1491063" y="387719"/>
                  </a:lnTo>
                  <a:lnTo>
                    <a:pt x="1482081" y="387719"/>
                  </a:lnTo>
                  <a:lnTo>
                    <a:pt x="1473098" y="387719"/>
                  </a:lnTo>
                  <a:lnTo>
                    <a:pt x="1464116" y="387719"/>
                  </a:lnTo>
                  <a:lnTo>
                    <a:pt x="1455134" y="387719"/>
                  </a:lnTo>
                  <a:lnTo>
                    <a:pt x="1446151" y="387719"/>
                  </a:lnTo>
                  <a:lnTo>
                    <a:pt x="1437169" y="387719"/>
                  </a:lnTo>
                  <a:lnTo>
                    <a:pt x="1428187" y="387719"/>
                  </a:lnTo>
                  <a:lnTo>
                    <a:pt x="1419204" y="387719"/>
                  </a:lnTo>
                  <a:lnTo>
                    <a:pt x="1410222" y="387719"/>
                  </a:lnTo>
                  <a:lnTo>
                    <a:pt x="1401240" y="387719"/>
                  </a:lnTo>
                  <a:lnTo>
                    <a:pt x="1392257" y="387719"/>
                  </a:lnTo>
                  <a:lnTo>
                    <a:pt x="1383275" y="387719"/>
                  </a:lnTo>
                  <a:lnTo>
                    <a:pt x="1374293" y="387719"/>
                  </a:lnTo>
                  <a:lnTo>
                    <a:pt x="1365310" y="387719"/>
                  </a:lnTo>
                  <a:lnTo>
                    <a:pt x="1356328" y="387719"/>
                  </a:lnTo>
                  <a:lnTo>
                    <a:pt x="1347346" y="387719"/>
                  </a:lnTo>
                  <a:lnTo>
                    <a:pt x="1338364" y="387719"/>
                  </a:lnTo>
                  <a:lnTo>
                    <a:pt x="1329381" y="387719"/>
                  </a:lnTo>
                  <a:lnTo>
                    <a:pt x="1320399" y="387719"/>
                  </a:lnTo>
                  <a:lnTo>
                    <a:pt x="1311417" y="387719"/>
                  </a:lnTo>
                  <a:lnTo>
                    <a:pt x="1302434" y="387719"/>
                  </a:lnTo>
                  <a:lnTo>
                    <a:pt x="1293452" y="387719"/>
                  </a:lnTo>
                  <a:lnTo>
                    <a:pt x="1284470" y="387719"/>
                  </a:lnTo>
                  <a:lnTo>
                    <a:pt x="1275487" y="387719"/>
                  </a:lnTo>
                  <a:lnTo>
                    <a:pt x="1266505" y="387719"/>
                  </a:lnTo>
                  <a:lnTo>
                    <a:pt x="1257523" y="387719"/>
                  </a:lnTo>
                  <a:lnTo>
                    <a:pt x="1248540" y="387719"/>
                  </a:lnTo>
                  <a:lnTo>
                    <a:pt x="1239558" y="387719"/>
                  </a:lnTo>
                  <a:lnTo>
                    <a:pt x="1230576" y="387719"/>
                  </a:lnTo>
                  <a:lnTo>
                    <a:pt x="1221594" y="387719"/>
                  </a:lnTo>
                  <a:lnTo>
                    <a:pt x="1212611" y="387719"/>
                  </a:lnTo>
                  <a:lnTo>
                    <a:pt x="1203629" y="387719"/>
                  </a:lnTo>
                  <a:lnTo>
                    <a:pt x="1194647" y="387719"/>
                  </a:lnTo>
                  <a:lnTo>
                    <a:pt x="1185664" y="387719"/>
                  </a:lnTo>
                  <a:lnTo>
                    <a:pt x="1176682" y="387719"/>
                  </a:lnTo>
                  <a:lnTo>
                    <a:pt x="1167700" y="387719"/>
                  </a:lnTo>
                  <a:lnTo>
                    <a:pt x="1158717" y="387719"/>
                  </a:lnTo>
                  <a:lnTo>
                    <a:pt x="1149735" y="387719"/>
                  </a:lnTo>
                  <a:lnTo>
                    <a:pt x="1140753" y="387719"/>
                  </a:lnTo>
                  <a:lnTo>
                    <a:pt x="1131770" y="387719"/>
                  </a:lnTo>
                  <a:lnTo>
                    <a:pt x="1122788" y="387719"/>
                  </a:lnTo>
                  <a:lnTo>
                    <a:pt x="1113806" y="387719"/>
                  </a:lnTo>
                  <a:lnTo>
                    <a:pt x="1104824" y="387719"/>
                  </a:lnTo>
                  <a:lnTo>
                    <a:pt x="1095841" y="387719"/>
                  </a:lnTo>
                  <a:lnTo>
                    <a:pt x="1086859" y="387719"/>
                  </a:lnTo>
                  <a:lnTo>
                    <a:pt x="1077877" y="387719"/>
                  </a:lnTo>
                  <a:lnTo>
                    <a:pt x="1068894" y="387719"/>
                  </a:lnTo>
                  <a:lnTo>
                    <a:pt x="1059912" y="387719"/>
                  </a:lnTo>
                  <a:lnTo>
                    <a:pt x="1050930" y="387719"/>
                  </a:lnTo>
                  <a:lnTo>
                    <a:pt x="1041947" y="387719"/>
                  </a:lnTo>
                  <a:lnTo>
                    <a:pt x="1032965" y="387719"/>
                  </a:lnTo>
                  <a:lnTo>
                    <a:pt x="1023983" y="387719"/>
                  </a:lnTo>
                  <a:lnTo>
                    <a:pt x="1015000" y="387719"/>
                  </a:lnTo>
                  <a:lnTo>
                    <a:pt x="1006018" y="387719"/>
                  </a:lnTo>
                  <a:lnTo>
                    <a:pt x="997036" y="387719"/>
                  </a:lnTo>
                  <a:lnTo>
                    <a:pt x="988054" y="387719"/>
                  </a:lnTo>
                  <a:lnTo>
                    <a:pt x="979071" y="387719"/>
                  </a:lnTo>
                  <a:lnTo>
                    <a:pt x="970089" y="387719"/>
                  </a:lnTo>
                  <a:lnTo>
                    <a:pt x="961107" y="387719"/>
                  </a:lnTo>
                  <a:lnTo>
                    <a:pt x="952124" y="387719"/>
                  </a:lnTo>
                  <a:lnTo>
                    <a:pt x="943142" y="387719"/>
                  </a:lnTo>
                  <a:lnTo>
                    <a:pt x="934160" y="387719"/>
                  </a:lnTo>
                  <a:lnTo>
                    <a:pt x="925177" y="387719"/>
                  </a:lnTo>
                  <a:lnTo>
                    <a:pt x="916195" y="387719"/>
                  </a:lnTo>
                  <a:lnTo>
                    <a:pt x="907213" y="387719"/>
                  </a:lnTo>
                  <a:lnTo>
                    <a:pt x="898230" y="387719"/>
                  </a:lnTo>
                  <a:lnTo>
                    <a:pt x="889248" y="387719"/>
                  </a:lnTo>
                  <a:lnTo>
                    <a:pt x="880266" y="387719"/>
                  </a:lnTo>
                  <a:lnTo>
                    <a:pt x="871283" y="387719"/>
                  </a:lnTo>
                  <a:lnTo>
                    <a:pt x="862301" y="387719"/>
                  </a:lnTo>
                  <a:lnTo>
                    <a:pt x="853319" y="387719"/>
                  </a:lnTo>
                  <a:lnTo>
                    <a:pt x="844337" y="387719"/>
                  </a:lnTo>
                  <a:lnTo>
                    <a:pt x="835354" y="387719"/>
                  </a:lnTo>
                  <a:lnTo>
                    <a:pt x="826372" y="387719"/>
                  </a:lnTo>
                  <a:lnTo>
                    <a:pt x="817390" y="387719"/>
                  </a:lnTo>
                  <a:lnTo>
                    <a:pt x="808407" y="387719"/>
                  </a:lnTo>
                  <a:lnTo>
                    <a:pt x="799425" y="387719"/>
                  </a:lnTo>
                  <a:lnTo>
                    <a:pt x="790443" y="387719"/>
                  </a:lnTo>
                  <a:lnTo>
                    <a:pt x="781460" y="387719"/>
                  </a:lnTo>
                  <a:lnTo>
                    <a:pt x="772478" y="387719"/>
                  </a:lnTo>
                  <a:lnTo>
                    <a:pt x="763496" y="387719"/>
                  </a:lnTo>
                  <a:lnTo>
                    <a:pt x="754513" y="387719"/>
                  </a:lnTo>
                  <a:lnTo>
                    <a:pt x="745531" y="387719"/>
                  </a:lnTo>
                  <a:lnTo>
                    <a:pt x="736549" y="387719"/>
                  </a:lnTo>
                  <a:lnTo>
                    <a:pt x="727567" y="387719"/>
                  </a:lnTo>
                  <a:lnTo>
                    <a:pt x="718584" y="387719"/>
                  </a:lnTo>
                  <a:lnTo>
                    <a:pt x="709602" y="387719"/>
                  </a:lnTo>
                  <a:lnTo>
                    <a:pt x="700620" y="387719"/>
                  </a:lnTo>
                  <a:lnTo>
                    <a:pt x="691637" y="387719"/>
                  </a:lnTo>
                  <a:lnTo>
                    <a:pt x="682655" y="387719"/>
                  </a:lnTo>
                  <a:lnTo>
                    <a:pt x="673673" y="387719"/>
                  </a:lnTo>
                  <a:lnTo>
                    <a:pt x="664690" y="387719"/>
                  </a:lnTo>
                  <a:lnTo>
                    <a:pt x="655708" y="387719"/>
                  </a:lnTo>
                  <a:lnTo>
                    <a:pt x="646726" y="387719"/>
                  </a:lnTo>
                  <a:lnTo>
                    <a:pt x="637743" y="387719"/>
                  </a:lnTo>
                  <a:lnTo>
                    <a:pt x="628761" y="387719"/>
                  </a:lnTo>
                  <a:lnTo>
                    <a:pt x="619779" y="387719"/>
                  </a:lnTo>
                  <a:lnTo>
                    <a:pt x="610797" y="387719"/>
                  </a:lnTo>
                  <a:lnTo>
                    <a:pt x="601814" y="387719"/>
                  </a:lnTo>
                  <a:lnTo>
                    <a:pt x="592832" y="387719"/>
                  </a:lnTo>
                  <a:lnTo>
                    <a:pt x="583850" y="387719"/>
                  </a:lnTo>
                  <a:lnTo>
                    <a:pt x="574867" y="387719"/>
                  </a:lnTo>
                  <a:lnTo>
                    <a:pt x="565885" y="387719"/>
                  </a:lnTo>
                  <a:lnTo>
                    <a:pt x="556903" y="387719"/>
                  </a:lnTo>
                  <a:lnTo>
                    <a:pt x="547920" y="387719"/>
                  </a:lnTo>
                  <a:lnTo>
                    <a:pt x="538938" y="387719"/>
                  </a:lnTo>
                  <a:lnTo>
                    <a:pt x="529956" y="387719"/>
                  </a:lnTo>
                  <a:lnTo>
                    <a:pt x="520973" y="387719"/>
                  </a:lnTo>
                  <a:lnTo>
                    <a:pt x="511991" y="387719"/>
                  </a:lnTo>
                  <a:lnTo>
                    <a:pt x="503009" y="387719"/>
                  </a:lnTo>
                  <a:lnTo>
                    <a:pt x="494027" y="387719"/>
                  </a:lnTo>
                  <a:lnTo>
                    <a:pt x="485044" y="387719"/>
                  </a:lnTo>
                  <a:lnTo>
                    <a:pt x="476062" y="387719"/>
                  </a:lnTo>
                  <a:lnTo>
                    <a:pt x="467080" y="387719"/>
                  </a:lnTo>
                  <a:lnTo>
                    <a:pt x="458097" y="387719"/>
                  </a:lnTo>
                  <a:lnTo>
                    <a:pt x="449115" y="387719"/>
                  </a:lnTo>
                  <a:lnTo>
                    <a:pt x="440133" y="387719"/>
                  </a:lnTo>
                  <a:lnTo>
                    <a:pt x="431150" y="387719"/>
                  </a:lnTo>
                  <a:lnTo>
                    <a:pt x="422168" y="387719"/>
                  </a:lnTo>
                  <a:lnTo>
                    <a:pt x="413186" y="387719"/>
                  </a:lnTo>
                  <a:lnTo>
                    <a:pt x="404203" y="387719"/>
                  </a:lnTo>
                  <a:lnTo>
                    <a:pt x="395221" y="387719"/>
                  </a:lnTo>
                  <a:lnTo>
                    <a:pt x="386239" y="387719"/>
                  </a:lnTo>
                  <a:lnTo>
                    <a:pt x="377256" y="387719"/>
                  </a:lnTo>
                  <a:lnTo>
                    <a:pt x="368274" y="387719"/>
                  </a:lnTo>
                  <a:lnTo>
                    <a:pt x="359292" y="387719"/>
                  </a:lnTo>
                  <a:lnTo>
                    <a:pt x="350310" y="387719"/>
                  </a:lnTo>
                  <a:lnTo>
                    <a:pt x="341327" y="387719"/>
                  </a:lnTo>
                  <a:lnTo>
                    <a:pt x="332345" y="387719"/>
                  </a:lnTo>
                  <a:lnTo>
                    <a:pt x="323363" y="387719"/>
                  </a:lnTo>
                  <a:lnTo>
                    <a:pt x="314380" y="387719"/>
                  </a:lnTo>
                  <a:lnTo>
                    <a:pt x="305398" y="387719"/>
                  </a:lnTo>
                  <a:lnTo>
                    <a:pt x="296416" y="387719"/>
                  </a:lnTo>
                  <a:lnTo>
                    <a:pt x="287433" y="387719"/>
                  </a:lnTo>
                  <a:lnTo>
                    <a:pt x="278451" y="387719"/>
                  </a:lnTo>
                  <a:lnTo>
                    <a:pt x="269469" y="387719"/>
                  </a:lnTo>
                  <a:lnTo>
                    <a:pt x="260486" y="387719"/>
                  </a:lnTo>
                  <a:lnTo>
                    <a:pt x="251504" y="387719"/>
                  </a:lnTo>
                  <a:lnTo>
                    <a:pt x="242522" y="387719"/>
                  </a:lnTo>
                  <a:lnTo>
                    <a:pt x="233540" y="387719"/>
                  </a:lnTo>
                  <a:lnTo>
                    <a:pt x="224557" y="387719"/>
                  </a:lnTo>
                  <a:lnTo>
                    <a:pt x="215575" y="387719"/>
                  </a:lnTo>
                  <a:lnTo>
                    <a:pt x="206593" y="387719"/>
                  </a:lnTo>
                  <a:lnTo>
                    <a:pt x="197610" y="387719"/>
                  </a:lnTo>
                  <a:lnTo>
                    <a:pt x="188628" y="387719"/>
                  </a:lnTo>
                  <a:lnTo>
                    <a:pt x="179646" y="387719"/>
                  </a:lnTo>
                  <a:lnTo>
                    <a:pt x="170663" y="387719"/>
                  </a:lnTo>
                  <a:lnTo>
                    <a:pt x="161681" y="387719"/>
                  </a:lnTo>
                  <a:lnTo>
                    <a:pt x="152699" y="387719"/>
                  </a:lnTo>
                  <a:lnTo>
                    <a:pt x="143716" y="387719"/>
                  </a:lnTo>
                  <a:lnTo>
                    <a:pt x="134734" y="387719"/>
                  </a:lnTo>
                  <a:lnTo>
                    <a:pt x="125752" y="387719"/>
                  </a:lnTo>
                  <a:lnTo>
                    <a:pt x="116770" y="387719"/>
                  </a:lnTo>
                  <a:lnTo>
                    <a:pt x="107787" y="387719"/>
                  </a:lnTo>
                  <a:lnTo>
                    <a:pt x="98805" y="387719"/>
                  </a:lnTo>
                  <a:lnTo>
                    <a:pt x="89823" y="387719"/>
                  </a:lnTo>
                  <a:lnTo>
                    <a:pt x="80840" y="387719"/>
                  </a:lnTo>
                  <a:lnTo>
                    <a:pt x="71858" y="387719"/>
                  </a:lnTo>
                  <a:lnTo>
                    <a:pt x="62876" y="387719"/>
                  </a:lnTo>
                  <a:lnTo>
                    <a:pt x="53893" y="387719"/>
                  </a:lnTo>
                  <a:lnTo>
                    <a:pt x="44911" y="387719"/>
                  </a:lnTo>
                  <a:lnTo>
                    <a:pt x="35929" y="387719"/>
                  </a:lnTo>
                  <a:lnTo>
                    <a:pt x="26946" y="387719"/>
                  </a:lnTo>
                  <a:lnTo>
                    <a:pt x="17964" y="387719"/>
                  </a:lnTo>
                  <a:lnTo>
                    <a:pt x="8982" y="387719"/>
                  </a:lnTo>
                  <a:lnTo>
                    <a:pt x="0" y="387719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9114203" y="1189024"/>
              <a:ext cx="1760532" cy="384122"/>
            </a:xfrm>
            <a:custGeom>
              <a:avLst/>
              <a:pathLst>
                <a:path w="1760532" h="384122">
                  <a:moveTo>
                    <a:pt x="0" y="384014"/>
                  </a:moveTo>
                  <a:lnTo>
                    <a:pt x="8982" y="383742"/>
                  </a:lnTo>
                  <a:lnTo>
                    <a:pt x="17964" y="383463"/>
                  </a:lnTo>
                  <a:lnTo>
                    <a:pt x="26946" y="383167"/>
                  </a:lnTo>
                  <a:lnTo>
                    <a:pt x="35929" y="382840"/>
                  </a:lnTo>
                  <a:lnTo>
                    <a:pt x="44911" y="382464"/>
                  </a:lnTo>
                  <a:lnTo>
                    <a:pt x="53893" y="382021"/>
                  </a:lnTo>
                  <a:lnTo>
                    <a:pt x="62876" y="381488"/>
                  </a:lnTo>
                  <a:lnTo>
                    <a:pt x="71858" y="380841"/>
                  </a:lnTo>
                  <a:lnTo>
                    <a:pt x="80840" y="380059"/>
                  </a:lnTo>
                  <a:lnTo>
                    <a:pt x="89823" y="379115"/>
                  </a:lnTo>
                  <a:lnTo>
                    <a:pt x="98805" y="377976"/>
                  </a:lnTo>
                  <a:lnTo>
                    <a:pt x="107787" y="376636"/>
                  </a:lnTo>
                  <a:lnTo>
                    <a:pt x="116770" y="375082"/>
                  </a:lnTo>
                  <a:lnTo>
                    <a:pt x="125752" y="373310"/>
                  </a:lnTo>
                  <a:lnTo>
                    <a:pt x="134734" y="371326"/>
                  </a:lnTo>
                  <a:lnTo>
                    <a:pt x="143716" y="369151"/>
                  </a:lnTo>
                  <a:lnTo>
                    <a:pt x="152699" y="366816"/>
                  </a:lnTo>
                  <a:lnTo>
                    <a:pt x="161681" y="364361"/>
                  </a:lnTo>
                  <a:lnTo>
                    <a:pt x="170663" y="361834"/>
                  </a:lnTo>
                  <a:lnTo>
                    <a:pt x="179646" y="359283"/>
                  </a:lnTo>
                  <a:lnTo>
                    <a:pt x="188628" y="356752"/>
                  </a:lnTo>
                  <a:lnTo>
                    <a:pt x="197610" y="354274"/>
                  </a:lnTo>
                  <a:lnTo>
                    <a:pt x="206593" y="351869"/>
                  </a:lnTo>
                  <a:lnTo>
                    <a:pt x="215575" y="349547"/>
                  </a:lnTo>
                  <a:lnTo>
                    <a:pt x="224557" y="347293"/>
                  </a:lnTo>
                  <a:lnTo>
                    <a:pt x="233540" y="345083"/>
                  </a:lnTo>
                  <a:lnTo>
                    <a:pt x="242522" y="342889"/>
                  </a:lnTo>
                  <a:lnTo>
                    <a:pt x="251504" y="340679"/>
                  </a:lnTo>
                  <a:lnTo>
                    <a:pt x="260486" y="338423"/>
                  </a:lnTo>
                  <a:lnTo>
                    <a:pt x="269469" y="336095"/>
                  </a:lnTo>
                  <a:lnTo>
                    <a:pt x="278451" y="333672"/>
                  </a:lnTo>
                  <a:lnTo>
                    <a:pt x="287433" y="331139"/>
                  </a:lnTo>
                  <a:lnTo>
                    <a:pt x="296416" y="328484"/>
                  </a:lnTo>
                  <a:lnTo>
                    <a:pt x="305398" y="325697"/>
                  </a:lnTo>
                  <a:lnTo>
                    <a:pt x="314380" y="322770"/>
                  </a:lnTo>
                  <a:lnTo>
                    <a:pt x="323363" y="319686"/>
                  </a:lnTo>
                  <a:lnTo>
                    <a:pt x="332345" y="316427"/>
                  </a:lnTo>
                  <a:lnTo>
                    <a:pt x="341327" y="312944"/>
                  </a:lnTo>
                  <a:lnTo>
                    <a:pt x="350310" y="309214"/>
                  </a:lnTo>
                  <a:lnTo>
                    <a:pt x="359292" y="305203"/>
                  </a:lnTo>
                  <a:lnTo>
                    <a:pt x="368274" y="300878"/>
                  </a:lnTo>
                  <a:lnTo>
                    <a:pt x="377256" y="296217"/>
                  </a:lnTo>
                  <a:lnTo>
                    <a:pt x="386239" y="291213"/>
                  </a:lnTo>
                  <a:lnTo>
                    <a:pt x="395221" y="285874"/>
                  </a:lnTo>
                  <a:lnTo>
                    <a:pt x="404203" y="280222"/>
                  </a:lnTo>
                  <a:lnTo>
                    <a:pt x="413186" y="274291"/>
                  </a:lnTo>
                  <a:lnTo>
                    <a:pt x="422168" y="268121"/>
                  </a:lnTo>
                  <a:lnTo>
                    <a:pt x="431150" y="261754"/>
                  </a:lnTo>
                  <a:lnTo>
                    <a:pt x="440133" y="255225"/>
                  </a:lnTo>
                  <a:lnTo>
                    <a:pt x="449115" y="248563"/>
                  </a:lnTo>
                  <a:lnTo>
                    <a:pt x="458097" y="241784"/>
                  </a:lnTo>
                  <a:lnTo>
                    <a:pt x="467080" y="234900"/>
                  </a:lnTo>
                  <a:lnTo>
                    <a:pt x="476062" y="227923"/>
                  </a:lnTo>
                  <a:lnTo>
                    <a:pt x="485044" y="220859"/>
                  </a:lnTo>
                  <a:lnTo>
                    <a:pt x="494027" y="213715"/>
                  </a:lnTo>
                  <a:lnTo>
                    <a:pt x="503009" y="206495"/>
                  </a:lnTo>
                  <a:lnTo>
                    <a:pt x="511991" y="199205"/>
                  </a:lnTo>
                  <a:lnTo>
                    <a:pt x="520973" y="191847"/>
                  </a:lnTo>
                  <a:lnTo>
                    <a:pt x="529956" y="184419"/>
                  </a:lnTo>
                  <a:lnTo>
                    <a:pt x="538938" y="176923"/>
                  </a:lnTo>
                  <a:lnTo>
                    <a:pt x="547920" y="169364"/>
                  </a:lnTo>
                  <a:lnTo>
                    <a:pt x="556903" y="161761"/>
                  </a:lnTo>
                  <a:lnTo>
                    <a:pt x="565885" y="154149"/>
                  </a:lnTo>
                  <a:lnTo>
                    <a:pt x="574867" y="146592"/>
                  </a:lnTo>
                  <a:lnTo>
                    <a:pt x="583850" y="139191"/>
                  </a:lnTo>
                  <a:lnTo>
                    <a:pt x="592832" y="132053"/>
                  </a:lnTo>
                  <a:lnTo>
                    <a:pt x="601814" y="125269"/>
                  </a:lnTo>
                  <a:lnTo>
                    <a:pt x="610797" y="118903"/>
                  </a:lnTo>
                  <a:lnTo>
                    <a:pt x="619779" y="112967"/>
                  </a:lnTo>
                  <a:lnTo>
                    <a:pt x="628761" y="107417"/>
                  </a:lnTo>
                  <a:lnTo>
                    <a:pt x="637743" y="102150"/>
                  </a:lnTo>
                  <a:lnTo>
                    <a:pt x="646726" y="97027"/>
                  </a:lnTo>
                  <a:lnTo>
                    <a:pt x="655708" y="91902"/>
                  </a:lnTo>
                  <a:lnTo>
                    <a:pt x="664690" y="86655"/>
                  </a:lnTo>
                  <a:lnTo>
                    <a:pt x="673673" y="81225"/>
                  </a:lnTo>
                  <a:lnTo>
                    <a:pt x="682655" y="75633"/>
                  </a:lnTo>
                  <a:lnTo>
                    <a:pt x="691637" y="69983"/>
                  </a:lnTo>
                  <a:lnTo>
                    <a:pt x="700620" y="64450"/>
                  </a:lnTo>
                  <a:lnTo>
                    <a:pt x="709602" y="59288"/>
                  </a:lnTo>
                  <a:lnTo>
                    <a:pt x="718584" y="54678"/>
                  </a:lnTo>
                  <a:lnTo>
                    <a:pt x="727567" y="50749"/>
                  </a:lnTo>
                  <a:lnTo>
                    <a:pt x="736549" y="47548"/>
                  </a:lnTo>
                  <a:lnTo>
                    <a:pt x="745531" y="45029"/>
                  </a:lnTo>
                  <a:lnTo>
                    <a:pt x="754513" y="43064"/>
                  </a:lnTo>
                  <a:lnTo>
                    <a:pt x="763496" y="41459"/>
                  </a:lnTo>
                  <a:lnTo>
                    <a:pt x="772478" y="39991"/>
                  </a:lnTo>
                  <a:lnTo>
                    <a:pt x="781460" y="38430"/>
                  </a:lnTo>
                  <a:lnTo>
                    <a:pt x="790443" y="36578"/>
                  </a:lnTo>
                  <a:lnTo>
                    <a:pt x="799425" y="34292"/>
                  </a:lnTo>
                  <a:lnTo>
                    <a:pt x="808407" y="31505"/>
                  </a:lnTo>
                  <a:lnTo>
                    <a:pt x="817390" y="28229"/>
                  </a:lnTo>
                  <a:lnTo>
                    <a:pt x="826372" y="24551"/>
                  </a:lnTo>
                  <a:lnTo>
                    <a:pt x="835354" y="20655"/>
                  </a:lnTo>
                  <a:lnTo>
                    <a:pt x="844337" y="16758"/>
                  </a:lnTo>
                  <a:lnTo>
                    <a:pt x="853319" y="13053"/>
                  </a:lnTo>
                  <a:lnTo>
                    <a:pt x="862301" y="9701"/>
                  </a:lnTo>
                  <a:lnTo>
                    <a:pt x="871283" y="6812"/>
                  </a:lnTo>
                  <a:lnTo>
                    <a:pt x="880266" y="4442"/>
                  </a:lnTo>
                  <a:lnTo>
                    <a:pt x="889248" y="2597"/>
                  </a:lnTo>
                  <a:lnTo>
                    <a:pt x="898230" y="1256"/>
                  </a:lnTo>
                  <a:lnTo>
                    <a:pt x="907213" y="394"/>
                  </a:lnTo>
                  <a:lnTo>
                    <a:pt x="916195" y="0"/>
                  </a:lnTo>
                  <a:lnTo>
                    <a:pt x="925177" y="93"/>
                  </a:lnTo>
                  <a:lnTo>
                    <a:pt x="934160" y="726"/>
                  </a:lnTo>
                  <a:lnTo>
                    <a:pt x="943142" y="1966"/>
                  </a:lnTo>
                  <a:lnTo>
                    <a:pt x="952124" y="3935"/>
                  </a:lnTo>
                  <a:lnTo>
                    <a:pt x="961107" y="6617"/>
                  </a:lnTo>
                  <a:lnTo>
                    <a:pt x="970089" y="9975"/>
                  </a:lnTo>
                  <a:lnTo>
                    <a:pt x="979071" y="13921"/>
                  </a:lnTo>
                  <a:lnTo>
                    <a:pt x="988054" y="18322"/>
                  </a:lnTo>
                  <a:lnTo>
                    <a:pt x="997036" y="23023"/>
                  </a:lnTo>
                  <a:lnTo>
                    <a:pt x="1006018" y="27872"/>
                  </a:lnTo>
                  <a:lnTo>
                    <a:pt x="1015000" y="32752"/>
                  </a:lnTo>
                  <a:lnTo>
                    <a:pt x="1023983" y="37597"/>
                  </a:lnTo>
                  <a:lnTo>
                    <a:pt x="1032965" y="42404"/>
                  </a:lnTo>
                  <a:lnTo>
                    <a:pt x="1041947" y="47237"/>
                  </a:lnTo>
                  <a:lnTo>
                    <a:pt x="1050930" y="52214"/>
                  </a:lnTo>
                  <a:lnTo>
                    <a:pt x="1059912" y="57483"/>
                  </a:lnTo>
                  <a:lnTo>
                    <a:pt x="1068894" y="63214"/>
                  </a:lnTo>
                  <a:lnTo>
                    <a:pt x="1077877" y="69568"/>
                  </a:lnTo>
                  <a:lnTo>
                    <a:pt x="1086859" y="76568"/>
                  </a:lnTo>
                  <a:lnTo>
                    <a:pt x="1095841" y="84190"/>
                  </a:lnTo>
                  <a:lnTo>
                    <a:pt x="1104824" y="92322"/>
                  </a:lnTo>
                  <a:lnTo>
                    <a:pt x="1113806" y="100785"/>
                  </a:lnTo>
                  <a:lnTo>
                    <a:pt x="1122788" y="109357"/>
                  </a:lnTo>
                  <a:lnTo>
                    <a:pt x="1131770" y="117807"/>
                  </a:lnTo>
                  <a:lnTo>
                    <a:pt x="1140753" y="125932"/>
                  </a:lnTo>
                  <a:lnTo>
                    <a:pt x="1149735" y="133594"/>
                  </a:lnTo>
                  <a:lnTo>
                    <a:pt x="1158717" y="140740"/>
                  </a:lnTo>
                  <a:lnTo>
                    <a:pt x="1167700" y="147403"/>
                  </a:lnTo>
                  <a:lnTo>
                    <a:pt x="1176682" y="153692"/>
                  </a:lnTo>
                  <a:lnTo>
                    <a:pt x="1185664" y="159764"/>
                  </a:lnTo>
                  <a:lnTo>
                    <a:pt x="1194647" y="165798"/>
                  </a:lnTo>
                  <a:lnTo>
                    <a:pt x="1203629" y="171954"/>
                  </a:lnTo>
                  <a:lnTo>
                    <a:pt x="1212611" y="178318"/>
                  </a:lnTo>
                  <a:lnTo>
                    <a:pt x="1221594" y="184922"/>
                  </a:lnTo>
                  <a:lnTo>
                    <a:pt x="1230576" y="191747"/>
                  </a:lnTo>
                  <a:lnTo>
                    <a:pt x="1239558" y="198744"/>
                  </a:lnTo>
                  <a:lnTo>
                    <a:pt x="1248540" y="205846"/>
                  </a:lnTo>
                  <a:lnTo>
                    <a:pt x="1257523" y="212981"/>
                  </a:lnTo>
                  <a:lnTo>
                    <a:pt x="1266505" y="220087"/>
                  </a:lnTo>
                  <a:lnTo>
                    <a:pt x="1275487" y="227104"/>
                  </a:lnTo>
                  <a:lnTo>
                    <a:pt x="1284470" y="233983"/>
                  </a:lnTo>
                  <a:lnTo>
                    <a:pt x="1293452" y="240678"/>
                  </a:lnTo>
                  <a:lnTo>
                    <a:pt x="1302434" y="247147"/>
                  </a:lnTo>
                  <a:lnTo>
                    <a:pt x="1311417" y="253355"/>
                  </a:lnTo>
                  <a:lnTo>
                    <a:pt x="1320399" y="259255"/>
                  </a:lnTo>
                  <a:lnTo>
                    <a:pt x="1329381" y="264870"/>
                  </a:lnTo>
                  <a:lnTo>
                    <a:pt x="1338364" y="270225"/>
                  </a:lnTo>
                  <a:lnTo>
                    <a:pt x="1347346" y="275365"/>
                  </a:lnTo>
                  <a:lnTo>
                    <a:pt x="1356328" y="280345"/>
                  </a:lnTo>
                  <a:lnTo>
                    <a:pt x="1365310" y="285227"/>
                  </a:lnTo>
                  <a:lnTo>
                    <a:pt x="1374293" y="290062"/>
                  </a:lnTo>
                  <a:lnTo>
                    <a:pt x="1383275" y="294884"/>
                  </a:lnTo>
                  <a:lnTo>
                    <a:pt x="1392257" y="299704"/>
                  </a:lnTo>
                  <a:lnTo>
                    <a:pt x="1401240" y="304513"/>
                  </a:lnTo>
                  <a:lnTo>
                    <a:pt x="1410222" y="309284"/>
                  </a:lnTo>
                  <a:lnTo>
                    <a:pt x="1419204" y="313980"/>
                  </a:lnTo>
                  <a:lnTo>
                    <a:pt x="1428187" y="318562"/>
                  </a:lnTo>
                  <a:lnTo>
                    <a:pt x="1437169" y="322990"/>
                  </a:lnTo>
                  <a:lnTo>
                    <a:pt x="1446151" y="327233"/>
                  </a:lnTo>
                  <a:lnTo>
                    <a:pt x="1455134" y="331280"/>
                  </a:lnTo>
                  <a:lnTo>
                    <a:pt x="1464116" y="335118"/>
                  </a:lnTo>
                  <a:lnTo>
                    <a:pt x="1473098" y="338733"/>
                  </a:lnTo>
                  <a:lnTo>
                    <a:pt x="1482081" y="342112"/>
                  </a:lnTo>
                  <a:lnTo>
                    <a:pt x="1491063" y="345242"/>
                  </a:lnTo>
                  <a:lnTo>
                    <a:pt x="1500045" y="348112"/>
                  </a:lnTo>
                  <a:lnTo>
                    <a:pt x="1509027" y="350720"/>
                  </a:lnTo>
                  <a:lnTo>
                    <a:pt x="1518010" y="353073"/>
                  </a:lnTo>
                  <a:lnTo>
                    <a:pt x="1526992" y="355194"/>
                  </a:lnTo>
                  <a:lnTo>
                    <a:pt x="1535974" y="357117"/>
                  </a:lnTo>
                  <a:lnTo>
                    <a:pt x="1544957" y="358889"/>
                  </a:lnTo>
                  <a:lnTo>
                    <a:pt x="1553939" y="360559"/>
                  </a:lnTo>
                  <a:lnTo>
                    <a:pt x="1562921" y="362172"/>
                  </a:lnTo>
                  <a:lnTo>
                    <a:pt x="1571904" y="363767"/>
                  </a:lnTo>
                  <a:lnTo>
                    <a:pt x="1580886" y="365358"/>
                  </a:lnTo>
                  <a:lnTo>
                    <a:pt x="1589868" y="366940"/>
                  </a:lnTo>
                  <a:lnTo>
                    <a:pt x="1598851" y="368495"/>
                  </a:lnTo>
                  <a:lnTo>
                    <a:pt x="1607833" y="369998"/>
                  </a:lnTo>
                  <a:lnTo>
                    <a:pt x="1616815" y="371424"/>
                  </a:lnTo>
                  <a:lnTo>
                    <a:pt x="1625797" y="372754"/>
                  </a:lnTo>
                  <a:lnTo>
                    <a:pt x="1634780" y="373983"/>
                  </a:lnTo>
                  <a:lnTo>
                    <a:pt x="1643762" y="375112"/>
                  </a:lnTo>
                  <a:lnTo>
                    <a:pt x="1652744" y="376155"/>
                  </a:lnTo>
                  <a:lnTo>
                    <a:pt x="1661727" y="377129"/>
                  </a:lnTo>
                  <a:lnTo>
                    <a:pt x="1670709" y="378049"/>
                  </a:lnTo>
                  <a:lnTo>
                    <a:pt x="1679691" y="378928"/>
                  </a:lnTo>
                  <a:lnTo>
                    <a:pt x="1688674" y="379765"/>
                  </a:lnTo>
                  <a:lnTo>
                    <a:pt x="1697656" y="380555"/>
                  </a:lnTo>
                  <a:lnTo>
                    <a:pt x="1706638" y="381288"/>
                  </a:lnTo>
                  <a:lnTo>
                    <a:pt x="1715621" y="381952"/>
                  </a:lnTo>
                  <a:lnTo>
                    <a:pt x="1724603" y="382537"/>
                  </a:lnTo>
                  <a:lnTo>
                    <a:pt x="1733585" y="383041"/>
                  </a:lnTo>
                  <a:lnTo>
                    <a:pt x="1742567" y="383467"/>
                  </a:lnTo>
                  <a:lnTo>
                    <a:pt x="1751550" y="383823"/>
                  </a:lnTo>
                  <a:lnTo>
                    <a:pt x="1760532" y="384122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9751947" y="1092818"/>
              <a:ext cx="1491063" cy="483925"/>
            </a:xfrm>
            <a:custGeom>
              <a:avLst/>
              <a:pathLst>
                <a:path w="1491063" h="483925">
                  <a:moveTo>
                    <a:pt x="0" y="480083"/>
                  </a:moveTo>
                  <a:lnTo>
                    <a:pt x="8982" y="479581"/>
                  </a:lnTo>
                  <a:lnTo>
                    <a:pt x="17964" y="478998"/>
                  </a:lnTo>
                  <a:lnTo>
                    <a:pt x="26946" y="478317"/>
                  </a:lnTo>
                  <a:lnTo>
                    <a:pt x="35929" y="477518"/>
                  </a:lnTo>
                  <a:lnTo>
                    <a:pt x="44911" y="476581"/>
                  </a:lnTo>
                  <a:lnTo>
                    <a:pt x="53893" y="475485"/>
                  </a:lnTo>
                  <a:lnTo>
                    <a:pt x="62876" y="474212"/>
                  </a:lnTo>
                  <a:lnTo>
                    <a:pt x="71858" y="472737"/>
                  </a:lnTo>
                  <a:lnTo>
                    <a:pt x="80840" y="471076"/>
                  </a:lnTo>
                  <a:lnTo>
                    <a:pt x="89823" y="469238"/>
                  </a:lnTo>
                  <a:lnTo>
                    <a:pt x="98805" y="467241"/>
                  </a:lnTo>
                  <a:lnTo>
                    <a:pt x="107787" y="465108"/>
                  </a:lnTo>
                  <a:lnTo>
                    <a:pt x="116770" y="462860"/>
                  </a:lnTo>
                  <a:lnTo>
                    <a:pt x="125752" y="460519"/>
                  </a:lnTo>
                  <a:lnTo>
                    <a:pt x="134734" y="458096"/>
                  </a:lnTo>
                  <a:lnTo>
                    <a:pt x="143716" y="455595"/>
                  </a:lnTo>
                  <a:lnTo>
                    <a:pt x="152699" y="453009"/>
                  </a:lnTo>
                  <a:lnTo>
                    <a:pt x="161681" y="450317"/>
                  </a:lnTo>
                  <a:lnTo>
                    <a:pt x="170663" y="447489"/>
                  </a:lnTo>
                  <a:lnTo>
                    <a:pt x="179646" y="444486"/>
                  </a:lnTo>
                  <a:lnTo>
                    <a:pt x="188628" y="441247"/>
                  </a:lnTo>
                  <a:lnTo>
                    <a:pt x="197610" y="437716"/>
                  </a:lnTo>
                  <a:lnTo>
                    <a:pt x="206593" y="433852"/>
                  </a:lnTo>
                  <a:lnTo>
                    <a:pt x="215575" y="429617"/>
                  </a:lnTo>
                  <a:lnTo>
                    <a:pt x="224557" y="424983"/>
                  </a:lnTo>
                  <a:lnTo>
                    <a:pt x="233540" y="419945"/>
                  </a:lnTo>
                  <a:lnTo>
                    <a:pt x="242522" y="414519"/>
                  </a:lnTo>
                  <a:lnTo>
                    <a:pt x="251504" y="408746"/>
                  </a:lnTo>
                  <a:lnTo>
                    <a:pt x="260486" y="402687"/>
                  </a:lnTo>
                  <a:lnTo>
                    <a:pt x="269469" y="396418"/>
                  </a:lnTo>
                  <a:lnTo>
                    <a:pt x="278451" y="390015"/>
                  </a:lnTo>
                  <a:lnTo>
                    <a:pt x="287433" y="383552"/>
                  </a:lnTo>
                  <a:lnTo>
                    <a:pt x="296416" y="377079"/>
                  </a:lnTo>
                  <a:lnTo>
                    <a:pt x="305398" y="370621"/>
                  </a:lnTo>
                  <a:lnTo>
                    <a:pt x="314380" y="364164"/>
                  </a:lnTo>
                  <a:lnTo>
                    <a:pt x="323363" y="357660"/>
                  </a:lnTo>
                  <a:lnTo>
                    <a:pt x="332345" y="351038"/>
                  </a:lnTo>
                  <a:lnTo>
                    <a:pt x="341327" y="344219"/>
                  </a:lnTo>
                  <a:lnTo>
                    <a:pt x="350310" y="337125"/>
                  </a:lnTo>
                  <a:lnTo>
                    <a:pt x="359292" y="329685"/>
                  </a:lnTo>
                  <a:lnTo>
                    <a:pt x="368274" y="321841"/>
                  </a:lnTo>
                  <a:lnTo>
                    <a:pt x="377256" y="313554"/>
                  </a:lnTo>
                  <a:lnTo>
                    <a:pt x="386239" y="304796"/>
                  </a:lnTo>
                  <a:lnTo>
                    <a:pt x="395221" y="295550"/>
                  </a:lnTo>
                  <a:lnTo>
                    <a:pt x="404203" y="285809"/>
                  </a:lnTo>
                  <a:lnTo>
                    <a:pt x="413186" y="275571"/>
                  </a:lnTo>
                  <a:lnTo>
                    <a:pt x="422168" y="264844"/>
                  </a:lnTo>
                  <a:lnTo>
                    <a:pt x="431150" y="253637"/>
                  </a:lnTo>
                  <a:lnTo>
                    <a:pt x="440133" y="241972"/>
                  </a:lnTo>
                  <a:lnTo>
                    <a:pt x="449115" y="229936"/>
                  </a:lnTo>
                  <a:lnTo>
                    <a:pt x="458097" y="217606"/>
                  </a:lnTo>
                  <a:lnTo>
                    <a:pt x="467080" y="205074"/>
                  </a:lnTo>
                  <a:lnTo>
                    <a:pt x="476062" y="192447"/>
                  </a:lnTo>
                  <a:lnTo>
                    <a:pt x="485044" y="179840"/>
                  </a:lnTo>
                  <a:lnTo>
                    <a:pt x="494027" y="167373"/>
                  </a:lnTo>
                  <a:lnTo>
                    <a:pt x="503009" y="155172"/>
                  </a:lnTo>
                  <a:lnTo>
                    <a:pt x="511991" y="143363"/>
                  </a:lnTo>
                  <a:lnTo>
                    <a:pt x="520973" y="132074"/>
                  </a:lnTo>
                  <a:lnTo>
                    <a:pt x="529956" y="121434"/>
                  </a:lnTo>
                  <a:lnTo>
                    <a:pt x="538938" y="111564"/>
                  </a:lnTo>
                  <a:lnTo>
                    <a:pt x="547920" y="102571"/>
                  </a:lnTo>
                  <a:lnTo>
                    <a:pt x="556903" y="94591"/>
                  </a:lnTo>
                  <a:lnTo>
                    <a:pt x="565885" y="87630"/>
                  </a:lnTo>
                  <a:lnTo>
                    <a:pt x="574867" y="81621"/>
                  </a:lnTo>
                  <a:lnTo>
                    <a:pt x="583850" y="76462"/>
                  </a:lnTo>
                  <a:lnTo>
                    <a:pt x="592832" y="71989"/>
                  </a:lnTo>
                  <a:lnTo>
                    <a:pt x="601814" y="67989"/>
                  </a:lnTo>
                  <a:lnTo>
                    <a:pt x="610797" y="64219"/>
                  </a:lnTo>
                  <a:lnTo>
                    <a:pt x="619779" y="60434"/>
                  </a:lnTo>
                  <a:lnTo>
                    <a:pt x="628761" y="56412"/>
                  </a:lnTo>
                  <a:lnTo>
                    <a:pt x="637743" y="51980"/>
                  </a:lnTo>
                  <a:lnTo>
                    <a:pt x="646726" y="47034"/>
                  </a:lnTo>
                  <a:lnTo>
                    <a:pt x="655708" y="41555"/>
                  </a:lnTo>
                  <a:lnTo>
                    <a:pt x="664690" y="35611"/>
                  </a:lnTo>
                  <a:lnTo>
                    <a:pt x="673673" y="29352"/>
                  </a:lnTo>
                  <a:lnTo>
                    <a:pt x="682655" y="23025"/>
                  </a:lnTo>
                  <a:lnTo>
                    <a:pt x="691637" y="16942"/>
                  </a:lnTo>
                  <a:lnTo>
                    <a:pt x="700620" y="11405"/>
                  </a:lnTo>
                  <a:lnTo>
                    <a:pt x="709602" y="6710"/>
                  </a:lnTo>
                  <a:lnTo>
                    <a:pt x="718584" y="3118"/>
                  </a:lnTo>
                  <a:lnTo>
                    <a:pt x="727567" y="836"/>
                  </a:lnTo>
                  <a:lnTo>
                    <a:pt x="736549" y="0"/>
                  </a:lnTo>
                  <a:lnTo>
                    <a:pt x="745531" y="668"/>
                  </a:lnTo>
                  <a:lnTo>
                    <a:pt x="754513" y="2822"/>
                  </a:lnTo>
                  <a:lnTo>
                    <a:pt x="763496" y="6373"/>
                  </a:lnTo>
                  <a:lnTo>
                    <a:pt x="772478" y="11177"/>
                  </a:lnTo>
                  <a:lnTo>
                    <a:pt x="781460" y="17051"/>
                  </a:lnTo>
                  <a:lnTo>
                    <a:pt x="790443" y="23794"/>
                  </a:lnTo>
                  <a:lnTo>
                    <a:pt x="799425" y="31219"/>
                  </a:lnTo>
                  <a:lnTo>
                    <a:pt x="808407" y="39121"/>
                  </a:lnTo>
                  <a:lnTo>
                    <a:pt x="817390" y="47311"/>
                  </a:lnTo>
                  <a:lnTo>
                    <a:pt x="826372" y="55661"/>
                  </a:lnTo>
                  <a:lnTo>
                    <a:pt x="835354" y="64073"/>
                  </a:lnTo>
                  <a:lnTo>
                    <a:pt x="844337" y="72471"/>
                  </a:lnTo>
                  <a:lnTo>
                    <a:pt x="853319" y="80805"/>
                  </a:lnTo>
                  <a:lnTo>
                    <a:pt x="862301" y="89045"/>
                  </a:lnTo>
                  <a:lnTo>
                    <a:pt x="871283" y="97180"/>
                  </a:lnTo>
                  <a:lnTo>
                    <a:pt x="880266" y="105224"/>
                  </a:lnTo>
                  <a:lnTo>
                    <a:pt x="889248" y="113213"/>
                  </a:lnTo>
                  <a:lnTo>
                    <a:pt x="898230" y="121208"/>
                  </a:lnTo>
                  <a:lnTo>
                    <a:pt x="907213" y="129297"/>
                  </a:lnTo>
                  <a:lnTo>
                    <a:pt x="916195" y="137581"/>
                  </a:lnTo>
                  <a:lnTo>
                    <a:pt x="925177" y="146201"/>
                  </a:lnTo>
                  <a:lnTo>
                    <a:pt x="934160" y="155244"/>
                  </a:lnTo>
                  <a:lnTo>
                    <a:pt x="943142" y="164769"/>
                  </a:lnTo>
                  <a:lnTo>
                    <a:pt x="952124" y="174791"/>
                  </a:lnTo>
                  <a:lnTo>
                    <a:pt x="961107" y="185279"/>
                  </a:lnTo>
                  <a:lnTo>
                    <a:pt x="970089" y="196151"/>
                  </a:lnTo>
                  <a:lnTo>
                    <a:pt x="979071" y="207281"/>
                  </a:lnTo>
                  <a:lnTo>
                    <a:pt x="988054" y="218516"/>
                  </a:lnTo>
                  <a:lnTo>
                    <a:pt x="997036" y="229690"/>
                  </a:lnTo>
                  <a:lnTo>
                    <a:pt x="1006018" y="240642"/>
                  </a:lnTo>
                  <a:lnTo>
                    <a:pt x="1015000" y="251234"/>
                  </a:lnTo>
                  <a:lnTo>
                    <a:pt x="1023983" y="261372"/>
                  </a:lnTo>
                  <a:lnTo>
                    <a:pt x="1032965" y="271011"/>
                  </a:lnTo>
                  <a:lnTo>
                    <a:pt x="1041947" y="280161"/>
                  </a:lnTo>
                  <a:lnTo>
                    <a:pt x="1050930" y="288895"/>
                  </a:lnTo>
                  <a:lnTo>
                    <a:pt x="1059912" y="297379"/>
                  </a:lnTo>
                  <a:lnTo>
                    <a:pt x="1068894" y="305771"/>
                  </a:lnTo>
                  <a:lnTo>
                    <a:pt x="1077877" y="314218"/>
                  </a:lnTo>
                  <a:lnTo>
                    <a:pt x="1086859" y="322839"/>
                  </a:lnTo>
                  <a:lnTo>
                    <a:pt x="1095841" y="331697"/>
                  </a:lnTo>
                  <a:lnTo>
                    <a:pt x="1104824" y="340792"/>
                  </a:lnTo>
                  <a:lnTo>
                    <a:pt x="1113806" y="350056"/>
                  </a:lnTo>
                  <a:lnTo>
                    <a:pt x="1122788" y="359364"/>
                  </a:lnTo>
                  <a:lnTo>
                    <a:pt x="1131770" y="368553"/>
                  </a:lnTo>
                  <a:lnTo>
                    <a:pt x="1140753" y="377447"/>
                  </a:lnTo>
                  <a:lnTo>
                    <a:pt x="1149735" y="385880"/>
                  </a:lnTo>
                  <a:lnTo>
                    <a:pt x="1158717" y="393723"/>
                  </a:lnTo>
                  <a:lnTo>
                    <a:pt x="1167700" y="400865"/>
                  </a:lnTo>
                  <a:lnTo>
                    <a:pt x="1176682" y="407307"/>
                  </a:lnTo>
                  <a:lnTo>
                    <a:pt x="1185664" y="413128"/>
                  </a:lnTo>
                  <a:lnTo>
                    <a:pt x="1194647" y="418424"/>
                  </a:lnTo>
                  <a:lnTo>
                    <a:pt x="1203629" y="423307"/>
                  </a:lnTo>
                  <a:lnTo>
                    <a:pt x="1212611" y="427892"/>
                  </a:lnTo>
                  <a:lnTo>
                    <a:pt x="1221594" y="432271"/>
                  </a:lnTo>
                  <a:lnTo>
                    <a:pt x="1230576" y="436507"/>
                  </a:lnTo>
                  <a:lnTo>
                    <a:pt x="1239558" y="440623"/>
                  </a:lnTo>
                  <a:lnTo>
                    <a:pt x="1248540" y="444609"/>
                  </a:lnTo>
                  <a:lnTo>
                    <a:pt x="1257523" y="448425"/>
                  </a:lnTo>
                  <a:lnTo>
                    <a:pt x="1266505" y="452014"/>
                  </a:lnTo>
                  <a:lnTo>
                    <a:pt x="1275487" y="455317"/>
                  </a:lnTo>
                  <a:lnTo>
                    <a:pt x="1284470" y="458285"/>
                  </a:lnTo>
                  <a:lnTo>
                    <a:pt x="1293452" y="460855"/>
                  </a:lnTo>
                  <a:lnTo>
                    <a:pt x="1302434" y="463053"/>
                  </a:lnTo>
                  <a:lnTo>
                    <a:pt x="1311417" y="464900"/>
                  </a:lnTo>
                  <a:lnTo>
                    <a:pt x="1320399" y="466433"/>
                  </a:lnTo>
                  <a:lnTo>
                    <a:pt x="1329381" y="467700"/>
                  </a:lnTo>
                  <a:lnTo>
                    <a:pt x="1338364" y="468756"/>
                  </a:lnTo>
                  <a:lnTo>
                    <a:pt x="1347346" y="469655"/>
                  </a:lnTo>
                  <a:lnTo>
                    <a:pt x="1356328" y="470447"/>
                  </a:lnTo>
                  <a:lnTo>
                    <a:pt x="1365310" y="471178"/>
                  </a:lnTo>
                  <a:lnTo>
                    <a:pt x="1374293" y="471882"/>
                  </a:lnTo>
                  <a:lnTo>
                    <a:pt x="1383275" y="472585"/>
                  </a:lnTo>
                  <a:lnTo>
                    <a:pt x="1392257" y="473305"/>
                  </a:lnTo>
                  <a:lnTo>
                    <a:pt x="1401240" y="474046"/>
                  </a:lnTo>
                  <a:lnTo>
                    <a:pt x="1410222" y="474807"/>
                  </a:lnTo>
                  <a:lnTo>
                    <a:pt x="1419204" y="475573"/>
                  </a:lnTo>
                  <a:lnTo>
                    <a:pt x="1428187" y="476325"/>
                  </a:lnTo>
                  <a:lnTo>
                    <a:pt x="1437169" y="477046"/>
                  </a:lnTo>
                  <a:lnTo>
                    <a:pt x="1446151" y="477716"/>
                  </a:lnTo>
                  <a:lnTo>
                    <a:pt x="1455134" y="478324"/>
                  </a:lnTo>
                  <a:lnTo>
                    <a:pt x="1464116" y="478863"/>
                  </a:lnTo>
                  <a:lnTo>
                    <a:pt x="1473098" y="479332"/>
                  </a:lnTo>
                  <a:lnTo>
                    <a:pt x="1482081" y="479739"/>
                  </a:lnTo>
                  <a:lnTo>
                    <a:pt x="1491063" y="480095"/>
                  </a:lnTo>
                  <a:lnTo>
                    <a:pt x="1491063" y="483925"/>
                  </a:lnTo>
                  <a:lnTo>
                    <a:pt x="1482081" y="483925"/>
                  </a:lnTo>
                  <a:lnTo>
                    <a:pt x="1473098" y="483925"/>
                  </a:lnTo>
                  <a:lnTo>
                    <a:pt x="1464116" y="483925"/>
                  </a:lnTo>
                  <a:lnTo>
                    <a:pt x="1455134" y="483925"/>
                  </a:lnTo>
                  <a:lnTo>
                    <a:pt x="1446151" y="483925"/>
                  </a:lnTo>
                  <a:lnTo>
                    <a:pt x="1437169" y="483925"/>
                  </a:lnTo>
                  <a:lnTo>
                    <a:pt x="1428187" y="483925"/>
                  </a:lnTo>
                  <a:lnTo>
                    <a:pt x="1419204" y="483925"/>
                  </a:lnTo>
                  <a:lnTo>
                    <a:pt x="1410222" y="483925"/>
                  </a:lnTo>
                  <a:lnTo>
                    <a:pt x="1401240" y="483925"/>
                  </a:lnTo>
                  <a:lnTo>
                    <a:pt x="1392257" y="483925"/>
                  </a:lnTo>
                  <a:lnTo>
                    <a:pt x="1383275" y="483925"/>
                  </a:lnTo>
                  <a:lnTo>
                    <a:pt x="1374293" y="483925"/>
                  </a:lnTo>
                  <a:lnTo>
                    <a:pt x="1365310" y="483925"/>
                  </a:lnTo>
                  <a:lnTo>
                    <a:pt x="1356328" y="483925"/>
                  </a:lnTo>
                  <a:lnTo>
                    <a:pt x="1347346" y="483925"/>
                  </a:lnTo>
                  <a:lnTo>
                    <a:pt x="1338364" y="483925"/>
                  </a:lnTo>
                  <a:lnTo>
                    <a:pt x="1329381" y="483925"/>
                  </a:lnTo>
                  <a:lnTo>
                    <a:pt x="1320399" y="483925"/>
                  </a:lnTo>
                  <a:lnTo>
                    <a:pt x="1311417" y="483925"/>
                  </a:lnTo>
                  <a:lnTo>
                    <a:pt x="1302434" y="483925"/>
                  </a:lnTo>
                  <a:lnTo>
                    <a:pt x="1293452" y="483925"/>
                  </a:lnTo>
                  <a:lnTo>
                    <a:pt x="1284470" y="483925"/>
                  </a:lnTo>
                  <a:lnTo>
                    <a:pt x="1275487" y="483925"/>
                  </a:lnTo>
                  <a:lnTo>
                    <a:pt x="1266505" y="483925"/>
                  </a:lnTo>
                  <a:lnTo>
                    <a:pt x="1257523" y="483925"/>
                  </a:lnTo>
                  <a:lnTo>
                    <a:pt x="1248540" y="483925"/>
                  </a:lnTo>
                  <a:lnTo>
                    <a:pt x="1239558" y="483925"/>
                  </a:lnTo>
                  <a:lnTo>
                    <a:pt x="1230576" y="483925"/>
                  </a:lnTo>
                  <a:lnTo>
                    <a:pt x="1221594" y="483925"/>
                  </a:lnTo>
                  <a:lnTo>
                    <a:pt x="1212611" y="483925"/>
                  </a:lnTo>
                  <a:lnTo>
                    <a:pt x="1203629" y="483925"/>
                  </a:lnTo>
                  <a:lnTo>
                    <a:pt x="1194647" y="483925"/>
                  </a:lnTo>
                  <a:lnTo>
                    <a:pt x="1185664" y="483925"/>
                  </a:lnTo>
                  <a:lnTo>
                    <a:pt x="1176682" y="483925"/>
                  </a:lnTo>
                  <a:lnTo>
                    <a:pt x="1167700" y="483925"/>
                  </a:lnTo>
                  <a:lnTo>
                    <a:pt x="1158717" y="483925"/>
                  </a:lnTo>
                  <a:lnTo>
                    <a:pt x="1149735" y="483925"/>
                  </a:lnTo>
                  <a:lnTo>
                    <a:pt x="1140753" y="483925"/>
                  </a:lnTo>
                  <a:lnTo>
                    <a:pt x="1131770" y="483925"/>
                  </a:lnTo>
                  <a:lnTo>
                    <a:pt x="1122788" y="483925"/>
                  </a:lnTo>
                  <a:lnTo>
                    <a:pt x="1113806" y="483925"/>
                  </a:lnTo>
                  <a:lnTo>
                    <a:pt x="1104824" y="483925"/>
                  </a:lnTo>
                  <a:lnTo>
                    <a:pt x="1095841" y="483925"/>
                  </a:lnTo>
                  <a:lnTo>
                    <a:pt x="1086859" y="483925"/>
                  </a:lnTo>
                  <a:lnTo>
                    <a:pt x="1077877" y="483925"/>
                  </a:lnTo>
                  <a:lnTo>
                    <a:pt x="1068894" y="483925"/>
                  </a:lnTo>
                  <a:lnTo>
                    <a:pt x="1059912" y="483925"/>
                  </a:lnTo>
                  <a:lnTo>
                    <a:pt x="1050930" y="483925"/>
                  </a:lnTo>
                  <a:lnTo>
                    <a:pt x="1041947" y="483925"/>
                  </a:lnTo>
                  <a:lnTo>
                    <a:pt x="1032965" y="483925"/>
                  </a:lnTo>
                  <a:lnTo>
                    <a:pt x="1023983" y="483925"/>
                  </a:lnTo>
                  <a:lnTo>
                    <a:pt x="1015000" y="483925"/>
                  </a:lnTo>
                  <a:lnTo>
                    <a:pt x="1006018" y="483925"/>
                  </a:lnTo>
                  <a:lnTo>
                    <a:pt x="997036" y="483925"/>
                  </a:lnTo>
                  <a:lnTo>
                    <a:pt x="988054" y="483925"/>
                  </a:lnTo>
                  <a:lnTo>
                    <a:pt x="979071" y="483925"/>
                  </a:lnTo>
                  <a:lnTo>
                    <a:pt x="970089" y="483925"/>
                  </a:lnTo>
                  <a:lnTo>
                    <a:pt x="961107" y="483925"/>
                  </a:lnTo>
                  <a:lnTo>
                    <a:pt x="952124" y="483925"/>
                  </a:lnTo>
                  <a:lnTo>
                    <a:pt x="943142" y="483925"/>
                  </a:lnTo>
                  <a:lnTo>
                    <a:pt x="934160" y="483925"/>
                  </a:lnTo>
                  <a:lnTo>
                    <a:pt x="925177" y="483925"/>
                  </a:lnTo>
                  <a:lnTo>
                    <a:pt x="916195" y="483925"/>
                  </a:lnTo>
                  <a:lnTo>
                    <a:pt x="907213" y="483925"/>
                  </a:lnTo>
                  <a:lnTo>
                    <a:pt x="898230" y="483925"/>
                  </a:lnTo>
                  <a:lnTo>
                    <a:pt x="889248" y="483925"/>
                  </a:lnTo>
                  <a:lnTo>
                    <a:pt x="880266" y="483925"/>
                  </a:lnTo>
                  <a:lnTo>
                    <a:pt x="871283" y="483925"/>
                  </a:lnTo>
                  <a:lnTo>
                    <a:pt x="862301" y="483925"/>
                  </a:lnTo>
                  <a:lnTo>
                    <a:pt x="853319" y="483925"/>
                  </a:lnTo>
                  <a:lnTo>
                    <a:pt x="844337" y="483925"/>
                  </a:lnTo>
                  <a:lnTo>
                    <a:pt x="835354" y="483925"/>
                  </a:lnTo>
                  <a:lnTo>
                    <a:pt x="826372" y="483925"/>
                  </a:lnTo>
                  <a:lnTo>
                    <a:pt x="817390" y="483925"/>
                  </a:lnTo>
                  <a:lnTo>
                    <a:pt x="808407" y="483925"/>
                  </a:lnTo>
                  <a:lnTo>
                    <a:pt x="799425" y="483925"/>
                  </a:lnTo>
                  <a:lnTo>
                    <a:pt x="790443" y="483925"/>
                  </a:lnTo>
                  <a:lnTo>
                    <a:pt x="781460" y="483925"/>
                  </a:lnTo>
                  <a:lnTo>
                    <a:pt x="772478" y="483925"/>
                  </a:lnTo>
                  <a:lnTo>
                    <a:pt x="763496" y="483925"/>
                  </a:lnTo>
                  <a:lnTo>
                    <a:pt x="754513" y="483925"/>
                  </a:lnTo>
                  <a:lnTo>
                    <a:pt x="745531" y="483925"/>
                  </a:lnTo>
                  <a:lnTo>
                    <a:pt x="736549" y="483925"/>
                  </a:lnTo>
                  <a:lnTo>
                    <a:pt x="727567" y="483925"/>
                  </a:lnTo>
                  <a:lnTo>
                    <a:pt x="718584" y="483925"/>
                  </a:lnTo>
                  <a:lnTo>
                    <a:pt x="709602" y="483925"/>
                  </a:lnTo>
                  <a:lnTo>
                    <a:pt x="700620" y="483925"/>
                  </a:lnTo>
                  <a:lnTo>
                    <a:pt x="691637" y="483925"/>
                  </a:lnTo>
                  <a:lnTo>
                    <a:pt x="682655" y="483925"/>
                  </a:lnTo>
                  <a:lnTo>
                    <a:pt x="673673" y="483925"/>
                  </a:lnTo>
                  <a:lnTo>
                    <a:pt x="664690" y="483925"/>
                  </a:lnTo>
                  <a:lnTo>
                    <a:pt x="655708" y="483925"/>
                  </a:lnTo>
                  <a:lnTo>
                    <a:pt x="646726" y="483925"/>
                  </a:lnTo>
                  <a:lnTo>
                    <a:pt x="637743" y="483925"/>
                  </a:lnTo>
                  <a:lnTo>
                    <a:pt x="628761" y="483925"/>
                  </a:lnTo>
                  <a:lnTo>
                    <a:pt x="619779" y="483925"/>
                  </a:lnTo>
                  <a:lnTo>
                    <a:pt x="610797" y="483925"/>
                  </a:lnTo>
                  <a:lnTo>
                    <a:pt x="601814" y="483925"/>
                  </a:lnTo>
                  <a:lnTo>
                    <a:pt x="592832" y="483925"/>
                  </a:lnTo>
                  <a:lnTo>
                    <a:pt x="583850" y="483925"/>
                  </a:lnTo>
                  <a:lnTo>
                    <a:pt x="574867" y="483925"/>
                  </a:lnTo>
                  <a:lnTo>
                    <a:pt x="565885" y="483925"/>
                  </a:lnTo>
                  <a:lnTo>
                    <a:pt x="556903" y="483925"/>
                  </a:lnTo>
                  <a:lnTo>
                    <a:pt x="547920" y="483925"/>
                  </a:lnTo>
                  <a:lnTo>
                    <a:pt x="538938" y="483925"/>
                  </a:lnTo>
                  <a:lnTo>
                    <a:pt x="529956" y="483925"/>
                  </a:lnTo>
                  <a:lnTo>
                    <a:pt x="520973" y="483925"/>
                  </a:lnTo>
                  <a:lnTo>
                    <a:pt x="511991" y="483925"/>
                  </a:lnTo>
                  <a:lnTo>
                    <a:pt x="503009" y="483925"/>
                  </a:lnTo>
                  <a:lnTo>
                    <a:pt x="494027" y="483925"/>
                  </a:lnTo>
                  <a:lnTo>
                    <a:pt x="485044" y="483925"/>
                  </a:lnTo>
                  <a:lnTo>
                    <a:pt x="476062" y="483925"/>
                  </a:lnTo>
                  <a:lnTo>
                    <a:pt x="467080" y="483925"/>
                  </a:lnTo>
                  <a:lnTo>
                    <a:pt x="458097" y="483925"/>
                  </a:lnTo>
                  <a:lnTo>
                    <a:pt x="449115" y="483925"/>
                  </a:lnTo>
                  <a:lnTo>
                    <a:pt x="440133" y="483925"/>
                  </a:lnTo>
                  <a:lnTo>
                    <a:pt x="431150" y="483925"/>
                  </a:lnTo>
                  <a:lnTo>
                    <a:pt x="422168" y="483925"/>
                  </a:lnTo>
                  <a:lnTo>
                    <a:pt x="413186" y="483925"/>
                  </a:lnTo>
                  <a:lnTo>
                    <a:pt x="404203" y="483925"/>
                  </a:lnTo>
                  <a:lnTo>
                    <a:pt x="395221" y="483925"/>
                  </a:lnTo>
                  <a:lnTo>
                    <a:pt x="386239" y="483925"/>
                  </a:lnTo>
                  <a:lnTo>
                    <a:pt x="377256" y="483925"/>
                  </a:lnTo>
                  <a:lnTo>
                    <a:pt x="368274" y="483925"/>
                  </a:lnTo>
                  <a:lnTo>
                    <a:pt x="359292" y="483925"/>
                  </a:lnTo>
                  <a:lnTo>
                    <a:pt x="350310" y="483925"/>
                  </a:lnTo>
                  <a:lnTo>
                    <a:pt x="341327" y="483925"/>
                  </a:lnTo>
                  <a:lnTo>
                    <a:pt x="332345" y="483925"/>
                  </a:lnTo>
                  <a:lnTo>
                    <a:pt x="323363" y="483925"/>
                  </a:lnTo>
                  <a:lnTo>
                    <a:pt x="314380" y="483925"/>
                  </a:lnTo>
                  <a:lnTo>
                    <a:pt x="305398" y="483925"/>
                  </a:lnTo>
                  <a:lnTo>
                    <a:pt x="296416" y="483925"/>
                  </a:lnTo>
                  <a:lnTo>
                    <a:pt x="287433" y="483925"/>
                  </a:lnTo>
                  <a:lnTo>
                    <a:pt x="278451" y="483925"/>
                  </a:lnTo>
                  <a:lnTo>
                    <a:pt x="269469" y="483925"/>
                  </a:lnTo>
                  <a:lnTo>
                    <a:pt x="260486" y="483925"/>
                  </a:lnTo>
                  <a:lnTo>
                    <a:pt x="251504" y="483925"/>
                  </a:lnTo>
                  <a:lnTo>
                    <a:pt x="242522" y="483925"/>
                  </a:lnTo>
                  <a:lnTo>
                    <a:pt x="233540" y="483925"/>
                  </a:lnTo>
                  <a:lnTo>
                    <a:pt x="224557" y="483925"/>
                  </a:lnTo>
                  <a:lnTo>
                    <a:pt x="215575" y="483925"/>
                  </a:lnTo>
                  <a:lnTo>
                    <a:pt x="206593" y="483925"/>
                  </a:lnTo>
                  <a:lnTo>
                    <a:pt x="197610" y="483925"/>
                  </a:lnTo>
                  <a:lnTo>
                    <a:pt x="188628" y="483925"/>
                  </a:lnTo>
                  <a:lnTo>
                    <a:pt x="179646" y="483925"/>
                  </a:lnTo>
                  <a:lnTo>
                    <a:pt x="170663" y="483925"/>
                  </a:lnTo>
                  <a:lnTo>
                    <a:pt x="161681" y="483925"/>
                  </a:lnTo>
                  <a:lnTo>
                    <a:pt x="152699" y="483925"/>
                  </a:lnTo>
                  <a:lnTo>
                    <a:pt x="143716" y="483925"/>
                  </a:lnTo>
                  <a:lnTo>
                    <a:pt x="134734" y="483925"/>
                  </a:lnTo>
                  <a:lnTo>
                    <a:pt x="125752" y="483925"/>
                  </a:lnTo>
                  <a:lnTo>
                    <a:pt x="116770" y="483925"/>
                  </a:lnTo>
                  <a:lnTo>
                    <a:pt x="107787" y="483925"/>
                  </a:lnTo>
                  <a:lnTo>
                    <a:pt x="98805" y="483925"/>
                  </a:lnTo>
                  <a:lnTo>
                    <a:pt x="89823" y="483925"/>
                  </a:lnTo>
                  <a:lnTo>
                    <a:pt x="80840" y="483925"/>
                  </a:lnTo>
                  <a:lnTo>
                    <a:pt x="71858" y="483925"/>
                  </a:lnTo>
                  <a:lnTo>
                    <a:pt x="62876" y="483925"/>
                  </a:lnTo>
                  <a:lnTo>
                    <a:pt x="53893" y="483925"/>
                  </a:lnTo>
                  <a:lnTo>
                    <a:pt x="44911" y="483925"/>
                  </a:lnTo>
                  <a:lnTo>
                    <a:pt x="35929" y="483925"/>
                  </a:lnTo>
                  <a:lnTo>
                    <a:pt x="26946" y="483925"/>
                  </a:lnTo>
                  <a:lnTo>
                    <a:pt x="17964" y="483925"/>
                  </a:lnTo>
                  <a:lnTo>
                    <a:pt x="8982" y="483925"/>
                  </a:lnTo>
                  <a:lnTo>
                    <a:pt x="0" y="483925"/>
                  </a:lnTo>
                  <a:close/>
                </a:path>
              </a:pathLst>
            </a:custGeom>
            <a:solidFill>
              <a:srgbClr val="2C7FB8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9751947" y="1092818"/>
              <a:ext cx="1491063" cy="480095"/>
            </a:xfrm>
            <a:custGeom>
              <a:avLst/>
              <a:pathLst>
                <a:path w="1491063" h="480095">
                  <a:moveTo>
                    <a:pt x="0" y="480083"/>
                  </a:moveTo>
                  <a:lnTo>
                    <a:pt x="8982" y="479581"/>
                  </a:lnTo>
                  <a:lnTo>
                    <a:pt x="17964" y="478998"/>
                  </a:lnTo>
                  <a:lnTo>
                    <a:pt x="26946" y="478317"/>
                  </a:lnTo>
                  <a:lnTo>
                    <a:pt x="35929" y="477518"/>
                  </a:lnTo>
                  <a:lnTo>
                    <a:pt x="44911" y="476581"/>
                  </a:lnTo>
                  <a:lnTo>
                    <a:pt x="53893" y="475485"/>
                  </a:lnTo>
                  <a:lnTo>
                    <a:pt x="62876" y="474212"/>
                  </a:lnTo>
                  <a:lnTo>
                    <a:pt x="71858" y="472737"/>
                  </a:lnTo>
                  <a:lnTo>
                    <a:pt x="80840" y="471076"/>
                  </a:lnTo>
                  <a:lnTo>
                    <a:pt x="89823" y="469238"/>
                  </a:lnTo>
                  <a:lnTo>
                    <a:pt x="98805" y="467241"/>
                  </a:lnTo>
                  <a:lnTo>
                    <a:pt x="107787" y="465108"/>
                  </a:lnTo>
                  <a:lnTo>
                    <a:pt x="116770" y="462860"/>
                  </a:lnTo>
                  <a:lnTo>
                    <a:pt x="125752" y="460519"/>
                  </a:lnTo>
                  <a:lnTo>
                    <a:pt x="134734" y="458096"/>
                  </a:lnTo>
                  <a:lnTo>
                    <a:pt x="143716" y="455595"/>
                  </a:lnTo>
                  <a:lnTo>
                    <a:pt x="152699" y="453009"/>
                  </a:lnTo>
                  <a:lnTo>
                    <a:pt x="161681" y="450317"/>
                  </a:lnTo>
                  <a:lnTo>
                    <a:pt x="170663" y="447489"/>
                  </a:lnTo>
                  <a:lnTo>
                    <a:pt x="179646" y="444486"/>
                  </a:lnTo>
                  <a:lnTo>
                    <a:pt x="188628" y="441247"/>
                  </a:lnTo>
                  <a:lnTo>
                    <a:pt x="197610" y="437716"/>
                  </a:lnTo>
                  <a:lnTo>
                    <a:pt x="206593" y="433852"/>
                  </a:lnTo>
                  <a:lnTo>
                    <a:pt x="215575" y="429617"/>
                  </a:lnTo>
                  <a:lnTo>
                    <a:pt x="224557" y="424983"/>
                  </a:lnTo>
                  <a:lnTo>
                    <a:pt x="233540" y="419945"/>
                  </a:lnTo>
                  <a:lnTo>
                    <a:pt x="242522" y="414519"/>
                  </a:lnTo>
                  <a:lnTo>
                    <a:pt x="251504" y="408746"/>
                  </a:lnTo>
                  <a:lnTo>
                    <a:pt x="260486" y="402687"/>
                  </a:lnTo>
                  <a:lnTo>
                    <a:pt x="269469" y="396418"/>
                  </a:lnTo>
                  <a:lnTo>
                    <a:pt x="278451" y="390015"/>
                  </a:lnTo>
                  <a:lnTo>
                    <a:pt x="287433" y="383552"/>
                  </a:lnTo>
                  <a:lnTo>
                    <a:pt x="296416" y="377079"/>
                  </a:lnTo>
                  <a:lnTo>
                    <a:pt x="305398" y="370621"/>
                  </a:lnTo>
                  <a:lnTo>
                    <a:pt x="314380" y="364164"/>
                  </a:lnTo>
                  <a:lnTo>
                    <a:pt x="323363" y="357660"/>
                  </a:lnTo>
                  <a:lnTo>
                    <a:pt x="332345" y="351038"/>
                  </a:lnTo>
                  <a:lnTo>
                    <a:pt x="341327" y="344219"/>
                  </a:lnTo>
                  <a:lnTo>
                    <a:pt x="350310" y="337125"/>
                  </a:lnTo>
                  <a:lnTo>
                    <a:pt x="359292" y="329685"/>
                  </a:lnTo>
                  <a:lnTo>
                    <a:pt x="368274" y="321841"/>
                  </a:lnTo>
                  <a:lnTo>
                    <a:pt x="377256" y="313554"/>
                  </a:lnTo>
                  <a:lnTo>
                    <a:pt x="386239" y="304796"/>
                  </a:lnTo>
                  <a:lnTo>
                    <a:pt x="395221" y="295550"/>
                  </a:lnTo>
                  <a:lnTo>
                    <a:pt x="404203" y="285809"/>
                  </a:lnTo>
                  <a:lnTo>
                    <a:pt x="413186" y="275571"/>
                  </a:lnTo>
                  <a:lnTo>
                    <a:pt x="422168" y="264844"/>
                  </a:lnTo>
                  <a:lnTo>
                    <a:pt x="431150" y="253637"/>
                  </a:lnTo>
                  <a:lnTo>
                    <a:pt x="440133" y="241972"/>
                  </a:lnTo>
                  <a:lnTo>
                    <a:pt x="449115" y="229936"/>
                  </a:lnTo>
                  <a:lnTo>
                    <a:pt x="458097" y="217606"/>
                  </a:lnTo>
                  <a:lnTo>
                    <a:pt x="467080" y="205074"/>
                  </a:lnTo>
                  <a:lnTo>
                    <a:pt x="476062" y="192447"/>
                  </a:lnTo>
                  <a:lnTo>
                    <a:pt x="485044" y="179840"/>
                  </a:lnTo>
                  <a:lnTo>
                    <a:pt x="494027" y="167373"/>
                  </a:lnTo>
                  <a:lnTo>
                    <a:pt x="503009" y="155172"/>
                  </a:lnTo>
                  <a:lnTo>
                    <a:pt x="511991" y="143363"/>
                  </a:lnTo>
                  <a:lnTo>
                    <a:pt x="520973" y="132074"/>
                  </a:lnTo>
                  <a:lnTo>
                    <a:pt x="529956" y="121434"/>
                  </a:lnTo>
                  <a:lnTo>
                    <a:pt x="538938" y="111564"/>
                  </a:lnTo>
                  <a:lnTo>
                    <a:pt x="547920" y="102571"/>
                  </a:lnTo>
                  <a:lnTo>
                    <a:pt x="556903" y="94591"/>
                  </a:lnTo>
                  <a:lnTo>
                    <a:pt x="565885" y="87630"/>
                  </a:lnTo>
                  <a:lnTo>
                    <a:pt x="574867" y="81621"/>
                  </a:lnTo>
                  <a:lnTo>
                    <a:pt x="583850" y="76462"/>
                  </a:lnTo>
                  <a:lnTo>
                    <a:pt x="592832" y="71989"/>
                  </a:lnTo>
                  <a:lnTo>
                    <a:pt x="601814" y="67989"/>
                  </a:lnTo>
                  <a:lnTo>
                    <a:pt x="610797" y="64219"/>
                  </a:lnTo>
                  <a:lnTo>
                    <a:pt x="619779" y="60434"/>
                  </a:lnTo>
                  <a:lnTo>
                    <a:pt x="628761" y="56412"/>
                  </a:lnTo>
                  <a:lnTo>
                    <a:pt x="637743" y="51980"/>
                  </a:lnTo>
                  <a:lnTo>
                    <a:pt x="646726" y="47034"/>
                  </a:lnTo>
                  <a:lnTo>
                    <a:pt x="655708" y="41555"/>
                  </a:lnTo>
                  <a:lnTo>
                    <a:pt x="664690" y="35611"/>
                  </a:lnTo>
                  <a:lnTo>
                    <a:pt x="673673" y="29352"/>
                  </a:lnTo>
                  <a:lnTo>
                    <a:pt x="682655" y="23025"/>
                  </a:lnTo>
                  <a:lnTo>
                    <a:pt x="691637" y="16942"/>
                  </a:lnTo>
                  <a:lnTo>
                    <a:pt x="700620" y="11405"/>
                  </a:lnTo>
                  <a:lnTo>
                    <a:pt x="709602" y="6710"/>
                  </a:lnTo>
                  <a:lnTo>
                    <a:pt x="718584" y="3118"/>
                  </a:lnTo>
                  <a:lnTo>
                    <a:pt x="727567" y="836"/>
                  </a:lnTo>
                  <a:lnTo>
                    <a:pt x="736549" y="0"/>
                  </a:lnTo>
                  <a:lnTo>
                    <a:pt x="736549" y="0"/>
                  </a:lnTo>
                  <a:lnTo>
                    <a:pt x="745531" y="668"/>
                  </a:lnTo>
                  <a:lnTo>
                    <a:pt x="754513" y="2822"/>
                  </a:lnTo>
                  <a:lnTo>
                    <a:pt x="763496" y="6373"/>
                  </a:lnTo>
                  <a:lnTo>
                    <a:pt x="772478" y="11177"/>
                  </a:lnTo>
                  <a:lnTo>
                    <a:pt x="781460" y="17051"/>
                  </a:lnTo>
                  <a:lnTo>
                    <a:pt x="790443" y="23794"/>
                  </a:lnTo>
                  <a:lnTo>
                    <a:pt x="799425" y="31219"/>
                  </a:lnTo>
                  <a:lnTo>
                    <a:pt x="808407" y="39121"/>
                  </a:lnTo>
                  <a:lnTo>
                    <a:pt x="817390" y="47311"/>
                  </a:lnTo>
                  <a:lnTo>
                    <a:pt x="826372" y="55661"/>
                  </a:lnTo>
                  <a:lnTo>
                    <a:pt x="835354" y="64073"/>
                  </a:lnTo>
                  <a:lnTo>
                    <a:pt x="844337" y="72471"/>
                  </a:lnTo>
                  <a:lnTo>
                    <a:pt x="853319" y="80805"/>
                  </a:lnTo>
                  <a:lnTo>
                    <a:pt x="862301" y="89045"/>
                  </a:lnTo>
                  <a:lnTo>
                    <a:pt x="871283" y="97180"/>
                  </a:lnTo>
                  <a:lnTo>
                    <a:pt x="880266" y="105224"/>
                  </a:lnTo>
                  <a:lnTo>
                    <a:pt x="889248" y="113213"/>
                  </a:lnTo>
                  <a:lnTo>
                    <a:pt x="898230" y="121208"/>
                  </a:lnTo>
                  <a:lnTo>
                    <a:pt x="907213" y="129297"/>
                  </a:lnTo>
                  <a:lnTo>
                    <a:pt x="916195" y="137581"/>
                  </a:lnTo>
                  <a:lnTo>
                    <a:pt x="925177" y="146201"/>
                  </a:lnTo>
                  <a:lnTo>
                    <a:pt x="934160" y="155244"/>
                  </a:lnTo>
                  <a:lnTo>
                    <a:pt x="943142" y="164769"/>
                  </a:lnTo>
                  <a:lnTo>
                    <a:pt x="952124" y="174791"/>
                  </a:lnTo>
                  <a:lnTo>
                    <a:pt x="961107" y="185279"/>
                  </a:lnTo>
                  <a:lnTo>
                    <a:pt x="970089" y="196151"/>
                  </a:lnTo>
                  <a:lnTo>
                    <a:pt x="979071" y="207281"/>
                  </a:lnTo>
                  <a:lnTo>
                    <a:pt x="988054" y="218516"/>
                  </a:lnTo>
                  <a:lnTo>
                    <a:pt x="997036" y="229690"/>
                  </a:lnTo>
                  <a:lnTo>
                    <a:pt x="1006018" y="240642"/>
                  </a:lnTo>
                  <a:lnTo>
                    <a:pt x="1015000" y="251234"/>
                  </a:lnTo>
                  <a:lnTo>
                    <a:pt x="1023983" y="261372"/>
                  </a:lnTo>
                  <a:lnTo>
                    <a:pt x="1032965" y="271011"/>
                  </a:lnTo>
                  <a:lnTo>
                    <a:pt x="1041947" y="280161"/>
                  </a:lnTo>
                  <a:lnTo>
                    <a:pt x="1050930" y="288895"/>
                  </a:lnTo>
                  <a:lnTo>
                    <a:pt x="1059912" y="297379"/>
                  </a:lnTo>
                  <a:lnTo>
                    <a:pt x="1068894" y="305771"/>
                  </a:lnTo>
                  <a:lnTo>
                    <a:pt x="1077877" y="314218"/>
                  </a:lnTo>
                  <a:lnTo>
                    <a:pt x="1086859" y="322839"/>
                  </a:lnTo>
                  <a:lnTo>
                    <a:pt x="1095841" y="331697"/>
                  </a:lnTo>
                  <a:lnTo>
                    <a:pt x="1104824" y="340792"/>
                  </a:lnTo>
                  <a:lnTo>
                    <a:pt x="1113806" y="350056"/>
                  </a:lnTo>
                  <a:lnTo>
                    <a:pt x="1122788" y="359364"/>
                  </a:lnTo>
                  <a:lnTo>
                    <a:pt x="1131770" y="368553"/>
                  </a:lnTo>
                  <a:lnTo>
                    <a:pt x="1140753" y="377447"/>
                  </a:lnTo>
                  <a:lnTo>
                    <a:pt x="1149735" y="385880"/>
                  </a:lnTo>
                  <a:lnTo>
                    <a:pt x="1158717" y="393723"/>
                  </a:lnTo>
                  <a:lnTo>
                    <a:pt x="1167700" y="400865"/>
                  </a:lnTo>
                  <a:lnTo>
                    <a:pt x="1176682" y="407307"/>
                  </a:lnTo>
                  <a:lnTo>
                    <a:pt x="1185664" y="413128"/>
                  </a:lnTo>
                  <a:lnTo>
                    <a:pt x="1194647" y="418424"/>
                  </a:lnTo>
                  <a:lnTo>
                    <a:pt x="1203629" y="423307"/>
                  </a:lnTo>
                  <a:lnTo>
                    <a:pt x="1212611" y="427892"/>
                  </a:lnTo>
                  <a:lnTo>
                    <a:pt x="1221594" y="432271"/>
                  </a:lnTo>
                  <a:lnTo>
                    <a:pt x="1230576" y="436507"/>
                  </a:lnTo>
                  <a:lnTo>
                    <a:pt x="1239558" y="440623"/>
                  </a:lnTo>
                  <a:lnTo>
                    <a:pt x="1248540" y="444609"/>
                  </a:lnTo>
                  <a:lnTo>
                    <a:pt x="1257523" y="448425"/>
                  </a:lnTo>
                  <a:lnTo>
                    <a:pt x="1266505" y="452014"/>
                  </a:lnTo>
                  <a:lnTo>
                    <a:pt x="1275487" y="455317"/>
                  </a:lnTo>
                  <a:lnTo>
                    <a:pt x="1284470" y="458285"/>
                  </a:lnTo>
                  <a:lnTo>
                    <a:pt x="1293452" y="460855"/>
                  </a:lnTo>
                  <a:lnTo>
                    <a:pt x="1302434" y="463053"/>
                  </a:lnTo>
                  <a:lnTo>
                    <a:pt x="1311417" y="464900"/>
                  </a:lnTo>
                  <a:lnTo>
                    <a:pt x="1320399" y="466433"/>
                  </a:lnTo>
                  <a:lnTo>
                    <a:pt x="1329381" y="467700"/>
                  </a:lnTo>
                  <a:lnTo>
                    <a:pt x="1338364" y="468756"/>
                  </a:lnTo>
                  <a:lnTo>
                    <a:pt x="1347346" y="469655"/>
                  </a:lnTo>
                  <a:lnTo>
                    <a:pt x="1356328" y="470447"/>
                  </a:lnTo>
                  <a:lnTo>
                    <a:pt x="1365310" y="471178"/>
                  </a:lnTo>
                  <a:lnTo>
                    <a:pt x="1374293" y="471882"/>
                  </a:lnTo>
                  <a:lnTo>
                    <a:pt x="1383275" y="472585"/>
                  </a:lnTo>
                  <a:lnTo>
                    <a:pt x="1392257" y="473305"/>
                  </a:lnTo>
                  <a:lnTo>
                    <a:pt x="1401240" y="474046"/>
                  </a:lnTo>
                  <a:lnTo>
                    <a:pt x="1410222" y="474807"/>
                  </a:lnTo>
                  <a:lnTo>
                    <a:pt x="1419204" y="475573"/>
                  </a:lnTo>
                  <a:lnTo>
                    <a:pt x="1428187" y="476325"/>
                  </a:lnTo>
                  <a:lnTo>
                    <a:pt x="1437169" y="477046"/>
                  </a:lnTo>
                  <a:lnTo>
                    <a:pt x="1446151" y="477716"/>
                  </a:lnTo>
                  <a:lnTo>
                    <a:pt x="1455134" y="478324"/>
                  </a:lnTo>
                  <a:lnTo>
                    <a:pt x="1464116" y="478863"/>
                  </a:lnTo>
                  <a:lnTo>
                    <a:pt x="1473098" y="479332"/>
                  </a:lnTo>
                  <a:lnTo>
                    <a:pt x="1482081" y="479739"/>
                  </a:lnTo>
                  <a:lnTo>
                    <a:pt x="1491063" y="480095"/>
                  </a:lnTo>
                </a:path>
              </a:pathLst>
            </a:custGeom>
            <a:ln w="813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8799822" y="1626633"/>
              <a:ext cx="1688674" cy="409942"/>
            </a:xfrm>
            <a:custGeom>
              <a:avLst/>
              <a:pathLst>
                <a:path w="1688674" h="409942">
                  <a:moveTo>
                    <a:pt x="0" y="406179"/>
                  </a:moveTo>
                  <a:lnTo>
                    <a:pt x="8982" y="405672"/>
                  </a:lnTo>
                  <a:lnTo>
                    <a:pt x="17964" y="405123"/>
                  </a:lnTo>
                  <a:lnTo>
                    <a:pt x="26946" y="404528"/>
                  </a:lnTo>
                  <a:lnTo>
                    <a:pt x="35929" y="403876"/>
                  </a:lnTo>
                  <a:lnTo>
                    <a:pt x="44911" y="403157"/>
                  </a:lnTo>
                  <a:lnTo>
                    <a:pt x="53893" y="402372"/>
                  </a:lnTo>
                  <a:lnTo>
                    <a:pt x="62876" y="401520"/>
                  </a:lnTo>
                  <a:lnTo>
                    <a:pt x="71858" y="400604"/>
                  </a:lnTo>
                  <a:lnTo>
                    <a:pt x="80840" y="399631"/>
                  </a:lnTo>
                  <a:lnTo>
                    <a:pt x="89823" y="398608"/>
                  </a:lnTo>
                  <a:lnTo>
                    <a:pt x="98805" y="397543"/>
                  </a:lnTo>
                  <a:lnTo>
                    <a:pt x="107787" y="396442"/>
                  </a:lnTo>
                  <a:lnTo>
                    <a:pt x="116770" y="395305"/>
                  </a:lnTo>
                  <a:lnTo>
                    <a:pt x="125752" y="394130"/>
                  </a:lnTo>
                  <a:lnTo>
                    <a:pt x="134734" y="392909"/>
                  </a:lnTo>
                  <a:lnTo>
                    <a:pt x="143716" y="391628"/>
                  </a:lnTo>
                  <a:lnTo>
                    <a:pt x="152699" y="390270"/>
                  </a:lnTo>
                  <a:lnTo>
                    <a:pt x="161681" y="388811"/>
                  </a:lnTo>
                  <a:lnTo>
                    <a:pt x="170663" y="387233"/>
                  </a:lnTo>
                  <a:lnTo>
                    <a:pt x="179646" y="385529"/>
                  </a:lnTo>
                  <a:lnTo>
                    <a:pt x="188628" y="383697"/>
                  </a:lnTo>
                  <a:lnTo>
                    <a:pt x="197610" y="381745"/>
                  </a:lnTo>
                  <a:lnTo>
                    <a:pt x="206593" y="379684"/>
                  </a:lnTo>
                  <a:lnTo>
                    <a:pt x="215575" y="377530"/>
                  </a:lnTo>
                  <a:lnTo>
                    <a:pt x="224557" y="375293"/>
                  </a:lnTo>
                  <a:lnTo>
                    <a:pt x="233540" y="372978"/>
                  </a:lnTo>
                  <a:lnTo>
                    <a:pt x="242522" y="370571"/>
                  </a:lnTo>
                  <a:lnTo>
                    <a:pt x="251504" y="368046"/>
                  </a:lnTo>
                  <a:lnTo>
                    <a:pt x="260486" y="365358"/>
                  </a:lnTo>
                  <a:lnTo>
                    <a:pt x="269469" y="362455"/>
                  </a:lnTo>
                  <a:lnTo>
                    <a:pt x="278451" y="359283"/>
                  </a:lnTo>
                  <a:lnTo>
                    <a:pt x="287433" y="355774"/>
                  </a:lnTo>
                  <a:lnTo>
                    <a:pt x="296416" y="351925"/>
                  </a:lnTo>
                  <a:lnTo>
                    <a:pt x="305398" y="347761"/>
                  </a:lnTo>
                  <a:lnTo>
                    <a:pt x="314380" y="343332"/>
                  </a:lnTo>
                  <a:lnTo>
                    <a:pt x="323363" y="338714"/>
                  </a:lnTo>
                  <a:lnTo>
                    <a:pt x="332345" y="333994"/>
                  </a:lnTo>
                  <a:lnTo>
                    <a:pt x="341327" y="329255"/>
                  </a:lnTo>
                  <a:lnTo>
                    <a:pt x="350310" y="324560"/>
                  </a:lnTo>
                  <a:lnTo>
                    <a:pt x="359292" y="319938"/>
                  </a:lnTo>
                  <a:lnTo>
                    <a:pt x="368274" y="315380"/>
                  </a:lnTo>
                  <a:lnTo>
                    <a:pt x="377256" y="310843"/>
                  </a:lnTo>
                  <a:lnTo>
                    <a:pt x="386239" y="306253"/>
                  </a:lnTo>
                  <a:lnTo>
                    <a:pt x="395221" y="301529"/>
                  </a:lnTo>
                  <a:lnTo>
                    <a:pt x="404203" y="296582"/>
                  </a:lnTo>
                  <a:lnTo>
                    <a:pt x="413186" y="291325"/>
                  </a:lnTo>
                  <a:lnTo>
                    <a:pt x="422168" y="285729"/>
                  </a:lnTo>
                  <a:lnTo>
                    <a:pt x="431150" y="279765"/>
                  </a:lnTo>
                  <a:lnTo>
                    <a:pt x="440133" y="273408"/>
                  </a:lnTo>
                  <a:lnTo>
                    <a:pt x="449115" y="266636"/>
                  </a:lnTo>
                  <a:lnTo>
                    <a:pt x="458097" y="259424"/>
                  </a:lnTo>
                  <a:lnTo>
                    <a:pt x="467080" y="251745"/>
                  </a:lnTo>
                  <a:lnTo>
                    <a:pt x="476062" y="243583"/>
                  </a:lnTo>
                  <a:lnTo>
                    <a:pt x="485044" y="234938"/>
                  </a:lnTo>
                  <a:lnTo>
                    <a:pt x="494027" y="225837"/>
                  </a:lnTo>
                  <a:lnTo>
                    <a:pt x="503009" y="216335"/>
                  </a:lnTo>
                  <a:lnTo>
                    <a:pt x="511991" y="206516"/>
                  </a:lnTo>
                  <a:lnTo>
                    <a:pt x="520973" y="196482"/>
                  </a:lnTo>
                  <a:lnTo>
                    <a:pt x="529956" y="186343"/>
                  </a:lnTo>
                  <a:lnTo>
                    <a:pt x="538938" y="176215"/>
                  </a:lnTo>
                  <a:lnTo>
                    <a:pt x="547920" y="166189"/>
                  </a:lnTo>
                  <a:lnTo>
                    <a:pt x="556903" y="156341"/>
                  </a:lnTo>
                  <a:lnTo>
                    <a:pt x="565885" y="146742"/>
                  </a:lnTo>
                  <a:lnTo>
                    <a:pt x="574867" y="137460"/>
                  </a:lnTo>
                  <a:lnTo>
                    <a:pt x="583850" y="128569"/>
                  </a:lnTo>
                  <a:lnTo>
                    <a:pt x="592832" y="120141"/>
                  </a:lnTo>
                  <a:lnTo>
                    <a:pt x="601814" y="112233"/>
                  </a:lnTo>
                  <a:lnTo>
                    <a:pt x="610797" y="104884"/>
                  </a:lnTo>
                  <a:lnTo>
                    <a:pt x="619779" y="98097"/>
                  </a:lnTo>
                  <a:lnTo>
                    <a:pt x="628761" y="91838"/>
                  </a:lnTo>
                  <a:lnTo>
                    <a:pt x="637743" y="86042"/>
                  </a:lnTo>
                  <a:lnTo>
                    <a:pt x="646726" y="80628"/>
                  </a:lnTo>
                  <a:lnTo>
                    <a:pt x="655708" y="75535"/>
                  </a:lnTo>
                  <a:lnTo>
                    <a:pt x="664690" y="70680"/>
                  </a:lnTo>
                  <a:lnTo>
                    <a:pt x="673673" y="66039"/>
                  </a:lnTo>
                  <a:lnTo>
                    <a:pt x="682655" y="61613"/>
                  </a:lnTo>
                  <a:lnTo>
                    <a:pt x="691637" y="57406"/>
                  </a:lnTo>
                  <a:lnTo>
                    <a:pt x="700620" y="53413"/>
                  </a:lnTo>
                  <a:lnTo>
                    <a:pt x="709602" y="49599"/>
                  </a:lnTo>
                  <a:lnTo>
                    <a:pt x="718584" y="45897"/>
                  </a:lnTo>
                  <a:lnTo>
                    <a:pt x="727567" y="42208"/>
                  </a:lnTo>
                  <a:lnTo>
                    <a:pt x="736549" y="38423"/>
                  </a:lnTo>
                  <a:lnTo>
                    <a:pt x="745531" y="34443"/>
                  </a:lnTo>
                  <a:lnTo>
                    <a:pt x="754513" y="30209"/>
                  </a:lnTo>
                  <a:lnTo>
                    <a:pt x="763496" y="25720"/>
                  </a:lnTo>
                  <a:lnTo>
                    <a:pt x="772478" y="21053"/>
                  </a:lnTo>
                  <a:lnTo>
                    <a:pt x="781460" y="16384"/>
                  </a:lnTo>
                  <a:lnTo>
                    <a:pt x="790443" y="11939"/>
                  </a:lnTo>
                  <a:lnTo>
                    <a:pt x="799425" y="7949"/>
                  </a:lnTo>
                  <a:lnTo>
                    <a:pt x="808407" y="4628"/>
                  </a:lnTo>
                  <a:lnTo>
                    <a:pt x="817390" y="2142"/>
                  </a:lnTo>
                  <a:lnTo>
                    <a:pt x="826372" y="590"/>
                  </a:lnTo>
                  <a:lnTo>
                    <a:pt x="835354" y="0"/>
                  </a:lnTo>
                  <a:lnTo>
                    <a:pt x="844337" y="331"/>
                  </a:lnTo>
                  <a:lnTo>
                    <a:pt x="853319" y="1497"/>
                  </a:lnTo>
                  <a:lnTo>
                    <a:pt x="862301" y="3382"/>
                  </a:lnTo>
                  <a:lnTo>
                    <a:pt x="871283" y="5862"/>
                  </a:lnTo>
                  <a:lnTo>
                    <a:pt x="880266" y="8817"/>
                  </a:lnTo>
                  <a:lnTo>
                    <a:pt x="889248" y="12133"/>
                  </a:lnTo>
                  <a:lnTo>
                    <a:pt x="898230" y="15710"/>
                  </a:lnTo>
                  <a:lnTo>
                    <a:pt x="907213" y="19407"/>
                  </a:lnTo>
                  <a:lnTo>
                    <a:pt x="916195" y="23090"/>
                  </a:lnTo>
                  <a:lnTo>
                    <a:pt x="925177" y="26629"/>
                  </a:lnTo>
                  <a:lnTo>
                    <a:pt x="934160" y="29908"/>
                  </a:lnTo>
                  <a:lnTo>
                    <a:pt x="943142" y="32851"/>
                  </a:lnTo>
                  <a:lnTo>
                    <a:pt x="952124" y="35443"/>
                  </a:lnTo>
                  <a:lnTo>
                    <a:pt x="961107" y="37746"/>
                  </a:lnTo>
                  <a:lnTo>
                    <a:pt x="970089" y="39902"/>
                  </a:lnTo>
                  <a:lnTo>
                    <a:pt x="979071" y="42118"/>
                  </a:lnTo>
                  <a:lnTo>
                    <a:pt x="988054" y="44643"/>
                  </a:lnTo>
                  <a:lnTo>
                    <a:pt x="997036" y="47728"/>
                  </a:lnTo>
                  <a:lnTo>
                    <a:pt x="1006018" y="51590"/>
                  </a:lnTo>
                  <a:lnTo>
                    <a:pt x="1015000" y="56391"/>
                  </a:lnTo>
                  <a:lnTo>
                    <a:pt x="1023983" y="62256"/>
                  </a:lnTo>
                  <a:lnTo>
                    <a:pt x="1032965" y="69064"/>
                  </a:lnTo>
                  <a:lnTo>
                    <a:pt x="1041947" y="76698"/>
                  </a:lnTo>
                  <a:lnTo>
                    <a:pt x="1050930" y="85006"/>
                  </a:lnTo>
                  <a:lnTo>
                    <a:pt x="1059912" y="93823"/>
                  </a:lnTo>
                  <a:lnTo>
                    <a:pt x="1068894" y="103001"/>
                  </a:lnTo>
                  <a:lnTo>
                    <a:pt x="1077877" y="112424"/>
                  </a:lnTo>
                  <a:lnTo>
                    <a:pt x="1086859" y="122004"/>
                  </a:lnTo>
                  <a:lnTo>
                    <a:pt x="1095841" y="131680"/>
                  </a:lnTo>
                  <a:lnTo>
                    <a:pt x="1104824" y="141399"/>
                  </a:lnTo>
                  <a:lnTo>
                    <a:pt x="1113806" y="151109"/>
                  </a:lnTo>
                  <a:lnTo>
                    <a:pt x="1122788" y="160746"/>
                  </a:lnTo>
                  <a:lnTo>
                    <a:pt x="1131770" y="170230"/>
                  </a:lnTo>
                  <a:lnTo>
                    <a:pt x="1140753" y="179464"/>
                  </a:lnTo>
                  <a:lnTo>
                    <a:pt x="1149735" y="188361"/>
                  </a:lnTo>
                  <a:lnTo>
                    <a:pt x="1158717" y="196880"/>
                  </a:lnTo>
                  <a:lnTo>
                    <a:pt x="1167700" y="205000"/>
                  </a:lnTo>
                  <a:lnTo>
                    <a:pt x="1176682" y="212729"/>
                  </a:lnTo>
                  <a:lnTo>
                    <a:pt x="1185664" y="220092"/>
                  </a:lnTo>
                  <a:lnTo>
                    <a:pt x="1194647" y="227125"/>
                  </a:lnTo>
                  <a:lnTo>
                    <a:pt x="1203629" y="233861"/>
                  </a:lnTo>
                  <a:lnTo>
                    <a:pt x="1212611" y="240323"/>
                  </a:lnTo>
                  <a:lnTo>
                    <a:pt x="1221594" y="246520"/>
                  </a:lnTo>
                  <a:lnTo>
                    <a:pt x="1230576" y="252456"/>
                  </a:lnTo>
                  <a:lnTo>
                    <a:pt x="1239558" y="258129"/>
                  </a:lnTo>
                  <a:lnTo>
                    <a:pt x="1248540" y="263548"/>
                  </a:lnTo>
                  <a:lnTo>
                    <a:pt x="1257523" y="268732"/>
                  </a:lnTo>
                  <a:lnTo>
                    <a:pt x="1266505" y="273706"/>
                  </a:lnTo>
                  <a:lnTo>
                    <a:pt x="1275487" y="278541"/>
                  </a:lnTo>
                  <a:lnTo>
                    <a:pt x="1284470" y="283292"/>
                  </a:lnTo>
                  <a:lnTo>
                    <a:pt x="1293452" y="288012"/>
                  </a:lnTo>
                  <a:lnTo>
                    <a:pt x="1302434" y="292742"/>
                  </a:lnTo>
                  <a:lnTo>
                    <a:pt x="1311417" y="297508"/>
                  </a:lnTo>
                  <a:lnTo>
                    <a:pt x="1320399" y="302324"/>
                  </a:lnTo>
                  <a:lnTo>
                    <a:pt x="1329381" y="307193"/>
                  </a:lnTo>
                  <a:lnTo>
                    <a:pt x="1338364" y="312108"/>
                  </a:lnTo>
                  <a:lnTo>
                    <a:pt x="1347346" y="317054"/>
                  </a:lnTo>
                  <a:lnTo>
                    <a:pt x="1356328" y="322011"/>
                  </a:lnTo>
                  <a:lnTo>
                    <a:pt x="1365310" y="326951"/>
                  </a:lnTo>
                  <a:lnTo>
                    <a:pt x="1374293" y="331838"/>
                  </a:lnTo>
                  <a:lnTo>
                    <a:pt x="1383275" y="336626"/>
                  </a:lnTo>
                  <a:lnTo>
                    <a:pt x="1392257" y="341253"/>
                  </a:lnTo>
                  <a:lnTo>
                    <a:pt x="1401240" y="345682"/>
                  </a:lnTo>
                  <a:lnTo>
                    <a:pt x="1410222" y="349880"/>
                  </a:lnTo>
                  <a:lnTo>
                    <a:pt x="1419204" y="353828"/>
                  </a:lnTo>
                  <a:lnTo>
                    <a:pt x="1428187" y="357529"/>
                  </a:lnTo>
                  <a:lnTo>
                    <a:pt x="1437169" y="361001"/>
                  </a:lnTo>
                  <a:lnTo>
                    <a:pt x="1446151" y="364276"/>
                  </a:lnTo>
                  <a:lnTo>
                    <a:pt x="1455134" y="367390"/>
                  </a:lnTo>
                  <a:lnTo>
                    <a:pt x="1464116" y="370378"/>
                  </a:lnTo>
                  <a:lnTo>
                    <a:pt x="1473098" y="373265"/>
                  </a:lnTo>
                  <a:lnTo>
                    <a:pt x="1482081" y="376063"/>
                  </a:lnTo>
                  <a:lnTo>
                    <a:pt x="1491063" y="378767"/>
                  </a:lnTo>
                  <a:lnTo>
                    <a:pt x="1500045" y="381359"/>
                  </a:lnTo>
                  <a:lnTo>
                    <a:pt x="1509027" y="383800"/>
                  </a:lnTo>
                  <a:lnTo>
                    <a:pt x="1518010" y="386057"/>
                  </a:lnTo>
                  <a:lnTo>
                    <a:pt x="1526992" y="388106"/>
                  </a:lnTo>
                  <a:lnTo>
                    <a:pt x="1535974" y="389928"/>
                  </a:lnTo>
                  <a:lnTo>
                    <a:pt x="1544957" y="391520"/>
                  </a:lnTo>
                  <a:lnTo>
                    <a:pt x="1553939" y="392894"/>
                  </a:lnTo>
                  <a:lnTo>
                    <a:pt x="1562921" y="394076"/>
                  </a:lnTo>
                  <a:lnTo>
                    <a:pt x="1571904" y="395105"/>
                  </a:lnTo>
                  <a:lnTo>
                    <a:pt x="1580886" y="396023"/>
                  </a:lnTo>
                  <a:lnTo>
                    <a:pt x="1589868" y="396877"/>
                  </a:lnTo>
                  <a:lnTo>
                    <a:pt x="1598851" y="397708"/>
                  </a:lnTo>
                  <a:lnTo>
                    <a:pt x="1607833" y="398545"/>
                  </a:lnTo>
                  <a:lnTo>
                    <a:pt x="1616815" y="399406"/>
                  </a:lnTo>
                  <a:lnTo>
                    <a:pt x="1625797" y="400296"/>
                  </a:lnTo>
                  <a:lnTo>
                    <a:pt x="1634780" y="401207"/>
                  </a:lnTo>
                  <a:lnTo>
                    <a:pt x="1643762" y="402117"/>
                  </a:lnTo>
                  <a:lnTo>
                    <a:pt x="1652744" y="403005"/>
                  </a:lnTo>
                  <a:lnTo>
                    <a:pt x="1661727" y="403850"/>
                  </a:lnTo>
                  <a:lnTo>
                    <a:pt x="1670709" y="404633"/>
                  </a:lnTo>
                  <a:lnTo>
                    <a:pt x="1679691" y="405341"/>
                  </a:lnTo>
                  <a:lnTo>
                    <a:pt x="1688674" y="405967"/>
                  </a:lnTo>
                  <a:lnTo>
                    <a:pt x="1688674" y="409942"/>
                  </a:lnTo>
                  <a:lnTo>
                    <a:pt x="1679691" y="409942"/>
                  </a:lnTo>
                  <a:lnTo>
                    <a:pt x="1670709" y="409942"/>
                  </a:lnTo>
                  <a:lnTo>
                    <a:pt x="1661727" y="409942"/>
                  </a:lnTo>
                  <a:lnTo>
                    <a:pt x="1652744" y="409942"/>
                  </a:lnTo>
                  <a:lnTo>
                    <a:pt x="1643762" y="409942"/>
                  </a:lnTo>
                  <a:lnTo>
                    <a:pt x="1634780" y="409942"/>
                  </a:lnTo>
                  <a:lnTo>
                    <a:pt x="1625797" y="409942"/>
                  </a:lnTo>
                  <a:lnTo>
                    <a:pt x="1616815" y="409942"/>
                  </a:lnTo>
                  <a:lnTo>
                    <a:pt x="1607833" y="409942"/>
                  </a:lnTo>
                  <a:lnTo>
                    <a:pt x="1598851" y="409942"/>
                  </a:lnTo>
                  <a:lnTo>
                    <a:pt x="1589868" y="409942"/>
                  </a:lnTo>
                  <a:lnTo>
                    <a:pt x="1580886" y="409942"/>
                  </a:lnTo>
                  <a:lnTo>
                    <a:pt x="1571904" y="409942"/>
                  </a:lnTo>
                  <a:lnTo>
                    <a:pt x="1562921" y="409942"/>
                  </a:lnTo>
                  <a:lnTo>
                    <a:pt x="1553939" y="409942"/>
                  </a:lnTo>
                  <a:lnTo>
                    <a:pt x="1544957" y="409942"/>
                  </a:lnTo>
                  <a:lnTo>
                    <a:pt x="1535974" y="409942"/>
                  </a:lnTo>
                  <a:lnTo>
                    <a:pt x="1526992" y="409942"/>
                  </a:lnTo>
                  <a:lnTo>
                    <a:pt x="1518010" y="409942"/>
                  </a:lnTo>
                  <a:lnTo>
                    <a:pt x="1509027" y="409942"/>
                  </a:lnTo>
                  <a:lnTo>
                    <a:pt x="1500045" y="409942"/>
                  </a:lnTo>
                  <a:lnTo>
                    <a:pt x="1491063" y="409942"/>
                  </a:lnTo>
                  <a:lnTo>
                    <a:pt x="1482081" y="409942"/>
                  </a:lnTo>
                  <a:lnTo>
                    <a:pt x="1473098" y="409942"/>
                  </a:lnTo>
                  <a:lnTo>
                    <a:pt x="1464116" y="409942"/>
                  </a:lnTo>
                  <a:lnTo>
                    <a:pt x="1455134" y="409942"/>
                  </a:lnTo>
                  <a:lnTo>
                    <a:pt x="1446151" y="409942"/>
                  </a:lnTo>
                  <a:lnTo>
                    <a:pt x="1437169" y="409942"/>
                  </a:lnTo>
                  <a:lnTo>
                    <a:pt x="1428187" y="409942"/>
                  </a:lnTo>
                  <a:lnTo>
                    <a:pt x="1419204" y="409942"/>
                  </a:lnTo>
                  <a:lnTo>
                    <a:pt x="1410222" y="409942"/>
                  </a:lnTo>
                  <a:lnTo>
                    <a:pt x="1401240" y="409942"/>
                  </a:lnTo>
                  <a:lnTo>
                    <a:pt x="1392257" y="409942"/>
                  </a:lnTo>
                  <a:lnTo>
                    <a:pt x="1383275" y="409942"/>
                  </a:lnTo>
                  <a:lnTo>
                    <a:pt x="1374293" y="409942"/>
                  </a:lnTo>
                  <a:lnTo>
                    <a:pt x="1365310" y="409942"/>
                  </a:lnTo>
                  <a:lnTo>
                    <a:pt x="1356328" y="409942"/>
                  </a:lnTo>
                  <a:lnTo>
                    <a:pt x="1347346" y="409942"/>
                  </a:lnTo>
                  <a:lnTo>
                    <a:pt x="1338364" y="409942"/>
                  </a:lnTo>
                  <a:lnTo>
                    <a:pt x="1329381" y="409942"/>
                  </a:lnTo>
                  <a:lnTo>
                    <a:pt x="1320399" y="409942"/>
                  </a:lnTo>
                  <a:lnTo>
                    <a:pt x="1311417" y="409942"/>
                  </a:lnTo>
                  <a:lnTo>
                    <a:pt x="1302434" y="409942"/>
                  </a:lnTo>
                  <a:lnTo>
                    <a:pt x="1293452" y="409942"/>
                  </a:lnTo>
                  <a:lnTo>
                    <a:pt x="1284470" y="409942"/>
                  </a:lnTo>
                  <a:lnTo>
                    <a:pt x="1275487" y="409942"/>
                  </a:lnTo>
                  <a:lnTo>
                    <a:pt x="1266505" y="409942"/>
                  </a:lnTo>
                  <a:lnTo>
                    <a:pt x="1257523" y="409942"/>
                  </a:lnTo>
                  <a:lnTo>
                    <a:pt x="1248540" y="409942"/>
                  </a:lnTo>
                  <a:lnTo>
                    <a:pt x="1239558" y="409942"/>
                  </a:lnTo>
                  <a:lnTo>
                    <a:pt x="1230576" y="409942"/>
                  </a:lnTo>
                  <a:lnTo>
                    <a:pt x="1221594" y="409942"/>
                  </a:lnTo>
                  <a:lnTo>
                    <a:pt x="1212611" y="409942"/>
                  </a:lnTo>
                  <a:lnTo>
                    <a:pt x="1203629" y="409942"/>
                  </a:lnTo>
                  <a:lnTo>
                    <a:pt x="1194647" y="409942"/>
                  </a:lnTo>
                  <a:lnTo>
                    <a:pt x="1185664" y="409942"/>
                  </a:lnTo>
                  <a:lnTo>
                    <a:pt x="1176682" y="409942"/>
                  </a:lnTo>
                  <a:lnTo>
                    <a:pt x="1167700" y="409942"/>
                  </a:lnTo>
                  <a:lnTo>
                    <a:pt x="1158717" y="409942"/>
                  </a:lnTo>
                  <a:lnTo>
                    <a:pt x="1149735" y="409942"/>
                  </a:lnTo>
                  <a:lnTo>
                    <a:pt x="1140753" y="409942"/>
                  </a:lnTo>
                  <a:lnTo>
                    <a:pt x="1131770" y="409942"/>
                  </a:lnTo>
                  <a:lnTo>
                    <a:pt x="1122788" y="409942"/>
                  </a:lnTo>
                  <a:lnTo>
                    <a:pt x="1113806" y="409942"/>
                  </a:lnTo>
                  <a:lnTo>
                    <a:pt x="1104824" y="409942"/>
                  </a:lnTo>
                  <a:lnTo>
                    <a:pt x="1095841" y="409942"/>
                  </a:lnTo>
                  <a:lnTo>
                    <a:pt x="1086859" y="409942"/>
                  </a:lnTo>
                  <a:lnTo>
                    <a:pt x="1077877" y="409942"/>
                  </a:lnTo>
                  <a:lnTo>
                    <a:pt x="1068894" y="409942"/>
                  </a:lnTo>
                  <a:lnTo>
                    <a:pt x="1059912" y="409942"/>
                  </a:lnTo>
                  <a:lnTo>
                    <a:pt x="1050930" y="409942"/>
                  </a:lnTo>
                  <a:lnTo>
                    <a:pt x="1041947" y="409942"/>
                  </a:lnTo>
                  <a:lnTo>
                    <a:pt x="1032965" y="409942"/>
                  </a:lnTo>
                  <a:lnTo>
                    <a:pt x="1023983" y="409942"/>
                  </a:lnTo>
                  <a:lnTo>
                    <a:pt x="1015000" y="409942"/>
                  </a:lnTo>
                  <a:lnTo>
                    <a:pt x="1006018" y="409942"/>
                  </a:lnTo>
                  <a:lnTo>
                    <a:pt x="997036" y="409942"/>
                  </a:lnTo>
                  <a:lnTo>
                    <a:pt x="988054" y="409942"/>
                  </a:lnTo>
                  <a:lnTo>
                    <a:pt x="979071" y="409942"/>
                  </a:lnTo>
                  <a:lnTo>
                    <a:pt x="970089" y="409942"/>
                  </a:lnTo>
                  <a:lnTo>
                    <a:pt x="961107" y="409942"/>
                  </a:lnTo>
                  <a:lnTo>
                    <a:pt x="952124" y="409942"/>
                  </a:lnTo>
                  <a:lnTo>
                    <a:pt x="943142" y="409942"/>
                  </a:lnTo>
                  <a:lnTo>
                    <a:pt x="934160" y="409942"/>
                  </a:lnTo>
                  <a:lnTo>
                    <a:pt x="925177" y="409942"/>
                  </a:lnTo>
                  <a:lnTo>
                    <a:pt x="916195" y="409942"/>
                  </a:lnTo>
                  <a:lnTo>
                    <a:pt x="907213" y="409942"/>
                  </a:lnTo>
                  <a:lnTo>
                    <a:pt x="898230" y="409942"/>
                  </a:lnTo>
                  <a:lnTo>
                    <a:pt x="889248" y="409942"/>
                  </a:lnTo>
                  <a:lnTo>
                    <a:pt x="880266" y="409942"/>
                  </a:lnTo>
                  <a:lnTo>
                    <a:pt x="871283" y="409942"/>
                  </a:lnTo>
                  <a:lnTo>
                    <a:pt x="862301" y="409942"/>
                  </a:lnTo>
                  <a:lnTo>
                    <a:pt x="853319" y="409942"/>
                  </a:lnTo>
                  <a:lnTo>
                    <a:pt x="844337" y="409942"/>
                  </a:lnTo>
                  <a:lnTo>
                    <a:pt x="835354" y="409942"/>
                  </a:lnTo>
                  <a:lnTo>
                    <a:pt x="826372" y="409942"/>
                  </a:lnTo>
                  <a:lnTo>
                    <a:pt x="817390" y="409942"/>
                  </a:lnTo>
                  <a:lnTo>
                    <a:pt x="808407" y="409942"/>
                  </a:lnTo>
                  <a:lnTo>
                    <a:pt x="799425" y="409942"/>
                  </a:lnTo>
                  <a:lnTo>
                    <a:pt x="790443" y="409942"/>
                  </a:lnTo>
                  <a:lnTo>
                    <a:pt x="781460" y="409942"/>
                  </a:lnTo>
                  <a:lnTo>
                    <a:pt x="772478" y="409942"/>
                  </a:lnTo>
                  <a:lnTo>
                    <a:pt x="763496" y="409942"/>
                  </a:lnTo>
                  <a:lnTo>
                    <a:pt x="754513" y="409942"/>
                  </a:lnTo>
                  <a:lnTo>
                    <a:pt x="745531" y="409942"/>
                  </a:lnTo>
                  <a:lnTo>
                    <a:pt x="736549" y="409942"/>
                  </a:lnTo>
                  <a:lnTo>
                    <a:pt x="727567" y="409942"/>
                  </a:lnTo>
                  <a:lnTo>
                    <a:pt x="718584" y="409942"/>
                  </a:lnTo>
                  <a:lnTo>
                    <a:pt x="709602" y="409942"/>
                  </a:lnTo>
                  <a:lnTo>
                    <a:pt x="700620" y="409942"/>
                  </a:lnTo>
                  <a:lnTo>
                    <a:pt x="691637" y="409942"/>
                  </a:lnTo>
                  <a:lnTo>
                    <a:pt x="682655" y="409942"/>
                  </a:lnTo>
                  <a:lnTo>
                    <a:pt x="673673" y="409942"/>
                  </a:lnTo>
                  <a:lnTo>
                    <a:pt x="664690" y="409942"/>
                  </a:lnTo>
                  <a:lnTo>
                    <a:pt x="655708" y="409942"/>
                  </a:lnTo>
                  <a:lnTo>
                    <a:pt x="646726" y="409942"/>
                  </a:lnTo>
                  <a:lnTo>
                    <a:pt x="637743" y="409942"/>
                  </a:lnTo>
                  <a:lnTo>
                    <a:pt x="628761" y="409942"/>
                  </a:lnTo>
                  <a:lnTo>
                    <a:pt x="619779" y="409942"/>
                  </a:lnTo>
                  <a:lnTo>
                    <a:pt x="610797" y="409942"/>
                  </a:lnTo>
                  <a:lnTo>
                    <a:pt x="601814" y="409942"/>
                  </a:lnTo>
                  <a:lnTo>
                    <a:pt x="592832" y="409942"/>
                  </a:lnTo>
                  <a:lnTo>
                    <a:pt x="583850" y="409942"/>
                  </a:lnTo>
                  <a:lnTo>
                    <a:pt x="574867" y="409942"/>
                  </a:lnTo>
                  <a:lnTo>
                    <a:pt x="565885" y="409942"/>
                  </a:lnTo>
                  <a:lnTo>
                    <a:pt x="556903" y="409942"/>
                  </a:lnTo>
                  <a:lnTo>
                    <a:pt x="547920" y="409942"/>
                  </a:lnTo>
                  <a:lnTo>
                    <a:pt x="538938" y="409942"/>
                  </a:lnTo>
                  <a:lnTo>
                    <a:pt x="529956" y="409942"/>
                  </a:lnTo>
                  <a:lnTo>
                    <a:pt x="520973" y="409942"/>
                  </a:lnTo>
                  <a:lnTo>
                    <a:pt x="511991" y="409942"/>
                  </a:lnTo>
                  <a:lnTo>
                    <a:pt x="503009" y="409942"/>
                  </a:lnTo>
                  <a:lnTo>
                    <a:pt x="494027" y="409942"/>
                  </a:lnTo>
                  <a:lnTo>
                    <a:pt x="485044" y="409942"/>
                  </a:lnTo>
                  <a:lnTo>
                    <a:pt x="476062" y="409942"/>
                  </a:lnTo>
                  <a:lnTo>
                    <a:pt x="467080" y="409942"/>
                  </a:lnTo>
                  <a:lnTo>
                    <a:pt x="458097" y="409942"/>
                  </a:lnTo>
                  <a:lnTo>
                    <a:pt x="449115" y="409942"/>
                  </a:lnTo>
                  <a:lnTo>
                    <a:pt x="440133" y="409942"/>
                  </a:lnTo>
                  <a:lnTo>
                    <a:pt x="431150" y="409942"/>
                  </a:lnTo>
                  <a:lnTo>
                    <a:pt x="422168" y="409942"/>
                  </a:lnTo>
                  <a:lnTo>
                    <a:pt x="413186" y="409942"/>
                  </a:lnTo>
                  <a:lnTo>
                    <a:pt x="404203" y="409942"/>
                  </a:lnTo>
                  <a:lnTo>
                    <a:pt x="395221" y="409942"/>
                  </a:lnTo>
                  <a:lnTo>
                    <a:pt x="386239" y="409942"/>
                  </a:lnTo>
                  <a:lnTo>
                    <a:pt x="377256" y="409942"/>
                  </a:lnTo>
                  <a:lnTo>
                    <a:pt x="368274" y="409942"/>
                  </a:lnTo>
                  <a:lnTo>
                    <a:pt x="359292" y="409942"/>
                  </a:lnTo>
                  <a:lnTo>
                    <a:pt x="350310" y="409942"/>
                  </a:lnTo>
                  <a:lnTo>
                    <a:pt x="341327" y="409942"/>
                  </a:lnTo>
                  <a:lnTo>
                    <a:pt x="332345" y="409942"/>
                  </a:lnTo>
                  <a:lnTo>
                    <a:pt x="323363" y="409942"/>
                  </a:lnTo>
                  <a:lnTo>
                    <a:pt x="314380" y="409942"/>
                  </a:lnTo>
                  <a:lnTo>
                    <a:pt x="305398" y="409942"/>
                  </a:lnTo>
                  <a:lnTo>
                    <a:pt x="296416" y="409942"/>
                  </a:lnTo>
                  <a:lnTo>
                    <a:pt x="287433" y="409942"/>
                  </a:lnTo>
                  <a:lnTo>
                    <a:pt x="278451" y="409942"/>
                  </a:lnTo>
                  <a:lnTo>
                    <a:pt x="269469" y="409942"/>
                  </a:lnTo>
                  <a:lnTo>
                    <a:pt x="260486" y="409942"/>
                  </a:lnTo>
                  <a:lnTo>
                    <a:pt x="251504" y="409942"/>
                  </a:lnTo>
                  <a:lnTo>
                    <a:pt x="242522" y="409942"/>
                  </a:lnTo>
                  <a:lnTo>
                    <a:pt x="233540" y="409942"/>
                  </a:lnTo>
                  <a:lnTo>
                    <a:pt x="224557" y="409942"/>
                  </a:lnTo>
                  <a:lnTo>
                    <a:pt x="215575" y="409942"/>
                  </a:lnTo>
                  <a:lnTo>
                    <a:pt x="206593" y="409942"/>
                  </a:lnTo>
                  <a:lnTo>
                    <a:pt x="197610" y="409942"/>
                  </a:lnTo>
                  <a:lnTo>
                    <a:pt x="188628" y="409942"/>
                  </a:lnTo>
                  <a:lnTo>
                    <a:pt x="179646" y="409942"/>
                  </a:lnTo>
                  <a:lnTo>
                    <a:pt x="170663" y="409942"/>
                  </a:lnTo>
                  <a:lnTo>
                    <a:pt x="161681" y="409942"/>
                  </a:lnTo>
                  <a:lnTo>
                    <a:pt x="152699" y="409942"/>
                  </a:lnTo>
                  <a:lnTo>
                    <a:pt x="143716" y="409942"/>
                  </a:lnTo>
                  <a:lnTo>
                    <a:pt x="134734" y="409942"/>
                  </a:lnTo>
                  <a:lnTo>
                    <a:pt x="125752" y="409942"/>
                  </a:lnTo>
                  <a:lnTo>
                    <a:pt x="116770" y="409942"/>
                  </a:lnTo>
                  <a:lnTo>
                    <a:pt x="107787" y="409942"/>
                  </a:lnTo>
                  <a:lnTo>
                    <a:pt x="98805" y="409942"/>
                  </a:lnTo>
                  <a:lnTo>
                    <a:pt x="89823" y="409942"/>
                  </a:lnTo>
                  <a:lnTo>
                    <a:pt x="80840" y="409942"/>
                  </a:lnTo>
                  <a:lnTo>
                    <a:pt x="71858" y="409942"/>
                  </a:lnTo>
                  <a:lnTo>
                    <a:pt x="62876" y="409942"/>
                  </a:lnTo>
                  <a:lnTo>
                    <a:pt x="53893" y="409942"/>
                  </a:lnTo>
                  <a:lnTo>
                    <a:pt x="44911" y="409942"/>
                  </a:lnTo>
                  <a:lnTo>
                    <a:pt x="35929" y="409942"/>
                  </a:lnTo>
                  <a:lnTo>
                    <a:pt x="26946" y="409942"/>
                  </a:lnTo>
                  <a:lnTo>
                    <a:pt x="17964" y="409942"/>
                  </a:lnTo>
                  <a:lnTo>
                    <a:pt x="8982" y="409942"/>
                  </a:lnTo>
                  <a:lnTo>
                    <a:pt x="0" y="409942"/>
                  </a:lnTo>
                  <a:close/>
                </a:path>
              </a:pathLst>
            </a:custGeom>
            <a:solidFill>
              <a:srgbClr val="F6C445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799822" y="1626633"/>
              <a:ext cx="1688674" cy="406179"/>
            </a:xfrm>
            <a:custGeom>
              <a:avLst/>
              <a:pathLst>
                <a:path w="1688674" h="406179">
                  <a:moveTo>
                    <a:pt x="0" y="406179"/>
                  </a:moveTo>
                  <a:lnTo>
                    <a:pt x="8982" y="405672"/>
                  </a:lnTo>
                  <a:lnTo>
                    <a:pt x="17964" y="405123"/>
                  </a:lnTo>
                  <a:lnTo>
                    <a:pt x="26946" y="404528"/>
                  </a:lnTo>
                  <a:lnTo>
                    <a:pt x="35929" y="403876"/>
                  </a:lnTo>
                  <a:lnTo>
                    <a:pt x="44911" y="403157"/>
                  </a:lnTo>
                  <a:lnTo>
                    <a:pt x="53893" y="402372"/>
                  </a:lnTo>
                  <a:lnTo>
                    <a:pt x="62876" y="401520"/>
                  </a:lnTo>
                  <a:lnTo>
                    <a:pt x="71858" y="400604"/>
                  </a:lnTo>
                  <a:lnTo>
                    <a:pt x="80840" y="399631"/>
                  </a:lnTo>
                  <a:lnTo>
                    <a:pt x="89823" y="398608"/>
                  </a:lnTo>
                  <a:lnTo>
                    <a:pt x="98805" y="397543"/>
                  </a:lnTo>
                  <a:lnTo>
                    <a:pt x="107787" y="396442"/>
                  </a:lnTo>
                  <a:lnTo>
                    <a:pt x="116770" y="395305"/>
                  </a:lnTo>
                  <a:lnTo>
                    <a:pt x="125752" y="394130"/>
                  </a:lnTo>
                  <a:lnTo>
                    <a:pt x="134734" y="392909"/>
                  </a:lnTo>
                  <a:lnTo>
                    <a:pt x="143716" y="391628"/>
                  </a:lnTo>
                  <a:lnTo>
                    <a:pt x="152699" y="390270"/>
                  </a:lnTo>
                  <a:lnTo>
                    <a:pt x="161681" y="388811"/>
                  </a:lnTo>
                  <a:lnTo>
                    <a:pt x="170663" y="387233"/>
                  </a:lnTo>
                  <a:lnTo>
                    <a:pt x="179646" y="385529"/>
                  </a:lnTo>
                  <a:lnTo>
                    <a:pt x="188628" y="383697"/>
                  </a:lnTo>
                  <a:lnTo>
                    <a:pt x="197610" y="381745"/>
                  </a:lnTo>
                  <a:lnTo>
                    <a:pt x="206593" y="379684"/>
                  </a:lnTo>
                  <a:lnTo>
                    <a:pt x="215575" y="377530"/>
                  </a:lnTo>
                  <a:lnTo>
                    <a:pt x="224557" y="375293"/>
                  </a:lnTo>
                  <a:lnTo>
                    <a:pt x="233540" y="372978"/>
                  </a:lnTo>
                  <a:lnTo>
                    <a:pt x="242522" y="370571"/>
                  </a:lnTo>
                  <a:lnTo>
                    <a:pt x="251504" y="368046"/>
                  </a:lnTo>
                  <a:lnTo>
                    <a:pt x="260486" y="365358"/>
                  </a:lnTo>
                  <a:lnTo>
                    <a:pt x="269469" y="362455"/>
                  </a:lnTo>
                  <a:lnTo>
                    <a:pt x="278451" y="359283"/>
                  </a:lnTo>
                  <a:lnTo>
                    <a:pt x="287433" y="355774"/>
                  </a:lnTo>
                  <a:lnTo>
                    <a:pt x="296416" y="351925"/>
                  </a:lnTo>
                  <a:lnTo>
                    <a:pt x="305398" y="347761"/>
                  </a:lnTo>
                  <a:lnTo>
                    <a:pt x="314380" y="343332"/>
                  </a:lnTo>
                  <a:lnTo>
                    <a:pt x="323363" y="338714"/>
                  </a:lnTo>
                  <a:lnTo>
                    <a:pt x="332345" y="333994"/>
                  </a:lnTo>
                  <a:lnTo>
                    <a:pt x="341327" y="329255"/>
                  </a:lnTo>
                  <a:lnTo>
                    <a:pt x="350310" y="324560"/>
                  </a:lnTo>
                  <a:lnTo>
                    <a:pt x="359292" y="319938"/>
                  </a:lnTo>
                  <a:lnTo>
                    <a:pt x="368274" y="315380"/>
                  </a:lnTo>
                  <a:lnTo>
                    <a:pt x="377256" y="310843"/>
                  </a:lnTo>
                  <a:lnTo>
                    <a:pt x="386239" y="306253"/>
                  </a:lnTo>
                  <a:lnTo>
                    <a:pt x="395221" y="301529"/>
                  </a:lnTo>
                  <a:lnTo>
                    <a:pt x="404203" y="296582"/>
                  </a:lnTo>
                  <a:lnTo>
                    <a:pt x="413186" y="291325"/>
                  </a:lnTo>
                  <a:lnTo>
                    <a:pt x="422168" y="285729"/>
                  </a:lnTo>
                  <a:lnTo>
                    <a:pt x="431150" y="279765"/>
                  </a:lnTo>
                  <a:lnTo>
                    <a:pt x="440133" y="273408"/>
                  </a:lnTo>
                  <a:lnTo>
                    <a:pt x="449115" y="266636"/>
                  </a:lnTo>
                  <a:lnTo>
                    <a:pt x="458097" y="259424"/>
                  </a:lnTo>
                  <a:lnTo>
                    <a:pt x="467080" y="251745"/>
                  </a:lnTo>
                  <a:lnTo>
                    <a:pt x="476062" y="243583"/>
                  </a:lnTo>
                  <a:lnTo>
                    <a:pt x="485044" y="234938"/>
                  </a:lnTo>
                  <a:lnTo>
                    <a:pt x="494027" y="225837"/>
                  </a:lnTo>
                  <a:lnTo>
                    <a:pt x="503009" y="216335"/>
                  </a:lnTo>
                  <a:lnTo>
                    <a:pt x="511991" y="206516"/>
                  </a:lnTo>
                  <a:lnTo>
                    <a:pt x="520973" y="196482"/>
                  </a:lnTo>
                  <a:lnTo>
                    <a:pt x="529956" y="186343"/>
                  </a:lnTo>
                  <a:lnTo>
                    <a:pt x="538938" y="176215"/>
                  </a:lnTo>
                  <a:lnTo>
                    <a:pt x="547920" y="166189"/>
                  </a:lnTo>
                  <a:lnTo>
                    <a:pt x="556903" y="156341"/>
                  </a:lnTo>
                  <a:lnTo>
                    <a:pt x="565885" y="146742"/>
                  </a:lnTo>
                  <a:lnTo>
                    <a:pt x="574867" y="137460"/>
                  </a:lnTo>
                  <a:lnTo>
                    <a:pt x="583850" y="128569"/>
                  </a:lnTo>
                  <a:lnTo>
                    <a:pt x="592832" y="120141"/>
                  </a:lnTo>
                  <a:lnTo>
                    <a:pt x="601814" y="112233"/>
                  </a:lnTo>
                  <a:lnTo>
                    <a:pt x="610797" y="104884"/>
                  </a:lnTo>
                  <a:lnTo>
                    <a:pt x="619779" y="98097"/>
                  </a:lnTo>
                  <a:lnTo>
                    <a:pt x="628761" y="91838"/>
                  </a:lnTo>
                  <a:lnTo>
                    <a:pt x="637743" y="86042"/>
                  </a:lnTo>
                  <a:lnTo>
                    <a:pt x="646726" y="80628"/>
                  </a:lnTo>
                  <a:lnTo>
                    <a:pt x="655708" y="75535"/>
                  </a:lnTo>
                  <a:lnTo>
                    <a:pt x="664690" y="70680"/>
                  </a:lnTo>
                  <a:lnTo>
                    <a:pt x="673673" y="66039"/>
                  </a:lnTo>
                  <a:lnTo>
                    <a:pt x="682655" y="61613"/>
                  </a:lnTo>
                  <a:lnTo>
                    <a:pt x="691637" y="57406"/>
                  </a:lnTo>
                  <a:lnTo>
                    <a:pt x="700620" y="53413"/>
                  </a:lnTo>
                  <a:lnTo>
                    <a:pt x="709602" y="49599"/>
                  </a:lnTo>
                  <a:lnTo>
                    <a:pt x="718584" y="45897"/>
                  </a:lnTo>
                  <a:lnTo>
                    <a:pt x="727567" y="42208"/>
                  </a:lnTo>
                  <a:lnTo>
                    <a:pt x="736549" y="38423"/>
                  </a:lnTo>
                  <a:lnTo>
                    <a:pt x="745531" y="34443"/>
                  </a:lnTo>
                  <a:lnTo>
                    <a:pt x="754513" y="30209"/>
                  </a:lnTo>
                  <a:lnTo>
                    <a:pt x="763496" y="25720"/>
                  </a:lnTo>
                  <a:lnTo>
                    <a:pt x="772478" y="21053"/>
                  </a:lnTo>
                  <a:lnTo>
                    <a:pt x="781460" y="16384"/>
                  </a:lnTo>
                  <a:lnTo>
                    <a:pt x="790443" y="11939"/>
                  </a:lnTo>
                  <a:lnTo>
                    <a:pt x="799425" y="7949"/>
                  </a:lnTo>
                  <a:lnTo>
                    <a:pt x="808407" y="4628"/>
                  </a:lnTo>
                  <a:lnTo>
                    <a:pt x="817390" y="2142"/>
                  </a:lnTo>
                  <a:lnTo>
                    <a:pt x="826372" y="590"/>
                  </a:lnTo>
                  <a:lnTo>
                    <a:pt x="835354" y="0"/>
                  </a:lnTo>
                  <a:lnTo>
                    <a:pt x="844337" y="331"/>
                  </a:lnTo>
                  <a:lnTo>
                    <a:pt x="853319" y="1497"/>
                  </a:lnTo>
                  <a:lnTo>
                    <a:pt x="862301" y="3382"/>
                  </a:lnTo>
                  <a:lnTo>
                    <a:pt x="871283" y="5862"/>
                  </a:lnTo>
                  <a:lnTo>
                    <a:pt x="880266" y="8817"/>
                  </a:lnTo>
                  <a:lnTo>
                    <a:pt x="889248" y="12133"/>
                  </a:lnTo>
                  <a:lnTo>
                    <a:pt x="898230" y="15710"/>
                  </a:lnTo>
                  <a:lnTo>
                    <a:pt x="907213" y="19407"/>
                  </a:lnTo>
                  <a:lnTo>
                    <a:pt x="916195" y="23090"/>
                  </a:lnTo>
                  <a:lnTo>
                    <a:pt x="925177" y="26629"/>
                  </a:lnTo>
                  <a:lnTo>
                    <a:pt x="934160" y="29908"/>
                  </a:lnTo>
                  <a:lnTo>
                    <a:pt x="943142" y="32851"/>
                  </a:lnTo>
                  <a:lnTo>
                    <a:pt x="952124" y="35443"/>
                  </a:lnTo>
                  <a:lnTo>
                    <a:pt x="961107" y="37746"/>
                  </a:lnTo>
                  <a:lnTo>
                    <a:pt x="970089" y="39902"/>
                  </a:lnTo>
                  <a:lnTo>
                    <a:pt x="979071" y="42118"/>
                  </a:lnTo>
                  <a:lnTo>
                    <a:pt x="988054" y="44643"/>
                  </a:lnTo>
                  <a:lnTo>
                    <a:pt x="997036" y="47728"/>
                  </a:lnTo>
                  <a:lnTo>
                    <a:pt x="1006018" y="51590"/>
                  </a:lnTo>
                  <a:lnTo>
                    <a:pt x="1015000" y="56391"/>
                  </a:lnTo>
                  <a:lnTo>
                    <a:pt x="1023983" y="62256"/>
                  </a:lnTo>
                  <a:lnTo>
                    <a:pt x="1032965" y="69064"/>
                  </a:lnTo>
                  <a:lnTo>
                    <a:pt x="1041947" y="76698"/>
                  </a:lnTo>
                  <a:lnTo>
                    <a:pt x="1050930" y="85006"/>
                  </a:lnTo>
                  <a:lnTo>
                    <a:pt x="1059912" y="93823"/>
                  </a:lnTo>
                  <a:lnTo>
                    <a:pt x="1068894" y="103001"/>
                  </a:lnTo>
                  <a:lnTo>
                    <a:pt x="1077877" y="112424"/>
                  </a:lnTo>
                  <a:lnTo>
                    <a:pt x="1086859" y="122004"/>
                  </a:lnTo>
                  <a:lnTo>
                    <a:pt x="1095841" y="131680"/>
                  </a:lnTo>
                  <a:lnTo>
                    <a:pt x="1104824" y="141399"/>
                  </a:lnTo>
                  <a:lnTo>
                    <a:pt x="1113806" y="151109"/>
                  </a:lnTo>
                  <a:lnTo>
                    <a:pt x="1122788" y="160746"/>
                  </a:lnTo>
                  <a:lnTo>
                    <a:pt x="1131770" y="170230"/>
                  </a:lnTo>
                  <a:lnTo>
                    <a:pt x="1140753" y="179464"/>
                  </a:lnTo>
                  <a:lnTo>
                    <a:pt x="1149735" y="188361"/>
                  </a:lnTo>
                  <a:lnTo>
                    <a:pt x="1158717" y="196880"/>
                  </a:lnTo>
                  <a:lnTo>
                    <a:pt x="1167700" y="205000"/>
                  </a:lnTo>
                  <a:lnTo>
                    <a:pt x="1176682" y="212729"/>
                  </a:lnTo>
                  <a:lnTo>
                    <a:pt x="1185664" y="220092"/>
                  </a:lnTo>
                  <a:lnTo>
                    <a:pt x="1194647" y="227125"/>
                  </a:lnTo>
                  <a:lnTo>
                    <a:pt x="1203629" y="233861"/>
                  </a:lnTo>
                  <a:lnTo>
                    <a:pt x="1212611" y="240323"/>
                  </a:lnTo>
                  <a:lnTo>
                    <a:pt x="1221594" y="246520"/>
                  </a:lnTo>
                  <a:lnTo>
                    <a:pt x="1230576" y="252456"/>
                  </a:lnTo>
                  <a:lnTo>
                    <a:pt x="1239558" y="258129"/>
                  </a:lnTo>
                  <a:lnTo>
                    <a:pt x="1248540" y="263548"/>
                  </a:lnTo>
                  <a:lnTo>
                    <a:pt x="1257523" y="268732"/>
                  </a:lnTo>
                  <a:lnTo>
                    <a:pt x="1266505" y="273706"/>
                  </a:lnTo>
                  <a:lnTo>
                    <a:pt x="1275487" y="278541"/>
                  </a:lnTo>
                  <a:lnTo>
                    <a:pt x="1284470" y="283292"/>
                  </a:lnTo>
                  <a:lnTo>
                    <a:pt x="1293452" y="288012"/>
                  </a:lnTo>
                  <a:lnTo>
                    <a:pt x="1302434" y="292742"/>
                  </a:lnTo>
                  <a:lnTo>
                    <a:pt x="1311417" y="297508"/>
                  </a:lnTo>
                  <a:lnTo>
                    <a:pt x="1320399" y="302324"/>
                  </a:lnTo>
                  <a:lnTo>
                    <a:pt x="1329381" y="307193"/>
                  </a:lnTo>
                  <a:lnTo>
                    <a:pt x="1338364" y="312108"/>
                  </a:lnTo>
                  <a:lnTo>
                    <a:pt x="1347346" y="317054"/>
                  </a:lnTo>
                  <a:lnTo>
                    <a:pt x="1356328" y="322011"/>
                  </a:lnTo>
                  <a:lnTo>
                    <a:pt x="1365310" y="326951"/>
                  </a:lnTo>
                  <a:lnTo>
                    <a:pt x="1374293" y="331838"/>
                  </a:lnTo>
                  <a:lnTo>
                    <a:pt x="1383275" y="336626"/>
                  </a:lnTo>
                  <a:lnTo>
                    <a:pt x="1392257" y="341253"/>
                  </a:lnTo>
                  <a:lnTo>
                    <a:pt x="1401240" y="345682"/>
                  </a:lnTo>
                  <a:lnTo>
                    <a:pt x="1410222" y="349880"/>
                  </a:lnTo>
                  <a:lnTo>
                    <a:pt x="1419204" y="353828"/>
                  </a:lnTo>
                  <a:lnTo>
                    <a:pt x="1428187" y="357529"/>
                  </a:lnTo>
                  <a:lnTo>
                    <a:pt x="1437169" y="361001"/>
                  </a:lnTo>
                  <a:lnTo>
                    <a:pt x="1446151" y="364276"/>
                  </a:lnTo>
                  <a:lnTo>
                    <a:pt x="1455134" y="367390"/>
                  </a:lnTo>
                  <a:lnTo>
                    <a:pt x="1464116" y="370378"/>
                  </a:lnTo>
                  <a:lnTo>
                    <a:pt x="1473098" y="373265"/>
                  </a:lnTo>
                  <a:lnTo>
                    <a:pt x="1482081" y="376063"/>
                  </a:lnTo>
                  <a:lnTo>
                    <a:pt x="1491063" y="378767"/>
                  </a:lnTo>
                  <a:lnTo>
                    <a:pt x="1500045" y="381359"/>
                  </a:lnTo>
                  <a:lnTo>
                    <a:pt x="1509027" y="383800"/>
                  </a:lnTo>
                  <a:lnTo>
                    <a:pt x="1518010" y="386057"/>
                  </a:lnTo>
                  <a:lnTo>
                    <a:pt x="1526992" y="388106"/>
                  </a:lnTo>
                  <a:lnTo>
                    <a:pt x="1535974" y="389928"/>
                  </a:lnTo>
                  <a:lnTo>
                    <a:pt x="1544957" y="391520"/>
                  </a:lnTo>
                  <a:lnTo>
                    <a:pt x="1553939" y="392894"/>
                  </a:lnTo>
                  <a:lnTo>
                    <a:pt x="1562921" y="394076"/>
                  </a:lnTo>
                  <a:lnTo>
                    <a:pt x="1571904" y="395105"/>
                  </a:lnTo>
                  <a:lnTo>
                    <a:pt x="1580886" y="396023"/>
                  </a:lnTo>
                  <a:lnTo>
                    <a:pt x="1589868" y="396877"/>
                  </a:lnTo>
                  <a:lnTo>
                    <a:pt x="1598851" y="397708"/>
                  </a:lnTo>
                  <a:lnTo>
                    <a:pt x="1607833" y="398545"/>
                  </a:lnTo>
                  <a:lnTo>
                    <a:pt x="1616815" y="399406"/>
                  </a:lnTo>
                  <a:lnTo>
                    <a:pt x="1625797" y="400296"/>
                  </a:lnTo>
                  <a:lnTo>
                    <a:pt x="1634780" y="401207"/>
                  </a:lnTo>
                  <a:lnTo>
                    <a:pt x="1643762" y="402117"/>
                  </a:lnTo>
                  <a:lnTo>
                    <a:pt x="1652744" y="403005"/>
                  </a:lnTo>
                  <a:lnTo>
                    <a:pt x="1661727" y="403850"/>
                  </a:lnTo>
                  <a:lnTo>
                    <a:pt x="1670709" y="404633"/>
                  </a:lnTo>
                  <a:lnTo>
                    <a:pt x="1679691" y="405341"/>
                  </a:lnTo>
                  <a:lnTo>
                    <a:pt x="1688674" y="405967"/>
                  </a:lnTo>
                </a:path>
              </a:pathLst>
            </a:custGeom>
            <a:ln w="8130" cap="rnd">
              <a:solidFill>
                <a:srgbClr val="F6C4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8458495" y="1763463"/>
              <a:ext cx="2541993" cy="273112"/>
            </a:xfrm>
            <a:custGeom>
              <a:avLst/>
              <a:pathLst>
                <a:path w="2541993" h="273112">
                  <a:moveTo>
                    <a:pt x="0" y="269134"/>
                  </a:moveTo>
                  <a:lnTo>
                    <a:pt x="8982" y="268585"/>
                  </a:lnTo>
                  <a:lnTo>
                    <a:pt x="17964" y="267987"/>
                  </a:lnTo>
                  <a:lnTo>
                    <a:pt x="26946" y="267354"/>
                  </a:lnTo>
                  <a:lnTo>
                    <a:pt x="35929" y="266701"/>
                  </a:lnTo>
                  <a:lnTo>
                    <a:pt x="44911" y="266044"/>
                  </a:lnTo>
                  <a:lnTo>
                    <a:pt x="53893" y="265403"/>
                  </a:lnTo>
                  <a:lnTo>
                    <a:pt x="62876" y="264799"/>
                  </a:lnTo>
                  <a:lnTo>
                    <a:pt x="71858" y="264253"/>
                  </a:lnTo>
                  <a:lnTo>
                    <a:pt x="80840" y="263782"/>
                  </a:lnTo>
                  <a:lnTo>
                    <a:pt x="89823" y="263397"/>
                  </a:lnTo>
                  <a:lnTo>
                    <a:pt x="98805" y="263098"/>
                  </a:lnTo>
                  <a:lnTo>
                    <a:pt x="107787" y="262874"/>
                  </a:lnTo>
                  <a:lnTo>
                    <a:pt x="116770" y="262707"/>
                  </a:lnTo>
                  <a:lnTo>
                    <a:pt x="125752" y="262571"/>
                  </a:lnTo>
                  <a:lnTo>
                    <a:pt x="134734" y="262436"/>
                  </a:lnTo>
                  <a:lnTo>
                    <a:pt x="143716" y="262276"/>
                  </a:lnTo>
                  <a:lnTo>
                    <a:pt x="152699" y="262076"/>
                  </a:lnTo>
                  <a:lnTo>
                    <a:pt x="161681" y="261833"/>
                  </a:lnTo>
                  <a:lnTo>
                    <a:pt x="170663" y="261552"/>
                  </a:lnTo>
                  <a:lnTo>
                    <a:pt x="179646" y="261246"/>
                  </a:lnTo>
                  <a:lnTo>
                    <a:pt x="188628" y="260925"/>
                  </a:lnTo>
                  <a:lnTo>
                    <a:pt x="197610" y="260597"/>
                  </a:lnTo>
                  <a:lnTo>
                    <a:pt x="206593" y="260259"/>
                  </a:lnTo>
                  <a:lnTo>
                    <a:pt x="215575" y="259899"/>
                  </a:lnTo>
                  <a:lnTo>
                    <a:pt x="224557" y="259492"/>
                  </a:lnTo>
                  <a:lnTo>
                    <a:pt x="233540" y="259006"/>
                  </a:lnTo>
                  <a:lnTo>
                    <a:pt x="242522" y="258402"/>
                  </a:lnTo>
                  <a:lnTo>
                    <a:pt x="251504" y="257645"/>
                  </a:lnTo>
                  <a:lnTo>
                    <a:pt x="260486" y="256693"/>
                  </a:lnTo>
                  <a:lnTo>
                    <a:pt x="269469" y="255527"/>
                  </a:lnTo>
                  <a:lnTo>
                    <a:pt x="278451" y="254147"/>
                  </a:lnTo>
                  <a:lnTo>
                    <a:pt x="287433" y="252554"/>
                  </a:lnTo>
                  <a:lnTo>
                    <a:pt x="296416" y="250758"/>
                  </a:lnTo>
                  <a:lnTo>
                    <a:pt x="305398" y="248777"/>
                  </a:lnTo>
                  <a:lnTo>
                    <a:pt x="314380" y="246633"/>
                  </a:lnTo>
                  <a:lnTo>
                    <a:pt x="323363" y="244352"/>
                  </a:lnTo>
                  <a:lnTo>
                    <a:pt x="332345" y="241962"/>
                  </a:lnTo>
                  <a:lnTo>
                    <a:pt x="341327" y="239492"/>
                  </a:lnTo>
                  <a:lnTo>
                    <a:pt x="350310" y="236973"/>
                  </a:lnTo>
                  <a:lnTo>
                    <a:pt x="359292" y="234436"/>
                  </a:lnTo>
                  <a:lnTo>
                    <a:pt x="368274" y="231907"/>
                  </a:lnTo>
                  <a:lnTo>
                    <a:pt x="377256" y="229412"/>
                  </a:lnTo>
                  <a:lnTo>
                    <a:pt x="386239" y="226977"/>
                  </a:lnTo>
                  <a:lnTo>
                    <a:pt x="395221" y="224616"/>
                  </a:lnTo>
                  <a:lnTo>
                    <a:pt x="404203" y="222340"/>
                  </a:lnTo>
                  <a:lnTo>
                    <a:pt x="413186" y="220158"/>
                  </a:lnTo>
                  <a:lnTo>
                    <a:pt x="422168" y="218073"/>
                  </a:lnTo>
                  <a:lnTo>
                    <a:pt x="431150" y="216087"/>
                  </a:lnTo>
                  <a:lnTo>
                    <a:pt x="440133" y="214192"/>
                  </a:lnTo>
                  <a:lnTo>
                    <a:pt x="449115" y="212373"/>
                  </a:lnTo>
                  <a:lnTo>
                    <a:pt x="458097" y="210605"/>
                  </a:lnTo>
                  <a:lnTo>
                    <a:pt x="467080" y="208858"/>
                  </a:lnTo>
                  <a:lnTo>
                    <a:pt x="476062" y="207095"/>
                  </a:lnTo>
                  <a:lnTo>
                    <a:pt x="485044" y="205280"/>
                  </a:lnTo>
                  <a:lnTo>
                    <a:pt x="494027" y="203383"/>
                  </a:lnTo>
                  <a:lnTo>
                    <a:pt x="503009" y="201383"/>
                  </a:lnTo>
                  <a:lnTo>
                    <a:pt x="511991" y="199275"/>
                  </a:lnTo>
                  <a:lnTo>
                    <a:pt x="520973" y="197073"/>
                  </a:lnTo>
                  <a:lnTo>
                    <a:pt x="529956" y="194788"/>
                  </a:lnTo>
                  <a:lnTo>
                    <a:pt x="538938" y="192425"/>
                  </a:lnTo>
                  <a:lnTo>
                    <a:pt x="547920" y="189975"/>
                  </a:lnTo>
                  <a:lnTo>
                    <a:pt x="556903" y="187417"/>
                  </a:lnTo>
                  <a:lnTo>
                    <a:pt x="565885" y="184720"/>
                  </a:lnTo>
                  <a:lnTo>
                    <a:pt x="574867" y="181850"/>
                  </a:lnTo>
                  <a:lnTo>
                    <a:pt x="583850" y="178785"/>
                  </a:lnTo>
                  <a:lnTo>
                    <a:pt x="592832" y="175523"/>
                  </a:lnTo>
                  <a:lnTo>
                    <a:pt x="601814" y="172096"/>
                  </a:lnTo>
                  <a:lnTo>
                    <a:pt x="610797" y="168568"/>
                  </a:lnTo>
                  <a:lnTo>
                    <a:pt x="619779" y="165035"/>
                  </a:lnTo>
                  <a:lnTo>
                    <a:pt x="628761" y="161628"/>
                  </a:lnTo>
                  <a:lnTo>
                    <a:pt x="637743" y="158471"/>
                  </a:lnTo>
                  <a:lnTo>
                    <a:pt x="646726" y="155657"/>
                  </a:lnTo>
                  <a:lnTo>
                    <a:pt x="655708" y="153246"/>
                  </a:lnTo>
                  <a:lnTo>
                    <a:pt x="664690" y="151261"/>
                  </a:lnTo>
                  <a:lnTo>
                    <a:pt x="673673" y="149679"/>
                  </a:lnTo>
                  <a:lnTo>
                    <a:pt x="682655" y="148438"/>
                  </a:lnTo>
                  <a:lnTo>
                    <a:pt x="691637" y="147443"/>
                  </a:lnTo>
                  <a:lnTo>
                    <a:pt x="700620" y="146575"/>
                  </a:lnTo>
                  <a:lnTo>
                    <a:pt x="709602" y="145706"/>
                  </a:lnTo>
                  <a:lnTo>
                    <a:pt x="718584" y="144714"/>
                  </a:lnTo>
                  <a:lnTo>
                    <a:pt x="727567" y="143499"/>
                  </a:lnTo>
                  <a:lnTo>
                    <a:pt x="736549" y="141994"/>
                  </a:lnTo>
                  <a:lnTo>
                    <a:pt x="745531" y="140172"/>
                  </a:lnTo>
                  <a:lnTo>
                    <a:pt x="754513" y="138046"/>
                  </a:lnTo>
                  <a:lnTo>
                    <a:pt x="763496" y="135708"/>
                  </a:lnTo>
                  <a:lnTo>
                    <a:pt x="772478" y="133239"/>
                  </a:lnTo>
                  <a:lnTo>
                    <a:pt x="781460" y="130713"/>
                  </a:lnTo>
                  <a:lnTo>
                    <a:pt x="790443" y="128176"/>
                  </a:lnTo>
                  <a:lnTo>
                    <a:pt x="799425" y="125634"/>
                  </a:lnTo>
                  <a:lnTo>
                    <a:pt x="808407" y="123047"/>
                  </a:lnTo>
                  <a:lnTo>
                    <a:pt x="817390" y="120339"/>
                  </a:lnTo>
                  <a:lnTo>
                    <a:pt x="826372" y="117417"/>
                  </a:lnTo>
                  <a:lnTo>
                    <a:pt x="835354" y="114191"/>
                  </a:lnTo>
                  <a:lnTo>
                    <a:pt x="844337" y="110607"/>
                  </a:lnTo>
                  <a:lnTo>
                    <a:pt x="853319" y="106663"/>
                  </a:lnTo>
                  <a:lnTo>
                    <a:pt x="862301" y="102420"/>
                  </a:lnTo>
                  <a:lnTo>
                    <a:pt x="871283" y="98007"/>
                  </a:lnTo>
                  <a:lnTo>
                    <a:pt x="880266" y="93619"/>
                  </a:lnTo>
                  <a:lnTo>
                    <a:pt x="889248" y="89433"/>
                  </a:lnTo>
                  <a:lnTo>
                    <a:pt x="898230" y="85582"/>
                  </a:lnTo>
                  <a:lnTo>
                    <a:pt x="907213" y="82129"/>
                  </a:lnTo>
                  <a:lnTo>
                    <a:pt x="916195" y="79054"/>
                  </a:lnTo>
                  <a:lnTo>
                    <a:pt x="925177" y="76258"/>
                  </a:lnTo>
                  <a:lnTo>
                    <a:pt x="934160" y="73585"/>
                  </a:lnTo>
                  <a:lnTo>
                    <a:pt x="943142" y="70856"/>
                  </a:lnTo>
                  <a:lnTo>
                    <a:pt x="952124" y="67908"/>
                  </a:lnTo>
                  <a:lnTo>
                    <a:pt x="961107" y="64629"/>
                  </a:lnTo>
                  <a:lnTo>
                    <a:pt x="970089" y="60978"/>
                  </a:lnTo>
                  <a:lnTo>
                    <a:pt x="979071" y="56998"/>
                  </a:lnTo>
                  <a:lnTo>
                    <a:pt x="988054" y="52793"/>
                  </a:lnTo>
                  <a:lnTo>
                    <a:pt x="997036" y="48517"/>
                  </a:lnTo>
                  <a:lnTo>
                    <a:pt x="1006018" y="44333"/>
                  </a:lnTo>
                  <a:lnTo>
                    <a:pt x="1015000" y="40352"/>
                  </a:lnTo>
                  <a:lnTo>
                    <a:pt x="1023983" y="36635"/>
                  </a:lnTo>
                  <a:lnTo>
                    <a:pt x="1032965" y="33203"/>
                  </a:lnTo>
                  <a:lnTo>
                    <a:pt x="1041947" y="30045"/>
                  </a:lnTo>
                  <a:lnTo>
                    <a:pt x="1050930" y="27133"/>
                  </a:lnTo>
                  <a:lnTo>
                    <a:pt x="1059912" y="24442"/>
                  </a:lnTo>
                  <a:lnTo>
                    <a:pt x="1068894" y="21957"/>
                  </a:lnTo>
                  <a:lnTo>
                    <a:pt x="1077877" y="19671"/>
                  </a:lnTo>
                  <a:lnTo>
                    <a:pt x="1086859" y="17580"/>
                  </a:lnTo>
                  <a:lnTo>
                    <a:pt x="1095841" y="15671"/>
                  </a:lnTo>
                  <a:lnTo>
                    <a:pt x="1104824" y="13913"/>
                  </a:lnTo>
                  <a:lnTo>
                    <a:pt x="1113806" y="12254"/>
                  </a:lnTo>
                  <a:lnTo>
                    <a:pt x="1122788" y="10623"/>
                  </a:lnTo>
                  <a:lnTo>
                    <a:pt x="1131770" y="8961"/>
                  </a:lnTo>
                  <a:lnTo>
                    <a:pt x="1140753" y="7245"/>
                  </a:lnTo>
                  <a:lnTo>
                    <a:pt x="1149735" y="5501"/>
                  </a:lnTo>
                  <a:lnTo>
                    <a:pt x="1158717" y="3802"/>
                  </a:lnTo>
                  <a:lnTo>
                    <a:pt x="1167700" y="2264"/>
                  </a:lnTo>
                  <a:lnTo>
                    <a:pt x="1176682" y="1029"/>
                  </a:lnTo>
                  <a:lnTo>
                    <a:pt x="1185664" y="235"/>
                  </a:lnTo>
                  <a:lnTo>
                    <a:pt x="1194647" y="0"/>
                  </a:lnTo>
                  <a:lnTo>
                    <a:pt x="1203629" y="395"/>
                  </a:lnTo>
                  <a:lnTo>
                    <a:pt x="1212611" y="1443"/>
                  </a:lnTo>
                  <a:lnTo>
                    <a:pt x="1221594" y="3116"/>
                  </a:lnTo>
                  <a:lnTo>
                    <a:pt x="1230576" y="5339"/>
                  </a:lnTo>
                  <a:lnTo>
                    <a:pt x="1239558" y="8028"/>
                  </a:lnTo>
                  <a:lnTo>
                    <a:pt x="1248540" y="11025"/>
                  </a:lnTo>
                  <a:lnTo>
                    <a:pt x="1257523" y="14184"/>
                  </a:lnTo>
                  <a:lnTo>
                    <a:pt x="1266505" y="17364"/>
                  </a:lnTo>
                  <a:lnTo>
                    <a:pt x="1275487" y="20425"/>
                  </a:lnTo>
                  <a:lnTo>
                    <a:pt x="1284470" y="23240"/>
                  </a:lnTo>
                  <a:lnTo>
                    <a:pt x="1293452" y="25703"/>
                  </a:lnTo>
                  <a:lnTo>
                    <a:pt x="1302434" y="27747"/>
                  </a:lnTo>
                  <a:lnTo>
                    <a:pt x="1311417" y="29359"/>
                  </a:lnTo>
                  <a:lnTo>
                    <a:pt x="1320399" y="30586"/>
                  </a:lnTo>
                  <a:lnTo>
                    <a:pt x="1329381" y="31530"/>
                  </a:lnTo>
                  <a:lnTo>
                    <a:pt x="1338364" y="32331"/>
                  </a:lnTo>
                  <a:lnTo>
                    <a:pt x="1347346" y="33138"/>
                  </a:lnTo>
                  <a:lnTo>
                    <a:pt x="1356328" y="34073"/>
                  </a:lnTo>
                  <a:lnTo>
                    <a:pt x="1365310" y="35201"/>
                  </a:lnTo>
                  <a:lnTo>
                    <a:pt x="1374293" y="36464"/>
                  </a:lnTo>
                  <a:lnTo>
                    <a:pt x="1383275" y="37742"/>
                  </a:lnTo>
                  <a:lnTo>
                    <a:pt x="1392257" y="38875"/>
                  </a:lnTo>
                  <a:lnTo>
                    <a:pt x="1401240" y="39712"/>
                  </a:lnTo>
                  <a:lnTo>
                    <a:pt x="1410222" y="40150"/>
                  </a:lnTo>
                  <a:lnTo>
                    <a:pt x="1419204" y="40177"/>
                  </a:lnTo>
                  <a:lnTo>
                    <a:pt x="1428187" y="39882"/>
                  </a:lnTo>
                  <a:lnTo>
                    <a:pt x="1437169" y="39449"/>
                  </a:lnTo>
                  <a:lnTo>
                    <a:pt x="1446151" y="39130"/>
                  </a:lnTo>
                  <a:lnTo>
                    <a:pt x="1455134" y="39204"/>
                  </a:lnTo>
                  <a:lnTo>
                    <a:pt x="1464116" y="39923"/>
                  </a:lnTo>
                  <a:lnTo>
                    <a:pt x="1473098" y="41475"/>
                  </a:lnTo>
                  <a:lnTo>
                    <a:pt x="1482081" y="43984"/>
                  </a:lnTo>
                  <a:lnTo>
                    <a:pt x="1491063" y="47408"/>
                  </a:lnTo>
                  <a:lnTo>
                    <a:pt x="1500045" y="51551"/>
                  </a:lnTo>
                  <a:lnTo>
                    <a:pt x="1509027" y="56189"/>
                  </a:lnTo>
                  <a:lnTo>
                    <a:pt x="1518010" y="61060"/>
                  </a:lnTo>
                  <a:lnTo>
                    <a:pt x="1526992" y="65897"/>
                  </a:lnTo>
                  <a:lnTo>
                    <a:pt x="1535974" y="70461"/>
                  </a:lnTo>
                  <a:lnTo>
                    <a:pt x="1544957" y="74565"/>
                  </a:lnTo>
                  <a:lnTo>
                    <a:pt x="1553939" y="78087"/>
                  </a:lnTo>
                  <a:lnTo>
                    <a:pt x="1562921" y="80982"/>
                  </a:lnTo>
                  <a:lnTo>
                    <a:pt x="1571904" y="83272"/>
                  </a:lnTo>
                  <a:lnTo>
                    <a:pt x="1580886" y="85034"/>
                  </a:lnTo>
                  <a:lnTo>
                    <a:pt x="1589868" y="86383"/>
                  </a:lnTo>
                  <a:lnTo>
                    <a:pt x="1598851" y="87444"/>
                  </a:lnTo>
                  <a:lnTo>
                    <a:pt x="1607833" y="88328"/>
                  </a:lnTo>
                  <a:lnTo>
                    <a:pt x="1616815" y="89146"/>
                  </a:lnTo>
                  <a:lnTo>
                    <a:pt x="1625797" y="89966"/>
                  </a:lnTo>
                  <a:lnTo>
                    <a:pt x="1634780" y="90837"/>
                  </a:lnTo>
                  <a:lnTo>
                    <a:pt x="1643762" y="91815"/>
                  </a:lnTo>
                  <a:lnTo>
                    <a:pt x="1652744" y="92963"/>
                  </a:lnTo>
                  <a:lnTo>
                    <a:pt x="1661727" y="94363"/>
                  </a:lnTo>
                  <a:lnTo>
                    <a:pt x="1670709" y="96114"/>
                  </a:lnTo>
                  <a:lnTo>
                    <a:pt x="1679691" y="98316"/>
                  </a:lnTo>
                  <a:lnTo>
                    <a:pt x="1688674" y="101057"/>
                  </a:lnTo>
                  <a:lnTo>
                    <a:pt x="1697656" y="104395"/>
                  </a:lnTo>
                  <a:lnTo>
                    <a:pt x="1706638" y="108340"/>
                  </a:lnTo>
                  <a:lnTo>
                    <a:pt x="1715621" y="112844"/>
                  </a:lnTo>
                  <a:lnTo>
                    <a:pt x="1724603" y="117813"/>
                  </a:lnTo>
                  <a:lnTo>
                    <a:pt x="1733585" y="123094"/>
                  </a:lnTo>
                  <a:lnTo>
                    <a:pt x="1742567" y="128489"/>
                  </a:lnTo>
                  <a:lnTo>
                    <a:pt x="1751550" y="133841"/>
                  </a:lnTo>
                  <a:lnTo>
                    <a:pt x="1760532" y="139023"/>
                  </a:lnTo>
                  <a:lnTo>
                    <a:pt x="1769514" y="143954"/>
                  </a:lnTo>
                  <a:lnTo>
                    <a:pt x="1778497" y="148600"/>
                  </a:lnTo>
                  <a:lnTo>
                    <a:pt x="1787479" y="152968"/>
                  </a:lnTo>
                  <a:lnTo>
                    <a:pt x="1796461" y="157097"/>
                  </a:lnTo>
                  <a:lnTo>
                    <a:pt x="1805444" y="161036"/>
                  </a:lnTo>
                  <a:lnTo>
                    <a:pt x="1814426" y="164833"/>
                  </a:lnTo>
                  <a:lnTo>
                    <a:pt x="1823408" y="168519"/>
                  </a:lnTo>
                  <a:lnTo>
                    <a:pt x="1832391" y="172105"/>
                  </a:lnTo>
                  <a:lnTo>
                    <a:pt x="1841373" y="175577"/>
                  </a:lnTo>
                  <a:lnTo>
                    <a:pt x="1850355" y="178896"/>
                  </a:lnTo>
                  <a:lnTo>
                    <a:pt x="1859337" y="182024"/>
                  </a:lnTo>
                  <a:lnTo>
                    <a:pt x="1868320" y="184931"/>
                  </a:lnTo>
                  <a:lnTo>
                    <a:pt x="1877302" y="187599"/>
                  </a:lnTo>
                  <a:lnTo>
                    <a:pt x="1886284" y="190028"/>
                  </a:lnTo>
                  <a:lnTo>
                    <a:pt x="1895267" y="192235"/>
                  </a:lnTo>
                  <a:lnTo>
                    <a:pt x="1904249" y="194257"/>
                  </a:lnTo>
                  <a:lnTo>
                    <a:pt x="1913231" y="196148"/>
                  </a:lnTo>
                  <a:lnTo>
                    <a:pt x="1922214" y="197967"/>
                  </a:lnTo>
                  <a:lnTo>
                    <a:pt x="1931196" y="199776"/>
                  </a:lnTo>
                  <a:lnTo>
                    <a:pt x="1940178" y="201634"/>
                  </a:lnTo>
                  <a:lnTo>
                    <a:pt x="1949161" y="203581"/>
                  </a:lnTo>
                  <a:lnTo>
                    <a:pt x="1958143" y="205644"/>
                  </a:lnTo>
                  <a:lnTo>
                    <a:pt x="1967125" y="207827"/>
                  </a:lnTo>
                  <a:lnTo>
                    <a:pt x="1976108" y="210117"/>
                  </a:lnTo>
                  <a:lnTo>
                    <a:pt x="1985090" y="212471"/>
                  </a:lnTo>
                  <a:lnTo>
                    <a:pt x="1994072" y="214848"/>
                  </a:lnTo>
                  <a:lnTo>
                    <a:pt x="2003054" y="217210"/>
                  </a:lnTo>
                  <a:lnTo>
                    <a:pt x="2012037" y="219524"/>
                  </a:lnTo>
                  <a:lnTo>
                    <a:pt x="2021019" y="221765"/>
                  </a:lnTo>
                  <a:lnTo>
                    <a:pt x="2030001" y="223918"/>
                  </a:lnTo>
                  <a:lnTo>
                    <a:pt x="2038984" y="225973"/>
                  </a:lnTo>
                  <a:lnTo>
                    <a:pt x="2047966" y="227929"/>
                  </a:lnTo>
                  <a:lnTo>
                    <a:pt x="2056948" y="229783"/>
                  </a:lnTo>
                  <a:lnTo>
                    <a:pt x="2065931" y="231537"/>
                  </a:lnTo>
                  <a:lnTo>
                    <a:pt x="2074913" y="233187"/>
                  </a:lnTo>
                  <a:lnTo>
                    <a:pt x="2083895" y="234732"/>
                  </a:lnTo>
                  <a:lnTo>
                    <a:pt x="2092878" y="236164"/>
                  </a:lnTo>
                  <a:lnTo>
                    <a:pt x="2101860" y="237480"/>
                  </a:lnTo>
                  <a:lnTo>
                    <a:pt x="2110842" y="238683"/>
                  </a:lnTo>
                  <a:lnTo>
                    <a:pt x="2119824" y="239777"/>
                  </a:lnTo>
                  <a:lnTo>
                    <a:pt x="2128807" y="240770"/>
                  </a:lnTo>
                  <a:lnTo>
                    <a:pt x="2137789" y="241674"/>
                  </a:lnTo>
                  <a:lnTo>
                    <a:pt x="2146771" y="242510"/>
                  </a:lnTo>
                  <a:lnTo>
                    <a:pt x="2155754" y="243303"/>
                  </a:lnTo>
                  <a:lnTo>
                    <a:pt x="2164736" y="244083"/>
                  </a:lnTo>
                  <a:lnTo>
                    <a:pt x="2173718" y="244882"/>
                  </a:lnTo>
                  <a:lnTo>
                    <a:pt x="2182701" y="245730"/>
                  </a:lnTo>
                  <a:lnTo>
                    <a:pt x="2191683" y="246651"/>
                  </a:lnTo>
                  <a:lnTo>
                    <a:pt x="2200665" y="247656"/>
                  </a:lnTo>
                  <a:lnTo>
                    <a:pt x="2209648" y="248745"/>
                  </a:lnTo>
                  <a:lnTo>
                    <a:pt x="2218630" y="249901"/>
                  </a:lnTo>
                  <a:lnTo>
                    <a:pt x="2227612" y="251081"/>
                  </a:lnTo>
                  <a:lnTo>
                    <a:pt x="2236594" y="252240"/>
                  </a:lnTo>
                  <a:lnTo>
                    <a:pt x="2245577" y="253331"/>
                  </a:lnTo>
                  <a:lnTo>
                    <a:pt x="2254559" y="254312"/>
                  </a:lnTo>
                  <a:lnTo>
                    <a:pt x="2263541" y="255153"/>
                  </a:lnTo>
                  <a:lnTo>
                    <a:pt x="2272524" y="255842"/>
                  </a:lnTo>
                  <a:lnTo>
                    <a:pt x="2281506" y="256381"/>
                  </a:lnTo>
                  <a:lnTo>
                    <a:pt x="2290488" y="256789"/>
                  </a:lnTo>
                  <a:lnTo>
                    <a:pt x="2299471" y="257099"/>
                  </a:lnTo>
                  <a:lnTo>
                    <a:pt x="2308453" y="257351"/>
                  </a:lnTo>
                  <a:lnTo>
                    <a:pt x="2317435" y="257590"/>
                  </a:lnTo>
                  <a:lnTo>
                    <a:pt x="2326418" y="257857"/>
                  </a:lnTo>
                  <a:lnTo>
                    <a:pt x="2335400" y="258189"/>
                  </a:lnTo>
                  <a:lnTo>
                    <a:pt x="2344382" y="258616"/>
                  </a:lnTo>
                  <a:lnTo>
                    <a:pt x="2353364" y="259144"/>
                  </a:lnTo>
                  <a:lnTo>
                    <a:pt x="2362347" y="259771"/>
                  </a:lnTo>
                  <a:lnTo>
                    <a:pt x="2371329" y="260486"/>
                  </a:lnTo>
                  <a:lnTo>
                    <a:pt x="2380311" y="261269"/>
                  </a:lnTo>
                  <a:lnTo>
                    <a:pt x="2389294" y="262096"/>
                  </a:lnTo>
                  <a:lnTo>
                    <a:pt x="2398276" y="262940"/>
                  </a:lnTo>
                  <a:lnTo>
                    <a:pt x="2407258" y="263773"/>
                  </a:lnTo>
                  <a:lnTo>
                    <a:pt x="2416241" y="264569"/>
                  </a:lnTo>
                  <a:lnTo>
                    <a:pt x="2425223" y="265306"/>
                  </a:lnTo>
                  <a:lnTo>
                    <a:pt x="2434205" y="265966"/>
                  </a:lnTo>
                  <a:lnTo>
                    <a:pt x="2443188" y="266538"/>
                  </a:lnTo>
                  <a:lnTo>
                    <a:pt x="2452170" y="267016"/>
                  </a:lnTo>
                  <a:lnTo>
                    <a:pt x="2461152" y="267400"/>
                  </a:lnTo>
                  <a:lnTo>
                    <a:pt x="2470135" y="267704"/>
                  </a:lnTo>
                  <a:lnTo>
                    <a:pt x="2479117" y="267949"/>
                  </a:lnTo>
                  <a:lnTo>
                    <a:pt x="2488099" y="268155"/>
                  </a:lnTo>
                  <a:lnTo>
                    <a:pt x="2497081" y="268345"/>
                  </a:lnTo>
                  <a:lnTo>
                    <a:pt x="2506064" y="268537"/>
                  </a:lnTo>
                  <a:lnTo>
                    <a:pt x="2515046" y="268743"/>
                  </a:lnTo>
                  <a:lnTo>
                    <a:pt x="2524028" y="268968"/>
                  </a:lnTo>
                  <a:lnTo>
                    <a:pt x="2533011" y="269210"/>
                  </a:lnTo>
                  <a:lnTo>
                    <a:pt x="2541993" y="269459"/>
                  </a:lnTo>
                  <a:lnTo>
                    <a:pt x="2541993" y="273112"/>
                  </a:lnTo>
                  <a:lnTo>
                    <a:pt x="2533011" y="273112"/>
                  </a:lnTo>
                  <a:lnTo>
                    <a:pt x="2524028" y="273112"/>
                  </a:lnTo>
                  <a:lnTo>
                    <a:pt x="2515046" y="273112"/>
                  </a:lnTo>
                  <a:lnTo>
                    <a:pt x="2506064" y="273112"/>
                  </a:lnTo>
                  <a:lnTo>
                    <a:pt x="2497081" y="273112"/>
                  </a:lnTo>
                  <a:lnTo>
                    <a:pt x="2488099" y="273112"/>
                  </a:lnTo>
                  <a:lnTo>
                    <a:pt x="2479117" y="273112"/>
                  </a:lnTo>
                  <a:lnTo>
                    <a:pt x="2470135" y="273112"/>
                  </a:lnTo>
                  <a:lnTo>
                    <a:pt x="2461152" y="273112"/>
                  </a:lnTo>
                  <a:lnTo>
                    <a:pt x="2452170" y="273112"/>
                  </a:lnTo>
                  <a:lnTo>
                    <a:pt x="2443188" y="273112"/>
                  </a:lnTo>
                  <a:lnTo>
                    <a:pt x="2434205" y="273112"/>
                  </a:lnTo>
                  <a:lnTo>
                    <a:pt x="2425223" y="273112"/>
                  </a:lnTo>
                  <a:lnTo>
                    <a:pt x="2416241" y="273112"/>
                  </a:lnTo>
                  <a:lnTo>
                    <a:pt x="2407258" y="273112"/>
                  </a:lnTo>
                  <a:lnTo>
                    <a:pt x="2398276" y="273112"/>
                  </a:lnTo>
                  <a:lnTo>
                    <a:pt x="2389294" y="273112"/>
                  </a:lnTo>
                  <a:lnTo>
                    <a:pt x="2380311" y="273112"/>
                  </a:lnTo>
                  <a:lnTo>
                    <a:pt x="2371329" y="273112"/>
                  </a:lnTo>
                  <a:lnTo>
                    <a:pt x="2362347" y="273112"/>
                  </a:lnTo>
                  <a:lnTo>
                    <a:pt x="2353364" y="273112"/>
                  </a:lnTo>
                  <a:lnTo>
                    <a:pt x="2344382" y="273112"/>
                  </a:lnTo>
                  <a:lnTo>
                    <a:pt x="2335400" y="273112"/>
                  </a:lnTo>
                  <a:lnTo>
                    <a:pt x="2326418" y="273112"/>
                  </a:lnTo>
                  <a:lnTo>
                    <a:pt x="2317435" y="273112"/>
                  </a:lnTo>
                  <a:lnTo>
                    <a:pt x="2308453" y="273112"/>
                  </a:lnTo>
                  <a:lnTo>
                    <a:pt x="2299471" y="273112"/>
                  </a:lnTo>
                  <a:lnTo>
                    <a:pt x="2290488" y="273112"/>
                  </a:lnTo>
                  <a:lnTo>
                    <a:pt x="2281506" y="273112"/>
                  </a:lnTo>
                  <a:lnTo>
                    <a:pt x="2272524" y="273112"/>
                  </a:lnTo>
                  <a:lnTo>
                    <a:pt x="2263541" y="273112"/>
                  </a:lnTo>
                  <a:lnTo>
                    <a:pt x="2254559" y="273112"/>
                  </a:lnTo>
                  <a:lnTo>
                    <a:pt x="2245577" y="273112"/>
                  </a:lnTo>
                  <a:lnTo>
                    <a:pt x="2236594" y="273112"/>
                  </a:lnTo>
                  <a:lnTo>
                    <a:pt x="2227612" y="273112"/>
                  </a:lnTo>
                  <a:lnTo>
                    <a:pt x="2218630" y="273112"/>
                  </a:lnTo>
                  <a:lnTo>
                    <a:pt x="2209648" y="273112"/>
                  </a:lnTo>
                  <a:lnTo>
                    <a:pt x="2200665" y="273112"/>
                  </a:lnTo>
                  <a:lnTo>
                    <a:pt x="2191683" y="273112"/>
                  </a:lnTo>
                  <a:lnTo>
                    <a:pt x="2182701" y="273112"/>
                  </a:lnTo>
                  <a:lnTo>
                    <a:pt x="2173718" y="273112"/>
                  </a:lnTo>
                  <a:lnTo>
                    <a:pt x="2164736" y="273112"/>
                  </a:lnTo>
                  <a:lnTo>
                    <a:pt x="2155754" y="273112"/>
                  </a:lnTo>
                  <a:lnTo>
                    <a:pt x="2146771" y="273112"/>
                  </a:lnTo>
                  <a:lnTo>
                    <a:pt x="2137789" y="273112"/>
                  </a:lnTo>
                  <a:lnTo>
                    <a:pt x="2128807" y="273112"/>
                  </a:lnTo>
                  <a:lnTo>
                    <a:pt x="2119824" y="273112"/>
                  </a:lnTo>
                  <a:lnTo>
                    <a:pt x="2110842" y="273112"/>
                  </a:lnTo>
                  <a:lnTo>
                    <a:pt x="2101860" y="273112"/>
                  </a:lnTo>
                  <a:lnTo>
                    <a:pt x="2092878" y="273112"/>
                  </a:lnTo>
                  <a:lnTo>
                    <a:pt x="2083895" y="273112"/>
                  </a:lnTo>
                  <a:lnTo>
                    <a:pt x="2074913" y="273112"/>
                  </a:lnTo>
                  <a:lnTo>
                    <a:pt x="2065931" y="273112"/>
                  </a:lnTo>
                  <a:lnTo>
                    <a:pt x="2056948" y="273112"/>
                  </a:lnTo>
                  <a:lnTo>
                    <a:pt x="2047966" y="273112"/>
                  </a:lnTo>
                  <a:lnTo>
                    <a:pt x="2038984" y="273112"/>
                  </a:lnTo>
                  <a:lnTo>
                    <a:pt x="2030001" y="273112"/>
                  </a:lnTo>
                  <a:lnTo>
                    <a:pt x="2021019" y="273112"/>
                  </a:lnTo>
                  <a:lnTo>
                    <a:pt x="2012037" y="273112"/>
                  </a:lnTo>
                  <a:lnTo>
                    <a:pt x="2003054" y="273112"/>
                  </a:lnTo>
                  <a:lnTo>
                    <a:pt x="1994072" y="273112"/>
                  </a:lnTo>
                  <a:lnTo>
                    <a:pt x="1985090" y="273112"/>
                  </a:lnTo>
                  <a:lnTo>
                    <a:pt x="1976108" y="273112"/>
                  </a:lnTo>
                  <a:lnTo>
                    <a:pt x="1967125" y="273112"/>
                  </a:lnTo>
                  <a:lnTo>
                    <a:pt x="1958143" y="273112"/>
                  </a:lnTo>
                  <a:lnTo>
                    <a:pt x="1949161" y="273112"/>
                  </a:lnTo>
                  <a:lnTo>
                    <a:pt x="1940178" y="273112"/>
                  </a:lnTo>
                  <a:lnTo>
                    <a:pt x="1931196" y="273112"/>
                  </a:lnTo>
                  <a:lnTo>
                    <a:pt x="1922214" y="273112"/>
                  </a:lnTo>
                  <a:lnTo>
                    <a:pt x="1913231" y="273112"/>
                  </a:lnTo>
                  <a:lnTo>
                    <a:pt x="1904249" y="273112"/>
                  </a:lnTo>
                  <a:lnTo>
                    <a:pt x="1895267" y="273112"/>
                  </a:lnTo>
                  <a:lnTo>
                    <a:pt x="1886284" y="273112"/>
                  </a:lnTo>
                  <a:lnTo>
                    <a:pt x="1877302" y="273112"/>
                  </a:lnTo>
                  <a:lnTo>
                    <a:pt x="1868320" y="273112"/>
                  </a:lnTo>
                  <a:lnTo>
                    <a:pt x="1859337" y="273112"/>
                  </a:lnTo>
                  <a:lnTo>
                    <a:pt x="1850355" y="273112"/>
                  </a:lnTo>
                  <a:lnTo>
                    <a:pt x="1841373" y="273112"/>
                  </a:lnTo>
                  <a:lnTo>
                    <a:pt x="1832391" y="273112"/>
                  </a:lnTo>
                  <a:lnTo>
                    <a:pt x="1823408" y="273112"/>
                  </a:lnTo>
                  <a:lnTo>
                    <a:pt x="1814426" y="273112"/>
                  </a:lnTo>
                  <a:lnTo>
                    <a:pt x="1805444" y="273112"/>
                  </a:lnTo>
                  <a:lnTo>
                    <a:pt x="1796461" y="273112"/>
                  </a:lnTo>
                  <a:lnTo>
                    <a:pt x="1787479" y="273112"/>
                  </a:lnTo>
                  <a:lnTo>
                    <a:pt x="1778497" y="273112"/>
                  </a:lnTo>
                  <a:lnTo>
                    <a:pt x="1769514" y="273112"/>
                  </a:lnTo>
                  <a:lnTo>
                    <a:pt x="1760532" y="273112"/>
                  </a:lnTo>
                  <a:lnTo>
                    <a:pt x="1751550" y="273112"/>
                  </a:lnTo>
                  <a:lnTo>
                    <a:pt x="1742567" y="273112"/>
                  </a:lnTo>
                  <a:lnTo>
                    <a:pt x="1733585" y="273112"/>
                  </a:lnTo>
                  <a:lnTo>
                    <a:pt x="1724603" y="273112"/>
                  </a:lnTo>
                  <a:lnTo>
                    <a:pt x="1715621" y="273112"/>
                  </a:lnTo>
                  <a:lnTo>
                    <a:pt x="1706638" y="273112"/>
                  </a:lnTo>
                  <a:lnTo>
                    <a:pt x="1697656" y="273112"/>
                  </a:lnTo>
                  <a:lnTo>
                    <a:pt x="1688674" y="273112"/>
                  </a:lnTo>
                  <a:lnTo>
                    <a:pt x="1679691" y="273112"/>
                  </a:lnTo>
                  <a:lnTo>
                    <a:pt x="1670709" y="273112"/>
                  </a:lnTo>
                  <a:lnTo>
                    <a:pt x="1661727" y="273112"/>
                  </a:lnTo>
                  <a:lnTo>
                    <a:pt x="1652744" y="273112"/>
                  </a:lnTo>
                  <a:lnTo>
                    <a:pt x="1643762" y="273112"/>
                  </a:lnTo>
                  <a:lnTo>
                    <a:pt x="1634780" y="273112"/>
                  </a:lnTo>
                  <a:lnTo>
                    <a:pt x="1625797" y="273112"/>
                  </a:lnTo>
                  <a:lnTo>
                    <a:pt x="1616815" y="273112"/>
                  </a:lnTo>
                  <a:lnTo>
                    <a:pt x="1607833" y="273112"/>
                  </a:lnTo>
                  <a:lnTo>
                    <a:pt x="1598851" y="273112"/>
                  </a:lnTo>
                  <a:lnTo>
                    <a:pt x="1589868" y="273112"/>
                  </a:lnTo>
                  <a:lnTo>
                    <a:pt x="1580886" y="273112"/>
                  </a:lnTo>
                  <a:lnTo>
                    <a:pt x="1571904" y="273112"/>
                  </a:lnTo>
                  <a:lnTo>
                    <a:pt x="1562921" y="273112"/>
                  </a:lnTo>
                  <a:lnTo>
                    <a:pt x="1553939" y="273112"/>
                  </a:lnTo>
                  <a:lnTo>
                    <a:pt x="1544957" y="273112"/>
                  </a:lnTo>
                  <a:lnTo>
                    <a:pt x="1535974" y="273112"/>
                  </a:lnTo>
                  <a:lnTo>
                    <a:pt x="1526992" y="273112"/>
                  </a:lnTo>
                  <a:lnTo>
                    <a:pt x="1518010" y="273112"/>
                  </a:lnTo>
                  <a:lnTo>
                    <a:pt x="1509027" y="273112"/>
                  </a:lnTo>
                  <a:lnTo>
                    <a:pt x="1500045" y="273112"/>
                  </a:lnTo>
                  <a:lnTo>
                    <a:pt x="1491063" y="273112"/>
                  </a:lnTo>
                  <a:lnTo>
                    <a:pt x="1482081" y="273112"/>
                  </a:lnTo>
                  <a:lnTo>
                    <a:pt x="1473098" y="273112"/>
                  </a:lnTo>
                  <a:lnTo>
                    <a:pt x="1464116" y="273112"/>
                  </a:lnTo>
                  <a:lnTo>
                    <a:pt x="1455134" y="273112"/>
                  </a:lnTo>
                  <a:lnTo>
                    <a:pt x="1446151" y="273112"/>
                  </a:lnTo>
                  <a:lnTo>
                    <a:pt x="1437169" y="273112"/>
                  </a:lnTo>
                  <a:lnTo>
                    <a:pt x="1428187" y="273112"/>
                  </a:lnTo>
                  <a:lnTo>
                    <a:pt x="1419204" y="273112"/>
                  </a:lnTo>
                  <a:lnTo>
                    <a:pt x="1410222" y="273112"/>
                  </a:lnTo>
                  <a:lnTo>
                    <a:pt x="1401240" y="273112"/>
                  </a:lnTo>
                  <a:lnTo>
                    <a:pt x="1392257" y="273112"/>
                  </a:lnTo>
                  <a:lnTo>
                    <a:pt x="1383275" y="273112"/>
                  </a:lnTo>
                  <a:lnTo>
                    <a:pt x="1374293" y="273112"/>
                  </a:lnTo>
                  <a:lnTo>
                    <a:pt x="1365310" y="273112"/>
                  </a:lnTo>
                  <a:lnTo>
                    <a:pt x="1356328" y="273112"/>
                  </a:lnTo>
                  <a:lnTo>
                    <a:pt x="1347346" y="273112"/>
                  </a:lnTo>
                  <a:lnTo>
                    <a:pt x="1338364" y="273112"/>
                  </a:lnTo>
                  <a:lnTo>
                    <a:pt x="1329381" y="273112"/>
                  </a:lnTo>
                  <a:lnTo>
                    <a:pt x="1320399" y="273112"/>
                  </a:lnTo>
                  <a:lnTo>
                    <a:pt x="1311417" y="273112"/>
                  </a:lnTo>
                  <a:lnTo>
                    <a:pt x="1302434" y="273112"/>
                  </a:lnTo>
                  <a:lnTo>
                    <a:pt x="1293452" y="273112"/>
                  </a:lnTo>
                  <a:lnTo>
                    <a:pt x="1284470" y="273112"/>
                  </a:lnTo>
                  <a:lnTo>
                    <a:pt x="1275487" y="273112"/>
                  </a:lnTo>
                  <a:lnTo>
                    <a:pt x="1266505" y="273112"/>
                  </a:lnTo>
                  <a:lnTo>
                    <a:pt x="1257523" y="273112"/>
                  </a:lnTo>
                  <a:lnTo>
                    <a:pt x="1248540" y="273112"/>
                  </a:lnTo>
                  <a:lnTo>
                    <a:pt x="1239558" y="273112"/>
                  </a:lnTo>
                  <a:lnTo>
                    <a:pt x="1230576" y="273112"/>
                  </a:lnTo>
                  <a:lnTo>
                    <a:pt x="1221594" y="273112"/>
                  </a:lnTo>
                  <a:lnTo>
                    <a:pt x="1212611" y="273112"/>
                  </a:lnTo>
                  <a:lnTo>
                    <a:pt x="1203629" y="273112"/>
                  </a:lnTo>
                  <a:lnTo>
                    <a:pt x="1194647" y="273112"/>
                  </a:lnTo>
                  <a:lnTo>
                    <a:pt x="1185664" y="273112"/>
                  </a:lnTo>
                  <a:lnTo>
                    <a:pt x="1176682" y="273112"/>
                  </a:lnTo>
                  <a:lnTo>
                    <a:pt x="1167700" y="273112"/>
                  </a:lnTo>
                  <a:lnTo>
                    <a:pt x="1158717" y="273112"/>
                  </a:lnTo>
                  <a:lnTo>
                    <a:pt x="1149735" y="273112"/>
                  </a:lnTo>
                  <a:lnTo>
                    <a:pt x="1140753" y="273112"/>
                  </a:lnTo>
                  <a:lnTo>
                    <a:pt x="1131770" y="273112"/>
                  </a:lnTo>
                  <a:lnTo>
                    <a:pt x="1122788" y="273112"/>
                  </a:lnTo>
                  <a:lnTo>
                    <a:pt x="1113806" y="273112"/>
                  </a:lnTo>
                  <a:lnTo>
                    <a:pt x="1104824" y="273112"/>
                  </a:lnTo>
                  <a:lnTo>
                    <a:pt x="1095841" y="273112"/>
                  </a:lnTo>
                  <a:lnTo>
                    <a:pt x="1086859" y="273112"/>
                  </a:lnTo>
                  <a:lnTo>
                    <a:pt x="1077877" y="273112"/>
                  </a:lnTo>
                  <a:lnTo>
                    <a:pt x="1068894" y="273112"/>
                  </a:lnTo>
                  <a:lnTo>
                    <a:pt x="1059912" y="273112"/>
                  </a:lnTo>
                  <a:lnTo>
                    <a:pt x="1050930" y="273112"/>
                  </a:lnTo>
                  <a:lnTo>
                    <a:pt x="1041947" y="273112"/>
                  </a:lnTo>
                  <a:lnTo>
                    <a:pt x="1032965" y="273112"/>
                  </a:lnTo>
                  <a:lnTo>
                    <a:pt x="1023983" y="273112"/>
                  </a:lnTo>
                  <a:lnTo>
                    <a:pt x="1015000" y="273112"/>
                  </a:lnTo>
                  <a:lnTo>
                    <a:pt x="1006018" y="273112"/>
                  </a:lnTo>
                  <a:lnTo>
                    <a:pt x="997036" y="273112"/>
                  </a:lnTo>
                  <a:lnTo>
                    <a:pt x="988054" y="273112"/>
                  </a:lnTo>
                  <a:lnTo>
                    <a:pt x="979071" y="273112"/>
                  </a:lnTo>
                  <a:lnTo>
                    <a:pt x="970089" y="273112"/>
                  </a:lnTo>
                  <a:lnTo>
                    <a:pt x="961107" y="273112"/>
                  </a:lnTo>
                  <a:lnTo>
                    <a:pt x="952124" y="273112"/>
                  </a:lnTo>
                  <a:lnTo>
                    <a:pt x="943142" y="273112"/>
                  </a:lnTo>
                  <a:lnTo>
                    <a:pt x="934160" y="273112"/>
                  </a:lnTo>
                  <a:lnTo>
                    <a:pt x="925177" y="273112"/>
                  </a:lnTo>
                  <a:lnTo>
                    <a:pt x="916195" y="273112"/>
                  </a:lnTo>
                  <a:lnTo>
                    <a:pt x="907213" y="273112"/>
                  </a:lnTo>
                  <a:lnTo>
                    <a:pt x="898230" y="273112"/>
                  </a:lnTo>
                  <a:lnTo>
                    <a:pt x="889248" y="273112"/>
                  </a:lnTo>
                  <a:lnTo>
                    <a:pt x="880266" y="273112"/>
                  </a:lnTo>
                  <a:lnTo>
                    <a:pt x="871283" y="273112"/>
                  </a:lnTo>
                  <a:lnTo>
                    <a:pt x="862301" y="273112"/>
                  </a:lnTo>
                  <a:lnTo>
                    <a:pt x="853319" y="273112"/>
                  </a:lnTo>
                  <a:lnTo>
                    <a:pt x="844337" y="273112"/>
                  </a:lnTo>
                  <a:lnTo>
                    <a:pt x="835354" y="273112"/>
                  </a:lnTo>
                  <a:lnTo>
                    <a:pt x="826372" y="273112"/>
                  </a:lnTo>
                  <a:lnTo>
                    <a:pt x="817390" y="273112"/>
                  </a:lnTo>
                  <a:lnTo>
                    <a:pt x="808407" y="273112"/>
                  </a:lnTo>
                  <a:lnTo>
                    <a:pt x="799425" y="273112"/>
                  </a:lnTo>
                  <a:lnTo>
                    <a:pt x="790443" y="273112"/>
                  </a:lnTo>
                  <a:lnTo>
                    <a:pt x="781460" y="273112"/>
                  </a:lnTo>
                  <a:lnTo>
                    <a:pt x="772478" y="273112"/>
                  </a:lnTo>
                  <a:lnTo>
                    <a:pt x="763496" y="273112"/>
                  </a:lnTo>
                  <a:lnTo>
                    <a:pt x="754513" y="273112"/>
                  </a:lnTo>
                  <a:lnTo>
                    <a:pt x="745531" y="273112"/>
                  </a:lnTo>
                  <a:lnTo>
                    <a:pt x="736549" y="273112"/>
                  </a:lnTo>
                  <a:lnTo>
                    <a:pt x="727567" y="273112"/>
                  </a:lnTo>
                  <a:lnTo>
                    <a:pt x="718584" y="273112"/>
                  </a:lnTo>
                  <a:lnTo>
                    <a:pt x="709602" y="273112"/>
                  </a:lnTo>
                  <a:lnTo>
                    <a:pt x="700620" y="273112"/>
                  </a:lnTo>
                  <a:lnTo>
                    <a:pt x="691637" y="273112"/>
                  </a:lnTo>
                  <a:lnTo>
                    <a:pt x="682655" y="273112"/>
                  </a:lnTo>
                  <a:lnTo>
                    <a:pt x="673673" y="273112"/>
                  </a:lnTo>
                  <a:lnTo>
                    <a:pt x="664690" y="273112"/>
                  </a:lnTo>
                  <a:lnTo>
                    <a:pt x="655708" y="273112"/>
                  </a:lnTo>
                  <a:lnTo>
                    <a:pt x="646726" y="273112"/>
                  </a:lnTo>
                  <a:lnTo>
                    <a:pt x="637743" y="273112"/>
                  </a:lnTo>
                  <a:lnTo>
                    <a:pt x="628761" y="273112"/>
                  </a:lnTo>
                  <a:lnTo>
                    <a:pt x="619779" y="273112"/>
                  </a:lnTo>
                  <a:lnTo>
                    <a:pt x="610797" y="273112"/>
                  </a:lnTo>
                  <a:lnTo>
                    <a:pt x="601814" y="273112"/>
                  </a:lnTo>
                  <a:lnTo>
                    <a:pt x="592832" y="273112"/>
                  </a:lnTo>
                  <a:lnTo>
                    <a:pt x="583850" y="273112"/>
                  </a:lnTo>
                  <a:lnTo>
                    <a:pt x="574867" y="273112"/>
                  </a:lnTo>
                  <a:lnTo>
                    <a:pt x="565885" y="273112"/>
                  </a:lnTo>
                  <a:lnTo>
                    <a:pt x="556903" y="273112"/>
                  </a:lnTo>
                  <a:lnTo>
                    <a:pt x="547920" y="273112"/>
                  </a:lnTo>
                  <a:lnTo>
                    <a:pt x="538938" y="273112"/>
                  </a:lnTo>
                  <a:lnTo>
                    <a:pt x="529956" y="273112"/>
                  </a:lnTo>
                  <a:lnTo>
                    <a:pt x="520973" y="273112"/>
                  </a:lnTo>
                  <a:lnTo>
                    <a:pt x="511991" y="273112"/>
                  </a:lnTo>
                  <a:lnTo>
                    <a:pt x="503009" y="273112"/>
                  </a:lnTo>
                  <a:lnTo>
                    <a:pt x="494027" y="273112"/>
                  </a:lnTo>
                  <a:lnTo>
                    <a:pt x="485044" y="273112"/>
                  </a:lnTo>
                  <a:lnTo>
                    <a:pt x="476062" y="273112"/>
                  </a:lnTo>
                  <a:lnTo>
                    <a:pt x="467080" y="273112"/>
                  </a:lnTo>
                  <a:lnTo>
                    <a:pt x="458097" y="273112"/>
                  </a:lnTo>
                  <a:lnTo>
                    <a:pt x="449115" y="273112"/>
                  </a:lnTo>
                  <a:lnTo>
                    <a:pt x="440133" y="273112"/>
                  </a:lnTo>
                  <a:lnTo>
                    <a:pt x="431150" y="273112"/>
                  </a:lnTo>
                  <a:lnTo>
                    <a:pt x="422168" y="273112"/>
                  </a:lnTo>
                  <a:lnTo>
                    <a:pt x="413186" y="273112"/>
                  </a:lnTo>
                  <a:lnTo>
                    <a:pt x="404203" y="273112"/>
                  </a:lnTo>
                  <a:lnTo>
                    <a:pt x="395221" y="273112"/>
                  </a:lnTo>
                  <a:lnTo>
                    <a:pt x="386239" y="273112"/>
                  </a:lnTo>
                  <a:lnTo>
                    <a:pt x="377256" y="273112"/>
                  </a:lnTo>
                  <a:lnTo>
                    <a:pt x="368274" y="273112"/>
                  </a:lnTo>
                  <a:lnTo>
                    <a:pt x="359292" y="273112"/>
                  </a:lnTo>
                  <a:lnTo>
                    <a:pt x="350310" y="273112"/>
                  </a:lnTo>
                  <a:lnTo>
                    <a:pt x="341327" y="273112"/>
                  </a:lnTo>
                  <a:lnTo>
                    <a:pt x="332345" y="273112"/>
                  </a:lnTo>
                  <a:lnTo>
                    <a:pt x="323363" y="273112"/>
                  </a:lnTo>
                  <a:lnTo>
                    <a:pt x="314380" y="273112"/>
                  </a:lnTo>
                  <a:lnTo>
                    <a:pt x="305398" y="273112"/>
                  </a:lnTo>
                  <a:lnTo>
                    <a:pt x="296416" y="273112"/>
                  </a:lnTo>
                  <a:lnTo>
                    <a:pt x="287433" y="273112"/>
                  </a:lnTo>
                  <a:lnTo>
                    <a:pt x="278451" y="273112"/>
                  </a:lnTo>
                  <a:lnTo>
                    <a:pt x="269469" y="273112"/>
                  </a:lnTo>
                  <a:lnTo>
                    <a:pt x="260486" y="273112"/>
                  </a:lnTo>
                  <a:lnTo>
                    <a:pt x="251504" y="273112"/>
                  </a:lnTo>
                  <a:lnTo>
                    <a:pt x="242522" y="273112"/>
                  </a:lnTo>
                  <a:lnTo>
                    <a:pt x="233540" y="273112"/>
                  </a:lnTo>
                  <a:lnTo>
                    <a:pt x="224557" y="273112"/>
                  </a:lnTo>
                  <a:lnTo>
                    <a:pt x="215575" y="273112"/>
                  </a:lnTo>
                  <a:lnTo>
                    <a:pt x="206593" y="273112"/>
                  </a:lnTo>
                  <a:lnTo>
                    <a:pt x="197610" y="273112"/>
                  </a:lnTo>
                  <a:lnTo>
                    <a:pt x="188628" y="273112"/>
                  </a:lnTo>
                  <a:lnTo>
                    <a:pt x="179646" y="273112"/>
                  </a:lnTo>
                  <a:lnTo>
                    <a:pt x="170663" y="273112"/>
                  </a:lnTo>
                  <a:lnTo>
                    <a:pt x="161681" y="273112"/>
                  </a:lnTo>
                  <a:lnTo>
                    <a:pt x="152699" y="273112"/>
                  </a:lnTo>
                  <a:lnTo>
                    <a:pt x="143716" y="273112"/>
                  </a:lnTo>
                  <a:lnTo>
                    <a:pt x="134734" y="273112"/>
                  </a:lnTo>
                  <a:lnTo>
                    <a:pt x="125752" y="273112"/>
                  </a:lnTo>
                  <a:lnTo>
                    <a:pt x="116770" y="273112"/>
                  </a:lnTo>
                  <a:lnTo>
                    <a:pt x="107787" y="273112"/>
                  </a:lnTo>
                  <a:lnTo>
                    <a:pt x="98805" y="273112"/>
                  </a:lnTo>
                  <a:lnTo>
                    <a:pt x="89823" y="273112"/>
                  </a:lnTo>
                  <a:lnTo>
                    <a:pt x="80840" y="273112"/>
                  </a:lnTo>
                  <a:lnTo>
                    <a:pt x="71858" y="273112"/>
                  </a:lnTo>
                  <a:lnTo>
                    <a:pt x="62876" y="273112"/>
                  </a:lnTo>
                  <a:lnTo>
                    <a:pt x="53893" y="273112"/>
                  </a:lnTo>
                  <a:lnTo>
                    <a:pt x="44911" y="273112"/>
                  </a:lnTo>
                  <a:lnTo>
                    <a:pt x="35929" y="273112"/>
                  </a:lnTo>
                  <a:lnTo>
                    <a:pt x="26946" y="273112"/>
                  </a:lnTo>
                  <a:lnTo>
                    <a:pt x="17964" y="273112"/>
                  </a:lnTo>
                  <a:lnTo>
                    <a:pt x="8982" y="273112"/>
                  </a:lnTo>
                  <a:lnTo>
                    <a:pt x="0" y="273112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8458495" y="1763463"/>
              <a:ext cx="2541993" cy="269459"/>
            </a:xfrm>
            <a:custGeom>
              <a:avLst/>
              <a:pathLst>
                <a:path w="2541993" h="269459">
                  <a:moveTo>
                    <a:pt x="0" y="269134"/>
                  </a:moveTo>
                  <a:lnTo>
                    <a:pt x="8982" y="268585"/>
                  </a:lnTo>
                  <a:lnTo>
                    <a:pt x="17964" y="267987"/>
                  </a:lnTo>
                  <a:lnTo>
                    <a:pt x="26946" y="267354"/>
                  </a:lnTo>
                  <a:lnTo>
                    <a:pt x="35929" y="266701"/>
                  </a:lnTo>
                  <a:lnTo>
                    <a:pt x="44911" y="266044"/>
                  </a:lnTo>
                  <a:lnTo>
                    <a:pt x="53893" y="265403"/>
                  </a:lnTo>
                  <a:lnTo>
                    <a:pt x="62876" y="264799"/>
                  </a:lnTo>
                  <a:lnTo>
                    <a:pt x="71858" y="264253"/>
                  </a:lnTo>
                  <a:lnTo>
                    <a:pt x="80840" y="263782"/>
                  </a:lnTo>
                  <a:lnTo>
                    <a:pt x="89823" y="263397"/>
                  </a:lnTo>
                  <a:lnTo>
                    <a:pt x="98805" y="263098"/>
                  </a:lnTo>
                  <a:lnTo>
                    <a:pt x="107787" y="262874"/>
                  </a:lnTo>
                  <a:lnTo>
                    <a:pt x="116770" y="262707"/>
                  </a:lnTo>
                  <a:lnTo>
                    <a:pt x="125752" y="262571"/>
                  </a:lnTo>
                  <a:lnTo>
                    <a:pt x="134734" y="262436"/>
                  </a:lnTo>
                  <a:lnTo>
                    <a:pt x="143716" y="262276"/>
                  </a:lnTo>
                  <a:lnTo>
                    <a:pt x="152699" y="262076"/>
                  </a:lnTo>
                  <a:lnTo>
                    <a:pt x="161681" y="261833"/>
                  </a:lnTo>
                  <a:lnTo>
                    <a:pt x="170663" y="261552"/>
                  </a:lnTo>
                  <a:lnTo>
                    <a:pt x="179646" y="261246"/>
                  </a:lnTo>
                  <a:lnTo>
                    <a:pt x="188628" y="260925"/>
                  </a:lnTo>
                  <a:lnTo>
                    <a:pt x="197610" y="260597"/>
                  </a:lnTo>
                  <a:lnTo>
                    <a:pt x="206593" y="260259"/>
                  </a:lnTo>
                  <a:lnTo>
                    <a:pt x="215575" y="259899"/>
                  </a:lnTo>
                  <a:lnTo>
                    <a:pt x="224557" y="259492"/>
                  </a:lnTo>
                  <a:lnTo>
                    <a:pt x="233540" y="259006"/>
                  </a:lnTo>
                  <a:lnTo>
                    <a:pt x="242522" y="258402"/>
                  </a:lnTo>
                  <a:lnTo>
                    <a:pt x="251504" y="257645"/>
                  </a:lnTo>
                  <a:lnTo>
                    <a:pt x="260486" y="256693"/>
                  </a:lnTo>
                  <a:lnTo>
                    <a:pt x="269469" y="255527"/>
                  </a:lnTo>
                  <a:lnTo>
                    <a:pt x="278451" y="254147"/>
                  </a:lnTo>
                  <a:lnTo>
                    <a:pt x="287433" y="252554"/>
                  </a:lnTo>
                  <a:lnTo>
                    <a:pt x="296416" y="250758"/>
                  </a:lnTo>
                  <a:lnTo>
                    <a:pt x="305398" y="248777"/>
                  </a:lnTo>
                  <a:lnTo>
                    <a:pt x="314380" y="246633"/>
                  </a:lnTo>
                  <a:lnTo>
                    <a:pt x="323363" y="244352"/>
                  </a:lnTo>
                  <a:lnTo>
                    <a:pt x="332345" y="241962"/>
                  </a:lnTo>
                  <a:lnTo>
                    <a:pt x="341327" y="239492"/>
                  </a:lnTo>
                  <a:lnTo>
                    <a:pt x="350310" y="236973"/>
                  </a:lnTo>
                  <a:lnTo>
                    <a:pt x="359292" y="234436"/>
                  </a:lnTo>
                  <a:lnTo>
                    <a:pt x="368274" y="231907"/>
                  </a:lnTo>
                  <a:lnTo>
                    <a:pt x="377256" y="229412"/>
                  </a:lnTo>
                  <a:lnTo>
                    <a:pt x="386239" y="226977"/>
                  </a:lnTo>
                  <a:lnTo>
                    <a:pt x="395221" y="224616"/>
                  </a:lnTo>
                  <a:lnTo>
                    <a:pt x="404203" y="222340"/>
                  </a:lnTo>
                  <a:lnTo>
                    <a:pt x="413186" y="220158"/>
                  </a:lnTo>
                  <a:lnTo>
                    <a:pt x="422168" y="218073"/>
                  </a:lnTo>
                  <a:lnTo>
                    <a:pt x="431150" y="216087"/>
                  </a:lnTo>
                  <a:lnTo>
                    <a:pt x="440133" y="214192"/>
                  </a:lnTo>
                  <a:lnTo>
                    <a:pt x="449115" y="212373"/>
                  </a:lnTo>
                  <a:lnTo>
                    <a:pt x="458097" y="210605"/>
                  </a:lnTo>
                  <a:lnTo>
                    <a:pt x="467080" y="208858"/>
                  </a:lnTo>
                  <a:lnTo>
                    <a:pt x="476062" y="207095"/>
                  </a:lnTo>
                  <a:lnTo>
                    <a:pt x="485044" y="205280"/>
                  </a:lnTo>
                  <a:lnTo>
                    <a:pt x="494027" y="203383"/>
                  </a:lnTo>
                  <a:lnTo>
                    <a:pt x="503009" y="201383"/>
                  </a:lnTo>
                  <a:lnTo>
                    <a:pt x="511991" y="199275"/>
                  </a:lnTo>
                  <a:lnTo>
                    <a:pt x="520973" y="197073"/>
                  </a:lnTo>
                  <a:lnTo>
                    <a:pt x="529956" y="194788"/>
                  </a:lnTo>
                  <a:lnTo>
                    <a:pt x="538938" y="192425"/>
                  </a:lnTo>
                  <a:lnTo>
                    <a:pt x="547920" y="189975"/>
                  </a:lnTo>
                  <a:lnTo>
                    <a:pt x="556903" y="187417"/>
                  </a:lnTo>
                  <a:lnTo>
                    <a:pt x="565885" y="184720"/>
                  </a:lnTo>
                  <a:lnTo>
                    <a:pt x="574867" y="181850"/>
                  </a:lnTo>
                  <a:lnTo>
                    <a:pt x="583850" y="178785"/>
                  </a:lnTo>
                  <a:lnTo>
                    <a:pt x="592832" y="175523"/>
                  </a:lnTo>
                  <a:lnTo>
                    <a:pt x="601814" y="172096"/>
                  </a:lnTo>
                  <a:lnTo>
                    <a:pt x="610797" y="168568"/>
                  </a:lnTo>
                  <a:lnTo>
                    <a:pt x="619779" y="165035"/>
                  </a:lnTo>
                  <a:lnTo>
                    <a:pt x="628761" y="161628"/>
                  </a:lnTo>
                  <a:lnTo>
                    <a:pt x="637743" y="158471"/>
                  </a:lnTo>
                  <a:lnTo>
                    <a:pt x="646726" y="155657"/>
                  </a:lnTo>
                  <a:lnTo>
                    <a:pt x="655708" y="153246"/>
                  </a:lnTo>
                  <a:lnTo>
                    <a:pt x="664690" y="151261"/>
                  </a:lnTo>
                  <a:lnTo>
                    <a:pt x="673673" y="149679"/>
                  </a:lnTo>
                  <a:lnTo>
                    <a:pt x="682655" y="148438"/>
                  </a:lnTo>
                  <a:lnTo>
                    <a:pt x="691637" y="147443"/>
                  </a:lnTo>
                  <a:lnTo>
                    <a:pt x="700620" y="146575"/>
                  </a:lnTo>
                  <a:lnTo>
                    <a:pt x="709602" y="145706"/>
                  </a:lnTo>
                  <a:lnTo>
                    <a:pt x="718584" y="144714"/>
                  </a:lnTo>
                  <a:lnTo>
                    <a:pt x="727567" y="143499"/>
                  </a:lnTo>
                  <a:lnTo>
                    <a:pt x="736549" y="141994"/>
                  </a:lnTo>
                  <a:lnTo>
                    <a:pt x="745531" y="140172"/>
                  </a:lnTo>
                  <a:lnTo>
                    <a:pt x="754513" y="138046"/>
                  </a:lnTo>
                  <a:lnTo>
                    <a:pt x="763496" y="135708"/>
                  </a:lnTo>
                  <a:lnTo>
                    <a:pt x="772478" y="133239"/>
                  </a:lnTo>
                  <a:lnTo>
                    <a:pt x="781460" y="130713"/>
                  </a:lnTo>
                  <a:lnTo>
                    <a:pt x="790443" y="128176"/>
                  </a:lnTo>
                  <a:lnTo>
                    <a:pt x="799425" y="125634"/>
                  </a:lnTo>
                  <a:lnTo>
                    <a:pt x="808407" y="123047"/>
                  </a:lnTo>
                  <a:lnTo>
                    <a:pt x="817390" y="120339"/>
                  </a:lnTo>
                  <a:lnTo>
                    <a:pt x="826372" y="117417"/>
                  </a:lnTo>
                  <a:lnTo>
                    <a:pt x="835354" y="114191"/>
                  </a:lnTo>
                  <a:lnTo>
                    <a:pt x="844337" y="110607"/>
                  </a:lnTo>
                  <a:lnTo>
                    <a:pt x="853319" y="106663"/>
                  </a:lnTo>
                  <a:lnTo>
                    <a:pt x="862301" y="102420"/>
                  </a:lnTo>
                  <a:lnTo>
                    <a:pt x="871283" y="98007"/>
                  </a:lnTo>
                  <a:lnTo>
                    <a:pt x="880266" y="93619"/>
                  </a:lnTo>
                  <a:lnTo>
                    <a:pt x="889248" y="89433"/>
                  </a:lnTo>
                  <a:lnTo>
                    <a:pt x="898230" y="85582"/>
                  </a:lnTo>
                  <a:lnTo>
                    <a:pt x="907213" y="82129"/>
                  </a:lnTo>
                  <a:lnTo>
                    <a:pt x="916195" y="79054"/>
                  </a:lnTo>
                  <a:lnTo>
                    <a:pt x="925177" y="76258"/>
                  </a:lnTo>
                  <a:lnTo>
                    <a:pt x="934160" y="73585"/>
                  </a:lnTo>
                  <a:lnTo>
                    <a:pt x="943142" y="70856"/>
                  </a:lnTo>
                  <a:lnTo>
                    <a:pt x="952124" y="67908"/>
                  </a:lnTo>
                  <a:lnTo>
                    <a:pt x="961107" y="64629"/>
                  </a:lnTo>
                  <a:lnTo>
                    <a:pt x="970089" y="60978"/>
                  </a:lnTo>
                  <a:lnTo>
                    <a:pt x="979071" y="56998"/>
                  </a:lnTo>
                  <a:lnTo>
                    <a:pt x="988054" y="52793"/>
                  </a:lnTo>
                  <a:lnTo>
                    <a:pt x="997036" y="48517"/>
                  </a:lnTo>
                  <a:lnTo>
                    <a:pt x="1006018" y="44333"/>
                  </a:lnTo>
                  <a:lnTo>
                    <a:pt x="1015000" y="40352"/>
                  </a:lnTo>
                  <a:lnTo>
                    <a:pt x="1023983" y="36635"/>
                  </a:lnTo>
                  <a:lnTo>
                    <a:pt x="1032965" y="33203"/>
                  </a:lnTo>
                  <a:lnTo>
                    <a:pt x="1041947" y="30045"/>
                  </a:lnTo>
                  <a:lnTo>
                    <a:pt x="1050930" y="27133"/>
                  </a:lnTo>
                  <a:lnTo>
                    <a:pt x="1059912" y="24442"/>
                  </a:lnTo>
                  <a:lnTo>
                    <a:pt x="1068894" y="21957"/>
                  </a:lnTo>
                  <a:lnTo>
                    <a:pt x="1077877" y="19671"/>
                  </a:lnTo>
                  <a:lnTo>
                    <a:pt x="1086859" y="17580"/>
                  </a:lnTo>
                  <a:lnTo>
                    <a:pt x="1095841" y="15671"/>
                  </a:lnTo>
                  <a:lnTo>
                    <a:pt x="1104824" y="13913"/>
                  </a:lnTo>
                  <a:lnTo>
                    <a:pt x="1113806" y="12254"/>
                  </a:lnTo>
                  <a:lnTo>
                    <a:pt x="1122788" y="10623"/>
                  </a:lnTo>
                  <a:lnTo>
                    <a:pt x="1131770" y="8961"/>
                  </a:lnTo>
                  <a:lnTo>
                    <a:pt x="1140753" y="7245"/>
                  </a:lnTo>
                  <a:lnTo>
                    <a:pt x="1149735" y="5501"/>
                  </a:lnTo>
                  <a:lnTo>
                    <a:pt x="1158717" y="3802"/>
                  </a:lnTo>
                  <a:lnTo>
                    <a:pt x="1167700" y="2264"/>
                  </a:lnTo>
                  <a:lnTo>
                    <a:pt x="1176682" y="1029"/>
                  </a:lnTo>
                  <a:lnTo>
                    <a:pt x="1185664" y="235"/>
                  </a:lnTo>
                  <a:lnTo>
                    <a:pt x="1194647" y="0"/>
                  </a:lnTo>
                  <a:lnTo>
                    <a:pt x="1203629" y="395"/>
                  </a:lnTo>
                  <a:lnTo>
                    <a:pt x="1212611" y="1443"/>
                  </a:lnTo>
                  <a:lnTo>
                    <a:pt x="1221594" y="3116"/>
                  </a:lnTo>
                  <a:lnTo>
                    <a:pt x="1230576" y="5339"/>
                  </a:lnTo>
                  <a:lnTo>
                    <a:pt x="1239558" y="8028"/>
                  </a:lnTo>
                  <a:lnTo>
                    <a:pt x="1248540" y="11025"/>
                  </a:lnTo>
                  <a:lnTo>
                    <a:pt x="1257523" y="14184"/>
                  </a:lnTo>
                  <a:lnTo>
                    <a:pt x="1266505" y="17364"/>
                  </a:lnTo>
                  <a:lnTo>
                    <a:pt x="1275487" y="20425"/>
                  </a:lnTo>
                  <a:lnTo>
                    <a:pt x="1284470" y="23240"/>
                  </a:lnTo>
                  <a:lnTo>
                    <a:pt x="1293452" y="25703"/>
                  </a:lnTo>
                  <a:lnTo>
                    <a:pt x="1302434" y="27747"/>
                  </a:lnTo>
                  <a:lnTo>
                    <a:pt x="1311417" y="29359"/>
                  </a:lnTo>
                  <a:lnTo>
                    <a:pt x="1320399" y="30586"/>
                  </a:lnTo>
                  <a:lnTo>
                    <a:pt x="1329381" y="31530"/>
                  </a:lnTo>
                  <a:lnTo>
                    <a:pt x="1338364" y="32331"/>
                  </a:lnTo>
                  <a:lnTo>
                    <a:pt x="1347346" y="33138"/>
                  </a:lnTo>
                  <a:lnTo>
                    <a:pt x="1356328" y="34073"/>
                  </a:lnTo>
                  <a:lnTo>
                    <a:pt x="1365310" y="35201"/>
                  </a:lnTo>
                  <a:lnTo>
                    <a:pt x="1374293" y="36464"/>
                  </a:lnTo>
                  <a:lnTo>
                    <a:pt x="1383275" y="37742"/>
                  </a:lnTo>
                  <a:lnTo>
                    <a:pt x="1392257" y="38875"/>
                  </a:lnTo>
                  <a:lnTo>
                    <a:pt x="1401240" y="39712"/>
                  </a:lnTo>
                  <a:lnTo>
                    <a:pt x="1410222" y="40150"/>
                  </a:lnTo>
                  <a:lnTo>
                    <a:pt x="1419204" y="40177"/>
                  </a:lnTo>
                  <a:lnTo>
                    <a:pt x="1428187" y="39882"/>
                  </a:lnTo>
                  <a:lnTo>
                    <a:pt x="1437169" y="39449"/>
                  </a:lnTo>
                  <a:lnTo>
                    <a:pt x="1446151" y="39130"/>
                  </a:lnTo>
                  <a:lnTo>
                    <a:pt x="1455134" y="39204"/>
                  </a:lnTo>
                  <a:lnTo>
                    <a:pt x="1464116" y="39923"/>
                  </a:lnTo>
                  <a:lnTo>
                    <a:pt x="1473098" y="41475"/>
                  </a:lnTo>
                  <a:lnTo>
                    <a:pt x="1482081" y="43984"/>
                  </a:lnTo>
                  <a:lnTo>
                    <a:pt x="1491063" y="47408"/>
                  </a:lnTo>
                  <a:lnTo>
                    <a:pt x="1500045" y="51551"/>
                  </a:lnTo>
                  <a:lnTo>
                    <a:pt x="1509027" y="56189"/>
                  </a:lnTo>
                  <a:lnTo>
                    <a:pt x="1518010" y="61060"/>
                  </a:lnTo>
                  <a:lnTo>
                    <a:pt x="1526992" y="65897"/>
                  </a:lnTo>
                  <a:lnTo>
                    <a:pt x="1535974" y="70461"/>
                  </a:lnTo>
                  <a:lnTo>
                    <a:pt x="1544957" y="74565"/>
                  </a:lnTo>
                  <a:lnTo>
                    <a:pt x="1553939" y="78087"/>
                  </a:lnTo>
                  <a:lnTo>
                    <a:pt x="1562921" y="80982"/>
                  </a:lnTo>
                  <a:lnTo>
                    <a:pt x="1571904" y="83272"/>
                  </a:lnTo>
                  <a:lnTo>
                    <a:pt x="1580886" y="85034"/>
                  </a:lnTo>
                  <a:lnTo>
                    <a:pt x="1589868" y="86383"/>
                  </a:lnTo>
                  <a:lnTo>
                    <a:pt x="1598851" y="87444"/>
                  </a:lnTo>
                  <a:lnTo>
                    <a:pt x="1607833" y="88328"/>
                  </a:lnTo>
                  <a:lnTo>
                    <a:pt x="1616815" y="89146"/>
                  </a:lnTo>
                  <a:lnTo>
                    <a:pt x="1625797" y="89966"/>
                  </a:lnTo>
                  <a:lnTo>
                    <a:pt x="1634780" y="90837"/>
                  </a:lnTo>
                  <a:lnTo>
                    <a:pt x="1643762" y="91815"/>
                  </a:lnTo>
                  <a:lnTo>
                    <a:pt x="1652744" y="92963"/>
                  </a:lnTo>
                  <a:lnTo>
                    <a:pt x="1661727" y="94363"/>
                  </a:lnTo>
                  <a:lnTo>
                    <a:pt x="1670709" y="96114"/>
                  </a:lnTo>
                  <a:lnTo>
                    <a:pt x="1679691" y="98316"/>
                  </a:lnTo>
                  <a:lnTo>
                    <a:pt x="1688674" y="101057"/>
                  </a:lnTo>
                  <a:lnTo>
                    <a:pt x="1697656" y="104395"/>
                  </a:lnTo>
                  <a:lnTo>
                    <a:pt x="1706638" y="108340"/>
                  </a:lnTo>
                  <a:lnTo>
                    <a:pt x="1715621" y="112844"/>
                  </a:lnTo>
                  <a:lnTo>
                    <a:pt x="1724603" y="117813"/>
                  </a:lnTo>
                  <a:lnTo>
                    <a:pt x="1733585" y="123094"/>
                  </a:lnTo>
                  <a:lnTo>
                    <a:pt x="1742567" y="128489"/>
                  </a:lnTo>
                  <a:lnTo>
                    <a:pt x="1751550" y="133841"/>
                  </a:lnTo>
                  <a:lnTo>
                    <a:pt x="1760532" y="139023"/>
                  </a:lnTo>
                  <a:lnTo>
                    <a:pt x="1769514" y="143954"/>
                  </a:lnTo>
                  <a:lnTo>
                    <a:pt x="1778497" y="148600"/>
                  </a:lnTo>
                  <a:lnTo>
                    <a:pt x="1787479" y="152968"/>
                  </a:lnTo>
                  <a:lnTo>
                    <a:pt x="1796461" y="157097"/>
                  </a:lnTo>
                  <a:lnTo>
                    <a:pt x="1805444" y="161036"/>
                  </a:lnTo>
                  <a:lnTo>
                    <a:pt x="1814426" y="164833"/>
                  </a:lnTo>
                  <a:lnTo>
                    <a:pt x="1823408" y="168519"/>
                  </a:lnTo>
                  <a:lnTo>
                    <a:pt x="1832391" y="172105"/>
                  </a:lnTo>
                  <a:lnTo>
                    <a:pt x="1841373" y="175577"/>
                  </a:lnTo>
                  <a:lnTo>
                    <a:pt x="1850355" y="178896"/>
                  </a:lnTo>
                  <a:lnTo>
                    <a:pt x="1859337" y="182024"/>
                  </a:lnTo>
                  <a:lnTo>
                    <a:pt x="1868320" y="184931"/>
                  </a:lnTo>
                  <a:lnTo>
                    <a:pt x="1877302" y="187599"/>
                  </a:lnTo>
                  <a:lnTo>
                    <a:pt x="1886284" y="190028"/>
                  </a:lnTo>
                  <a:lnTo>
                    <a:pt x="1895267" y="192235"/>
                  </a:lnTo>
                  <a:lnTo>
                    <a:pt x="1904249" y="194257"/>
                  </a:lnTo>
                  <a:lnTo>
                    <a:pt x="1913231" y="196148"/>
                  </a:lnTo>
                  <a:lnTo>
                    <a:pt x="1922214" y="197967"/>
                  </a:lnTo>
                  <a:lnTo>
                    <a:pt x="1931196" y="199776"/>
                  </a:lnTo>
                  <a:lnTo>
                    <a:pt x="1940178" y="201634"/>
                  </a:lnTo>
                  <a:lnTo>
                    <a:pt x="1949161" y="203581"/>
                  </a:lnTo>
                  <a:lnTo>
                    <a:pt x="1958143" y="205644"/>
                  </a:lnTo>
                  <a:lnTo>
                    <a:pt x="1967125" y="207827"/>
                  </a:lnTo>
                  <a:lnTo>
                    <a:pt x="1976108" y="210117"/>
                  </a:lnTo>
                  <a:lnTo>
                    <a:pt x="1985090" y="212471"/>
                  </a:lnTo>
                  <a:lnTo>
                    <a:pt x="1994072" y="214848"/>
                  </a:lnTo>
                  <a:lnTo>
                    <a:pt x="2003054" y="217210"/>
                  </a:lnTo>
                  <a:lnTo>
                    <a:pt x="2012037" y="219524"/>
                  </a:lnTo>
                  <a:lnTo>
                    <a:pt x="2021019" y="221765"/>
                  </a:lnTo>
                  <a:lnTo>
                    <a:pt x="2030001" y="223918"/>
                  </a:lnTo>
                  <a:lnTo>
                    <a:pt x="2038984" y="225973"/>
                  </a:lnTo>
                  <a:lnTo>
                    <a:pt x="2047966" y="227929"/>
                  </a:lnTo>
                  <a:lnTo>
                    <a:pt x="2056948" y="229783"/>
                  </a:lnTo>
                  <a:lnTo>
                    <a:pt x="2065931" y="231537"/>
                  </a:lnTo>
                  <a:lnTo>
                    <a:pt x="2074913" y="233187"/>
                  </a:lnTo>
                  <a:lnTo>
                    <a:pt x="2083895" y="234732"/>
                  </a:lnTo>
                  <a:lnTo>
                    <a:pt x="2092878" y="236164"/>
                  </a:lnTo>
                  <a:lnTo>
                    <a:pt x="2101860" y="237480"/>
                  </a:lnTo>
                  <a:lnTo>
                    <a:pt x="2110842" y="238683"/>
                  </a:lnTo>
                  <a:lnTo>
                    <a:pt x="2119824" y="239777"/>
                  </a:lnTo>
                  <a:lnTo>
                    <a:pt x="2128807" y="240770"/>
                  </a:lnTo>
                  <a:lnTo>
                    <a:pt x="2137789" y="241674"/>
                  </a:lnTo>
                  <a:lnTo>
                    <a:pt x="2146771" y="242510"/>
                  </a:lnTo>
                  <a:lnTo>
                    <a:pt x="2155754" y="243303"/>
                  </a:lnTo>
                  <a:lnTo>
                    <a:pt x="2164736" y="244083"/>
                  </a:lnTo>
                  <a:lnTo>
                    <a:pt x="2173718" y="244882"/>
                  </a:lnTo>
                  <a:lnTo>
                    <a:pt x="2182701" y="245730"/>
                  </a:lnTo>
                  <a:lnTo>
                    <a:pt x="2191683" y="246651"/>
                  </a:lnTo>
                  <a:lnTo>
                    <a:pt x="2200665" y="247656"/>
                  </a:lnTo>
                  <a:lnTo>
                    <a:pt x="2209648" y="248745"/>
                  </a:lnTo>
                  <a:lnTo>
                    <a:pt x="2218630" y="249901"/>
                  </a:lnTo>
                  <a:lnTo>
                    <a:pt x="2227612" y="251081"/>
                  </a:lnTo>
                  <a:lnTo>
                    <a:pt x="2236594" y="252240"/>
                  </a:lnTo>
                  <a:lnTo>
                    <a:pt x="2245577" y="253331"/>
                  </a:lnTo>
                  <a:lnTo>
                    <a:pt x="2254559" y="254312"/>
                  </a:lnTo>
                  <a:lnTo>
                    <a:pt x="2263541" y="255153"/>
                  </a:lnTo>
                  <a:lnTo>
                    <a:pt x="2272524" y="255842"/>
                  </a:lnTo>
                  <a:lnTo>
                    <a:pt x="2281506" y="256381"/>
                  </a:lnTo>
                  <a:lnTo>
                    <a:pt x="2290488" y="256789"/>
                  </a:lnTo>
                  <a:lnTo>
                    <a:pt x="2299471" y="257099"/>
                  </a:lnTo>
                  <a:lnTo>
                    <a:pt x="2308453" y="257351"/>
                  </a:lnTo>
                  <a:lnTo>
                    <a:pt x="2317435" y="257590"/>
                  </a:lnTo>
                  <a:lnTo>
                    <a:pt x="2326418" y="257857"/>
                  </a:lnTo>
                  <a:lnTo>
                    <a:pt x="2335400" y="258189"/>
                  </a:lnTo>
                  <a:lnTo>
                    <a:pt x="2344382" y="258616"/>
                  </a:lnTo>
                  <a:lnTo>
                    <a:pt x="2353364" y="259144"/>
                  </a:lnTo>
                  <a:lnTo>
                    <a:pt x="2362347" y="259771"/>
                  </a:lnTo>
                  <a:lnTo>
                    <a:pt x="2371329" y="260486"/>
                  </a:lnTo>
                  <a:lnTo>
                    <a:pt x="2380311" y="261269"/>
                  </a:lnTo>
                  <a:lnTo>
                    <a:pt x="2389294" y="262096"/>
                  </a:lnTo>
                  <a:lnTo>
                    <a:pt x="2398276" y="262940"/>
                  </a:lnTo>
                  <a:lnTo>
                    <a:pt x="2407258" y="263773"/>
                  </a:lnTo>
                  <a:lnTo>
                    <a:pt x="2416241" y="264569"/>
                  </a:lnTo>
                  <a:lnTo>
                    <a:pt x="2425223" y="265306"/>
                  </a:lnTo>
                  <a:lnTo>
                    <a:pt x="2434205" y="265966"/>
                  </a:lnTo>
                  <a:lnTo>
                    <a:pt x="2443188" y="266538"/>
                  </a:lnTo>
                  <a:lnTo>
                    <a:pt x="2452170" y="267016"/>
                  </a:lnTo>
                  <a:lnTo>
                    <a:pt x="2461152" y="267400"/>
                  </a:lnTo>
                  <a:lnTo>
                    <a:pt x="2470135" y="267704"/>
                  </a:lnTo>
                  <a:lnTo>
                    <a:pt x="2479117" y="267949"/>
                  </a:lnTo>
                  <a:lnTo>
                    <a:pt x="2488099" y="268155"/>
                  </a:lnTo>
                  <a:lnTo>
                    <a:pt x="2497081" y="268345"/>
                  </a:lnTo>
                  <a:lnTo>
                    <a:pt x="2506064" y="268537"/>
                  </a:lnTo>
                  <a:lnTo>
                    <a:pt x="2515046" y="268743"/>
                  </a:lnTo>
                  <a:lnTo>
                    <a:pt x="2524028" y="268968"/>
                  </a:lnTo>
                  <a:lnTo>
                    <a:pt x="2533011" y="269210"/>
                  </a:lnTo>
                  <a:lnTo>
                    <a:pt x="2541993" y="269459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9994470" y="1681400"/>
              <a:ext cx="1994072" cy="355175"/>
            </a:xfrm>
            <a:custGeom>
              <a:avLst/>
              <a:pathLst>
                <a:path w="1994072" h="355175">
                  <a:moveTo>
                    <a:pt x="0" y="351386"/>
                  </a:moveTo>
                  <a:lnTo>
                    <a:pt x="8982" y="350897"/>
                  </a:lnTo>
                  <a:lnTo>
                    <a:pt x="17964" y="350349"/>
                  </a:lnTo>
                  <a:lnTo>
                    <a:pt x="26946" y="349743"/>
                  </a:lnTo>
                  <a:lnTo>
                    <a:pt x="35929" y="349084"/>
                  </a:lnTo>
                  <a:lnTo>
                    <a:pt x="44911" y="348385"/>
                  </a:lnTo>
                  <a:lnTo>
                    <a:pt x="53893" y="347667"/>
                  </a:lnTo>
                  <a:lnTo>
                    <a:pt x="62876" y="346957"/>
                  </a:lnTo>
                  <a:lnTo>
                    <a:pt x="71858" y="346294"/>
                  </a:lnTo>
                  <a:lnTo>
                    <a:pt x="80840" y="345707"/>
                  </a:lnTo>
                  <a:lnTo>
                    <a:pt x="89823" y="345218"/>
                  </a:lnTo>
                  <a:lnTo>
                    <a:pt x="98805" y="344833"/>
                  </a:lnTo>
                  <a:lnTo>
                    <a:pt x="107787" y="344542"/>
                  </a:lnTo>
                  <a:lnTo>
                    <a:pt x="116770" y="344316"/>
                  </a:lnTo>
                  <a:lnTo>
                    <a:pt x="125752" y="344109"/>
                  </a:lnTo>
                  <a:lnTo>
                    <a:pt x="134734" y="343868"/>
                  </a:lnTo>
                  <a:lnTo>
                    <a:pt x="143716" y="343532"/>
                  </a:lnTo>
                  <a:lnTo>
                    <a:pt x="152699" y="343050"/>
                  </a:lnTo>
                  <a:lnTo>
                    <a:pt x="161681" y="342380"/>
                  </a:lnTo>
                  <a:lnTo>
                    <a:pt x="170663" y="341496"/>
                  </a:lnTo>
                  <a:lnTo>
                    <a:pt x="179646" y="340392"/>
                  </a:lnTo>
                  <a:lnTo>
                    <a:pt x="188628" y="339073"/>
                  </a:lnTo>
                  <a:lnTo>
                    <a:pt x="197610" y="337556"/>
                  </a:lnTo>
                  <a:lnTo>
                    <a:pt x="206593" y="335882"/>
                  </a:lnTo>
                  <a:lnTo>
                    <a:pt x="215575" y="334075"/>
                  </a:lnTo>
                  <a:lnTo>
                    <a:pt x="224557" y="332156"/>
                  </a:lnTo>
                  <a:lnTo>
                    <a:pt x="233540" y="330138"/>
                  </a:lnTo>
                  <a:lnTo>
                    <a:pt x="242522" y="328030"/>
                  </a:lnTo>
                  <a:lnTo>
                    <a:pt x="251504" y="325837"/>
                  </a:lnTo>
                  <a:lnTo>
                    <a:pt x="260486" y="323564"/>
                  </a:lnTo>
                  <a:lnTo>
                    <a:pt x="269469" y="321219"/>
                  </a:lnTo>
                  <a:lnTo>
                    <a:pt x="278451" y="318810"/>
                  </a:lnTo>
                  <a:lnTo>
                    <a:pt x="287433" y="316351"/>
                  </a:lnTo>
                  <a:lnTo>
                    <a:pt x="296416" y="313859"/>
                  </a:lnTo>
                  <a:lnTo>
                    <a:pt x="305398" y="311352"/>
                  </a:lnTo>
                  <a:lnTo>
                    <a:pt x="314380" y="308846"/>
                  </a:lnTo>
                  <a:lnTo>
                    <a:pt x="323363" y="306359"/>
                  </a:lnTo>
                  <a:lnTo>
                    <a:pt x="332345" y="303902"/>
                  </a:lnTo>
                  <a:lnTo>
                    <a:pt x="341327" y="301485"/>
                  </a:lnTo>
                  <a:lnTo>
                    <a:pt x="350310" y="299110"/>
                  </a:lnTo>
                  <a:lnTo>
                    <a:pt x="359292" y="296779"/>
                  </a:lnTo>
                  <a:lnTo>
                    <a:pt x="368274" y="294491"/>
                  </a:lnTo>
                  <a:lnTo>
                    <a:pt x="377256" y="292242"/>
                  </a:lnTo>
                  <a:lnTo>
                    <a:pt x="386239" y="290028"/>
                  </a:lnTo>
                  <a:lnTo>
                    <a:pt x="395221" y="287844"/>
                  </a:lnTo>
                  <a:lnTo>
                    <a:pt x="404203" y="285683"/>
                  </a:lnTo>
                  <a:lnTo>
                    <a:pt x="413186" y="283537"/>
                  </a:lnTo>
                  <a:lnTo>
                    <a:pt x="422168" y="281392"/>
                  </a:lnTo>
                  <a:lnTo>
                    <a:pt x="431150" y="279227"/>
                  </a:lnTo>
                  <a:lnTo>
                    <a:pt x="440133" y="277006"/>
                  </a:lnTo>
                  <a:lnTo>
                    <a:pt x="449115" y="274696"/>
                  </a:lnTo>
                  <a:lnTo>
                    <a:pt x="458097" y="272254"/>
                  </a:lnTo>
                  <a:lnTo>
                    <a:pt x="467080" y="269640"/>
                  </a:lnTo>
                  <a:lnTo>
                    <a:pt x="476062" y="266818"/>
                  </a:lnTo>
                  <a:lnTo>
                    <a:pt x="485044" y="263761"/>
                  </a:lnTo>
                  <a:lnTo>
                    <a:pt x="494027" y="260451"/>
                  </a:lnTo>
                  <a:lnTo>
                    <a:pt x="503009" y="256882"/>
                  </a:lnTo>
                  <a:lnTo>
                    <a:pt x="511991" y="253059"/>
                  </a:lnTo>
                  <a:lnTo>
                    <a:pt x="520973" y="248998"/>
                  </a:lnTo>
                  <a:lnTo>
                    <a:pt x="529956" y="244724"/>
                  </a:lnTo>
                  <a:lnTo>
                    <a:pt x="538938" y="240270"/>
                  </a:lnTo>
                  <a:lnTo>
                    <a:pt x="547920" y="235676"/>
                  </a:lnTo>
                  <a:lnTo>
                    <a:pt x="556903" y="230982"/>
                  </a:lnTo>
                  <a:lnTo>
                    <a:pt x="565885" y="226235"/>
                  </a:lnTo>
                  <a:lnTo>
                    <a:pt x="574867" y="221470"/>
                  </a:lnTo>
                  <a:lnTo>
                    <a:pt x="583850" y="216705"/>
                  </a:lnTo>
                  <a:lnTo>
                    <a:pt x="592832" y="211936"/>
                  </a:lnTo>
                  <a:lnTo>
                    <a:pt x="601814" y="207135"/>
                  </a:lnTo>
                  <a:lnTo>
                    <a:pt x="610797" y="202252"/>
                  </a:lnTo>
                  <a:lnTo>
                    <a:pt x="619779" y="197220"/>
                  </a:lnTo>
                  <a:lnTo>
                    <a:pt x="628761" y="191960"/>
                  </a:lnTo>
                  <a:lnTo>
                    <a:pt x="637743" y="186392"/>
                  </a:lnTo>
                  <a:lnTo>
                    <a:pt x="646726" y="180446"/>
                  </a:lnTo>
                  <a:lnTo>
                    <a:pt x="655708" y="174073"/>
                  </a:lnTo>
                  <a:lnTo>
                    <a:pt x="664690" y="167250"/>
                  </a:lnTo>
                  <a:lnTo>
                    <a:pt x="673673" y="159992"/>
                  </a:lnTo>
                  <a:lnTo>
                    <a:pt x="682655" y="152333"/>
                  </a:lnTo>
                  <a:lnTo>
                    <a:pt x="691637" y="144398"/>
                  </a:lnTo>
                  <a:lnTo>
                    <a:pt x="700620" y="136324"/>
                  </a:lnTo>
                  <a:lnTo>
                    <a:pt x="709602" y="128259"/>
                  </a:lnTo>
                  <a:lnTo>
                    <a:pt x="718584" y="120359"/>
                  </a:lnTo>
                  <a:lnTo>
                    <a:pt x="727567" y="112769"/>
                  </a:lnTo>
                  <a:lnTo>
                    <a:pt x="736549" y="105612"/>
                  </a:lnTo>
                  <a:lnTo>
                    <a:pt x="745531" y="98973"/>
                  </a:lnTo>
                  <a:lnTo>
                    <a:pt x="754513" y="92891"/>
                  </a:lnTo>
                  <a:lnTo>
                    <a:pt x="763496" y="87359"/>
                  </a:lnTo>
                  <a:lnTo>
                    <a:pt x="772478" y="82322"/>
                  </a:lnTo>
                  <a:lnTo>
                    <a:pt x="781460" y="77689"/>
                  </a:lnTo>
                  <a:lnTo>
                    <a:pt x="790443" y="73348"/>
                  </a:lnTo>
                  <a:lnTo>
                    <a:pt x="799425" y="69181"/>
                  </a:lnTo>
                  <a:lnTo>
                    <a:pt x="808407" y="65070"/>
                  </a:lnTo>
                  <a:lnTo>
                    <a:pt x="817390" y="60922"/>
                  </a:lnTo>
                  <a:lnTo>
                    <a:pt x="826372" y="56689"/>
                  </a:lnTo>
                  <a:lnTo>
                    <a:pt x="835354" y="52356"/>
                  </a:lnTo>
                  <a:lnTo>
                    <a:pt x="844337" y="47940"/>
                  </a:lnTo>
                  <a:lnTo>
                    <a:pt x="853319" y="43484"/>
                  </a:lnTo>
                  <a:lnTo>
                    <a:pt x="862301" y="39052"/>
                  </a:lnTo>
                  <a:lnTo>
                    <a:pt x="871283" y="34715"/>
                  </a:lnTo>
                  <a:lnTo>
                    <a:pt x="880266" y="30549"/>
                  </a:lnTo>
                  <a:lnTo>
                    <a:pt x="889248" y="26618"/>
                  </a:lnTo>
                  <a:lnTo>
                    <a:pt x="898230" y="22972"/>
                  </a:lnTo>
                  <a:lnTo>
                    <a:pt x="907213" y="19639"/>
                  </a:lnTo>
                  <a:lnTo>
                    <a:pt x="916195" y="16631"/>
                  </a:lnTo>
                  <a:lnTo>
                    <a:pt x="925177" y="13952"/>
                  </a:lnTo>
                  <a:lnTo>
                    <a:pt x="934160" y="11577"/>
                  </a:lnTo>
                  <a:lnTo>
                    <a:pt x="943142" y="9472"/>
                  </a:lnTo>
                  <a:lnTo>
                    <a:pt x="952124" y="7620"/>
                  </a:lnTo>
                  <a:lnTo>
                    <a:pt x="961107" y="6005"/>
                  </a:lnTo>
                  <a:lnTo>
                    <a:pt x="970089" y="4612"/>
                  </a:lnTo>
                  <a:lnTo>
                    <a:pt x="979071" y="3428"/>
                  </a:lnTo>
                  <a:lnTo>
                    <a:pt x="988054" y="2434"/>
                  </a:lnTo>
                  <a:lnTo>
                    <a:pt x="997036" y="1616"/>
                  </a:lnTo>
                  <a:lnTo>
                    <a:pt x="1006018" y="958"/>
                  </a:lnTo>
                  <a:lnTo>
                    <a:pt x="1015000" y="458"/>
                  </a:lnTo>
                  <a:lnTo>
                    <a:pt x="1023983" y="128"/>
                  </a:lnTo>
                  <a:lnTo>
                    <a:pt x="1032965" y="0"/>
                  </a:lnTo>
                  <a:lnTo>
                    <a:pt x="1041947" y="115"/>
                  </a:lnTo>
                  <a:lnTo>
                    <a:pt x="1050930" y="551"/>
                  </a:lnTo>
                  <a:lnTo>
                    <a:pt x="1059912" y="1319"/>
                  </a:lnTo>
                  <a:lnTo>
                    <a:pt x="1068894" y="2419"/>
                  </a:lnTo>
                  <a:lnTo>
                    <a:pt x="1077877" y="3819"/>
                  </a:lnTo>
                  <a:lnTo>
                    <a:pt x="1086859" y="5457"/>
                  </a:lnTo>
                  <a:lnTo>
                    <a:pt x="1095841" y="7258"/>
                  </a:lnTo>
                  <a:lnTo>
                    <a:pt x="1104824" y="9153"/>
                  </a:lnTo>
                  <a:lnTo>
                    <a:pt x="1113806" y="11098"/>
                  </a:lnTo>
                  <a:lnTo>
                    <a:pt x="1122788" y="13097"/>
                  </a:lnTo>
                  <a:lnTo>
                    <a:pt x="1131770" y="15202"/>
                  </a:lnTo>
                  <a:lnTo>
                    <a:pt x="1140753" y="17514"/>
                  </a:lnTo>
                  <a:lnTo>
                    <a:pt x="1149735" y="20171"/>
                  </a:lnTo>
                  <a:lnTo>
                    <a:pt x="1158717" y="23318"/>
                  </a:lnTo>
                  <a:lnTo>
                    <a:pt x="1167700" y="27112"/>
                  </a:lnTo>
                  <a:lnTo>
                    <a:pt x="1176682" y="31672"/>
                  </a:lnTo>
                  <a:lnTo>
                    <a:pt x="1185664" y="36990"/>
                  </a:lnTo>
                  <a:lnTo>
                    <a:pt x="1194647" y="43031"/>
                  </a:lnTo>
                  <a:lnTo>
                    <a:pt x="1203629" y="49709"/>
                  </a:lnTo>
                  <a:lnTo>
                    <a:pt x="1212611" y="56894"/>
                  </a:lnTo>
                  <a:lnTo>
                    <a:pt x="1221594" y="64426"/>
                  </a:lnTo>
                  <a:lnTo>
                    <a:pt x="1230576" y="72127"/>
                  </a:lnTo>
                  <a:lnTo>
                    <a:pt x="1239558" y="79817"/>
                  </a:lnTo>
                  <a:lnTo>
                    <a:pt x="1248540" y="87328"/>
                  </a:lnTo>
                  <a:lnTo>
                    <a:pt x="1257523" y="94516"/>
                  </a:lnTo>
                  <a:lnTo>
                    <a:pt x="1266505" y="101275"/>
                  </a:lnTo>
                  <a:lnTo>
                    <a:pt x="1275487" y="107551"/>
                  </a:lnTo>
                  <a:lnTo>
                    <a:pt x="1284470" y="113349"/>
                  </a:lnTo>
                  <a:lnTo>
                    <a:pt x="1293452" y="118719"/>
                  </a:lnTo>
                  <a:lnTo>
                    <a:pt x="1302434" y="123819"/>
                  </a:lnTo>
                  <a:lnTo>
                    <a:pt x="1311417" y="128826"/>
                  </a:lnTo>
                  <a:lnTo>
                    <a:pt x="1320399" y="133907"/>
                  </a:lnTo>
                  <a:lnTo>
                    <a:pt x="1329381" y="139210"/>
                  </a:lnTo>
                  <a:lnTo>
                    <a:pt x="1338364" y="144837"/>
                  </a:lnTo>
                  <a:lnTo>
                    <a:pt x="1347346" y="150828"/>
                  </a:lnTo>
                  <a:lnTo>
                    <a:pt x="1356328" y="157157"/>
                  </a:lnTo>
                  <a:lnTo>
                    <a:pt x="1365310" y="163740"/>
                  </a:lnTo>
                  <a:lnTo>
                    <a:pt x="1374293" y="170446"/>
                  </a:lnTo>
                  <a:lnTo>
                    <a:pt x="1383275" y="177119"/>
                  </a:lnTo>
                  <a:lnTo>
                    <a:pt x="1392257" y="183601"/>
                  </a:lnTo>
                  <a:lnTo>
                    <a:pt x="1401240" y="189758"/>
                  </a:lnTo>
                  <a:lnTo>
                    <a:pt x="1410222" y="195493"/>
                  </a:lnTo>
                  <a:lnTo>
                    <a:pt x="1419204" y="200737"/>
                  </a:lnTo>
                  <a:lnTo>
                    <a:pt x="1428187" y="205556"/>
                  </a:lnTo>
                  <a:lnTo>
                    <a:pt x="1437169" y="210031"/>
                  </a:lnTo>
                  <a:lnTo>
                    <a:pt x="1446151" y="214275"/>
                  </a:lnTo>
                  <a:lnTo>
                    <a:pt x="1455134" y="218411"/>
                  </a:lnTo>
                  <a:lnTo>
                    <a:pt x="1464116" y="222554"/>
                  </a:lnTo>
                  <a:lnTo>
                    <a:pt x="1473098" y="226789"/>
                  </a:lnTo>
                  <a:lnTo>
                    <a:pt x="1482081" y="231156"/>
                  </a:lnTo>
                  <a:lnTo>
                    <a:pt x="1491063" y="235652"/>
                  </a:lnTo>
                  <a:lnTo>
                    <a:pt x="1500045" y="240225"/>
                  </a:lnTo>
                  <a:lnTo>
                    <a:pt x="1509027" y="244797"/>
                  </a:lnTo>
                  <a:lnTo>
                    <a:pt x="1518010" y="249277"/>
                  </a:lnTo>
                  <a:lnTo>
                    <a:pt x="1526992" y="253581"/>
                  </a:lnTo>
                  <a:lnTo>
                    <a:pt x="1535974" y="257645"/>
                  </a:lnTo>
                  <a:lnTo>
                    <a:pt x="1544957" y="261456"/>
                  </a:lnTo>
                  <a:lnTo>
                    <a:pt x="1553939" y="265055"/>
                  </a:lnTo>
                  <a:lnTo>
                    <a:pt x="1562921" y="268497"/>
                  </a:lnTo>
                  <a:lnTo>
                    <a:pt x="1571904" y="271844"/>
                  </a:lnTo>
                  <a:lnTo>
                    <a:pt x="1580886" y="275146"/>
                  </a:lnTo>
                  <a:lnTo>
                    <a:pt x="1589868" y="278435"/>
                  </a:lnTo>
                  <a:lnTo>
                    <a:pt x="1598851" y="281712"/>
                  </a:lnTo>
                  <a:lnTo>
                    <a:pt x="1607833" y="284954"/>
                  </a:lnTo>
                  <a:lnTo>
                    <a:pt x="1616815" y="288124"/>
                  </a:lnTo>
                  <a:lnTo>
                    <a:pt x="1625797" y="291178"/>
                  </a:lnTo>
                  <a:lnTo>
                    <a:pt x="1634780" y="294082"/>
                  </a:lnTo>
                  <a:lnTo>
                    <a:pt x="1643762" y="296820"/>
                  </a:lnTo>
                  <a:lnTo>
                    <a:pt x="1652744" y="299398"/>
                  </a:lnTo>
                  <a:lnTo>
                    <a:pt x="1661727" y="301836"/>
                  </a:lnTo>
                  <a:lnTo>
                    <a:pt x="1670709" y="304189"/>
                  </a:lnTo>
                  <a:lnTo>
                    <a:pt x="1679691" y="306503"/>
                  </a:lnTo>
                  <a:lnTo>
                    <a:pt x="1688674" y="308817"/>
                  </a:lnTo>
                  <a:lnTo>
                    <a:pt x="1697656" y="311157"/>
                  </a:lnTo>
                  <a:lnTo>
                    <a:pt x="1706638" y="313539"/>
                  </a:lnTo>
                  <a:lnTo>
                    <a:pt x="1715621" y="315963"/>
                  </a:lnTo>
                  <a:lnTo>
                    <a:pt x="1724603" y="318422"/>
                  </a:lnTo>
                  <a:lnTo>
                    <a:pt x="1733585" y="320898"/>
                  </a:lnTo>
                  <a:lnTo>
                    <a:pt x="1742567" y="323371"/>
                  </a:lnTo>
                  <a:lnTo>
                    <a:pt x="1751550" y="325816"/>
                  </a:lnTo>
                  <a:lnTo>
                    <a:pt x="1760532" y="328209"/>
                  </a:lnTo>
                  <a:lnTo>
                    <a:pt x="1769514" y="330527"/>
                  </a:lnTo>
                  <a:lnTo>
                    <a:pt x="1778497" y="332747"/>
                  </a:lnTo>
                  <a:lnTo>
                    <a:pt x="1787479" y="334843"/>
                  </a:lnTo>
                  <a:lnTo>
                    <a:pt x="1796461" y="336806"/>
                  </a:lnTo>
                  <a:lnTo>
                    <a:pt x="1805444" y="338627"/>
                  </a:lnTo>
                  <a:lnTo>
                    <a:pt x="1814426" y="340296"/>
                  </a:lnTo>
                  <a:lnTo>
                    <a:pt x="1823408" y="341806"/>
                  </a:lnTo>
                  <a:lnTo>
                    <a:pt x="1832391" y="343153"/>
                  </a:lnTo>
                  <a:lnTo>
                    <a:pt x="1841373" y="344334"/>
                  </a:lnTo>
                  <a:lnTo>
                    <a:pt x="1850355" y="345350"/>
                  </a:lnTo>
                  <a:lnTo>
                    <a:pt x="1859337" y="346203"/>
                  </a:lnTo>
                  <a:lnTo>
                    <a:pt x="1868320" y="346898"/>
                  </a:lnTo>
                  <a:lnTo>
                    <a:pt x="1877302" y="347446"/>
                  </a:lnTo>
                  <a:lnTo>
                    <a:pt x="1886284" y="347862"/>
                  </a:lnTo>
                  <a:lnTo>
                    <a:pt x="1895267" y="348165"/>
                  </a:lnTo>
                  <a:lnTo>
                    <a:pt x="1904249" y="348379"/>
                  </a:lnTo>
                  <a:lnTo>
                    <a:pt x="1913231" y="348539"/>
                  </a:lnTo>
                  <a:lnTo>
                    <a:pt x="1922214" y="348679"/>
                  </a:lnTo>
                  <a:lnTo>
                    <a:pt x="1931196" y="348832"/>
                  </a:lnTo>
                  <a:lnTo>
                    <a:pt x="1940178" y="349021"/>
                  </a:lnTo>
                  <a:lnTo>
                    <a:pt x="1949161" y="349267"/>
                  </a:lnTo>
                  <a:lnTo>
                    <a:pt x="1958143" y="349579"/>
                  </a:lnTo>
                  <a:lnTo>
                    <a:pt x="1967125" y="349956"/>
                  </a:lnTo>
                  <a:lnTo>
                    <a:pt x="1976108" y="350388"/>
                  </a:lnTo>
                  <a:lnTo>
                    <a:pt x="1985090" y="350858"/>
                  </a:lnTo>
                  <a:lnTo>
                    <a:pt x="1994072" y="351342"/>
                  </a:lnTo>
                  <a:lnTo>
                    <a:pt x="1994072" y="355175"/>
                  </a:lnTo>
                  <a:lnTo>
                    <a:pt x="1985090" y="355175"/>
                  </a:lnTo>
                  <a:lnTo>
                    <a:pt x="1976108" y="355175"/>
                  </a:lnTo>
                  <a:lnTo>
                    <a:pt x="1967125" y="355175"/>
                  </a:lnTo>
                  <a:lnTo>
                    <a:pt x="1958143" y="355175"/>
                  </a:lnTo>
                  <a:lnTo>
                    <a:pt x="1949161" y="355175"/>
                  </a:lnTo>
                  <a:lnTo>
                    <a:pt x="1940178" y="355175"/>
                  </a:lnTo>
                  <a:lnTo>
                    <a:pt x="1931196" y="355175"/>
                  </a:lnTo>
                  <a:lnTo>
                    <a:pt x="1922214" y="355175"/>
                  </a:lnTo>
                  <a:lnTo>
                    <a:pt x="1913231" y="355175"/>
                  </a:lnTo>
                  <a:lnTo>
                    <a:pt x="1904249" y="355175"/>
                  </a:lnTo>
                  <a:lnTo>
                    <a:pt x="1895267" y="355175"/>
                  </a:lnTo>
                  <a:lnTo>
                    <a:pt x="1886284" y="355175"/>
                  </a:lnTo>
                  <a:lnTo>
                    <a:pt x="1877302" y="355175"/>
                  </a:lnTo>
                  <a:lnTo>
                    <a:pt x="1868320" y="355175"/>
                  </a:lnTo>
                  <a:lnTo>
                    <a:pt x="1859337" y="355175"/>
                  </a:lnTo>
                  <a:lnTo>
                    <a:pt x="1850355" y="355175"/>
                  </a:lnTo>
                  <a:lnTo>
                    <a:pt x="1841373" y="355175"/>
                  </a:lnTo>
                  <a:lnTo>
                    <a:pt x="1832391" y="355175"/>
                  </a:lnTo>
                  <a:lnTo>
                    <a:pt x="1823408" y="355175"/>
                  </a:lnTo>
                  <a:lnTo>
                    <a:pt x="1814426" y="355175"/>
                  </a:lnTo>
                  <a:lnTo>
                    <a:pt x="1805444" y="355175"/>
                  </a:lnTo>
                  <a:lnTo>
                    <a:pt x="1796461" y="355175"/>
                  </a:lnTo>
                  <a:lnTo>
                    <a:pt x="1787479" y="355175"/>
                  </a:lnTo>
                  <a:lnTo>
                    <a:pt x="1778497" y="355175"/>
                  </a:lnTo>
                  <a:lnTo>
                    <a:pt x="1769514" y="355175"/>
                  </a:lnTo>
                  <a:lnTo>
                    <a:pt x="1760532" y="355175"/>
                  </a:lnTo>
                  <a:lnTo>
                    <a:pt x="1751550" y="355175"/>
                  </a:lnTo>
                  <a:lnTo>
                    <a:pt x="1742567" y="355175"/>
                  </a:lnTo>
                  <a:lnTo>
                    <a:pt x="1733585" y="355175"/>
                  </a:lnTo>
                  <a:lnTo>
                    <a:pt x="1724603" y="355175"/>
                  </a:lnTo>
                  <a:lnTo>
                    <a:pt x="1715621" y="355175"/>
                  </a:lnTo>
                  <a:lnTo>
                    <a:pt x="1706638" y="355175"/>
                  </a:lnTo>
                  <a:lnTo>
                    <a:pt x="1697656" y="355175"/>
                  </a:lnTo>
                  <a:lnTo>
                    <a:pt x="1688674" y="355175"/>
                  </a:lnTo>
                  <a:lnTo>
                    <a:pt x="1679691" y="355175"/>
                  </a:lnTo>
                  <a:lnTo>
                    <a:pt x="1670709" y="355175"/>
                  </a:lnTo>
                  <a:lnTo>
                    <a:pt x="1661727" y="355175"/>
                  </a:lnTo>
                  <a:lnTo>
                    <a:pt x="1652744" y="355175"/>
                  </a:lnTo>
                  <a:lnTo>
                    <a:pt x="1643762" y="355175"/>
                  </a:lnTo>
                  <a:lnTo>
                    <a:pt x="1634780" y="355175"/>
                  </a:lnTo>
                  <a:lnTo>
                    <a:pt x="1625797" y="355175"/>
                  </a:lnTo>
                  <a:lnTo>
                    <a:pt x="1616815" y="355175"/>
                  </a:lnTo>
                  <a:lnTo>
                    <a:pt x="1607833" y="355175"/>
                  </a:lnTo>
                  <a:lnTo>
                    <a:pt x="1598851" y="355175"/>
                  </a:lnTo>
                  <a:lnTo>
                    <a:pt x="1589868" y="355175"/>
                  </a:lnTo>
                  <a:lnTo>
                    <a:pt x="1580886" y="355175"/>
                  </a:lnTo>
                  <a:lnTo>
                    <a:pt x="1571904" y="355175"/>
                  </a:lnTo>
                  <a:lnTo>
                    <a:pt x="1562921" y="355175"/>
                  </a:lnTo>
                  <a:lnTo>
                    <a:pt x="1553939" y="355175"/>
                  </a:lnTo>
                  <a:lnTo>
                    <a:pt x="1544957" y="355175"/>
                  </a:lnTo>
                  <a:lnTo>
                    <a:pt x="1535974" y="355175"/>
                  </a:lnTo>
                  <a:lnTo>
                    <a:pt x="1526992" y="355175"/>
                  </a:lnTo>
                  <a:lnTo>
                    <a:pt x="1518010" y="355175"/>
                  </a:lnTo>
                  <a:lnTo>
                    <a:pt x="1509027" y="355175"/>
                  </a:lnTo>
                  <a:lnTo>
                    <a:pt x="1500045" y="355175"/>
                  </a:lnTo>
                  <a:lnTo>
                    <a:pt x="1491063" y="355175"/>
                  </a:lnTo>
                  <a:lnTo>
                    <a:pt x="1482081" y="355175"/>
                  </a:lnTo>
                  <a:lnTo>
                    <a:pt x="1473098" y="355175"/>
                  </a:lnTo>
                  <a:lnTo>
                    <a:pt x="1464116" y="355175"/>
                  </a:lnTo>
                  <a:lnTo>
                    <a:pt x="1455134" y="355175"/>
                  </a:lnTo>
                  <a:lnTo>
                    <a:pt x="1446151" y="355175"/>
                  </a:lnTo>
                  <a:lnTo>
                    <a:pt x="1437169" y="355175"/>
                  </a:lnTo>
                  <a:lnTo>
                    <a:pt x="1428187" y="355175"/>
                  </a:lnTo>
                  <a:lnTo>
                    <a:pt x="1419204" y="355175"/>
                  </a:lnTo>
                  <a:lnTo>
                    <a:pt x="1410222" y="355175"/>
                  </a:lnTo>
                  <a:lnTo>
                    <a:pt x="1401240" y="355175"/>
                  </a:lnTo>
                  <a:lnTo>
                    <a:pt x="1392257" y="355175"/>
                  </a:lnTo>
                  <a:lnTo>
                    <a:pt x="1383275" y="355175"/>
                  </a:lnTo>
                  <a:lnTo>
                    <a:pt x="1374293" y="355175"/>
                  </a:lnTo>
                  <a:lnTo>
                    <a:pt x="1365310" y="355175"/>
                  </a:lnTo>
                  <a:lnTo>
                    <a:pt x="1356328" y="355175"/>
                  </a:lnTo>
                  <a:lnTo>
                    <a:pt x="1347346" y="355175"/>
                  </a:lnTo>
                  <a:lnTo>
                    <a:pt x="1338364" y="355175"/>
                  </a:lnTo>
                  <a:lnTo>
                    <a:pt x="1329381" y="355175"/>
                  </a:lnTo>
                  <a:lnTo>
                    <a:pt x="1320399" y="355175"/>
                  </a:lnTo>
                  <a:lnTo>
                    <a:pt x="1311417" y="355175"/>
                  </a:lnTo>
                  <a:lnTo>
                    <a:pt x="1302434" y="355175"/>
                  </a:lnTo>
                  <a:lnTo>
                    <a:pt x="1293452" y="355175"/>
                  </a:lnTo>
                  <a:lnTo>
                    <a:pt x="1284470" y="355175"/>
                  </a:lnTo>
                  <a:lnTo>
                    <a:pt x="1275487" y="355175"/>
                  </a:lnTo>
                  <a:lnTo>
                    <a:pt x="1266505" y="355175"/>
                  </a:lnTo>
                  <a:lnTo>
                    <a:pt x="1257523" y="355175"/>
                  </a:lnTo>
                  <a:lnTo>
                    <a:pt x="1248540" y="355175"/>
                  </a:lnTo>
                  <a:lnTo>
                    <a:pt x="1239558" y="355175"/>
                  </a:lnTo>
                  <a:lnTo>
                    <a:pt x="1230576" y="355175"/>
                  </a:lnTo>
                  <a:lnTo>
                    <a:pt x="1221594" y="355175"/>
                  </a:lnTo>
                  <a:lnTo>
                    <a:pt x="1212611" y="355175"/>
                  </a:lnTo>
                  <a:lnTo>
                    <a:pt x="1203629" y="355175"/>
                  </a:lnTo>
                  <a:lnTo>
                    <a:pt x="1194647" y="355175"/>
                  </a:lnTo>
                  <a:lnTo>
                    <a:pt x="1185664" y="355175"/>
                  </a:lnTo>
                  <a:lnTo>
                    <a:pt x="1176682" y="355175"/>
                  </a:lnTo>
                  <a:lnTo>
                    <a:pt x="1167700" y="355175"/>
                  </a:lnTo>
                  <a:lnTo>
                    <a:pt x="1158717" y="355175"/>
                  </a:lnTo>
                  <a:lnTo>
                    <a:pt x="1149735" y="355175"/>
                  </a:lnTo>
                  <a:lnTo>
                    <a:pt x="1140753" y="355175"/>
                  </a:lnTo>
                  <a:lnTo>
                    <a:pt x="1131770" y="355175"/>
                  </a:lnTo>
                  <a:lnTo>
                    <a:pt x="1122788" y="355175"/>
                  </a:lnTo>
                  <a:lnTo>
                    <a:pt x="1113806" y="355175"/>
                  </a:lnTo>
                  <a:lnTo>
                    <a:pt x="1104824" y="355175"/>
                  </a:lnTo>
                  <a:lnTo>
                    <a:pt x="1095841" y="355175"/>
                  </a:lnTo>
                  <a:lnTo>
                    <a:pt x="1086859" y="355175"/>
                  </a:lnTo>
                  <a:lnTo>
                    <a:pt x="1077877" y="355175"/>
                  </a:lnTo>
                  <a:lnTo>
                    <a:pt x="1068894" y="355175"/>
                  </a:lnTo>
                  <a:lnTo>
                    <a:pt x="1059912" y="355175"/>
                  </a:lnTo>
                  <a:lnTo>
                    <a:pt x="1050930" y="355175"/>
                  </a:lnTo>
                  <a:lnTo>
                    <a:pt x="1041947" y="355175"/>
                  </a:lnTo>
                  <a:lnTo>
                    <a:pt x="1032965" y="355175"/>
                  </a:lnTo>
                  <a:lnTo>
                    <a:pt x="1023983" y="355175"/>
                  </a:lnTo>
                  <a:lnTo>
                    <a:pt x="1015000" y="355175"/>
                  </a:lnTo>
                  <a:lnTo>
                    <a:pt x="1006018" y="355175"/>
                  </a:lnTo>
                  <a:lnTo>
                    <a:pt x="997036" y="355175"/>
                  </a:lnTo>
                  <a:lnTo>
                    <a:pt x="988054" y="355175"/>
                  </a:lnTo>
                  <a:lnTo>
                    <a:pt x="979071" y="355175"/>
                  </a:lnTo>
                  <a:lnTo>
                    <a:pt x="970089" y="355175"/>
                  </a:lnTo>
                  <a:lnTo>
                    <a:pt x="961107" y="355175"/>
                  </a:lnTo>
                  <a:lnTo>
                    <a:pt x="952124" y="355175"/>
                  </a:lnTo>
                  <a:lnTo>
                    <a:pt x="943142" y="355175"/>
                  </a:lnTo>
                  <a:lnTo>
                    <a:pt x="934160" y="355175"/>
                  </a:lnTo>
                  <a:lnTo>
                    <a:pt x="925177" y="355175"/>
                  </a:lnTo>
                  <a:lnTo>
                    <a:pt x="916195" y="355175"/>
                  </a:lnTo>
                  <a:lnTo>
                    <a:pt x="907213" y="355175"/>
                  </a:lnTo>
                  <a:lnTo>
                    <a:pt x="898230" y="355175"/>
                  </a:lnTo>
                  <a:lnTo>
                    <a:pt x="889248" y="355175"/>
                  </a:lnTo>
                  <a:lnTo>
                    <a:pt x="880266" y="355175"/>
                  </a:lnTo>
                  <a:lnTo>
                    <a:pt x="871283" y="355175"/>
                  </a:lnTo>
                  <a:lnTo>
                    <a:pt x="862301" y="355175"/>
                  </a:lnTo>
                  <a:lnTo>
                    <a:pt x="853319" y="355175"/>
                  </a:lnTo>
                  <a:lnTo>
                    <a:pt x="844337" y="355175"/>
                  </a:lnTo>
                  <a:lnTo>
                    <a:pt x="835354" y="355175"/>
                  </a:lnTo>
                  <a:lnTo>
                    <a:pt x="826372" y="355175"/>
                  </a:lnTo>
                  <a:lnTo>
                    <a:pt x="817390" y="355175"/>
                  </a:lnTo>
                  <a:lnTo>
                    <a:pt x="808407" y="355175"/>
                  </a:lnTo>
                  <a:lnTo>
                    <a:pt x="799425" y="355175"/>
                  </a:lnTo>
                  <a:lnTo>
                    <a:pt x="790443" y="355175"/>
                  </a:lnTo>
                  <a:lnTo>
                    <a:pt x="781460" y="355175"/>
                  </a:lnTo>
                  <a:lnTo>
                    <a:pt x="772478" y="355175"/>
                  </a:lnTo>
                  <a:lnTo>
                    <a:pt x="763496" y="355175"/>
                  </a:lnTo>
                  <a:lnTo>
                    <a:pt x="754513" y="355175"/>
                  </a:lnTo>
                  <a:lnTo>
                    <a:pt x="745531" y="355175"/>
                  </a:lnTo>
                  <a:lnTo>
                    <a:pt x="736549" y="355175"/>
                  </a:lnTo>
                  <a:lnTo>
                    <a:pt x="727567" y="355175"/>
                  </a:lnTo>
                  <a:lnTo>
                    <a:pt x="718584" y="355175"/>
                  </a:lnTo>
                  <a:lnTo>
                    <a:pt x="709602" y="355175"/>
                  </a:lnTo>
                  <a:lnTo>
                    <a:pt x="700620" y="355175"/>
                  </a:lnTo>
                  <a:lnTo>
                    <a:pt x="691637" y="355175"/>
                  </a:lnTo>
                  <a:lnTo>
                    <a:pt x="682655" y="355175"/>
                  </a:lnTo>
                  <a:lnTo>
                    <a:pt x="673673" y="355175"/>
                  </a:lnTo>
                  <a:lnTo>
                    <a:pt x="664690" y="355175"/>
                  </a:lnTo>
                  <a:lnTo>
                    <a:pt x="655708" y="355175"/>
                  </a:lnTo>
                  <a:lnTo>
                    <a:pt x="646726" y="355175"/>
                  </a:lnTo>
                  <a:lnTo>
                    <a:pt x="637743" y="355175"/>
                  </a:lnTo>
                  <a:lnTo>
                    <a:pt x="628761" y="355175"/>
                  </a:lnTo>
                  <a:lnTo>
                    <a:pt x="619779" y="355175"/>
                  </a:lnTo>
                  <a:lnTo>
                    <a:pt x="610797" y="355175"/>
                  </a:lnTo>
                  <a:lnTo>
                    <a:pt x="601814" y="355175"/>
                  </a:lnTo>
                  <a:lnTo>
                    <a:pt x="592832" y="355175"/>
                  </a:lnTo>
                  <a:lnTo>
                    <a:pt x="583850" y="355175"/>
                  </a:lnTo>
                  <a:lnTo>
                    <a:pt x="574867" y="355175"/>
                  </a:lnTo>
                  <a:lnTo>
                    <a:pt x="565885" y="355175"/>
                  </a:lnTo>
                  <a:lnTo>
                    <a:pt x="556903" y="355175"/>
                  </a:lnTo>
                  <a:lnTo>
                    <a:pt x="547920" y="355175"/>
                  </a:lnTo>
                  <a:lnTo>
                    <a:pt x="538938" y="355175"/>
                  </a:lnTo>
                  <a:lnTo>
                    <a:pt x="529956" y="355175"/>
                  </a:lnTo>
                  <a:lnTo>
                    <a:pt x="520973" y="355175"/>
                  </a:lnTo>
                  <a:lnTo>
                    <a:pt x="511991" y="355175"/>
                  </a:lnTo>
                  <a:lnTo>
                    <a:pt x="503009" y="355175"/>
                  </a:lnTo>
                  <a:lnTo>
                    <a:pt x="494027" y="355175"/>
                  </a:lnTo>
                  <a:lnTo>
                    <a:pt x="485044" y="355175"/>
                  </a:lnTo>
                  <a:lnTo>
                    <a:pt x="476062" y="355175"/>
                  </a:lnTo>
                  <a:lnTo>
                    <a:pt x="467080" y="355175"/>
                  </a:lnTo>
                  <a:lnTo>
                    <a:pt x="458097" y="355175"/>
                  </a:lnTo>
                  <a:lnTo>
                    <a:pt x="449115" y="355175"/>
                  </a:lnTo>
                  <a:lnTo>
                    <a:pt x="440133" y="355175"/>
                  </a:lnTo>
                  <a:lnTo>
                    <a:pt x="431150" y="355175"/>
                  </a:lnTo>
                  <a:lnTo>
                    <a:pt x="422168" y="355175"/>
                  </a:lnTo>
                  <a:lnTo>
                    <a:pt x="413186" y="355175"/>
                  </a:lnTo>
                  <a:lnTo>
                    <a:pt x="404203" y="355175"/>
                  </a:lnTo>
                  <a:lnTo>
                    <a:pt x="395221" y="355175"/>
                  </a:lnTo>
                  <a:lnTo>
                    <a:pt x="386239" y="355175"/>
                  </a:lnTo>
                  <a:lnTo>
                    <a:pt x="377256" y="355175"/>
                  </a:lnTo>
                  <a:lnTo>
                    <a:pt x="368274" y="355175"/>
                  </a:lnTo>
                  <a:lnTo>
                    <a:pt x="359292" y="355175"/>
                  </a:lnTo>
                  <a:lnTo>
                    <a:pt x="350310" y="355175"/>
                  </a:lnTo>
                  <a:lnTo>
                    <a:pt x="341327" y="355175"/>
                  </a:lnTo>
                  <a:lnTo>
                    <a:pt x="332345" y="355175"/>
                  </a:lnTo>
                  <a:lnTo>
                    <a:pt x="323363" y="355175"/>
                  </a:lnTo>
                  <a:lnTo>
                    <a:pt x="314380" y="355175"/>
                  </a:lnTo>
                  <a:lnTo>
                    <a:pt x="305398" y="355175"/>
                  </a:lnTo>
                  <a:lnTo>
                    <a:pt x="296416" y="355175"/>
                  </a:lnTo>
                  <a:lnTo>
                    <a:pt x="287433" y="355175"/>
                  </a:lnTo>
                  <a:lnTo>
                    <a:pt x="278451" y="355175"/>
                  </a:lnTo>
                  <a:lnTo>
                    <a:pt x="269469" y="355175"/>
                  </a:lnTo>
                  <a:lnTo>
                    <a:pt x="260486" y="355175"/>
                  </a:lnTo>
                  <a:lnTo>
                    <a:pt x="251504" y="355175"/>
                  </a:lnTo>
                  <a:lnTo>
                    <a:pt x="242522" y="355175"/>
                  </a:lnTo>
                  <a:lnTo>
                    <a:pt x="233540" y="355175"/>
                  </a:lnTo>
                  <a:lnTo>
                    <a:pt x="224557" y="355175"/>
                  </a:lnTo>
                  <a:lnTo>
                    <a:pt x="215575" y="355175"/>
                  </a:lnTo>
                  <a:lnTo>
                    <a:pt x="206593" y="355175"/>
                  </a:lnTo>
                  <a:lnTo>
                    <a:pt x="197610" y="355175"/>
                  </a:lnTo>
                  <a:lnTo>
                    <a:pt x="188628" y="355175"/>
                  </a:lnTo>
                  <a:lnTo>
                    <a:pt x="179646" y="355175"/>
                  </a:lnTo>
                  <a:lnTo>
                    <a:pt x="170663" y="355175"/>
                  </a:lnTo>
                  <a:lnTo>
                    <a:pt x="161681" y="355175"/>
                  </a:lnTo>
                  <a:lnTo>
                    <a:pt x="152699" y="355175"/>
                  </a:lnTo>
                  <a:lnTo>
                    <a:pt x="143716" y="355175"/>
                  </a:lnTo>
                  <a:lnTo>
                    <a:pt x="134734" y="355175"/>
                  </a:lnTo>
                  <a:lnTo>
                    <a:pt x="125752" y="355175"/>
                  </a:lnTo>
                  <a:lnTo>
                    <a:pt x="116770" y="355175"/>
                  </a:lnTo>
                  <a:lnTo>
                    <a:pt x="107787" y="355175"/>
                  </a:lnTo>
                  <a:lnTo>
                    <a:pt x="98805" y="355175"/>
                  </a:lnTo>
                  <a:lnTo>
                    <a:pt x="89823" y="355175"/>
                  </a:lnTo>
                  <a:lnTo>
                    <a:pt x="80840" y="355175"/>
                  </a:lnTo>
                  <a:lnTo>
                    <a:pt x="71858" y="355175"/>
                  </a:lnTo>
                  <a:lnTo>
                    <a:pt x="62876" y="355175"/>
                  </a:lnTo>
                  <a:lnTo>
                    <a:pt x="53893" y="355175"/>
                  </a:lnTo>
                  <a:lnTo>
                    <a:pt x="44911" y="355175"/>
                  </a:lnTo>
                  <a:lnTo>
                    <a:pt x="35929" y="355175"/>
                  </a:lnTo>
                  <a:lnTo>
                    <a:pt x="26946" y="355175"/>
                  </a:lnTo>
                  <a:lnTo>
                    <a:pt x="17964" y="355175"/>
                  </a:lnTo>
                  <a:lnTo>
                    <a:pt x="8982" y="355175"/>
                  </a:lnTo>
                  <a:lnTo>
                    <a:pt x="0" y="355175"/>
                  </a:lnTo>
                  <a:close/>
                </a:path>
              </a:pathLst>
            </a:custGeom>
            <a:solidFill>
              <a:srgbClr val="2C7FB8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9994470" y="1681400"/>
              <a:ext cx="1994072" cy="351386"/>
            </a:xfrm>
            <a:custGeom>
              <a:avLst/>
              <a:pathLst>
                <a:path w="1994072" h="351386">
                  <a:moveTo>
                    <a:pt x="0" y="351386"/>
                  </a:moveTo>
                  <a:lnTo>
                    <a:pt x="8982" y="350897"/>
                  </a:lnTo>
                  <a:lnTo>
                    <a:pt x="17964" y="350349"/>
                  </a:lnTo>
                  <a:lnTo>
                    <a:pt x="26946" y="349743"/>
                  </a:lnTo>
                  <a:lnTo>
                    <a:pt x="35929" y="349084"/>
                  </a:lnTo>
                  <a:lnTo>
                    <a:pt x="44911" y="348385"/>
                  </a:lnTo>
                  <a:lnTo>
                    <a:pt x="53893" y="347667"/>
                  </a:lnTo>
                  <a:lnTo>
                    <a:pt x="62876" y="346957"/>
                  </a:lnTo>
                  <a:lnTo>
                    <a:pt x="71858" y="346294"/>
                  </a:lnTo>
                  <a:lnTo>
                    <a:pt x="80840" y="345707"/>
                  </a:lnTo>
                  <a:lnTo>
                    <a:pt x="89823" y="345218"/>
                  </a:lnTo>
                  <a:lnTo>
                    <a:pt x="98805" y="344833"/>
                  </a:lnTo>
                  <a:lnTo>
                    <a:pt x="107787" y="344542"/>
                  </a:lnTo>
                  <a:lnTo>
                    <a:pt x="116770" y="344316"/>
                  </a:lnTo>
                  <a:lnTo>
                    <a:pt x="125752" y="344109"/>
                  </a:lnTo>
                  <a:lnTo>
                    <a:pt x="134734" y="343868"/>
                  </a:lnTo>
                  <a:lnTo>
                    <a:pt x="143716" y="343532"/>
                  </a:lnTo>
                  <a:lnTo>
                    <a:pt x="152699" y="343050"/>
                  </a:lnTo>
                  <a:lnTo>
                    <a:pt x="161681" y="342380"/>
                  </a:lnTo>
                  <a:lnTo>
                    <a:pt x="170663" y="341496"/>
                  </a:lnTo>
                  <a:lnTo>
                    <a:pt x="179646" y="340392"/>
                  </a:lnTo>
                  <a:lnTo>
                    <a:pt x="188628" y="339073"/>
                  </a:lnTo>
                  <a:lnTo>
                    <a:pt x="197610" y="337556"/>
                  </a:lnTo>
                  <a:lnTo>
                    <a:pt x="206593" y="335882"/>
                  </a:lnTo>
                  <a:lnTo>
                    <a:pt x="215575" y="334075"/>
                  </a:lnTo>
                  <a:lnTo>
                    <a:pt x="224557" y="332156"/>
                  </a:lnTo>
                  <a:lnTo>
                    <a:pt x="233540" y="330138"/>
                  </a:lnTo>
                  <a:lnTo>
                    <a:pt x="242522" y="328030"/>
                  </a:lnTo>
                  <a:lnTo>
                    <a:pt x="251504" y="325837"/>
                  </a:lnTo>
                  <a:lnTo>
                    <a:pt x="260486" y="323564"/>
                  </a:lnTo>
                  <a:lnTo>
                    <a:pt x="269469" y="321219"/>
                  </a:lnTo>
                  <a:lnTo>
                    <a:pt x="278451" y="318810"/>
                  </a:lnTo>
                  <a:lnTo>
                    <a:pt x="287433" y="316351"/>
                  </a:lnTo>
                  <a:lnTo>
                    <a:pt x="296416" y="313859"/>
                  </a:lnTo>
                  <a:lnTo>
                    <a:pt x="305398" y="311352"/>
                  </a:lnTo>
                  <a:lnTo>
                    <a:pt x="314380" y="308846"/>
                  </a:lnTo>
                  <a:lnTo>
                    <a:pt x="323363" y="306359"/>
                  </a:lnTo>
                  <a:lnTo>
                    <a:pt x="332345" y="303902"/>
                  </a:lnTo>
                  <a:lnTo>
                    <a:pt x="341327" y="301485"/>
                  </a:lnTo>
                  <a:lnTo>
                    <a:pt x="350310" y="299110"/>
                  </a:lnTo>
                  <a:lnTo>
                    <a:pt x="359292" y="296779"/>
                  </a:lnTo>
                  <a:lnTo>
                    <a:pt x="368274" y="294491"/>
                  </a:lnTo>
                  <a:lnTo>
                    <a:pt x="377256" y="292242"/>
                  </a:lnTo>
                  <a:lnTo>
                    <a:pt x="386239" y="290028"/>
                  </a:lnTo>
                  <a:lnTo>
                    <a:pt x="395221" y="287844"/>
                  </a:lnTo>
                  <a:lnTo>
                    <a:pt x="404203" y="285683"/>
                  </a:lnTo>
                  <a:lnTo>
                    <a:pt x="413186" y="283537"/>
                  </a:lnTo>
                  <a:lnTo>
                    <a:pt x="422168" y="281392"/>
                  </a:lnTo>
                  <a:lnTo>
                    <a:pt x="431150" y="279227"/>
                  </a:lnTo>
                  <a:lnTo>
                    <a:pt x="440133" y="277006"/>
                  </a:lnTo>
                  <a:lnTo>
                    <a:pt x="449115" y="274696"/>
                  </a:lnTo>
                  <a:lnTo>
                    <a:pt x="458097" y="272254"/>
                  </a:lnTo>
                  <a:lnTo>
                    <a:pt x="467080" y="269640"/>
                  </a:lnTo>
                  <a:lnTo>
                    <a:pt x="476062" y="266818"/>
                  </a:lnTo>
                  <a:lnTo>
                    <a:pt x="485044" y="263761"/>
                  </a:lnTo>
                  <a:lnTo>
                    <a:pt x="494027" y="260451"/>
                  </a:lnTo>
                  <a:lnTo>
                    <a:pt x="503009" y="256882"/>
                  </a:lnTo>
                  <a:lnTo>
                    <a:pt x="511991" y="253059"/>
                  </a:lnTo>
                  <a:lnTo>
                    <a:pt x="520973" y="248998"/>
                  </a:lnTo>
                  <a:lnTo>
                    <a:pt x="529956" y="244724"/>
                  </a:lnTo>
                  <a:lnTo>
                    <a:pt x="538938" y="240270"/>
                  </a:lnTo>
                  <a:lnTo>
                    <a:pt x="547920" y="235676"/>
                  </a:lnTo>
                  <a:lnTo>
                    <a:pt x="556903" y="230982"/>
                  </a:lnTo>
                  <a:lnTo>
                    <a:pt x="565885" y="226235"/>
                  </a:lnTo>
                  <a:lnTo>
                    <a:pt x="574867" y="221470"/>
                  </a:lnTo>
                  <a:lnTo>
                    <a:pt x="583850" y="216705"/>
                  </a:lnTo>
                  <a:lnTo>
                    <a:pt x="592832" y="211936"/>
                  </a:lnTo>
                  <a:lnTo>
                    <a:pt x="601814" y="207135"/>
                  </a:lnTo>
                  <a:lnTo>
                    <a:pt x="610797" y="202252"/>
                  </a:lnTo>
                  <a:lnTo>
                    <a:pt x="619779" y="197220"/>
                  </a:lnTo>
                  <a:lnTo>
                    <a:pt x="628761" y="191960"/>
                  </a:lnTo>
                  <a:lnTo>
                    <a:pt x="637743" y="186392"/>
                  </a:lnTo>
                  <a:lnTo>
                    <a:pt x="646726" y="180446"/>
                  </a:lnTo>
                  <a:lnTo>
                    <a:pt x="655708" y="174073"/>
                  </a:lnTo>
                  <a:lnTo>
                    <a:pt x="664690" y="167250"/>
                  </a:lnTo>
                  <a:lnTo>
                    <a:pt x="673673" y="159992"/>
                  </a:lnTo>
                  <a:lnTo>
                    <a:pt x="682655" y="152333"/>
                  </a:lnTo>
                  <a:lnTo>
                    <a:pt x="691637" y="144398"/>
                  </a:lnTo>
                  <a:lnTo>
                    <a:pt x="700620" y="136324"/>
                  </a:lnTo>
                  <a:lnTo>
                    <a:pt x="709602" y="128259"/>
                  </a:lnTo>
                  <a:lnTo>
                    <a:pt x="718584" y="120359"/>
                  </a:lnTo>
                  <a:lnTo>
                    <a:pt x="727567" y="112769"/>
                  </a:lnTo>
                  <a:lnTo>
                    <a:pt x="736549" y="105612"/>
                  </a:lnTo>
                  <a:lnTo>
                    <a:pt x="745531" y="98973"/>
                  </a:lnTo>
                  <a:lnTo>
                    <a:pt x="754513" y="92891"/>
                  </a:lnTo>
                  <a:lnTo>
                    <a:pt x="763496" y="87359"/>
                  </a:lnTo>
                  <a:lnTo>
                    <a:pt x="772478" y="82322"/>
                  </a:lnTo>
                  <a:lnTo>
                    <a:pt x="781460" y="77689"/>
                  </a:lnTo>
                  <a:lnTo>
                    <a:pt x="790443" y="73348"/>
                  </a:lnTo>
                  <a:lnTo>
                    <a:pt x="799425" y="69181"/>
                  </a:lnTo>
                  <a:lnTo>
                    <a:pt x="808407" y="65070"/>
                  </a:lnTo>
                  <a:lnTo>
                    <a:pt x="817390" y="60922"/>
                  </a:lnTo>
                  <a:lnTo>
                    <a:pt x="826372" y="56689"/>
                  </a:lnTo>
                  <a:lnTo>
                    <a:pt x="835354" y="52356"/>
                  </a:lnTo>
                  <a:lnTo>
                    <a:pt x="844337" y="47940"/>
                  </a:lnTo>
                  <a:lnTo>
                    <a:pt x="853319" y="43484"/>
                  </a:lnTo>
                  <a:lnTo>
                    <a:pt x="862301" y="39052"/>
                  </a:lnTo>
                  <a:lnTo>
                    <a:pt x="871283" y="34715"/>
                  </a:lnTo>
                  <a:lnTo>
                    <a:pt x="880266" y="30549"/>
                  </a:lnTo>
                  <a:lnTo>
                    <a:pt x="889248" y="26618"/>
                  </a:lnTo>
                  <a:lnTo>
                    <a:pt x="898230" y="22972"/>
                  </a:lnTo>
                  <a:lnTo>
                    <a:pt x="907213" y="19639"/>
                  </a:lnTo>
                  <a:lnTo>
                    <a:pt x="916195" y="16631"/>
                  </a:lnTo>
                  <a:lnTo>
                    <a:pt x="925177" y="13952"/>
                  </a:lnTo>
                  <a:lnTo>
                    <a:pt x="934160" y="11577"/>
                  </a:lnTo>
                  <a:lnTo>
                    <a:pt x="943142" y="9472"/>
                  </a:lnTo>
                  <a:lnTo>
                    <a:pt x="952124" y="7620"/>
                  </a:lnTo>
                  <a:lnTo>
                    <a:pt x="961107" y="6005"/>
                  </a:lnTo>
                  <a:lnTo>
                    <a:pt x="970089" y="4612"/>
                  </a:lnTo>
                  <a:lnTo>
                    <a:pt x="979071" y="3428"/>
                  </a:lnTo>
                  <a:lnTo>
                    <a:pt x="988054" y="2434"/>
                  </a:lnTo>
                  <a:lnTo>
                    <a:pt x="997036" y="1616"/>
                  </a:lnTo>
                  <a:lnTo>
                    <a:pt x="1006018" y="958"/>
                  </a:lnTo>
                  <a:lnTo>
                    <a:pt x="1015000" y="458"/>
                  </a:lnTo>
                  <a:lnTo>
                    <a:pt x="1023983" y="128"/>
                  </a:lnTo>
                  <a:lnTo>
                    <a:pt x="1032965" y="0"/>
                  </a:lnTo>
                  <a:lnTo>
                    <a:pt x="1041947" y="115"/>
                  </a:lnTo>
                  <a:lnTo>
                    <a:pt x="1050930" y="551"/>
                  </a:lnTo>
                  <a:lnTo>
                    <a:pt x="1059912" y="1319"/>
                  </a:lnTo>
                  <a:lnTo>
                    <a:pt x="1068894" y="2419"/>
                  </a:lnTo>
                  <a:lnTo>
                    <a:pt x="1077877" y="3819"/>
                  </a:lnTo>
                  <a:lnTo>
                    <a:pt x="1086859" y="5457"/>
                  </a:lnTo>
                  <a:lnTo>
                    <a:pt x="1095841" y="7258"/>
                  </a:lnTo>
                  <a:lnTo>
                    <a:pt x="1104824" y="9153"/>
                  </a:lnTo>
                  <a:lnTo>
                    <a:pt x="1113806" y="11098"/>
                  </a:lnTo>
                  <a:lnTo>
                    <a:pt x="1122788" y="13097"/>
                  </a:lnTo>
                  <a:lnTo>
                    <a:pt x="1131770" y="15202"/>
                  </a:lnTo>
                  <a:lnTo>
                    <a:pt x="1140753" y="17514"/>
                  </a:lnTo>
                  <a:lnTo>
                    <a:pt x="1149735" y="20171"/>
                  </a:lnTo>
                  <a:lnTo>
                    <a:pt x="1158717" y="23318"/>
                  </a:lnTo>
                  <a:lnTo>
                    <a:pt x="1167700" y="27112"/>
                  </a:lnTo>
                  <a:lnTo>
                    <a:pt x="1176682" y="31672"/>
                  </a:lnTo>
                  <a:lnTo>
                    <a:pt x="1185664" y="36990"/>
                  </a:lnTo>
                  <a:lnTo>
                    <a:pt x="1194647" y="43031"/>
                  </a:lnTo>
                  <a:lnTo>
                    <a:pt x="1203629" y="49709"/>
                  </a:lnTo>
                  <a:lnTo>
                    <a:pt x="1212611" y="56894"/>
                  </a:lnTo>
                  <a:lnTo>
                    <a:pt x="1221594" y="64426"/>
                  </a:lnTo>
                  <a:lnTo>
                    <a:pt x="1230576" y="72127"/>
                  </a:lnTo>
                  <a:lnTo>
                    <a:pt x="1239558" y="79817"/>
                  </a:lnTo>
                  <a:lnTo>
                    <a:pt x="1248540" y="87328"/>
                  </a:lnTo>
                  <a:lnTo>
                    <a:pt x="1257523" y="94516"/>
                  </a:lnTo>
                  <a:lnTo>
                    <a:pt x="1266505" y="101275"/>
                  </a:lnTo>
                  <a:lnTo>
                    <a:pt x="1275487" y="107551"/>
                  </a:lnTo>
                  <a:lnTo>
                    <a:pt x="1284470" y="113349"/>
                  </a:lnTo>
                  <a:lnTo>
                    <a:pt x="1293452" y="118719"/>
                  </a:lnTo>
                  <a:lnTo>
                    <a:pt x="1302434" y="123819"/>
                  </a:lnTo>
                  <a:lnTo>
                    <a:pt x="1311417" y="128826"/>
                  </a:lnTo>
                  <a:lnTo>
                    <a:pt x="1320399" y="133907"/>
                  </a:lnTo>
                  <a:lnTo>
                    <a:pt x="1329381" y="139210"/>
                  </a:lnTo>
                  <a:lnTo>
                    <a:pt x="1338364" y="144837"/>
                  </a:lnTo>
                  <a:lnTo>
                    <a:pt x="1347346" y="150828"/>
                  </a:lnTo>
                  <a:lnTo>
                    <a:pt x="1356328" y="157157"/>
                  </a:lnTo>
                  <a:lnTo>
                    <a:pt x="1365310" y="163740"/>
                  </a:lnTo>
                  <a:lnTo>
                    <a:pt x="1374293" y="170446"/>
                  </a:lnTo>
                  <a:lnTo>
                    <a:pt x="1383275" y="177119"/>
                  </a:lnTo>
                  <a:lnTo>
                    <a:pt x="1392257" y="183601"/>
                  </a:lnTo>
                  <a:lnTo>
                    <a:pt x="1401240" y="189758"/>
                  </a:lnTo>
                  <a:lnTo>
                    <a:pt x="1410222" y="195493"/>
                  </a:lnTo>
                  <a:lnTo>
                    <a:pt x="1419204" y="200737"/>
                  </a:lnTo>
                  <a:lnTo>
                    <a:pt x="1428187" y="205556"/>
                  </a:lnTo>
                  <a:lnTo>
                    <a:pt x="1437169" y="210031"/>
                  </a:lnTo>
                  <a:lnTo>
                    <a:pt x="1446151" y="214275"/>
                  </a:lnTo>
                  <a:lnTo>
                    <a:pt x="1455134" y="218411"/>
                  </a:lnTo>
                  <a:lnTo>
                    <a:pt x="1464116" y="222554"/>
                  </a:lnTo>
                  <a:lnTo>
                    <a:pt x="1473098" y="226789"/>
                  </a:lnTo>
                  <a:lnTo>
                    <a:pt x="1482081" y="231156"/>
                  </a:lnTo>
                  <a:lnTo>
                    <a:pt x="1491063" y="235652"/>
                  </a:lnTo>
                  <a:lnTo>
                    <a:pt x="1500045" y="240225"/>
                  </a:lnTo>
                  <a:lnTo>
                    <a:pt x="1509027" y="244797"/>
                  </a:lnTo>
                  <a:lnTo>
                    <a:pt x="1518010" y="249277"/>
                  </a:lnTo>
                  <a:lnTo>
                    <a:pt x="1526992" y="253581"/>
                  </a:lnTo>
                  <a:lnTo>
                    <a:pt x="1535974" y="257645"/>
                  </a:lnTo>
                  <a:lnTo>
                    <a:pt x="1544957" y="261456"/>
                  </a:lnTo>
                  <a:lnTo>
                    <a:pt x="1553939" y="265055"/>
                  </a:lnTo>
                  <a:lnTo>
                    <a:pt x="1562921" y="268497"/>
                  </a:lnTo>
                  <a:lnTo>
                    <a:pt x="1571904" y="271844"/>
                  </a:lnTo>
                  <a:lnTo>
                    <a:pt x="1580886" y="275146"/>
                  </a:lnTo>
                  <a:lnTo>
                    <a:pt x="1589868" y="278435"/>
                  </a:lnTo>
                  <a:lnTo>
                    <a:pt x="1598851" y="281712"/>
                  </a:lnTo>
                  <a:lnTo>
                    <a:pt x="1607833" y="284954"/>
                  </a:lnTo>
                  <a:lnTo>
                    <a:pt x="1616815" y="288124"/>
                  </a:lnTo>
                  <a:lnTo>
                    <a:pt x="1625797" y="291178"/>
                  </a:lnTo>
                  <a:lnTo>
                    <a:pt x="1634780" y="294082"/>
                  </a:lnTo>
                  <a:lnTo>
                    <a:pt x="1643762" y="296820"/>
                  </a:lnTo>
                  <a:lnTo>
                    <a:pt x="1652744" y="299398"/>
                  </a:lnTo>
                  <a:lnTo>
                    <a:pt x="1661727" y="301836"/>
                  </a:lnTo>
                  <a:lnTo>
                    <a:pt x="1670709" y="304189"/>
                  </a:lnTo>
                  <a:lnTo>
                    <a:pt x="1679691" y="306503"/>
                  </a:lnTo>
                  <a:lnTo>
                    <a:pt x="1688674" y="308817"/>
                  </a:lnTo>
                  <a:lnTo>
                    <a:pt x="1697656" y="311157"/>
                  </a:lnTo>
                  <a:lnTo>
                    <a:pt x="1706638" y="313539"/>
                  </a:lnTo>
                  <a:lnTo>
                    <a:pt x="1715621" y="315963"/>
                  </a:lnTo>
                  <a:lnTo>
                    <a:pt x="1724603" y="318422"/>
                  </a:lnTo>
                  <a:lnTo>
                    <a:pt x="1733585" y="320898"/>
                  </a:lnTo>
                  <a:lnTo>
                    <a:pt x="1742567" y="323371"/>
                  </a:lnTo>
                  <a:lnTo>
                    <a:pt x="1751550" y="325816"/>
                  </a:lnTo>
                  <a:lnTo>
                    <a:pt x="1760532" y="328209"/>
                  </a:lnTo>
                  <a:lnTo>
                    <a:pt x="1769514" y="330527"/>
                  </a:lnTo>
                  <a:lnTo>
                    <a:pt x="1778497" y="332747"/>
                  </a:lnTo>
                  <a:lnTo>
                    <a:pt x="1787479" y="334843"/>
                  </a:lnTo>
                  <a:lnTo>
                    <a:pt x="1796461" y="336806"/>
                  </a:lnTo>
                  <a:lnTo>
                    <a:pt x="1805444" y="338627"/>
                  </a:lnTo>
                  <a:lnTo>
                    <a:pt x="1814426" y="340296"/>
                  </a:lnTo>
                  <a:lnTo>
                    <a:pt x="1823408" y="341806"/>
                  </a:lnTo>
                  <a:lnTo>
                    <a:pt x="1832391" y="343153"/>
                  </a:lnTo>
                  <a:lnTo>
                    <a:pt x="1841373" y="344334"/>
                  </a:lnTo>
                  <a:lnTo>
                    <a:pt x="1850355" y="345350"/>
                  </a:lnTo>
                  <a:lnTo>
                    <a:pt x="1859337" y="346203"/>
                  </a:lnTo>
                  <a:lnTo>
                    <a:pt x="1868320" y="346898"/>
                  </a:lnTo>
                  <a:lnTo>
                    <a:pt x="1877302" y="347446"/>
                  </a:lnTo>
                  <a:lnTo>
                    <a:pt x="1886284" y="347862"/>
                  </a:lnTo>
                  <a:lnTo>
                    <a:pt x="1895267" y="348165"/>
                  </a:lnTo>
                  <a:lnTo>
                    <a:pt x="1904249" y="348379"/>
                  </a:lnTo>
                  <a:lnTo>
                    <a:pt x="1913231" y="348539"/>
                  </a:lnTo>
                  <a:lnTo>
                    <a:pt x="1922214" y="348679"/>
                  </a:lnTo>
                  <a:lnTo>
                    <a:pt x="1931196" y="348832"/>
                  </a:lnTo>
                  <a:lnTo>
                    <a:pt x="1940178" y="349021"/>
                  </a:lnTo>
                  <a:lnTo>
                    <a:pt x="1949161" y="349267"/>
                  </a:lnTo>
                  <a:lnTo>
                    <a:pt x="1958143" y="349579"/>
                  </a:lnTo>
                  <a:lnTo>
                    <a:pt x="1967125" y="349956"/>
                  </a:lnTo>
                  <a:lnTo>
                    <a:pt x="1976108" y="350388"/>
                  </a:lnTo>
                  <a:lnTo>
                    <a:pt x="1985090" y="350858"/>
                  </a:lnTo>
                  <a:lnTo>
                    <a:pt x="1994072" y="351342"/>
                  </a:lnTo>
                </a:path>
              </a:pathLst>
            </a:custGeom>
            <a:ln w="813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9383673" y="1995667"/>
              <a:ext cx="1401240" cy="500740"/>
            </a:xfrm>
            <a:custGeom>
              <a:avLst/>
              <a:pathLst>
                <a:path w="1401240" h="500740">
                  <a:moveTo>
                    <a:pt x="0" y="497010"/>
                  </a:moveTo>
                  <a:lnTo>
                    <a:pt x="8982" y="496440"/>
                  </a:lnTo>
                  <a:lnTo>
                    <a:pt x="17964" y="495848"/>
                  </a:lnTo>
                  <a:lnTo>
                    <a:pt x="26946" y="495223"/>
                  </a:lnTo>
                  <a:lnTo>
                    <a:pt x="35929" y="494548"/>
                  </a:lnTo>
                  <a:lnTo>
                    <a:pt x="44911" y="493799"/>
                  </a:lnTo>
                  <a:lnTo>
                    <a:pt x="53893" y="492946"/>
                  </a:lnTo>
                  <a:lnTo>
                    <a:pt x="62876" y="491964"/>
                  </a:lnTo>
                  <a:lnTo>
                    <a:pt x="71858" y="490817"/>
                  </a:lnTo>
                  <a:lnTo>
                    <a:pt x="80840" y="489506"/>
                  </a:lnTo>
                  <a:lnTo>
                    <a:pt x="89823" y="488034"/>
                  </a:lnTo>
                  <a:lnTo>
                    <a:pt x="98805" y="486413"/>
                  </a:lnTo>
                  <a:lnTo>
                    <a:pt x="107787" y="484661"/>
                  </a:lnTo>
                  <a:lnTo>
                    <a:pt x="116770" y="482803"/>
                  </a:lnTo>
                  <a:lnTo>
                    <a:pt x="125752" y="480860"/>
                  </a:lnTo>
                  <a:lnTo>
                    <a:pt x="134734" y="478845"/>
                  </a:lnTo>
                  <a:lnTo>
                    <a:pt x="143716" y="476764"/>
                  </a:lnTo>
                  <a:lnTo>
                    <a:pt x="152699" y="474606"/>
                  </a:lnTo>
                  <a:lnTo>
                    <a:pt x="161681" y="472348"/>
                  </a:lnTo>
                  <a:lnTo>
                    <a:pt x="170663" y="469950"/>
                  </a:lnTo>
                  <a:lnTo>
                    <a:pt x="179646" y="467362"/>
                  </a:lnTo>
                  <a:lnTo>
                    <a:pt x="188628" y="464518"/>
                  </a:lnTo>
                  <a:lnTo>
                    <a:pt x="197610" y="461347"/>
                  </a:lnTo>
                  <a:lnTo>
                    <a:pt x="206593" y="457820"/>
                  </a:lnTo>
                  <a:lnTo>
                    <a:pt x="215575" y="453911"/>
                  </a:lnTo>
                  <a:lnTo>
                    <a:pt x="224557" y="449617"/>
                  </a:lnTo>
                  <a:lnTo>
                    <a:pt x="233540" y="444963"/>
                  </a:lnTo>
                  <a:lnTo>
                    <a:pt x="242522" y="439990"/>
                  </a:lnTo>
                  <a:lnTo>
                    <a:pt x="251504" y="434750"/>
                  </a:lnTo>
                  <a:lnTo>
                    <a:pt x="260486" y="429292"/>
                  </a:lnTo>
                  <a:lnTo>
                    <a:pt x="269469" y="423647"/>
                  </a:lnTo>
                  <a:lnTo>
                    <a:pt x="278451" y="417813"/>
                  </a:lnTo>
                  <a:lnTo>
                    <a:pt x="287433" y="411745"/>
                  </a:lnTo>
                  <a:lnTo>
                    <a:pt x="296416" y="405354"/>
                  </a:lnTo>
                  <a:lnTo>
                    <a:pt x="305398" y="398515"/>
                  </a:lnTo>
                  <a:lnTo>
                    <a:pt x="314380" y="391038"/>
                  </a:lnTo>
                  <a:lnTo>
                    <a:pt x="323363" y="382799"/>
                  </a:lnTo>
                  <a:lnTo>
                    <a:pt x="332345" y="373725"/>
                  </a:lnTo>
                  <a:lnTo>
                    <a:pt x="341327" y="363795"/>
                  </a:lnTo>
                  <a:lnTo>
                    <a:pt x="350310" y="353062"/>
                  </a:lnTo>
                  <a:lnTo>
                    <a:pt x="359292" y="341658"/>
                  </a:lnTo>
                  <a:lnTo>
                    <a:pt x="368274" y="329783"/>
                  </a:lnTo>
                  <a:lnTo>
                    <a:pt x="377256" y="317680"/>
                  </a:lnTo>
                  <a:lnTo>
                    <a:pt x="386239" y="305610"/>
                  </a:lnTo>
                  <a:lnTo>
                    <a:pt x="395221" y="293818"/>
                  </a:lnTo>
                  <a:lnTo>
                    <a:pt x="404203" y="282503"/>
                  </a:lnTo>
                  <a:lnTo>
                    <a:pt x="413186" y="271794"/>
                  </a:lnTo>
                  <a:lnTo>
                    <a:pt x="422168" y="261728"/>
                  </a:lnTo>
                  <a:lnTo>
                    <a:pt x="431150" y="252260"/>
                  </a:lnTo>
                  <a:lnTo>
                    <a:pt x="440133" y="243263"/>
                  </a:lnTo>
                  <a:lnTo>
                    <a:pt x="449115" y="234493"/>
                  </a:lnTo>
                  <a:lnTo>
                    <a:pt x="458097" y="225735"/>
                  </a:lnTo>
                  <a:lnTo>
                    <a:pt x="467080" y="216791"/>
                  </a:lnTo>
                  <a:lnTo>
                    <a:pt x="476062" y="207506"/>
                  </a:lnTo>
                  <a:lnTo>
                    <a:pt x="485044" y="197781"/>
                  </a:lnTo>
                  <a:lnTo>
                    <a:pt x="494027" y="187575"/>
                  </a:lnTo>
                  <a:lnTo>
                    <a:pt x="503009" y="176904"/>
                  </a:lnTo>
                  <a:lnTo>
                    <a:pt x="511991" y="165827"/>
                  </a:lnTo>
                  <a:lnTo>
                    <a:pt x="520973" y="154433"/>
                  </a:lnTo>
                  <a:lnTo>
                    <a:pt x="529956" y="142830"/>
                  </a:lnTo>
                  <a:lnTo>
                    <a:pt x="538938" y="131137"/>
                  </a:lnTo>
                  <a:lnTo>
                    <a:pt x="547920" y="119475"/>
                  </a:lnTo>
                  <a:lnTo>
                    <a:pt x="556903" y="107982"/>
                  </a:lnTo>
                  <a:lnTo>
                    <a:pt x="565885" y="96801"/>
                  </a:lnTo>
                  <a:lnTo>
                    <a:pt x="574867" y="86047"/>
                  </a:lnTo>
                  <a:lnTo>
                    <a:pt x="583850" y="75832"/>
                  </a:lnTo>
                  <a:lnTo>
                    <a:pt x="592832" y="66253"/>
                  </a:lnTo>
                  <a:lnTo>
                    <a:pt x="601814" y="57381"/>
                  </a:lnTo>
                  <a:lnTo>
                    <a:pt x="610797" y="49257"/>
                  </a:lnTo>
                  <a:lnTo>
                    <a:pt x="619779" y="41889"/>
                  </a:lnTo>
                  <a:lnTo>
                    <a:pt x="628761" y="35252"/>
                  </a:lnTo>
                  <a:lnTo>
                    <a:pt x="637743" y="29292"/>
                  </a:lnTo>
                  <a:lnTo>
                    <a:pt x="646726" y="23940"/>
                  </a:lnTo>
                  <a:lnTo>
                    <a:pt x="655708" y="19124"/>
                  </a:lnTo>
                  <a:lnTo>
                    <a:pt x="664690" y="14786"/>
                  </a:lnTo>
                  <a:lnTo>
                    <a:pt x="673673" y="10895"/>
                  </a:lnTo>
                  <a:lnTo>
                    <a:pt x="682655" y="7497"/>
                  </a:lnTo>
                  <a:lnTo>
                    <a:pt x="691637" y="4620"/>
                  </a:lnTo>
                  <a:lnTo>
                    <a:pt x="700620" y="2346"/>
                  </a:lnTo>
                  <a:lnTo>
                    <a:pt x="709602" y="774"/>
                  </a:lnTo>
                  <a:lnTo>
                    <a:pt x="718584" y="0"/>
                  </a:lnTo>
                  <a:lnTo>
                    <a:pt x="727567" y="98"/>
                  </a:lnTo>
                  <a:lnTo>
                    <a:pt x="736549" y="1116"/>
                  </a:lnTo>
                  <a:lnTo>
                    <a:pt x="745531" y="3068"/>
                  </a:lnTo>
                  <a:lnTo>
                    <a:pt x="754513" y="5939"/>
                  </a:lnTo>
                  <a:lnTo>
                    <a:pt x="763496" y="9684"/>
                  </a:lnTo>
                  <a:lnTo>
                    <a:pt x="772478" y="14239"/>
                  </a:lnTo>
                  <a:lnTo>
                    <a:pt x="781460" y="19522"/>
                  </a:lnTo>
                  <a:lnTo>
                    <a:pt x="790443" y="25441"/>
                  </a:lnTo>
                  <a:lnTo>
                    <a:pt x="799425" y="31900"/>
                  </a:lnTo>
                  <a:lnTo>
                    <a:pt x="808407" y="38801"/>
                  </a:lnTo>
                  <a:lnTo>
                    <a:pt x="817390" y="46016"/>
                  </a:lnTo>
                  <a:lnTo>
                    <a:pt x="826372" y="53480"/>
                  </a:lnTo>
                  <a:lnTo>
                    <a:pt x="835354" y="61166"/>
                  </a:lnTo>
                  <a:lnTo>
                    <a:pt x="844337" y="69097"/>
                  </a:lnTo>
                  <a:lnTo>
                    <a:pt x="853319" y="77346"/>
                  </a:lnTo>
                  <a:lnTo>
                    <a:pt x="862301" y="86026"/>
                  </a:lnTo>
                  <a:lnTo>
                    <a:pt x="871283" y="95272"/>
                  </a:lnTo>
                  <a:lnTo>
                    <a:pt x="880266" y="105217"/>
                  </a:lnTo>
                  <a:lnTo>
                    <a:pt x="889248" y="115960"/>
                  </a:lnTo>
                  <a:lnTo>
                    <a:pt x="898230" y="127547"/>
                  </a:lnTo>
                  <a:lnTo>
                    <a:pt x="907213" y="139951"/>
                  </a:lnTo>
                  <a:lnTo>
                    <a:pt x="916195" y="153067"/>
                  </a:lnTo>
                  <a:lnTo>
                    <a:pt x="925177" y="166735"/>
                  </a:lnTo>
                  <a:lnTo>
                    <a:pt x="934160" y="180693"/>
                  </a:lnTo>
                  <a:lnTo>
                    <a:pt x="943142" y="194694"/>
                  </a:lnTo>
                  <a:lnTo>
                    <a:pt x="952124" y="208538"/>
                  </a:lnTo>
                  <a:lnTo>
                    <a:pt x="961107" y="222070"/>
                  </a:lnTo>
                  <a:lnTo>
                    <a:pt x="970089" y="235199"/>
                  </a:lnTo>
                  <a:lnTo>
                    <a:pt x="979071" y="247883"/>
                  </a:lnTo>
                  <a:lnTo>
                    <a:pt x="988054" y="260126"/>
                  </a:lnTo>
                  <a:lnTo>
                    <a:pt x="997036" y="271950"/>
                  </a:lnTo>
                  <a:lnTo>
                    <a:pt x="1006018" y="283382"/>
                  </a:lnTo>
                  <a:lnTo>
                    <a:pt x="1015000" y="294436"/>
                  </a:lnTo>
                  <a:lnTo>
                    <a:pt x="1023983" y="305105"/>
                  </a:lnTo>
                  <a:lnTo>
                    <a:pt x="1032965" y="315363"/>
                  </a:lnTo>
                  <a:lnTo>
                    <a:pt x="1041947" y="325173"/>
                  </a:lnTo>
                  <a:lnTo>
                    <a:pt x="1050930" y="334462"/>
                  </a:lnTo>
                  <a:lnTo>
                    <a:pt x="1059912" y="343254"/>
                  </a:lnTo>
                  <a:lnTo>
                    <a:pt x="1068894" y="351559"/>
                  </a:lnTo>
                  <a:lnTo>
                    <a:pt x="1077877" y="359408"/>
                  </a:lnTo>
                  <a:lnTo>
                    <a:pt x="1086859" y="366849"/>
                  </a:lnTo>
                  <a:lnTo>
                    <a:pt x="1095841" y="373938"/>
                  </a:lnTo>
                  <a:lnTo>
                    <a:pt x="1104824" y="380731"/>
                  </a:lnTo>
                  <a:lnTo>
                    <a:pt x="1113806" y="387283"/>
                  </a:lnTo>
                  <a:lnTo>
                    <a:pt x="1122788" y="393640"/>
                  </a:lnTo>
                  <a:lnTo>
                    <a:pt x="1131770" y="399841"/>
                  </a:lnTo>
                  <a:lnTo>
                    <a:pt x="1140753" y="405918"/>
                  </a:lnTo>
                  <a:lnTo>
                    <a:pt x="1149735" y="411897"/>
                  </a:lnTo>
                  <a:lnTo>
                    <a:pt x="1158717" y="417793"/>
                  </a:lnTo>
                  <a:lnTo>
                    <a:pt x="1167700" y="423613"/>
                  </a:lnTo>
                  <a:lnTo>
                    <a:pt x="1176682" y="429350"/>
                  </a:lnTo>
                  <a:lnTo>
                    <a:pt x="1185664" y="434987"/>
                  </a:lnTo>
                  <a:lnTo>
                    <a:pt x="1194647" y="440492"/>
                  </a:lnTo>
                  <a:lnTo>
                    <a:pt x="1203629" y="445823"/>
                  </a:lnTo>
                  <a:lnTo>
                    <a:pt x="1212611" y="450933"/>
                  </a:lnTo>
                  <a:lnTo>
                    <a:pt x="1221594" y="455775"/>
                  </a:lnTo>
                  <a:lnTo>
                    <a:pt x="1230576" y="460306"/>
                  </a:lnTo>
                  <a:lnTo>
                    <a:pt x="1239558" y="464493"/>
                  </a:lnTo>
                  <a:lnTo>
                    <a:pt x="1248540" y="468314"/>
                  </a:lnTo>
                  <a:lnTo>
                    <a:pt x="1257523" y="471762"/>
                  </a:lnTo>
                  <a:lnTo>
                    <a:pt x="1266505" y="474844"/>
                  </a:lnTo>
                  <a:lnTo>
                    <a:pt x="1275487" y="477581"/>
                  </a:lnTo>
                  <a:lnTo>
                    <a:pt x="1284470" y="480006"/>
                  </a:lnTo>
                  <a:lnTo>
                    <a:pt x="1293452" y="482145"/>
                  </a:lnTo>
                  <a:lnTo>
                    <a:pt x="1302434" y="484059"/>
                  </a:lnTo>
                  <a:lnTo>
                    <a:pt x="1311417" y="485795"/>
                  </a:lnTo>
                  <a:lnTo>
                    <a:pt x="1320399" y="487388"/>
                  </a:lnTo>
                  <a:lnTo>
                    <a:pt x="1329381" y="488864"/>
                  </a:lnTo>
                  <a:lnTo>
                    <a:pt x="1338364" y="490239"/>
                  </a:lnTo>
                  <a:lnTo>
                    <a:pt x="1347346" y="491522"/>
                  </a:lnTo>
                  <a:lnTo>
                    <a:pt x="1356328" y="492713"/>
                  </a:lnTo>
                  <a:lnTo>
                    <a:pt x="1365310" y="493808"/>
                  </a:lnTo>
                  <a:lnTo>
                    <a:pt x="1374293" y="494801"/>
                  </a:lnTo>
                  <a:lnTo>
                    <a:pt x="1383275" y="495687"/>
                  </a:lnTo>
                  <a:lnTo>
                    <a:pt x="1392257" y="496460"/>
                  </a:lnTo>
                  <a:lnTo>
                    <a:pt x="1401240" y="497119"/>
                  </a:lnTo>
                  <a:lnTo>
                    <a:pt x="1401240" y="500740"/>
                  </a:lnTo>
                  <a:lnTo>
                    <a:pt x="1392257" y="500740"/>
                  </a:lnTo>
                  <a:lnTo>
                    <a:pt x="1383275" y="500740"/>
                  </a:lnTo>
                  <a:lnTo>
                    <a:pt x="1374293" y="500740"/>
                  </a:lnTo>
                  <a:lnTo>
                    <a:pt x="1365310" y="500740"/>
                  </a:lnTo>
                  <a:lnTo>
                    <a:pt x="1356328" y="500740"/>
                  </a:lnTo>
                  <a:lnTo>
                    <a:pt x="1347346" y="500740"/>
                  </a:lnTo>
                  <a:lnTo>
                    <a:pt x="1338364" y="500740"/>
                  </a:lnTo>
                  <a:lnTo>
                    <a:pt x="1329381" y="500740"/>
                  </a:lnTo>
                  <a:lnTo>
                    <a:pt x="1320399" y="500740"/>
                  </a:lnTo>
                  <a:lnTo>
                    <a:pt x="1311417" y="500740"/>
                  </a:lnTo>
                  <a:lnTo>
                    <a:pt x="1302434" y="500740"/>
                  </a:lnTo>
                  <a:lnTo>
                    <a:pt x="1293452" y="500740"/>
                  </a:lnTo>
                  <a:lnTo>
                    <a:pt x="1284470" y="500740"/>
                  </a:lnTo>
                  <a:lnTo>
                    <a:pt x="1275487" y="500740"/>
                  </a:lnTo>
                  <a:lnTo>
                    <a:pt x="1266505" y="500740"/>
                  </a:lnTo>
                  <a:lnTo>
                    <a:pt x="1257523" y="500740"/>
                  </a:lnTo>
                  <a:lnTo>
                    <a:pt x="1248540" y="500740"/>
                  </a:lnTo>
                  <a:lnTo>
                    <a:pt x="1239558" y="500740"/>
                  </a:lnTo>
                  <a:lnTo>
                    <a:pt x="1230576" y="500740"/>
                  </a:lnTo>
                  <a:lnTo>
                    <a:pt x="1221594" y="500740"/>
                  </a:lnTo>
                  <a:lnTo>
                    <a:pt x="1212611" y="500740"/>
                  </a:lnTo>
                  <a:lnTo>
                    <a:pt x="1203629" y="500740"/>
                  </a:lnTo>
                  <a:lnTo>
                    <a:pt x="1194647" y="500740"/>
                  </a:lnTo>
                  <a:lnTo>
                    <a:pt x="1185664" y="500740"/>
                  </a:lnTo>
                  <a:lnTo>
                    <a:pt x="1176682" y="500740"/>
                  </a:lnTo>
                  <a:lnTo>
                    <a:pt x="1167700" y="500740"/>
                  </a:lnTo>
                  <a:lnTo>
                    <a:pt x="1158717" y="500740"/>
                  </a:lnTo>
                  <a:lnTo>
                    <a:pt x="1149735" y="500740"/>
                  </a:lnTo>
                  <a:lnTo>
                    <a:pt x="1140753" y="500740"/>
                  </a:lnTo>
                  <a:lnTo>
                    <a:pt x="1131770" y="500740"/>
                  </a:lnTo>
                  <a:lnTo>
                    <a:pt x="1122788" y="500740"/>
                  </a:lnTo>
                  <a:lnTo>
                    <a:pt x="1113806" y="500740"/>
                  </a:lnTo>
                  <a:lnTo>
                    <a:pt x="1104824" y="500740"/>
                  </a:lnTo>
                  <a:lnTo>
                    <a:pt x="1095841" y="500740"/>
                  </a:lnTo>
                  <a:lnTo>
                    <a:pt x="1086859" y="500740"/>
                  </a:lnTo>
                  <a:lnTo>
                    <a:pt x="1077877" y="500740"/>
                  </a:lnTo>
                  <a:lnTo>
                    <a:pt x="1068894" y="500740"/>
                  </a:lnTo>
                  <a:lnTo>
                    <a:pt x="1059912" y="500740"/>
                  </a:lnTo>
                  <a:lnTo>
                    <a:pt x="1050930" y="500740"/>
                  </a:lnTo>
                  <a:lnTo>
                    <a:pt x="1041947" y="500740"/>
                  </a:lnTo>
                  <a:lnTo>
                    <a:pt x="1032965" y="500740"/>
                  </a:lnTo>
                  <a:lnTo>
                    <a:pt x="1023983" y="500740"/>
                  </a:lnTo>
                  <a:lnTo>
                    <a:pt x="1015000" y="500740"/>
                  </a:lnTo>
                  <a:lnTo>
                    <a:pt x="1006018" y="500740"/>
                  </a:lnTo>
                  <a:lnTo>
                    <a:pt x="997036" y="500740"/>
                  </a:lnTo>
                  <a:lnTo>
                    <a:pt x="988054" y="500740"/>
                  </a:lnTo>
                  <a:lnTo>
                    <a:pt x="979071" y="500740"/>
                  </a:lnTo>
                  <a:lnTo>
                    <a:pt x="970089" y="500740"/>
                  </a:lnTo>
                  <a:lnTo>
                    <a:pt x="961107" y="500740"/>
                  </a:lnTo>
                  <a:lnTo>
                    <a:pt x="952124" y="500740"/>
                  </a:lnTo>
                  <a:lnTo>
                    <a:pt x="943142" y="500740"/>
                  </a:lnTo>
                  <a:lnTo>
                    <a:pt x="934160" y="500740"/>
                  </a:lnTo>
                  <a:lnTo>
                    <a:pt x="925177" y="500740"/>
                  </a:lnTo>
                  <a:lnTo>
                    <a:pt x="916195" y="500740"/>
                  </a:lnTo>
                  <a:lnTo>
                    <a:pt x="907213" y="500740"/>
                  </a:lnTo>
                  <a:lnTo>
                    <a:pt x="898230" y="500740"/>
                  </a:lnTo>
                  <a:lnTo>
                    <a:pt x="889248" y="500740"/>
                  </a:lnTo>
                  <a:lnTo>
                    <a:pt x="880266" y="500740"/>
                  </a:lnTo>
                  <a:lnTo>
                    <a:pt x="871283" y="500740"/>
                  </a:lnTo>
                  <a:lnTo>
                    <a:pt x="862301" y="500740"/>
                  </a:lnTo>
                  <a:lnTo>
                    <a:pt x="853319" y="500740"/>
                  </a:lnTo>
                  <a:lnTo>
                    <a:pt x="844337" y="500740"/>
                  </a:lnTo>
                  <a:lnTo>
                    <a:pt x="835354" y="500740"/>
                  </a:lnTo>
                  <a:lnTo>
                    <a:pt x="826372" y="500740"/>
                  </a:lnTo>
                  <a:lnTo>
                    <a:pt x="817390" y="500740"/>
                  </a:lnTo>
                  <a:lnTo>
                    <a:pt x="808407" y="500740"/>
                  </a:lnTo>
                  <a:lnTo>
                    <a:pt x="799425" y="500740"/>
                  </a:lnTo>
                  <a:lnTo>
                    <a:pt x="790443" y="500740"/>
                  </a:lnTo>
                  <a:lnTo>
                    <a:pt x="781460" y="500740"/>
                  </a:lnTo>
                  <a:lnTo>
                    <a:pt x="772478" y="500740"/>
                  </a:lnTo>
                  <a:lnTo>
                    <a:pt x="763496" y="500740"/>
                  </a:lnTo>
                  <a:lnTo>
                    <a:pt x="754513" y="500740"/>
                  </a:lnTo>
                  <a:lnTo>
                    <a:pt x="745531" y="500740"/>
                  </a:lnTo>
                  <a:lnTo>
                    <a:pt x="736549" y="500740"/>
                  </a:lnTo>
                  <a:lnTo>
                    <a:pt x="727567" y="500740"/>
                  </a:lnTo>
                  <a:lnTo>
                    <a:pt x="718584" y="500740"/>
                  </a:lnTo>
                  <a:lnTo>
                    <a:pt x="709602" y="500740"/>
                  </a:lnTo>
                  <a:lnTo>
                    <a:pt x="700620" y="500740"/>
                  </a:lnTo>
                  <a:lnTo>
                    <a:pt x="691637" y="500740"/>
                  </a:lnTo>
                  <a:lnTo>
                    <a:pt x="682655" y="500740"/>
                  </a:lnTo>
                  <a:lnTo>
                    <a:pt x="673673" y="500740"/>
                  </a:lnTo>
                  <a:lnTo>
                    <a:pt x="664690" y="500740"/>
                  </a:lnTo>
                  <a:lnTo>
                    <a:pt x="655708" y="500740"/>
                  </a:lnTo>
                  <a:lnTo>
                    <a:pt x="646726" y="500740"/>
                  </a:lnTo>
                  <a:lnTo>
                    <a:pt x="637743" y="500740"/>
                  </a:lnTo>
                  <a:lnTo>
                    <a:pt x="628761" y="500740"/>
                  </a:lnTo>
                  <a:lnTo>
                    <a:pt x="619779" y="500740"/>
                  </a:lnTo>
                  <a:lnTo>
                    <a:pt x="610797" y="500740"/>
                  </a:lnTo>
                  <a:lnTo>
                    <a:pt x="601814" y="500740"/>
                  </a:lnTo>
                  <a:lnTo>
                    <a:pt x="592832" y="500740"/>
                  </a:lnTo>
                  <a:lnTo>
                    <a:pt x="583850" y="500740"/>
                  </a:lnTo>
                  <a:lnTo>
                    <a:pt x="574867" y="500740"/>
                  </a:lnTo>
                  <a:lnTo>
                    <a:pt x="565885" y="500740"/>
                  </a:lnTo>
                  <a:lnTo>
                    <a:pt x="556903" y="500740"/>
                  </a:lnTo>
                  <a:lnTo>
                    <a:pt x="547920" y="500740"/>
                  </a:lnTo>
                  <a:lnTo>
                    <a:pt x="538938" y="500740"/>
                  </a:lnTo>
                  <a:lnTo>
                    <a:pt x="529956" y="500740"/>
                  </a:lnTo>
                  <a:lnTo>
                    <a:pt x="520973" y="500740"/>
                  </a:lnTo>
                  <a:lnTo>
                    <a:pt x="511991" y="500740"/>
                  </a:lnTo>
                  <a:lnTo>
                    <a:pt x="503009" y="500740"/>
                  </a:lnTo>
                  <a:lnTo>
                    <a:pt x="494027" y="500740"/>
                  </a:lnTo>
                  <a:lnTo>
                    <a:pt x="485044" y="500740"/>
                  </a:lnTo>
                  <a:lnTo>
                    <a:pt x="476062" y="500740"/>
                  </a:lnTo>
                  <a:lnTo>
                    <a:pt x="467080" y="500740"/>
                  </a:lnTo>
                  <a:lnTo>
                    <a:pt x="458097" y="500740"/>
                  </a:lnTo>
                  <a:lnTo>
                    <a:pt x="449115" y="500740"/>
                  </a:lnTo>
                  <a:lnTo>
                    <a:pt x="440133" y="500740"/>
                  </a:lnTo>
                  <a:lnTo>
                    <a:pt x="431150" y="500740"/>
                  </a:lnTo>
                  <a:lnTo>
                    <a:pt x="422168" y="500740"/>
                  </a:lnTo>
                  <a:lnTo>
                    <a:pt x="413186" y="500740"/>
                  </a:lnTo>
                  <a:lnTo>
                    <a:pt x="404203" y="500740"/>
                  </a:lnTo>
                  <a:lnTo>
                    <a:pt x="395221" y="500740"/>
                  </a:lnTo>
                  <a:lnTo>
                    <a:pt x="386239" y="500740"/>
                  </a:lnTo>
                  <a:lnTo>
                    <a:pt x="377256" y="500740"/>
                  </a:lnTo>
                  <a:lnTo>
                    <a:pt x="368274" y="500740"/>
                  </a:lnTo>
                  <a:lnTo>
                    <a:pt x="359292" y="500740"/>
                  </a:lnTo>
                  <a:lnTo>
                    <a:pt x="350310" y="500740"/>
                  </a:lnTo>
                  <a:lnTo>
                    <a:pt x="341327" y="500740"/>
                  </a:lnTo>
                  <a:lnTo>
                    <a:pt x="332345" y="500740"/>
                  </a:lnTo>
                  <a:lnTo>
                    <a:pt x="323363" y="500740"/>
                  </a:lnTo>
                  <a:lnTo>
                    <a:pt x="314380" y="500740"/>
                  </a:lnTo>
                  <a:lnTo>
                    <a:pt x="305398" y="500740"/>
                  </a:lnTo>
                  <a:lnTo>
                    <a:pt x="296416" y="500740"/>
                  </a:lnTo>
                  <a:lnTo>
                    <a:pt x="287433" y="500740"/>
                  </a:lnTo>
                  <a:lnTo>
                    <a:pt x="278451" y="500740"/>
                  </a:lnTo>
                  <a:lnTo>
                    <a:pt x="269469" y="500740"/>
                  </a:lnTo>
                  <a:lnTo>
                    <a:pt x="260486" y="500740"/>
                  </a:lnTo>
                  <a:lnTo>
                    <a:pt x="251504" y="500740"/>
                  </a:lnTo>
                  <a:lnTo>
                    <a:pt x="242522" y="500740"/>
                  </a:lnTo>
                  <a:lnTo>
                    <a:pt x="233540" y="500740"/>
                  </a:lnTo>
                  <a:lnTo>
                    <a:pt x="224557" y="500740"/>
                  </a:lnTo>
                  <a:lnTo>
                    <a:pt x="215575" y="500740"/>
                  </a:lnTo>
                  <a:lnTo>
                    <a:pt x="206593" y="500740"/>
                  </a:lnTo>
                  <a:lnTo>
                    <a:pt x="197610" y="500740"/>
                  </a:lnTo>
                  <a:lnTo>
                    <a:pt x="188628" y="500740"/>
                  </a:lnTo>
                  <a:lnTo>
                    <a:pt x="179646" y="500740"/>
                  </a:lnTo>
                  <a:lnTo>
                    <a:pt x="170663" y="500740"/>
                  </a:lnTo>
                  <a:lnTo>
                    <a:pt x="161681" y="500740"/>
                  </a:lnTo>
                  <a:lnTo>
                    <a:pt x="152699" y="500740"/>
                  </a:lnTo>
                  <a:lnTo>
                    <a:pt x="143716" y="500740"/>
                  </a:lnTo>
                  <a:lnTo>
                    <a:pt x="134734" y="500740"/>
                  </a:lnTo>
                  <a:lnTo>
                    <a:pt x="125752" y="500740"/>
                  </a:lnTo>
                  <a:lnTo>
                    <a:pt x="116770" y="500740"/>
                  </a:lnTo>
                  <a:lnTo>
                    <a:pt x="107787" y="500740"/>
                  </a:lnTo>
                  <a:lnTo>
                    <a:pt x="98805" y="500740"/>
                  </a:lnTo>
                  <a:lnTo>
                    <a:pt x="89823" y="500740"/>
                  </a:lnTo>
                  <a:lnTo>
                    <a:pt x="80840" y="500740"/>
                  </a:lnTo>
                  <a:lnTo>
                    <a:pt x="71858" y="500740"/>
                  </a:lnTo>
                  <a:lnTo>
                    <a:pt x="62876" y="500740"/>
                  </a:lnTo>
                  <a:lnTo>
                    <a:pt x="53893" y="500740"/>
                  </a:lnTo>
                  <a:lnTo>
                    <a:pt x="44911" y="500740"/>
                  </a:lnTo>
                  <a:lnTo>
                    <a:pt x="35929" y="500740"/>
                  </a:lnTo>
                  <a:lnTo>
                    <a:pt x="26946" y="500740"/>
                  </a:lnTo>
                  <a:lnTo>
                    <a:pt x="17964" y="500740"/>
                  </a:lnTo>
                  <a:lnTo>
                    <a:pt x="8982" y="500740"/>
                  </a:lnTo>
                  <a:lnTo>
                    <a:pt x="0" y="500740"/>
                  </a:lnTo>
                  <a:close/>
                </a:path>
              </a:pathLst>
            </a:custGeom>
            <a:solidFill>
              <a:srgbClr val="F6C445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9383673" y="1995667"/>
              <a:ext cx="1401240" cy="497119"/>
            </a:xfrm>
            <a:custGeom>
              <a:avLst/>
              <a:pathLst>
                <a:path w="1401240" h="497119">
                  <a:moveTo>
                    <a:pt x="0" y="497010"/>
                  </a:moveTo>
                  <a:lnTo>
                    <a:pt x="8982" y="496440"/>
                  </a:lnTo>
                  <a:lnTo>
                    <a:pt x="17964" y="495848"/>
                  </a:lnTo>
                  <a:lnTo>
                    <a:pt x="26946" y="495223"/>
                  </a:lnTo>
                  <a:lnTo>
                    <a:pt x="35929" y="494548"/>
                  </a:lnTo>
                  <a:lnTo>
                    <a:pt x="44911" y="493799"/>
                  </a:lnTo>
                  <a:lnTo>
                    <a:pt x="53893" y="492946"/>
                  </a:lnTo>
                  <a:lnTo>
                    <a:pt x="62876" y="491964"/>
                  </a:lnTo>
                  <a:lnTo>
                    <a:pt x="71858" y="490817"/>
                  </a:lnTo>
                  <a:lnTo>
                    <a:pt x="80840" y="489506"/>
                  </a:lnTo>
                  <a:lnTo>
                    <a:pt x="89823" y="488034"/>
                  </a:lnTo>
                  <a:lnTo>
                    <a:pt x="98805" y="486413"/>
                  </a:lnTo>
                  <a:lnTo>
                    <a:pt x="107787" y="484661"/>
                  </a:lnTo>
                  <a:lnTo>
                    <a:pt x="116770" y="482803"/>
                  </a:lnTo>
                  <a:lnTo>
                    <a:pt x="125752" y="480860"/>
                  </a:lnTo>
                  <a:lnTo>
                    <a:pt x="134734" y="478845"/>
                  </a:lnTo>
                  <a:lnTo>
                    <a:pt x="143716" y="476764"/>
                  </a:lnTo>
                  <a:lnTo>
                    <a:pt x="152699" y="474606"/>
                  </a:lnTo>
                  <a:lnTo>
                    <a:pt x="161681" y="472348"/>
                  </a:lnTo>
                  <a:lnTo>
                    <a:pt x="170663" y="469950"/>
                  </a:lnTo>
                  <a:lnTo>
                    <a:pt x="179646" y="467362"/>
                  </a:lnTo>
                  <a:lnTo>
                    <a:pt x="188628" y="464518"/>
                  </a:lnTo>
                  <a:lnTo>
                    <a:pt x="197610" y="461347"/>
                  </a:lnTo>
                  <a:lnTo>
                    <a:pt x="206593" y="457820"/>
                  </a:lnTo>
                  <a:lnTo>
                    <a:pt x="215575" y="453911"/>
                  </a:lnTo>
                  <a:lnTo>
                    <a:pt x="224557" y="449617"/>
                  </a:lnTo>
                  <a:lnTo>
                    <a:pt x="233540" y="444963"/>
                  </a:lnTo>
                  <a:lnTo>
                    <a:pt x="242522" y="439990"/>
                  </a:lnTo>
                  <a:lnTo>
                    <a:pt x="251504" y="434750"/>
                  </a:lnTo>
                  <a:lnTo>
                    <a:pt x="260486" y="429292"/>
                  </a:lnTo>
                  <a:lnTo>
                    <a:pt x="269469" y="423647"/>
                  </a:lnTo>
                  <a:lnTo>
                    <a:pt x="278451" y="417813"/>
                  </a:lnTo>
                  <a:lnTo>
                    <a:pt x="287433" y="411745"/>
                  </a:lnTo>
                  <a:lnTo>
                    <a:pt x="296416" y="405354"/>
                  </a:lnTo>
                  <a:lnTo>
                    <a:pt x="305398" y="398515"/>
                  </a:lnTo>
                  <a:lnTo>
                    <a:pt x="314380" y="391038"/>
                  </a:lnTo>
                  <a:lnTo>
                    <a:pt x="323363" y="382799"/>
                  </a:lnTo>
                  <a:lnTo>
                    <a:pt x="332345" y="373725"/>
                  </a:lnTo>
                  <a:lnTo>
                    <a:pt x="341327" y="363795"/>
                  </a:lnTo>
                  <a:lnTo>
                    <a:pt x="350310" y="353062"/>
                  </a:lnTo>
                  <a:lnTo>
                    <a:pt x="359292" y="341658"/>
                  </a:lnTo>
                  <a:lnTo>
                    <a:pt x="368274" y="329783"/>
                  </a:lnTo>
                  <a:lnTo>
                    <a:pt x="377256" y="317680"/>
                  </a:lnTo>
                  <a:lnTo>
                    <a:pt x="386239" y="305610"/>
                  </a:lnTo>
                  <a:lnTo>
                    <a:pt x="395221" y="293818"/>
                  </a:lnTo>
                  <a:lnTo>
                    <a:pt x="404203" y="282503"/>
                  </a:lnTo>
                  <a:lnTo>
                    <a:pt x="413186" y="271794"/>
                  </a:lnTo>
                  <a:lnTo>
                    <a:pt x="422168" y="261728"/>
                  </a:lnTo>
                  <a:lnTo>
                    <a:pt x="431150" y="252260"/>
                  </a:lnTo>
                  <a:lnTo>
                    <a:pt x="440133" y="243263"/>
                  </a:lnTo>
                  <a:lnTo>
                    <a:pt x="449115" y="234493"/>
                  </a:lnTo>
                  <a:lnTo>
                    <a:pt x="458097" y="225735"/>
                  </a:lnTo>
                  <a:lnTo>
                    <a:pt x="467080" y="216791"/>
                  </a:lnTo>
                  <a:lnTo>
                    <a:pt x="476062" y="207506"/>
                  </a:lnTo>
                  <a:lnTo>
                    <a:pt x="485044" y="197781"/>
                  </a:lnTo>
                  <a:lnTo>
                    <a:pt x="494027" y="187575"/>
                  </a:lnTo>
                  <a:lnTo>
                    <a:pt x="503009" y="176904"/>
                  </a:lnTo>
                  <a:lnTo>
                    <a:pt x="511991" y="165827"/>
                  </a:lnTo>
                  <a:lnTo>
                    <a:pt x="520973" y="154433"/>
                  </a:lnTo>
                  <a:lnTo>
                    <a:pt x="529956" y="142830"/>
                  </a:lnTo>
                  <a:lnTo>
                    <a:pt x="538938" y="131137"/>
                  </a:lnTo>
                  <a:lnTo>
                    <a:pt x="547920" y="119475"/>
                  </a:lnTo>
                  <a:lnTo>
                    <a:pt x="556903" y="107982"/>
                  </a:lnTo>
                  <a:lnTo>
                    <a:pt x="565885" y="96801"/>
                  </a:lnTo>
                  <a:lnTo>
                    <a:pt x="574867" y="86047"/>
                  </a:lnTo>
                  <a:lnTo>
                    <a:pt x="583850" y="75832"/>
                  </a:lnTo>
                  <a:lnTo>
                    <a:pt x="592832" y="66253"/>
                  </a:lnTo>
                  <a:lnTo>
                    <a:pt x="601814" y="57381"/>
                  </a:lnTo>
                  <a:lnTo>
                    <a:pt x="610797" y="49257"/>
                  </a:lnTo>
                  <a:lnTo>
                    <a:pt x="619779" y="41889"/>
                  </a:lnTo>
                  <a:lnTo>
                    <a:pt x="628761" y="35252"/>
                  </a:lnTo>
                  <a:lnTo>
                    <a:pt x="637743" y="29292"/>
                  </a:lnTo>
                  <a:lnTo>
                    <a:pt x="646726" y="23940"/>
                  </a:lnTo>
                  <a:lnTo>
                    <a:pt x="655708" y="19124"/>
                  </a:lnTo>
                  <a:lnTo>
                    <a:pt x="664690" y="14786"/>
                  </a:lnTo>
                  <a:lnTo>
                    <a:pt x="673673" y="10895"/>
                  </a:lnTo>
                  <a:lnTo>
                    <a:pt x="682655" y="7497"/>
                  </a:lnTo>
                  <a:lnTo>
                    <a:pt x="691637" y="4620"/>
                  </a:lnTo>
                  <a:lnTo>
                    <a:pt x="700620" y="2346"/>
                  </a:lnTo>
                  <a:lnTo>
                    <a:pt x="709602" y="774"/>
                  </a:lnTo>
                  <a:lnTo>
                    <a:pt x="718584" y="0"/>
                  </a:lnTo>
                  <a:lnTo>
                    <a:pt x="727567" y="98"/>
                  </a:lnTo>
                  <a:lnTo>
                    <a:pt x="736549" y="1116"/>
                  </a:lnTo>
                  <a:lnTo>
                    <a:pt x="745531" y="3068"/>
                  </a:lnTo>
                  <a:lnTo>
                    <a:pt x="754513" y="5939"/>
                  </a:lnTo>
                  <a:lnTo>
                    <a:pt x="763496" y="9684"/>
                  </a:lnTo>
                  <a:lnTo>
                    <a:pt x="772478" y="14239"/>
                  </a:lnTo>
                  <a:lnTo>
                    <a:pt x="781460" y="19522"/>
                  </a:lnTo>
                  <a:lnTo>
                    <a:pt x="790443" y="25441"/>
                  </a:lnTo>
                  <a:lnTo>
                    <a:pt x="799425" y="31900"/>
                  </a:lnTo>
                  <a:lnTo>
                    <a:pt x="808407" y="38801"/>
                  </a:lnTo>
                  <a:lnTo>
                    <a:pt x="817390" y="46016"/>
                  </a:lnTo>
                  <a:lnTo>
                    <a:pt x="826372" y="53480"/>
                  </a:lnTo>
                  <a:lnTo>
                    <a:pt x="835354" y="61166"/>
                  </a:lnTo>
                  <a:lnTo>
                    <a:pt x="844337" y="69097"/>
                  </a:lnTo>
                  <a:lnTo>
                    <a:pt x="853319" y="77346"/>
                  </a:lnTo>
                  <a:lnTo>
                    <a:pt x="862301" y="86026"/>
                  </a:lnTo>
                  <a:lnTo>
                    <a:pt x="871283" y="95272"/>
                  </a:lnTo>
                  <a:lnTo>
                    <a:pt x="880266" y="105217"/>
                  </a:lnTo>
                  <a:lnTo>
                    <a:pt x="889248" y="115960"/>
                  </a:lnTo>
                  <a:lnTo>
                    <a:pt x="898230" y="127547"/>
                  </a:lnTo>
                  <a:lnTo>
                    <a:pt x="907213" y="139951"/>
                  </a:lnTo>
                  <a:lnTo>
                    <a:pt x="916195" y="153067"/>
                  </a:lnTo>
                  <a:lnTo>
                    <a:pt x="925177" y="166735"/>
                  </a:lnTo>
                  <a:lnTo>
                    <a:pt x="934160" y="180693"/>
                  </a:lnTo>
                  <a:lnTo>
                    <a:pt x="943142" y="194694"/>
                  </a:lnTo>
                  <a:lnTo>
                    <a:pt x="952124" y="208538"/>
                  </a:lnTo>
                  <a:lnTo>
                    <a:pt x="961107" y="222070"/>
                  </a:lnTo>
                  <a:lnTo>
                    <a:pt x="970089" y="235199"/>
                  </a:lnTo>
                  <a:lnTo>
                    <a:pt x="979071" y="247883"/>
                  </a:lnTo>
                  <a:lnTo>
                    <a:pt x="988054" y="260126"/>
                  </a:lnTo>
                  <a:lnTo>
                    <a:pt x="997036" y="271950"/>
                  </a:lnTo>
                  <a:lnTo>
                    <a:pt x="1006018" y="283382"/>
                  </a:lnTo>
                  <a:lnTo>
                    <a:pt x="1015000" y="294436"/>
                  </a:lnTo>
                  <a:lnTo>
                    <a:pt x="1023983" y="305105"/>
                  </a:lnTo>
                  <a:lnTo>
                    <a:pt x="1032965" y="315363"/>
                  </a:lnTo>
                  <a:lnTo>
                    <a:pt x="1041947" y="325173"/>
                  </a:lnTo>
                  <a:lnTo>
                    <a:pt x="1050930" y="334462"/>
                  </a:lnTo>
                  <a:lnTo>
                    <a:pt x="1059912" y="343254"/>
                  </a:lnTo>
                  <a:lnTo>
                    <a:pt x="1068894" y="351559"/>
                  </a:lnTo>
                  <a:lnTo>
                    <a:pt x="1077877" y="359408"/>
                  </a:lnTo>
                  <a:lnTo>
                    <a:pt x="1086859" y="366849"/>
                  </a:lnTo>
                  <a:lnTo>
                    <a:pt x="1095841" y="373938"/>
                  </a:lnTo>
                  <a:lnTo>
                    <a:pt x="1104824" y="380731"/>
                  </a:lnTo>
                  <a:lnTo>
                    <a:pt x="1113806" y="387283"/>
                  </a:lnTo>
                  <a:lnTo>
                    <a:pt x="1122788" y="393640"/>
                  </a:lnTo>
                  <a:lnTo>
                    <a:pt x="1131770" y="399841"/>
                  </a:lnTo>
                  <a:lnTo>
                    <a:pt x="1140753" y="405918"/>
                  </a:lnTo>
                  <a:lnTo>
                    <a:pt x="1149735" y="411897"/>
                  </a:lnTo>
                  <a:lnTo>
                    <a:pt x="1158717" y="417793"/>
                  </a:lnTo>
                  <a:lnTo>
                    <a:pt x="1167700" y="423613"/>
                  </a:lnTo>
                  <a:lnTo>
                    <a:pt x="1176682" y="429350"/>
                  </a:lnTo>
                  <a:lnTo>
                    <a:pt x="1185664" y="434987"/>
                  </a:lnTo>
                  <a:lnTo>
                    <a:pt x="1194647" y="440492"/>
                  </a:lnTo>
                  <a:lnTo>
                    <a:pt x="1203629" y="445823"/>
                  </a:lnTo>
                  <a:lnTo>
                    <a:pt x="1212611" y="450933"/>
                  </a:lnTo>
                  <a:lnTo>
                    <a:pt x="1221594" y="455775"/>
                  </a:lnTo>
                  <a:lnTo>
                    <a:pt x="1230576" y="460306"/>
                  </a:lnTo>
                  <a:lnTo>
                    <a:pt x="1239558" y="464493"/>
                  </a:lnTo>
                  <a:lnTo>
                    <a:pt x="1248540" y="468314"/>
                  </a:lnTo>
                  <a:lnTo>
                    <a:pt x="1257523" y="471762"/>
                  </a:lnTo>
                  <a:lnTo>
                    <a:pt x="1266505" y="474844"/>
                  </a:lnTo>
                  <a:lnTo>
                    <a:pt x="1275487" y="477581"/>
                  </a:lnTo>
                  <a:lnTo>
                    <a:pt x="1284470" y="480006"/>
                  </a:lnTo>
                  <a:lnTo>
                    <a:pt x="1293452" y="482145"/>
                  </a:lnTo>
                  <a:lnTo>
                    <a:pt x="1302434" y="484059"/>
                  </a:lnTo>
                  <a:lnTo>
                    <a:pt x="1311417" y="485795"/>
                  </a:lnTo>
                  <a:lnTo>
                    <a:pt x="1320399" y="487388"/>
                  </a:lnTo>
                  <a:lnTo>
                    <a:pt x="1329381" y="488864"/>
                  </a:lnTo>
                  <a:lnTo>
                    <a:pt x="1338364" y="490239"/>
                  </a:lnTo>
                  <a:lnTo>
                    <a:pt x="1347346" y="491522"/>
                  </a:lnTo>
                  <a:lnTo>
                    <a:pt x="1356328" y="492713"/>
                  </a:lnTo>
                  <a:lnTo>
                    <a:pt x="1365310" y="493808"/>
                  </a:lnTo>
                  <a:lnTo>
                    <a:pt x="1374293" y="494801"/>
                  </a:lnTo>
                  <a:lnTo>
                    <a:pt x="1383275" y="495687"/>
                  </a:lnTo>
                  <a:lnTo>
                    <a:pt x="1392257" y="496460"/>
                  </a:lnTo>
                  <a:lnTo>
                    <a:pt x="1401240" y="497119"/>
                  </a:lnTo>
                </a:path>
              </a:pathLst>
            </a:custGeom>
            <a:ln w="8130" cap="rnd">
              <a:solidFill>
                <a:srgbClr val="F6C4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8844734" y="2145341"/>
              <a:ext cx="1976108" cy="351065"/>
            </a:xfrm>
            <a:custGeom>
              <a:avLst/>
              <a:pathLst>
                <a:path w="1976108" h="351065">
                  <a:moveTo>
                    <a:pt x="0" y="347375"/>
                  </a:moveTo>
                  <a:lnTo>
                    <a:pt x="8982" y="347198"/>
                  </a:lnTo>
                  <a:lnTo>
                    <a:pt x="17964" y="347034"/>
                  </a:lnTo>
                  <a:lnTo>
                    <a:pt x="26946" y="346874"/>
                  </a:lnTo>
                  <a:lnTo>
                    <a:pt x="35929" y="346701"/>
                  </a:lnTo>
                  <a:lnTo>
                    <a:pt x="44911" y="346495"/>
                  </a:lnTo>
                  <a:lnTo>
                    <a:pt x="53893" y="346234"/>
                  </a:lnTo>
                  <a:lnTo>
                    <a:pt x="62876" y="345897"/>
                  </a:lnTo>
                  <a:lnTo>
                    <a:pt x="71858" y="345466"/>
                  </a:lnTo>
                  <a:lnTo>
                    <a:pt x="80840" y="344933"/>
                  </a:lnTo>
                  <a:lnTo>
                    <a:pt x="89823" y="344295"/>
                  </a:lnTo>
                  <a:lnTo>
                    <a:pt x="98805" y="343561"/>
                  </a:lnTo>
                  <a:lnTo>
                    <a:pt x="107787" y="342749"/>
                  </a:lnTo>
                  <a:lnTo>
                    <a:pt x="116770" y="341883"/>
                  </a:lnTo>
                  <a:lnTo>
                    <a:pt x="125752" y="340997"/>
                  </a:lnTo>
                  <a:lnTo>
                    <a:pt x="134734" y="340124"/>
                  </a:lnTo>
                  <a:lnTo>
                    <a:pt x="143716" y="339282"/>
                  </a:lnTo>
                  <a:lnTo>
                    <a:pt x="152699" y="338483"/>
                  </a:lnTo>
                  <a:lnTo>
                    <a:pt x="161681" y="337722"/>
                  </a:lnTo>
                  <a:lnTo>
                    <a:pt x="170663" y="336980"/>
                  </a:lnTo>
                  <a:lnTo>
                    <a:pt x="179646" y="336230"/>
                  </a:lnTo>
                  <a:lnTo>
                    <a:pt x="188628" y="335436"/>
                  </a:lnTo>
                  <a:lnTo>
                    <a:pt x="197610" y="334565"/>
                  </a:lnTo>
                  <a:lnTo>
                    <a:pt x="206593" y="333585"/>
                  </a:lnTo>
                  <a:lnTo>
                    <a:pt x="215575" y="332476"/>
                  </a:lnTo>
                  <a:lnTo>
                    <a:pt x="224557" y="331224"/>
                  </a:lnTo>
                  <a:lnTo>
                    <a:pt x="233540" y="329824"/>
                  </a:lnTo>
                  <a:lnTo>
                    <a:pt x="242522" y="328262"/>
                  </a:lnTo>
                  <a:lnTo>
                    <a:pt x="251504" y="326540"/>
                  </a:lnTo>
                  <a:lnTo>
                    <a:pt x="260486" y="324654"/>
                  </a:lnTo>
                  <a:lnTo>
                    <a:pt x="269469" y="322594"/>
                  </a:lnTo>
                  <a:lnTo>
                    <a:pt x="278451" y="320350"/>
                  </a:lnTo>
                  <a:lnTo>
                    <a:pt x="287433" y="317923"/>
                  </a:lnTo>
                  <a:lnTo>
                    <a:pt x="296416" y="315325"/>
                  </a:lnTo>
                  <a:lnTo>
                    <a:pt x="305398" y="312581"/>
                  </a:lnTo>
                  <a:lnTo>
                    <a:pt x="314380" y="309735"/>
                  </a:lnTo>
                  <a:lnTo>
                    <a:pt x="323363" y="306838"/>
                  </a:lnTo>
                  <a:lnTo>
                    <a:pt x="332345" y="303941"/>
                  </a:lnTo>
                  <a:lnTo>
                    <a:pt x="341327" y="301092"/>
                  </a:lnTo>
                  <a:lnTo>
                    <a:pt x="350310" y="298319"/>
                  </a:lnTo>
                  <a:lnTo>
                    <a:pt x="359292" y="295628"/>
                  </a:lnTo>
                  <a:lnTo>
                    <a:pt x="368274" y="292998"/>
                  </a:lnTo>
                  <a:lnTo>
                    <a:pt x="377256" y="290373"/>
                  </a:lnTo>
                  <a:lnTo>
                    <a:pt x="386239" y="287691"/>
                  </a:lnTo>
                  <a:lnTo>
                    <a:pt x="395221" y="284886"/>
                  </a:lnTo>
                  <a:lnTo>
                    <a:pt x="404203" y="281895"/>
                  </a:lnTo>
                  <a:lnTo>
                    <a:pt x="413186" y="278664"/>
                  </a:lnTo>
                  <a:lnTo>
                    <a:pt x="422168" y="275154"/>
                  </a:lnTo>
                  <a:lnTo>
                    <a:pt x="431150" y="271344"/>
                  </a:lnTo>
                  <a:lnTo>
                    <a:pt x="440133" y="267231"/>
                  </a:lnTo>
                  <a:lnTo>
                    <a:pt x="449115" y="262828"/>
                  </a:lnTo>
                  <a:lnTo>
                    <a:pt x="458097" y="258165"/>
                  </a:lnTo>
                  <a:lnTo>
                    <a:pt x="467080" y="253286"/>
                  </a:lnTo>
                  <a:lnTo>
                    <a:pt x="476062" y="248249"/>
                  </a:lnTo>
                  <a:lnTo>
                    <a:pt x="485044" y="243126"/>
                  </a:lnTo>
                  <a:lnTo>
                    <a:pt x="494027" y="238010"/>
                  </a:lnTo>
                  <a:lnTo>
                    <a:pt x="503009" y="232992"/>
                  </a:lnTo>
                  <a:lnTo>
                    <a:pt x="511991" y="228158"/>
                  </a:lnTo>
                  <a:lnTo>
                    <a:pt x="520973" y="223578"/>
                  </a:lnTo>
                  <a:lnTo>
                    <a:pt x="529956" y="219298"/>
                  </a:lnTo>
                  <a:lnTo>
                    <a:pt x="538938" y="215327"/>
                  </a:lnTo>
                  <a:lnTo>
                    <a:pt x="547920" y="211636"/>
                  </a:lnTo>
                  <a:lnTo>
                    <a:pt x="556903" y="208153"/>
                  </a:lnTo>
                  <a:lnTo>
                    <a:pt x="565885" y="204773"/>
                  </a:lnTo>
                  <a:lnTo>
                    <a:pt x="574867" y="201369"/>
                  </a:lnTo>
                  <a:lnTo>
                    <a:pt x="583850" y="197813"/>
                  </a:lnTo>
                  <a:lnTo>
                    <a:pt x="592832" y="193992"/>
                  </a:lnTo>
                  <a:lnTo>
                    <a:pt x="601814" y="189825"/>
                  </a:lnTo>
                  <a:lnTo>
                    <a:pt x="610797" y="185246"/>
                  </a:lnTo>
                  <a:lnTo>
                    <a:pt x="619779" y="180301"/>
                  </a:lnTo>
                  <a:lnTo>
                    <a:pt x="628761" y="175044"/>
                  </a:lnTo>
                  <a:lnTo>
                    <a:pt x="637743" y="169551"/>
                  </a:lnTo>
                  <a:lnTo>
                    <a:pt x="646726" y="163904"/>
                  </a:lnTo>
                  <a:lnTo>
                    <a:pt x="655708" y="158179"/>
                  </a:lnTo>
                  <a:lnTo>
                    <a:pt x="664690" y="152434"/>
                  </a:lnTo>
                  <a:lnTo>
                    <a:pt x="673673" y="146702"/>
                  </a:lnTo>
                  <a:lnTo>
                    <a:pt x="682655" y="140985"/>
                  </a:lnTo>
                  <a:lnTo>
                    <a:pt x="691637" y="135255"/>
                  </a:lnTo>
                  <a:lnTo>
                    <a:pt x="700620" y="129463"/>
                  </a:lnTo>
                  <a:lnTo>
                    <a:pt x="709602" y="123547"/>
                  </a:lnTo>
                  <a:lnTo>
                    <a:pt x="718584" y="117453"/>
                  </a:lnTo>
                  <a:lnTo>
                    <a:pt x="727567" y="111143"/>
                  </a:lnTo>
                  <a:lnTo>
                    <a:pt x="736549" y="104631"/>
                  </a:lnTo>
                  <a:lnTo>
                    <a:pt x="745531" y="98006"/>
                  </a:lnTo>
                  <a:lnTo>
                    <a:pt x="754513" y="91389"/>
                  </a:lnTo>
                  <a:lnTo>
                    <a:pt x="763496" y="84931"/>
                  </a:lnTo>
                  <a:lnTo>
                    <a:pt x="772478" y="78787"/>
                  </a:lnTo>
                  <a:lnTo>
                    <a:pt x="781460" y="73095"/>
                  </a:lnTo>
                  <a:lnTo>
                    <a:pt x="790443" y="67951"/>
                  </a:lnTo>
                  <a:lnTo>
                    <a:pt x="799425" y="63403"/>
                  </a:lnTo>
                  <a:lnTo>
                    <a:pt x="808407" y="59452"/>
                  </a:lnTo>
                  <a:lnTo>
                    <a:pt x="817390" y="56055"/>
                  </a:lnTo>
                  <a:lnTo>
                    <a:pt x="826372" y="53150"/>
                  </a:lnTo>
                  <a:lnTo>
                    <a:pt x="835354" y="50663"/>
                  </a:lnTo>
                  <a:lnTo>
                    <a:pt x="844337" y="48530"/>
                  </a:lnTo>
                  <a:lnTo>
                    <a:pt x="853319" y="46713"/>
                  </a:lnTo>
                  <a:lnTo>
                    <a:pt x="862301" y="45156"/>
                  </a:lnTo>
                  <a:lnTo>
                    <a:pt x="871283" y="43811"/>
                  </a:lnTo>
                  <a:lnTo>
                    <a:pt x="880266" y="42630"/>
                  </a:lnTo>
                  <a:lnTo>
                    <a:pt x="889248" y="41550"/>
                  </a:lnTo>
                  <a:lnTo>
                    <a:pt x="898230" y="40497"/>
                  </a:lnTo>
                  <a:lnTo>
                    <a:pt x="907213" y="39392"/>
                  </a:lnTo>
                  <a:lnTo>
                    <a:pt x="916195" y="38164"/>
                  </a:lnTo>
                  <a:lnTo>
                    <a:pt x="925177" y="36757"/>
                  </a:lnTo>
                  <a:lnTo>
                    <a:pt x="934160" y="35145"/>
                  </a:lnTo>
                  <a:lnTo>
                    <a:pt x="943142" y="33327"/>
                  </a:lnTo>
                  <a:lnTo>
                    <a:pt x="952124" y="31324"/>
                  </a:lnTo>
                  <a:lnTo>
                    <a:pt x="961107" y="29167"/>
                  </a:lnTo>
                  <a:lnTo>
                    <a:pt x="970089" y="26880"/>
                  </a:lnTo>
                  <a:lnTo>
                    <a:pt x="979071" y="24462"/>
                  </a:lnTo>
                  <a:lnTo>
                    <a:pt x="988054" y="21906"/>
                  </a:lnTo>
                  <a:lnTo>
                    <a:pt x="997036" y="19188"/>
                  </a:lnTo>
                  <a:lnTo>
                    <a:pt x="1006018" y="16295"/>
                  </a:lnTo>
                  <a:lnTo>
                    <a:pt x="1015000" y="13253"/>
                  </a:lnTo>
                  <a:lnTo>
                    <a:pt x="1023983" y="10138"/>
                  </a:lnTo>
                  <a:lnTo>
                    <a:pt x="1032965" y="7091"/>
                  </a:lnTo>
                  <a:lnTo>
                    <a:pt x="1041947" y="4309"/>
                  </a:lnTo>
                  <a:lnTo>
                    <a:pt x="1050930" y="2034"/>
                  </a:lnTo>
                  <a:lnTo>
                    <a:pt x="1059912" y="519"/>
                  </a:lnTo>
                  <a:lnTo>
                    <a:pt x="1068894" y="0"/>
                  </a:lnTo>
                  <a:lnTo>
                    <a:pt x="1077877" y="655"/>
                  </a:lnTo>
                  <a:lnTo>
                    <a:pt x="1086859" y="2588"/>
                  </a:lnTo>
                  <a:lnTo>
                    <a:pt x="1095841" y="5864"/>
                  </a:lnTo>
                  <a:lnTo>
                    <a:pt x="1104824" y="10383"/>
                  </a:lnTo>
                  <a:lnTo>
                    <a:pt x="1113806" y="15933"/>
                  </a:lnTo>
                  <a:lnTo>
                    <a:pt x="1122788" y="22314"/>
                  </a:lnTo>
                  <a:lnTo>
                    <a:pt x="1131770" y="29315"/>
                  </a:lnTo>
                  <a:lnTo>
                    <a:pt x="1140753" y="36723"/>
                  </a:lnTo>
                  <a:lnTo>
                    <a:pt x="1149735" y="44331"/>
                  </a:lnTo>
                  <a:lnTo>
                    <a:pt x="1158717" y="51940"/>
                  </a:lnTo>
                  <a:lnTo>
                    <a:pt x="1167700" y="59362"/>
                  </a:lnTo>
                  <a:lnTo>
                    <a:pt x="1176682" y="66415"/>
                  </a:lnTo>
                  <a:lnTo>
                    <a:pt x="1185664" y="72934"/>
                  </a:lnTo>
                  <a:lnTo>
                    <a:pt x="1194647" y="78777"/>
                  </a:lnTo>
                  <a:lnTo>
                    <a:pt x="1203629" y="83839"/>
                  </a:lnTo>
                  <a:lnTo>
                    <a:pt x="1212611" y="88068"/>
                  </a:lnTo>
                  <a:lnTo>
                    <a:pt x="1221594" y="91415"/>
                  </a:lnTo>
                  <a:lnTo>
                    <a:pt x="1230576" y="94027"/>
                  </a:lnTo>
                  <a:lnTo>
                    <a:pt x="1239558" y="96056"/>
                  </a:lnTo>
                  <a:lnTo>
                    <a:pt x="1248540" y="97680"/>
                  </a:lnTo>
                  <a:lnTo>
                    <a:pt x="1257523" y="99094"/>
                  </a:lnTo>
                  <a:lnTo>
                    <a:pt x="1266505" y="100488"/>
                  </a:lnTo>
                  <a:lnTo>
                    <a:pt x="1275487" y="102032"/>
                  </a:lnTo>
                  <a:lnTo>
                    <a:pt x="1284470" y="103868"/>
                  </a:lnTo>
                  <a:lnTo>
                    <a:pt x="1293452" y="106101"/>
                  </a:lnTo>
                  <a:lnTo>
                    <a:pt x="1302434" y="108806"/>
                  </a:lnTo>
                  <a:lnTo>
                    <a:pt x="1311417" y="112026"/>
                  </a:lnTo>
                  <a:lnTo>
                    <a:pt x="1320399" y="115778"/>
                  </a:lnTo>
                  <a:lnTo>
                    <a:pt x="1329381" y="120054"/>
                  </a:lnTo>
                  <a:lnTo>
                    <a:pt x="1338364" y="124831"/>
                  </a:lnTo>
                  <a:lnTo>
                    <a:pt x="1347346" y="130056"/>
                  </a:lnTo>
                  <a:lnTo>
                    <a:pt x="1356328" y="135607"/>
                  </a:lnTo>
                  <a:lnTo>
                    <a:pt x="1365310" y="141375"/>
                  </a:lnTo>
                  <a:lnTo>
                    <a:pt x="1374293" y="147247"/>
                  </a:lnTo>
                  <a:lnTo>
                    <a:pt x="1383275" y="153116"/>
                  </a:lnTo>
                  <a:lnTo>
                    <a:pt x="1392257" y="158903"/>
                  </a:lnTo>
                  <a:lnTo>
                    <a:pt x="1401240" y="164562"/>
                  </a:lnTo>
                  <a:lnTo>
                    <a:pt x="1410222" y="170091"/>
                  </a:lnTo>
                  <a:lnTo>
                    <a:pt x="1419204" y="175527"/>
                  </a:lnTo>
                  <a:lnTo>
                    <a:pt x="1428187" y="180940"/>
                  </a:lnTo>
                  <a:lnTo>
                    <a:pt x="1437169" y="186416"/>
                  </a:lnTo>
                  <a:lnTo>
                    <a:pt x="1446151" y="192046"/>
                  </a:lnTo>
                  <a:lnTo>
                    <a:pt x="1455134" y="197900"/>
                  </a:lnTo>
                  <a:lnTo>
                    <a:pt x="1464116" y="204033"/>
                  </a:lnTo>
                  <a:lnTo>
                    <a:pt x="1473098" y="210424"/>
                  </a:lnTo>
                  <a:lnTo>
                    <a:pt x="1482081" y="216997"/>
                  </a:lnTo>
                  <a:lnTo>
                    <a:pt x="1491063" y="223647"/>
                  </a:lnTo>
                  <a:lnTo>
                    <a:pt x="1500045" y="230238"/>
                  </a:lnTo>
                  <a:lnTo>
                    <a:pt x="1509027" y="236625"/>
                  </a:lnTo>
                  <a:lnTo>
                    <a:pt x="1518010" y="242669"/>
                  </a:lnTo>
                  <a:lnTo>
                    <a:pt x="1526992" y="248257"/>
                  </a:lnTo>
                  <a:lnTo>
                    <a:pt x="1535974" y="253315"/>
                  </a:lnTo>
                  <a:lnTo>
                    <a:pt x="1544957" y="257818"/>
                  </a:lnTo>
                  <a:lnTo>
                    <a:pt x="1553939" y="261788"/>
                  </a:lnTo>
                  <a:lnTo>
                    <a:pt x="1562921" y="265292"/>
                  </a:lnTo>
                  <a:lnTo>
                    <a:pt x="1571904" y="268427"/>
                  </a:lnTo>
                  <a:lnTo>
                    <a:pt x="1580886" y="271303"/>
                  </a:lnTo>
                  <a:lnTo>
                    <a:pt x="1589868" y="274023"/>
                  </a:lnTo>
                  <a:lnTo>
                    <a:pt x="1598851" y="276684"/>
                  </a:lnTo>
                  <a:lnTo>
                    <a:pt x="1607833" y="279328"/>
                  </a:lnTo>
                  <a:lnTo>
                    <a:pt x="1616815" y="281960"/>
                  </a:lnTo>
                  <a:lnTo>
                    <a:pt x="1625797" y="284560"/>
                  </a:lnTo>
                  <a:lnTo>
                    <a:pt x="1634780" y="287089"/>
                  </a:lnTo>
                  <a:lnTo>
                    <a:pt x="1643762" y="289508"/>
                  </a:lnTo>
                  <a:lnTo>
                    <a:pt x="1652744" y="291787"/>
                  </a:lnTo>
                  <a:lnTo>
                    <a:pt x="1661727" y="293916"/>
                  </a:lnTo>
                  <a:lnTo>
                    <a:pt x="1670709" y="295908"/>
                  </a:lnTo>
                  <a:lnTo>
                    <a:pt x="1679691" y="297797"/>
                  </a:lnTo>
                  <a:lnTo>
                    <a:pt x="1688674" y="299633"/>
                  </a:lnTo>
                  <a:lnTo>
                    <a:pt x="1697656" y="301470"/>
                  </a:lnTo>
                  <a:lnTo>
                    <a:pt x="1706638" y="303358"/>
                  </a:lnTo>
                  <a:lnTo>
                    <a:pt x="1715621" y="305333"/>
                  </a:lnTo>
                  <a:lnTo>
                    <a:pt x="1724603" y="307401"/>
                  </a:lnTo>
                  <a:lnTo>
                    <a:pt x="1733585" y="309551"/>
                  </a:lnTo>
                  <a:lnTo>
                    <a:pt x="1742567" y="311759"/>
                  </a:lnTo>
                  <a:lnTo>
                    <a:pt x="1751550" y="313993"/>
                  </a:lnTo>
                  <a:lnTo>
                    <a:pt x="1760532" y="316221"/>
                  </a:lnTo>
                  <a:lnTo>
                    <a:pt x="1769514" y="318412"/>
                  </a:lnTo>
                  <a:lnTo>
                    <a:pt x="1778497" y="320543"/>
                  </a:lnTo>
                  <a:lnTo>
                    <a:pt x="1787479" y="322599"/>
                  </a:lnTo>
                  <a:lnTo>
                    <a:pt x="1796461" y="324571"/>
                  </a:lnTo>
                  <a:lnTo>
                    <a:pt x="1805444" y="326455"/>
                  </a:lnTo>
                  <a:lnTo>
                    <a:pt x="1814426" y="328247"/>
                  </a:lnTo>
                  <a:lnTo>
                    <a:pt x="1823408" y="329944"/>
                  </a:lnTo>
                  <a:lnTo>
                    <a:pt x="1832391" y="331534"/>
                  </a:lnTo>
                  <a:lnTo>
                    <a:pt x="1841373" y="333016"/>
                  </a:lnTo>
                  <a:lnTo>
                    <a:pt x="1850355" y="334388"/>
                  </a:lnTo>
                  <a:lnTo>
                    <a:pt x="1859337" y="335652"/>
                  </a:lnTo>
                  <a:lnTo>
                    <a:pt x="1868320" y="336813"/>
                  </a:lnTo>
                  <a:lnTo>
                    <a:pt x="1877302" y="337886"/>
                  </a:lnTo>
                  <a:lnTo>
                    <a:pt x="1886284" y="338889"/>
                  </a:lnTo>
                  <a:lnTo>
                    <a:pt x="1895267" y="339844"/>
                  </a:lnTo>
                  <a:lnTo>
                    <a:pt x="1904249" y="340772"/>
                  </a:lnTo>
                  <a:lnTo>
                    <a:pt x="1913231" y="341688"/>
                  </a:lnTo>
                  <a:lnTo>
                    <a:pt x="1922214" y="342600"/>
                  </a:lnTo>
                  <a:lnTo>
                    <a:pt x="1931196" y="343509"/>
                  </a:lnTo>
                  <a:lnTo>
                    <a:pt x="1940178" y="344404"/>
                  </a:lnTo>
                  <a:lnTo>
                    <a:pt x="1949161" y="345268"/>
                  </a:lnTo>
                  <a:lnTo>
                    <a:pt x="1958143" y="346072"/>
                  </a:lnTo>
                  <a:lnTo>
                    <a:pt x="1967125" y="346797"/>
                  </a:lnTo>
                  <a:lnTo>
                    <a:pt x="1976108" y="347421"/>
                  </a:lnTo>
                  <a:lnTo>
                    <a:pt x="1976108" y="351065"/>
                  </a:lnTo>
                  <a:lnTo>
                    <a:pt x="1967125" y="351065"/>
                  </a:lnTo>
                  <a:lnTo>
                    <a:pt x="1958143" y="351065"/>
                  </a:lnTo>
                  <a:lnTo>
                    <a:pt x="1949161" y="351065"/>
                  </a:lnTo>
                  <a:lnTo>
                    <a:pt x="1940178" y="351065"/>
                  </a:lnTo>
                  <a:lnTo>
                    <a:pt x="1931196" y="351065"/>
                  </a:lnTo>
                  <a:lnTo>
                    <a:pt x="1922214" y="351065"/>
                  </a:lnTo>
                  <a:lnTo>
                    <a:pt x="1913231" y="351065"/>
                  </a:lnTo>
                  <a:lnTo>
                    <a:pt x="1904249" y="351065"/>
                  </a:lnTo>
                  <a:lnTo>
                    <a:pt x="1895267" y="351065"/>
                  </a:lnTo>
                  <a:lnTo>
                    <a:pt x="1886284" y="351065"/>
                  </a:lnTo>
                  <a:lnTo>
                    <a:pt x="1877302" y="351065"/>
                  </a:lnTo>
                  <a:lnTo>
                    <a:pt x="1868320" y="351065"/>
                  </a:lnTo>
                  <a:lnTo>
                    <a:pt x="1859337" y="351065"/>
                  </a:lnTo>
                  <a:lnTo>
                    <a:pt x="1850355" y="351065"/>
                  </a:lnTo>
                  <a:lnTo>
                    <a:pt x="1841373" y="351065"/>
                  </a:lnTo>
                  <a:lnTo>
                    <a:pt x="1832391" y="351065"/>
                  </a:lnTo>
                  <a:lnTo>
                    <a:pt x="1823408" y="351065"/>
                  </a:lnTo>
                  <a:lnTo>
                    <a:pt x="1814426" y="351065"/>
                  </a:lnTo>
                  <a:lnTo>
                    <a:pt x="1805444" y="351065"/>
                  </a:lnTo>
                  <a:lnTo>
                    <a:pt x="1796461" y="351065"/>
                  </a:lnTo>
                  <a:lnTo>
                    <a:pt x="1787479" y="351065"/>
                  </a:lnTo>
                  <a:lnTo>
                    <a:pt x="1778497" y="351065"/>
                  </a:lnTo>
                  <a:lnTo>
                    <a:pt x="1769514" y="351065"/>
                  </a:lnTo>
                  <a:lnTo>
                    <a:pt x="1760532" y="351065"/>
                  </a:lnTo>
                  <a:lnTo>
                    <a:pt x="1751550" y="351065"/>
                  </a:lnTo>
                  <a:lnTo>
                    <a:pt x="1742567" y="351065"/>
                  </a:lnTo>
                  <a:lnTo>
                    <a:pt x="1733585" y="351065"/>
                  </a:lnTo>
                  <a:lnTo>
                    <a:pt x="1724603" y="351065"/>
                  </a:lnTo>
                  <a:lnTo>
                    <a:pt x="1715621" y="351065"/>
                  </a:lnTo>
                  <a:lnTo>
                    <a:pt x="1706638" y="351065"/>
                  </a:lnTo>
                  <a:lnTo>
                    <a:pt x="1697656" y="351065"/>
                  </a:lnTo>
                  <a:lnTo>
                    <a:pt x="1688674" y="351065"/>
                  </a:lnTo>
                  <a:lnTo>
                    <a:pt x="1679691" y="351065"/>
                  </a:lnTo>
                  <a:lnTo>
                    <a:pt x="1670709" y="351065"/>
                  </a:lnTo>
                  <a:lnTo>
                    <a:pt x="1661727" y="351065"/>
                  </a:lnTo>
                  <a:lnTo>
                    <a:pt x="1652744" y="351065"/>
                  </a:lnTo>
                  <a:lnTo>
                    <a:pt x="1643762" y="351065"/>
                  </a:lnTo>
                  <a:lnTo>
                    <a:pt x="1634780" y="351065"/>
                  </a:lnTo>
                  <a:lnTo>
                    <a:pt x="1625797" y="351065"/>
                  </a:lnTo>
                  <a:lnTo>
                    <a:pt x="1616815" y="351065"/>
                  </a:lnTo>
                  <a:lnTo>
                    <a:pt x="1607833" y="351065"/>
                  </a:lnTo>
                  <a:lnTo>
                    <a:pt x="1598851" y="351065"/>
                  </a:lnTo>
                  <a:lnTo>
                    <a:pt x="1589868" y="351065"/>
                  </a:lnTo>
                  <a:lnTo>
                    <a:pt x="1580886" y="351065"/>
                  </a:lnTo>
                  <a:lnTo>
                    <a:pt x="1571904" y="351065"/>
                  </a:lnTo>
                  <a:lnTo>
                    <a:pt x="1562921" y="351065"/>
                  </a:lnTo>
                  <a:lnTo>
                    <a:pt x="1553939" y="351065"/>
                  </a:lnTo>
                  <a:lnTo>
                    <a:pt x="1544957" y="351065"/>
                  </a:lnTo>
                  <a:lnTo>
                    <a:pt x="1535974" y="351065"/>
                  </a:lnTo>
                  <a:lnTo>
                    <a:pt x="1526992" y="351065"/>
                  </a:lnTo>
                  <a:lnTo>
                    <a:pt x="1518010" y="351065"/>
                  </a:lnTo>
                  <a:lnTo>
                    <a:pt x="1509027" y="351065"/>
                  </a:lnTo>
                  <a:lnTo>
                    <a:pt x="1500045" y="351065"/>
                  </a:lnTo>
                  <a:lnTo>
                    <a:pt x="1491063" y="351065"/>
                  </a:lnTo>
                  <a:lnTo>
                    <a:pt x="1482081" y="351065"/>
                  </a:lnTo>
                  <a:lnTo>
                    <a:pt x="1473098" y="351065"/>
                  </a:lnTo>
                  <a:lnTo>
                    <a:pt x="1464116" y="351065"/>
                  </a:lnTo>
                  <a:lnTo>
                    <a:pt x="1455134" y="351065"/>
                  </a:lnTo>
                  <a:lnTo>
                    <a:pt x="1446151" y="351065"/>
                  </a:lnTo>
                  <a:lnTo>
                    <a:pt x="1437169" y="351065"/>
                  </a:lnTo>
                  <a:lnTo>
                    <a:pt x="1428187" y="351065"/>
                  </a:lnTo>
                  <a:lnTo>
                    <a:pt x="1419204" y="351065"/>
                  </a:lnTo>
                  <a:lnTo>
                    <a:pt x="1410222" y="351065"/>
                  </a:lnTo>
                  <a:lnTo>
                    <a:pt x="1401240" y="351065"/>
                  </a:lnTo>
                  <a:lnTo>
                    <a:pt x="1392257" y="351065"/>
                  </a:lnTo>
                  <a:lnTo>
                    <a:pt x="1383275" y="351065"/>
                  </a:lnTo>
                  <a:lnTo>
                    <a:pt x="1374293" y="351065"/>
                  </a:lnTo>
                  <a:lnTo>
                    <a:pt x="1365310" y="351065"/>
                  </a:lnTo>
                  <a:lnTo>
                    <a:pt x="1356328" y="351065"/>
                  </a:lnTo>
                  <a:lnTo>
                    <a:pt x="1347346" y="351065"/>
                  </a:lnTo>
                  <a:lnTo>
                    <a:pt x="1338364" y="351065"/>
                  </a:lnTo>
                  <a:lnTo>
                    <a:pt x="1329381" y="351065"/>
                  </a:lnTo>
                  <a:lnTo>
                    <a:pt x="1320399" y="351065"/>
                  </a:lnTo>
                  <a:lnTo>
                    <a:pt x="1311417" y="351065"/>
                  </a:lnTo>
                  <a:lnTo>
                    <a:pt x="1302434" y="351065"/>
                  </a:lnTo>
                  <a:lnTo>
                    <a:pt x="1293452" y="351065"/>
                  </a:lnTo>
                  <a:lnTo>
                    <a:pt x="1284470" y="351065"/>
                  </a:lnTo>
                  <a:lnTo>
                    <a:pt x="1275487" y="351065"/>
                  </a:lnTo>
                  <a:lnTo>
                    <a:pt x="1266505" y="351065"/>
                  </a:lnTo>
                  <a:lnTo>
                    <a:pt x="1257523" y="351065"/>
                  </a:lnTo>
                  <a:lnTo>
                    <a:pt x="1248540" y="351065"/>
                  </a:lnTo>
                  <a:lnTo>
                    <a:pt x="1239558" y="351065"/>
                  </a:lnTo>
                  <a:lnTo>
                    <a:pt x="1230576" y="351065"/>
                  </a:lnTo>
                  <a:lnTo>
                    <a:pt x="1221594" y="351065"/>
                  </a:lnTo>
                  <a:lnTo>
                    <a:pt x="1212611" y="351065"/>
                  </a:lnTo>
                  <a:lnTo>
                    <a:pt x="1203629" y="351065"/>
                  </a:lnTo>
                  <a:lnTo>
                    <a:pt x="1194647" y="351065"/>
                  </a:lnTo>
                  <a:lnTo>
                    <a:pt x="1185664" y="351065"/>
                  </a:lnTo>
                  <a:lnTo>
                    <a:pt x="1176682" y="351065"/>
                  </a:lnTo>
                  <a:lnTo>
                    <a:pt x="1167700" y="351065"/>
                  </a:lnTo>
                  <a:lnTo>
                    <a:pt x="1158717" y="351065"/>
                  </a:lnTo>
                  <a:lnTo>
                    <a:pt x="1149735" y="351065"/>
                  </a:lnTo>
                  <a:lnTo>
                    <a:pt x="1140753" y="351065"/>
                  </a:lnTo>
                  <a:lnTo>
                    <a:pt x="1131770" y="351065"/>
                  </a:lnTo>
                  <a:lnTo>
                    <a:pt x="1122788" y="351065"/>
                  </a:lnTo>
                  <a:lnTo>
                    <a:pt x="1113806" y="351065"/>
                  </a:lnTo>
                  <a:lnTo>
                    <a:pt x="1104824" y="351065"/>
                  </a:lnTo>
                  <a:lnTo>
                    <a:pt x="1095841" y="351065"/>
                  </a:lnTo>
                  <a:lnTo>
                    <a:pt x="1086859" y="351065"/>
                  </a:lnTo>
                  <a:lnTo>
                    <a:pt x="1077877" y="351065"/>
                  </a:lnTo>
                  <a:lnTo>
                    <a:pt x="1068894" y="351065"/>
                  </a:lnTo>
                  <a:lnTo>
                    <a:pt x="1059912" y="351065"/>
                  </a:lnTo>
                  <a:lnTo>
                    <a:pt x="1050930" y="351065"/>
                  </a:lnTo>
                  <a:lnTo>
                    <a:pt x="1041947" y="351065"/>
                  </a:lnTo>
                  <a:lnTo>
                    <a:pt x="1032965" y="351065"/>
                  </a:lnTo>
                  <a:lnTo>
                    <a:pt x="1023983" y="351065"/>
                  </a:lnTo>
                  <a:lnTo>
                    <a:pt x="1015000" y="351065"/>
                  </a:lnTo>
                  <a:lnTo>
                    <a:pt x="1006018" y="351065"/>
                  </a:lnTo>
                  <a:lnTo>
                    <a:pt x="997036" y="351065"/>
                  </a:lnTo>
                  <a:lnTo>
                    <a:pt x="988054" y="351065"/>
                  </a:lnTo>
                  <a:lnTo>
                    <a:pt x="979071" y="351065"/>
                  </a:lnTo>
                  <a:lnTo>
                    <a:pt x="970089" y="351065"/>
                  </a:lnTo>
                  <a:lnTo>
                    <a:pt x="961107" y="351065"/>
                  </a:lnTo>
                  <a:lnTo>
                    <a:pt x="952124" y="351065"/>
                  </a:lnTo>
                  <a:lnTo>
                    <a:pt x="943142" y="351065"/>
                  </a:lnTo>
                  <a:lnTo>
                    <a:pt x="934160" y="351065"/>
                  </a:lnTo>
                  <a:lnTo>
                    <a:pt x="925177" y="351065"/>
                  </a:lnTo>
                  <a:lnTo>
                    <a:pt x="916195" y="351065"/>
                  </a:lnTo>
                  <a:lnTo>
                    <a:pt x="907213" y="351065"/>
                  </a:lnTo>
                  <a:lnTo>
                    <a:pt x="898230" y="351065"/>
                  </a:lnTo>
                  <a:lnTo>
                    <a:pt x="889248" y="351065"/>
                  </a:lnTo>
                  <a:lnTo>
                    <a:pt x="880266" y="351065"/>
                  </a:lnTo>
                  <a:lnTo>
                    <a:pt x="871283" y="351065"/>
                  </a:lnTo>
                  <a:lnTo>
                    <a:pt x="862301" y="351065"/>
                  </a:lnTo>
                  <a:lnTo>
                    <a:pt x="853319" y="351065"/>
                  </a:lnTo>
                  <a:lnTo>
                    <a:pt x="844337" y="351065"/>
                  </a:lnTo>
                  <a:lnTo>
                    <a:pt x="835354" y="351065"/>
                  </a:lnTo>
                  <a:lnTo>
                    <a:pt x="826372" y="351065"/>
                  </a:lnTo>
                  <a:lnTo>
                    <a:pt x="817390" y="351065"/>
                  </a:lnTo>
                  <a:lnTo>
                    <a:pt x="808407" y="351065"/>
                  </a:lnTo>
                  <a:lnTo>
                    <a:pt x="799425" y="351065"/>
                  </a:lnTo>
                  <a:lnTo>
                    <a:pt x="790443" y="351065"/>
                  </a:lnTo>
                  <a:lnTo>
                    <a:pt x="781460" y="351065"/>
                  </a:lnTo>
                  <a:lnTo>
                    <a:pt x="772478" y="351065"/>
                  </a:lnTo>
                  <a:lnTo>
                    <a:pt x="763496" y="351065"/>
                  </a:lnTo>
                  <a:lnTo>
                    <a:pt x="754513" y="351065"/>
                  </a:lnTo>
                  <a:lnTo>
                    <a:pt x="745531" y="351065"/>
                  </a:lnTo>
                  <a:lnTo>
                    <a:pt x="736549" y="351065"/>
                  </a:lnTo>
                  <a:lnTo>
                    <a:pt x="727567" y="351065"/>
                  </a:lnTo>
                  <a:lnTo>
                    <a:pt x="718584" y="351065"/>
                  </a:lnTo>
                  <a:lnTo>
                    <a:pt x="709602" y="351065"/>
                  </a:lnTo>
                  <a:lnTo>
                    <a:pt x="700620" y="351065"/>
                  </a:lnTo>
                  <a:lnTo>
                    <a:pt x="691637" y="351065"/>
                  </a:lnTo>
                  <a:lnTo>
                    <a:pt x="682655" y="351065"/>
                  </a:lnTo>
                  <a:lnTo>
                    <a:pt x="673673" y="351065"/>
                  </a:lnTo>
                  <a:lnTo>
                    <a:pt x="664690" y="351065"/>
                  </a:lnTo>
                  <a:lnTo>
                    <a:pt x="655708" y="351065"/>
                  </a:lnTo>
                  <a:lnTo>
                    <a:pt x="646726" y="351065"/>
                  </a:lnTo>
                  <a:lnTo>
                    <a:pt x="637743" y="351065"/>
                  </a:lnTo>
                  <a:lnTo>
                    <a:pt x="628761" y="351065"/>
                  </a:lnTo>
                  <a:lnTo>
                    <a:pt x="619779" y="351065"/>
                  </a:lnTo>
                  <a:lnTo>
                    <a:pt x="610797" y="351065"/>
                  </a:lnTo>
                  <a:lnTo>
                    <a:pt x="601814" y="351065"/>
                  </a:lnTo>
                  <a:lnTo>
                    <a:pt x="592832" y="351065"/>
                  </a:lnTo>
                  <a:lnTo>
                    <a:pt x="583850" y="351065"/>
                  </a:lnTo>
                  <a:lnTo>
                    <a:pt x="574867" y="351065"/>
                  </a:lnTo>
                  <a:lnTo>
                    <a:pt x="565885" y="351065"/>
                  </a:lnTo>
                  <a:lnTo>
                    <a:pt x="556903" y="351065"/>
                  </a:lnTo>
                  <a:lnTo>
                    <a:pt x="547920" y="351065"/>
                  </a:lnTo>
                  <a:lnTo>
                    <a:pt x="538938" y="351065"/>
                  </a:lnTo>
                  <a:lnTo>
                    <a:pt x="529956" y="351065"/>
                  </a:lnTo>
                  <a:lnTo>
                    <a:pt x="520973" y="351065"/>
                  </a:lnTo>
                  <a:lnTo>
                    <a:pt x="511991" y="351065"/>
                  </a:lnTo>
                  <a:lnTo>
                    <a:pt x="503009" y="351065"/>
                  </a:lnTo>
                  <a:lnTo>
                    <a:pt x="494027" y="351065"/>
                  </a:lnTo>
                  <a:lnTo>
                    <a:pt x="485044" y="351065"/>
                  </a:lnTo>
                  <a:lnTo>
                    <a:pt x="476062" y="351065"/>
                  </a:lnTo>
                  <a:lnTo>
                    <a:pt x="467080" y="351065"/>
                  </a:lnTo>
                  <a:lnTo>
                    <a:pt x="458097" y="351065"/>
                  </a:lnTo>
                  <a:lnTo>
                    <a:pt x="449115" y="351065"/>
                  </a:lnTo>
                  <a:lnTo>
                    <a:pt x="440133" y="351065"/>
                  </a:lnTo>
                  <a:lnTo>
                    <a:pt x="431150" y="351065"/>
                  </a:lnTo>
                  <a:lnTo>
                    <a:pt x="422168" y="351065"/>
                  </a:lnTo>
                  <a:lnTo>
                    <a:pt x="413186" y="351065"/>
                  </a:lnTo>
                  <a:lnTo>
                    <a:pt x="404203" y="351065"/>
                  </a:lnTo>
                  <a:lnTo>
                    <a:pt x="395221" y="351065"/>
                  </a:lnTo>
                  <a:lnTo>
                    <a:pt x="386239" y="351065"/>
                  </a:lnTo>
                  <a:lnTo>
                    <a:pt x="377256" y="351065"/>
                  </a:lnTo>
                  <a:lnTo>
                    <a:pt x="368274" y="351065"/>
                  </a:lnTo>
                  <a:lnTo>
                    <a:pt x="359292" y="351065"/>
                  </a:lnTo>
                  <a:lnTo>
                    <a:pt x="350310" y="351065"/>
                  </a:lnTo>
                  <a:lnTo>
                    <a:pt x="341327" y="351065"/>
                  </a:lnTo>
                  <a:lnTo>
                    <a:pt x="332345" y="351065"/>
                  </a:lnTo>
                  <a:lnTo>
                    <a:pt x="323363" y="351065"/>
                  </a:lnTo>
                  <a:lnTo>
                    <a:pt x="314380" y="351065"/>
                  </a:lnTo>
                  <a:lnTo>
                    <a:pt x="305398" y="351065"/>
                  </a:lnTo>
                  <a:lnTo>
                    <a:pt x="296416" y="351065"/>
                  </a:lnTo>
                  <a:lnTo>
                    <a:pt x="287433" y="351065"/>
                  </a:lnTo>
                  <a:lnTo>
                    <a:pt x="278451" y="351065"/>
                  </a:lnTo>
                  <a:lnTo>
                    <a:pt x="269469" y="351065"/>
                  </a:lnTo>
                  <a:lnTo>
                    <a:pt x="260486" y="351065"/>
                  </a:lnTo>
                  <a:lnTo>
                    <a:pt x="251504" y="351065"/>
                  </a:lnTo>
                  <a:lnTo>
                    <a:pt x="242522" y="351065"/>
                  </a:lnTo>
                  <a:lnTo>
                    <a:pt x="233540" y="351065"/>
                  </a:lnTo>
                  <a:lnTo>
                    <a:pt x="224557" y="351065"/>
                  </a:lnTo>
                  <a:lnTo>
                    <a:pt x="215575" y="351065"/>
                  </a:lnTo>
                  <a:lnTo>
                    <a:pt x="206593" y="351065"/>
                  </a:lnTo>
                  <a:lnTo>
                    <a:pt x="197610" y="351065"/>
                  </a:lnTo>
                  <a:lnTo>
                    <a:pt x="188628" y="351065"/>
                  </a:lnTo>
                  <a:lnTo>
                    <a:pt x="179646" y="351065"/>
                  </a:lnTo>
                  <a:lnTo>
                    <a:pt x="170663" y="351065"/>
                  </a:lnTo>
                  <a:lnTo>
                    <a:pt x="161681" y="351065"/>
                  </a:lnTo>
                  <a:lnTo>
                    <a:pt x="152699" y="351065"/>
                  </a:lnTo>
                  <a:lnTo>
                    <a:pt x="143716" y="351065"/>
                  </a:lnTo>
                  <a:lnTo>
                    <a:pt x="134734" y="351065"/>
                  </a:lnTo>
                  <a:lnTo>
                    <a:pt x="125752" y="351065"/>
                  </a:lnTo>
                  <a:lnTo>
                    <a:pt x="116770" y="351065"/>
                  </a:lnTo>
                  <a:lnTo>
                    <a:pt x="107787" y="351065"/>
                  </a:lnTo>
                  <a:lnTo>
                    <a:pt x="98805" y="351065"/>
                  </a:lnTo>
                  <a:lnTo>
                    <a:pt x="89823" y="351065"/>
                  </a:lnTo>
                  <a:lnTo>
                    <a:pt x="80840" y="351065"/>
                  </a:lnTo>
                  <a:lnTo>
                    <a:pt x="71858" y="351065"/>
                  </a:lnTo>
                  <a:lnTo>
                    <a:pt x="62876" y="351065"/>
                  </a:lnTo>
                  <a:lnTo>
                    <a:pt x="53893" y="351065"/>
                  </a:lnTo>
                  <a:lnTo>
                    <a:pt x="44911" y="351065"/>
                  </a:lnTo>
                  <a:lnTo>
                    <a:pt x="35929" y="351065"/>
                  </a:lnTo>
                  <a:lnTo>
                    <a:pt x="26946" y="351065"/>
                  </a:lnTo>
                  <a:lnTo>
                    <a:pt x="17964" y="351065"/>
                  </a:lnTo>
                  <a:lnTo>
                    <a:pt x="8982" y="351065"/>
                  </a:lnTo>
                  <a:lnTo>
                    <a:pt x="0" y="351065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844734" y="2145341"/>
              <a:ext cx="1976108" cy="347421"/>
            </a:xfrm>
            <a:custGeom>
              <a:avLst/>
              <a:pathLst>
                <a:path w="1976108" h="347421">
                  <a:moveTo>
                    <a:pt x="0" y="347375"/>
                  </a:moveTo>
                  <a:lnTo>
                    <a:pt x="8982" y="347198"/>
                  </a:lnTo>
                  <a:lnTo>
                    <a:pt x="17964" y="347034"/>
                  </a:lnTo>
                  <a:lnTo>
                    <a:pt x="26946" y="346874"/>
                  </a:lnTo>
                  <a:lnTo>
                    <a:pt x="35929" y="346701"/>
                  </a:lnTo>
                  <a:lnTo>
                    <a:pt x="44911" y="346495"/>
                  </a:lnTo>
                  <a:lnTo>
                    <a:pt x="53893" y="346234"/>
                  </a:lnTo>
                  <a:lnTo>
                    <a:pt x="62876" y="345897"/>
                  </a:lnTo>
                  <a:lnTo>
                    <a:pt x="71858" y="345466"/>
                  </a:lnTo>
                  <a:lnTo>
                    <a:pt x="80840" y="344933"/>
                  </a:lnTo>
                  <a:lnTo>
                    <a:pt x="89823" y="344295"/>
                  </a:lnTo>
                  <a:lnTo>
                    <a:pt x="98805" y="343561"/>
                  </a:lnTo>
                  <a:lnTo>
                    <a:pt x="107787" y="342749"/>
                  </a:lnTo>
                  <a:lnTo>
                    <a:pt x="116770" y="341883"/>
                  </a:lnTo>
                  <a:lnTo>
                    <a:pt x="125752" y="340997"/>
                  </a:lnTo>
                  <a:lnTo>
                    <a:pt x="134734" y="340124"/>
                  </a:lnTo>
                  <a:lnTo>
                    <a:pt x="143716" y="339282"/>
                  </a:lnTo>
                  <a:lnTo>
                    <a:pt x="152699" y="338483"/>
                  </a:lnTo>
                  <a:lnTo>
                    <a:pt x="161681" y="337722"/>
                  </a:lnTo>
                  <a:lnTo>
                    <a:pt x="170663" y="336980"/>
                  </a:lnTo>
                  <a:lnTo>
                    <a:pt x="179646" y="336230"/>
                  </a:lnTo>
                  <a:lnTo>
                    <a:pt x="188628" y="335436"/>
                  </a:lnTo>
                  <a:lnTo>
                    <a:pt x="197610" y="334565"/>
                  </a:lnTo>
                  <a:lnTo>
                    <a:pt x="206593" y="333585"/>
                  </a:lnTo>
                  <a:lnTo>
                    <a:pt x="215575" y="332476"/>
                  </a:lnTo>
                  <a:lnTo>
                    <a:pt x="224557" y="331224"/>
                  </a:lnTo>
                  <a:lnTo>
                    <a:pt x="233540" y="329824"/>
                  </a:lnTo>
                  <a:lnTo>
                    <a:pt x="242522" y="328262"/>
                  </a:lnTo>
                  <a:lnTo>
                    <a:pt x="251504" y="326540"/>
                  </a:lnTo>
                  <a:lnTo>
                    <a:pt x="260486" y="324654"/>
                  </a:lnTo>
                  <a:lnTo>
                    <a:pt x="269469" y="322594"/>
                  </a:lnTo>
                  <a:lnTo>
                    <a:pt x="278451" y="320350"/>
                  </a:lnTo>
                  <a:lnTo>
                    <a:pt x="287433" y="317923"/>
                  </a:lnTo>
                  <a:lnTo>
                    <a:pt x="296416" y="315325"/>
                  </a:lnTo>
                  <a:lnTo>
                    <a:pt x="305398" y="312581"/>
                  </a:lnTo>
                  <a:lnTo>
                    <a:pt x="314380" y="309735"/>
                  </a:lnTo>
                  <a:lnTo>
                    <a:pt x="323363" y="306838"/>
                  </a:lnTo>
                  <a:lnTo>
                    <a:pt x="332345" y="303941"/>
                  </a:lnTo>
                  <a:lnTo>
                    <a:pt x="341327" y="301092"/>
                  </a:lnTo>
                  <a:lnTo>
                    <a:pt x="350310" y="298319"/>
                  </a:lnTo>
                  <a:lnTo>
                    <a:pt x="359292" y="295628"/>
                  </a:lnTo>
                  <a:lnTo>
                    <a:pt x="368274" y="292998"/>
                  </a:lnTo>
                  <a:lnTo>
                    <a:pt x="377256" y="290373"/>
                  </a:lnTo>
                  <a:lnTo>
                    <a:pt x="386239" y="287691"/>
                  </a:lnTo>
                  <a:lnTo>
                    <a:pt x="395221" y="284886"/>
                  </a:lnTo>
                  <a:lnTo>
                    <a:pt x="404203" y="281895"/>
                  </a:lnTo>
                  <a:lnTo>
                    <a:pt x="413186" y="278664"/>
                  </a:lnTo>
                  <a:lnTo>
                    <a:pt x="422168" y="275154"/>
                  </a:lnTo>
                  <a:lnTo>
                    <a:pt x="431150" y="271344"/>
                  </a:lnTo>
                  <a:lnTo>
                    <a:pt x="440133" y="267231"/>
                  </a:lnTo>
                  <a:lnTo>
                    <a:pt x="449115" y="262828"/>
                  </a:lnTo>
                  <a:lnTo>
                    <a:pt x="458097" y="258165"/>
                  </a:lnTo>
                  <a:lnTo>
                    <a:pt x="467080" y="253286"/>
                  </a:lnTo>
                  <a:lnTo>
                    <a:pt x="476062" y="248249"/>
                  </a:lnTo>
                  <a:lnTo>
                    <a:pt x="485044" y="243126"/>
                  </a:lnTo>
                  <a:lnTo>
                    <a:pt x="494027" y="238010"/>
                  </a:lnTo>
                  <a:lnTo>
                    <a:pt x="503009" y="232992"/>
                  </a:lnTo>
                  <a:lnTo>
                    <a:pt x="511991" y="228158"/>
                  </a:lnTo>
                  <a:lnTo>
                    <a:pt x="520973" y="223578"/>
                  </a:lnTo>
                  <a:lnTo>
                    <a:pt x="529956" y="219298"/>
                  </a:lnTo>
                  <a:lnTo>
                    <a:pt x="538938" y="215327"/>
                  </a:lnTo>
                  <a:lnTo>
                    <a:pt x="547920" y="211636"/>
                  </a:lnTo>
                  <a:lnTo>
                    <a:pt x="556903" y="208153"/>
                  </a:lnTo>
                  <a:lnTo>
                    <a:pt x="565885" y="204773"/>
                  </a:lnTo>
                  <a:lnTo>
                    <a:pt x="574867" y="201369"/>
                  </a:lnTo>
                  <a:lnTo>
                    <a:pt x="583850" y="197813"/>
                  </a:lnTo>
                  <a:lnTo>
                    <a:pt x="592832" y="193992"/>
                  </a:lnTo>
                  <a:lnTo>
                    <a:pt x="601814" y="189825"/>
                  </a:lnTo>
                  <a:lnTo>
                    <a:pt x="610797" y="185246"/>
                  </a:lnTo>
                  <a:lnTo>
                    <a:pt x="619779" y="180301"/>
                  </a:lnTo>
                  <a:lnTo>
                    <a:pt x="628761" y="175044"/>
                  </a:lnTo>
                  <a:lnTo>
                    <a:pt x="637743" y="169551"/>
                  </a:lnTo>
                  <a:lnTo>
                    <a:pt x="646726" y="163904"/>
                  </a:lnTo>
                  <a:lnTo>
                    <a:pt x="655708" y="158179"/>
                  </a:lnTo>
                  <a:lnTo>
                    <a:pt x="664690" y="152434"/>
                  </a:lnTo>
                  <a:lnTo>
                    <a:pt x="673673" y="146702"/>
                  </a:lnTo>
                  <a:lnTo>
                    <a:pt x="682655" y="140985"/>
                  </a:lnTo>
                  <a:lnTo>
                    <a:pt x="691637" y="135255"/>
                  </a:lnTo>
                  <a:lnTo>
                    <a:pt x="700620" y="129463"/>
                  </a:lnTo>
                  <a:lnTo>
                    <a:pt x="709602" y="123547"/>
                  </a:lnTo>
                  <a:lnTo>
                    <a:pt x="718584" y="117453"/>
                  </a:lnTo>
                  <a:lnTo>
                    <a:pt x="727567" y="111143"/>
                  </a:lnTo>
                  <a:lnTo>
                    <a:pt x="736549" y="104631"/>
                  </a:lnTo>
                  <a:lnTo>
                    <a:pt x="745531" y="98006"/>
                  </a:lnTo>
                  <a:lnTo>
                    <a:pt x="754513" y="91389"/>
                  </a:lnTo>
                  <a:lnTo>
                    <a:pt x="763496" y="84931"/>
                  </a:lnTo>
                  <a:lnTo>
                    <a:pt x="772478" y="78787"/>
                  </a:lnTo>
                  <a:lnTo>
                    <a:pt x="781460" y="73095"/>
                  </a:lnTo>
                  <a:lnTo>
                    <a:pt x="790443" y="67951"/>
                  </a:lnTo>
                  <a:lnTo>
                    <a:pt x="799425" y="63403"/>
                  </a:lnTo>
                  <a:lnTo>
                    <a:pt x="808407" y="59452"/>
                  </a:lnTo>
                  <a:lnTo>
                    <a:pt x="817390" y="56055"/>
                  </a:lnTo>
                  <a:lnTo>
                    <a:pt x="826372" y="53150"/>
                  </a:lnTo>
                  <a:lnTo>
                    <a:pt x="835354" y="50663"/>
                  </a:lnTo>
                  <a:lnTo>
                    <a:pt x="844337" y="48530"/>
                  </a:lnTo>
                  <a:lnTo>
                    <a:pt x="853319" y="46713"/>
                  </a:lnTo>
                  <a:lnTo>
                    <a:pt x="862301" y="45156"/>
                  </a:lnTo>
                  <a:lnTo>
                    <a:pt x="871283" y="43811"/>
                  </a:lnTo>
                  <a:lnTo>
                    <a:pt x="880266" y="42630"/>
                  </a:lnTo>
                  <a:lnTo>
                    <a:pt x="889248" y="41550"/>
                  </a:lnTo>
                  <a:lnTo>
                    <a:pt x="898230" y="40497"/>
                  </a:lnTo>
                  <a:lnTo>
                    <a:pt x="907213" y="39392"/>
                  </a:lnTo>
                  <a:lnTo>
                    <a:pt x="916195" y="38164"/>
                  </a:lnTo>
                  <a:lnTo>
                    <a:pt x="925177" y="36757"/>
                  </a:lnTo>
                  <a:lnTo>
                    <a:pt x="934160" y="35145"/>
                  </a:lnTo>
                  <a:lnTo>
                    <a:pt x="943142" y="33327"/>
                  </a:lnTo>
                  <a:lnTo>
                    <a:pt x="952124" y="31324"/>
                  </a:lnTo>
                  <a:lnTo>
                    <a:pt x="961107" y="29167"/>
                  </a:lnTo>
                  <a:lnTo>
                    <a:pt x="970089" y="26880"/>
                  </a:lnTo>
                  <a:lnTo>
                    <a:pt x="979071" y="24462"/>
                  </a:lnTo>
                  <a:lnTo>
                    <a:pt x="988054" y="21906"/>
                  </a:lnTo>
                  <a:lnTo>
                    <a:pt x="997036" y="19188"/>
                  </a:lnTo>
                  <a:lnTo>
                    <a:pt x="1006018" y="16295"/>
                  </a:lnTo>
                  <a:lnTo>
                    <a:pt x="1015000" y="13253"/>
                  </a:lnTo>
                  <a:lnTo>
                    <a:pt x="1023983" y="10138"/>
                  </a:lnTo>
                  <a:lnTo>
                    <a:pt x="1032965" y="7091"/>
                  </a:lnTo>
                  <a:lnTo>
                    <a:pt x="1041947" y="4309"/>
                  </a:lnTo>
                  <a:lnTo>
                    <a:pt x="1050930" y="2034"/>
                  </a:lnTo>
                  <a:lnTo>
                    <a:pt x="1059912" y="519"/>
                  </a:lnTo>
                  <a:lnTo>
                    <a:pt x="1068894" y="0"/>
                  </a:lnTo>
                  <a:lnTo>
                    <a:pt x="1077877" y="655"/>
                  </a:lnTo>
                  <a:lnTo>
                    <a:pt x="1086859" y="2588"/>
                  </a:lnTo>
                  <a:lnTo>
                    <a:pt x="1095841" y="5864"/>
                  </a:lnTo>
                  <a:lnTo>
                    <a:pt x="1104824" y="10383"/>
                  </a:lnTo>
                  <a:lnTo>
                    <a:pt x="1113806" y="15933"/>
                  </a:lnTo>
                  <a:lnTo>
                    <a:pt x="1122788" y="22314"/>
                  </a:lnTo>
                  <a:lnTo>
                    <a:pt x="1131770" y="29315"/>
                  </a:lnTo>
                  <a:lnTo>
                    <a:pt x="1140753" y="36723"/>
                  </a:lnTo>
                  <a:lnTo>
                    <a:pt x="1149735" y="44331"/>
                  </a:lnTo>
                  <a:lnTo>
                    <a:pt x="1158717" y="51940"/>
                  </a:lnTo>
                  <a:lnTo>
                    <a:pt x="1167700" y="59362"/>
                  </a:lnTo>
                  <a:lnTo>
                    <a:pt x="1176682" y="66415"/>
                  </a:lnTo>
                  <a:lnTo>
                    <a:pt x="1185664" y="72934"/>
                  </a:lnTo>
                  <a:lnTo>
                    <a:pt x="1194647" y="78777"/>
                  </a:lnTo>
                  <a:lnTo>
                    <a:pt x="1203629" y="83839"/>
                  </a:lnTo>
                  <a:lnTo>
                    <a:pt x="1212611" y="88068"/>
                  </a:lnTo>
                  <a:lnTo>
                    <a:pt x="1221594" y="91415"/>
                  </a:lnTo>
                  <a:lnTo>
                    <a:pt x="1230576" y="94027"/>
                  </a:lnTo>
                  <a:lnTo>
                    <a:pt x="1239558" y="96056"/>
                  </a:lnTo>
                  <a:lnTo>
                    <a:pt x="1248540" y="97680"/>
                  </a:lnTo>
                  <a:lnTo>
                    <a:pt x="1257523" y="99094"/>
                  </a:lnTo>
                  <a:lnTo>
                    <a:pt x="1266505" y="100488"/>
                  </a:lnTo>
                  <a:lnTo>
                    <a:pt x="1275487" y="102032"/>
                  </a:lnTo>
                  <a:lnTo>
                    <a:pt x="1284470" y="103868"/>
                  </a:lnTo>
                  <a:lnTo>
                    <a:pt x="1293452" y="106101"/>
                  </a:lnTo>
                  <a:lnTo>
                    <a:pt x="1302434" y="108806"/>
                  </a:lnTo>
                  <a:lnTo>
                    <a:pt x="1311417" y="112026"/>
                  </a:lnTo>
                  <a:lnTo>
                    <a:pt x="1320399" y="115778"/>
                  </a:lnTo>
                  <a:lnTo>
                    <a:pt x="1329381" y="120054"/>
                  </a:lnTo>
                  <a:lnTo>
                    <a:pt x="1338364" y="124831"/>
                  </a:lnTo>
                  <a:lnTo>
                    <a:pt x="1347346" y="130056"/>
                  </a:lnTo>
                  <a:lnTo>
                    <a:pt x="1356328" y="135607"/>
                  </a:lnTo>
                  <a:lnTo>
                    <a:pt x="1365310" y="141375"/>
                  </a:lnTo>
                  <a:lnTo>
                    <a:pt x="1374293" y="147247"/>
                  </a:lnTo>
                  <a:lnTo>
                    <a:pt x="1383275" y="153116"/>
                  </a:lnTo>
                  <a:lnTo>
                    <a:pt x="1392257" y="158903"/>
                  </a:lnTo>
                  <a:lnTo>
                    <a:pt x="1401240" y="164562"/>
                  </a:lnTo>
                  <a:lnTo>
                    <a:pt x="1410222" y="170091"/>
                  </a:lnTo>
                  <a:lnTo>
                    <a:pt x="1419204" y="175527"/>
                  </a:lnTo>
                  <a:lnTo>
                    <a:pt x="1428187" y="180940"/>
                  </a:lnTo>
                  <a:lnTo>
                    <a:pt x="1437169" y="186416"/>
                  </a:lnTo>
                  <a:lnTo>
                    <a:pt x="1446151" y="192046"/>
                  </a:lnTo>
                  <a:lnTo>
                    <a:pt x="1455134" y="197900"/>
                  </a:lnTo>
                  <a:lnTo>
                    <a:pt x="1464116" y="204033"/>
                  </a:lnTo>
                  <a:lnTo>
                    <a:pt x="1473098" y="210424"/>
                  </a:lnTo>
                  <a:lnTo>
                    <a:pt x="1482081" y="216997"/>
                  </a:lnTo>
                  <a:lnTo>
                    <a:pt x="1491063" y="223647"/>
                  </a:lnTo>
                  <a:lnTo>
                    <a:pt x="1500045" y="230238"/>
                  </a:lnTo>
                  <a:lnTo>
                    <a:pt x="1509027" y="236625"/>
                  </a:lnTo>
                  <a:lnTo>
                    <a:pt x="1518010" y="242669"/>
                  </a:lnTo>
                  <a:lnTo>
                    <a:pt x="1526992" y="248257"/>
                  </a:lnTo>
                  <a:lnTo>
                    <a:pt x="1535974" y="253315"/>
                  </a:lnTo>
                  <a:lnTo>
                    <a:pt x="1544957" y="257818"/>
                  </a:lnTo>
                  <a:lnTo>
                    <a:pt x="1553939" y="261788"/>
                  </a:lnTo>
                  <a:lnTo>
                    <a:pt x="1562921" y="265292"/>
                  </a:lnTo>
                  <a:lnTo>
                    <a:pt x="1571904" y="268427"/>
                  </a:lnTo>
                  <a:lnTo>
                    <a:pt x="1580886" y="271303"/>
                  </a:lnTo>
                  <a:lnTo>
                    <a:pt x="1589868" y="274023"/>
                  </a:lnTo>
                  <a:lnTo>
                    <a:pt x="1598851" y="276684"/>
                  </a:lnTo>
                  <a:lnTo>
                    <a:pt x="1607833" y="279328"/>
                  </a:lnTo>
                  <a:lnTo>
                    <a:pt x="1616815" y="281960"/>
                  </a:lnTo>
                  <a:lnTo>
                    <a:pt x="1625797" y="284560"/>
                  </a:lnTo>
                  <a:lnTo>
                    <a:pt x="1634780" y="287089"/>
                  </a:lnTo>
                  <a:lnTo>
                    <a:pt x="1643762" y="289508"/>
                  </a:lnTo>
                  <a:lnTo>
                    <a:pt x="1652744" y="291787"/>
                  </a:lnTo>
                  <a:lnTo>
                    <a:pt x="1661727" y="293916"/>
                  </a:lnTo>
                  <a:lnTo>
                    <a:pt x="1670709" y="295908"/>
                  </a:lnTo>
                  <a:lnTo>
                    <a:pt x="1679691" y="297797"/>
                  </a:lnTo>
                  <a:lnTo>
                    <a:pt x="1688674" y="299633"/>
                  </a:lnTo>
                  <a:lnTo>
                    <a:pt x="1697656" y="301470"/>
                  </a:lnTo>
                  <a:lnTo>
                    <a:pt x="1706638" y="303358"/>
                  </a:lnTo>
                  <a:lnTo>
                    <a:pt x="1715621" y="305333"/>
                  </a:lnTo>
                  <a:lnTo>
                    <a:pt x="1724603" y="307401"/>
                  </a:lnTo>
                  <a:lnTo>
                    <a:pt x="1733585" y="309551"/>
                  </a:lnTo>
                  <a:lnTo>
                    <a:pt x="1742567" y="311759"/>
                  </a:lnTo>
                  <a:lnTo>
                    <a:pt x="1751550" y="313993"/>
                  </a:lnTo>
                  <a:lnTo>
                    <a:pt x="1760532" y="316221"/>
                  </a:lnTo>
                  <a:lnTo>
                    <a:pt x="1769514" y="318412"/>
                  </a:lnTo>
                  <a:lnTo>
                    <a:pt x="1778497" y="320543"/>
                  </a:lnTo>
                  <a:lnTo>
                    <a:pt x="1787479" y="322599"/>
                  </a:lnTo>
                  <a:lnTo>
                    <a:pt x="1796461" y="324571"/>
                  </a:lnTo>
                  <a:lnTo>
                    <a:pt x="1805444" y="326455"/>
                  </a:lnTo>
                  <a:lnTo>
                    <a:pt x="1814426" y="328247"/>
                  </a:lnTo>
                  <a:lnTo>
                    <a:pt x="1823408" y="329944"/>
                  </a:lnTo>
                  <a:lnTo>
                    <a:pt x="1832391" y="331534"/>
                  </a:lnTo>
                  <a:lnTo>
                    <a:pt x="1841373" y="333016"/>
                  </a:lnTo>
                  <a:lnTo>
                    <a:pt x="1850355" y="334388"/>
                  </a:lnTo>
                  <a:lnTo>
                    <a:pt x="1859337" y="335652"/>
                  </a:lnTo>
                  <a:lnTo>
                    <a:pt x="1868320" y="336813"/>
                  </a:lnTo>
                  <a:lnTo>
                    <a:pt x="1877302" y="337886"/>
                  </a:lnTo>
                  <a:lnTo>
                    <a:pt x="1886284" y="338889"/>
                  </a:lnTo>
                  <a:lnTo>
                    <a:pt x="1895267" y="339844"/>
                  </a:lnTo>
                  <a:lnTo>
                    <a:pt x="1904249" y="340772"/>
                  </a:lnTo>
                  <a:lnTo>
                    <a:pt x="1913231" y="341688"/>
                  </a:lnTo>
                  <a:lnTo>
                    <a:pt x="1922214" y="342600"/>
                  </a:lnTo>
                  <a:lnTo>
                    <a:pt x="1931196" y="343509"/>
                  </a:lnTo>
                  <a:lnTo>
                    <a:pt x="1940178" y="344404"/>
                  </a:lnTo>
                  <a:lnTo>
                    <a:pt x="1949161" y="345268"/>
                  </a:lnTo>
                  <a:lnTo>
                    <a:pt x="1958143" y="346072"/>
                  </a:lnTo>
                  <a:lnTo>
                    <a:pt x="1967125" y="346797"/>
                  </a:lnTo>
                  <a:lnTo>
                    <a:pt x="1976108" y="347421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7937521" y="2141198"/>
              <a:ext cx="1949161" cy="355209"/>
            </a:xfrm>
            <a:custGeom>
              <a:avLst/>
              <a:pathLst>
                <a:path w="1949161" h="355209">
                  <a:moveTo>
                    <a:pt x="0" y="351560"/>
                  </a:moveTo>
                  <a:lnTo>
                    <a:pt x="8982" y="351248"/>
                  </a:lnTo>
                  <a:lnTo>
                    <a:pt x="17964" y="350868"/>
                  </a:lnTo>
                  <a:lnTo>
                    <a:pt x="26946" y="350421"/>
                  </a:lnTo>
                  <a:lnTo>
                    <a:pt x="35929" y="349912"/>
                  </a:lnTo>
                  <a:lnTo>
                    <a:pt x="44911" y="349345"/>
                  </a:lnTo>
                  <a:lnTo>
                    <a:pt x="53893" y="348727"/>
                  </a:lnTo>
                  <a:lnTo>
                    <a:pt x="62876" y="348065"/>
                  </a:lnTo>
                  <a:lnTo>
                    <a:pt x="71858" y="347360"/>
                  </a:lnTo>
                  <a:lnTo>
                    <a:pt x="80840" y="346610"/>
                  </a:lnTo>
                  <a:lnTo>
                    <a:pt x="89823" y="345802"/>
                  </a:lnTo>
                  <a:lnTo>
                    <a:pt x="98805" y="344921"/>
                  </a:lnTo>
                  <a:lnTo>
                    <a:pt x="107787" y="343947"/>
                  </a:lnTo>
                  <a:lnTo>
                    <a:pt x="116770" y="342859"/>
                  </a:lnTo>
                  <a:lnTo>
                    <a:pt x="125752" y="341641"/>
                  </a:lnTo>
                  <a:lnTo>
                    <a:pt x="134734" y="340285"/>
                  </a:lnTo>
                  <a:lnTo>
                    <a:pt x="143716" y="338794"/>
                  </a:lnTo>
                  <a:lnTo>
                    <a:pt x="152699" y="337187"/>
                  </a:lnTo>
                  <a:lnTo>
                    <a:pt x="161681" y="335492"/>
                  </a:lnTo>
                  <a:lnTo>
                    <a:pt x="170663" y="333751"/>
                  </a:lnTo>
                  <a:lnTo>
                    <a:pt x="179646" y="332015"/>
                  </a:lnTo>
                  <a:lnTo>
                    <a:pt x="188628" y="330325"/>
                  </a:lnTo>
                  <a:lnTo>
                    <a:pt x="197610" y="328708"/>
                  </a:lnTo>
                  <a:lnTo>
                    <a:pt x="206593" y="327175"/>
                  </a:lnTo>
                  <a:lnTo>
                    <a:pt x="215575" y="325715"/>
                  </a:lnTo>
                  <a:lnTo>
                    <a:pt x="224557" y="324295"/>
                  </a:lnTo>
                  <a:lnTo>
                    <a:pt x="233540" y="322867"/>
                  </a:lnTo>
                  <a:lnTo>
                    <a:pt x="242522" y="321371"/>
                  </a:lnTo>
                  <a:lnTo>
                    <a:pt x="251504" y="319743"/>
                  </a:lnTo>
                  <a:lnTo>
                    <a:pt x="260486" y="317929"/>
                  </a:lnTo>
                  <a:lnTo>
                    <a:pt x="269469" y="315892"/>
                  </a:lnTo>
                  <a:lnTo>
                    <a:pt x="278451" y="313623"/>
                  </a:lnTo>
                  <a:lnTo>
                    <a:pt x="287433" y="311138"/>
                  </a:lnTo>
                  <a:lnTo>
                    <a:pt x="296416" y="308475"/>
                  </a:lnTo>
                  <a:lnTo>
                    <a:pt x="305398" y="305713"/>
                  </a:lnTo>
                  <a:lnTo>
                    <a:pt x="314380" y="302907"/>
                  </a:lnTo>
                  <a:lnTo>
                    <a:pt x="323363" y="300097"/>
                  </a:lnTo>
                  <a:lnTo>
                    <a:pt x="332345" y="297294"/>
                  </a:lnTo>
                  <a:lnTo>
                    <a:pt x="341327" y="294482"/>
                  </a:lnTo>
                  <a:lnTo>
                    <a:pt x="350310" y="291623"/>
                  </a:lnTo>
                  <a:lnTo>
                    <a:pt x="359292" y="288666"/>
                  </a:lnTo>
                  <a:lnTo>
                    <a:pt x="368274" y="285563"/>
                  </a:lnTo>
                  <a:lnTo>
                    <a:pt x="377256" y="282285"/>
                  </a:lnTo>
                  <a:lnTo>
                    <a:pt x="386239" y="278827"/>
                  </a:lnTo>
                  <a:lnTo>
                    <a:pt x="395221" y="275213"/>
                  </a:lnTo>
                  <a:lnTo>
                    <a:pt x="404203" y="271491"/>
                  </a:lnTo>
                  <a:lnTo>
                    <a:pt x="413186" y="267721"/>
                  </a:lnTo>
                  <a:lnTo>
                    <a:pt x="422168" y="263967"/>
                  </a:lnTo>
                  <a:lnTo>
                    <a:pt x="431150" y="260267"/>
                  </a:lnTo>
                  <a:lnTo>
                    <a:pt x="440133" y="256629"/>
                  </a:lnTo>
                  <a:lnTo>
                    <a:pt x="449115" y="253035"/>
                  </a:lnTo>
                  <a:lnTo>
                    <a:pt x="458097" y="249446"/>
                  </a:lnTo>
                  <a:lnTo>
                    <a:pt x="467080" y="245810"/>
                  </a:lnTo>
                  <a:lnTo>
                    <a:pt x="476062" y="242076"/>
                  </a:lnTo>
                  <a:lnTo>
                    <a:pt x="485044" y="238201"/>
                  </a:lnTo>
                  <a:lnTo>
                    <a:pt x="494027" y="234159"/>
                  </a:lnTo>
                  <a:lnTo>
                    <a:pt x="503009" y="229941"/>
                  </a:lnTo>
                  <a:lnTo>
                    <a:pt x="511991" y="225555"/>
                  </a:lnTo>
                  <a:lnTo>
                    <a:pt x="520973" y="221020"/>
                  </a:lnTo>
                  <a:lnTo>
                    <a:pt x="529956" y="216360"/>
                  </a:lnTo>
                  <a:lnTo>
                    <a:pt x="538938" y="211586"/>
                  </a:lnTo>
                  <a:lnTo>
                    <a:pt x="547920" y="206722"/>
                  </a:lnTo>
                  <a:lnTo>
                    <a:pt x="556903" y="201781"/>
                  </a:lnTo>
                  <a:lnTo>
                    <a:pt x="565885" y="196775"/>
                  </a:lnTo>
                  <a:lnTo>
                    <a:pt x="574867" y="191724"/>
                  </a:lnTo>
                  <a:lnTo>
                    <a:pt x="583850" y="186654"/>
                  </a:lnTo>
                  <a:lnTo>
                    <a:pt x="592832" y="181595"/>
                  </a:lnTo>
                  <a:lnTo>
                    <a:pt x="601814" y="176572"/>
                  </a:lnTo>
                  <a:lnTo>
                    <a:pt x="610797" y="171597"/>
                  </a:lnTo>
                  <a:lnTo>
                    <a:pt x="619779" y="166661"/>
                  </a:lnTo>
                  <a:lnTo>
                    <a:pt x="628761" y="161724"/>
                  </a:lnTo>
                  <a:lnTo>
                    <a:pt x="637743" y="156719"/>
                  </a:lnTo>
                  <a:lnTo>
                    <a:pt x="646726" y="151560"/>
                  </a:lnTo>
                  <a:lnTo>
                    <a:pt x="655708" y="146144"/>
                  </a:lnTo>
                  <a:lnTo>
                    <a:pt x="664690" y="140363"/>
                  </a:lnTo>
                  <a:lnTo>
                    <a:pt x="673673" y="134179"/>
                  </a:lnTo>
                  <a:lnTo>
                    <a:pt x="682655" y="127567"/>
                  </a:lnTo>
                  <a:lnTo>
                    <a:pt x="691637" y="120534"/>
                  </a:lnTo>
                  <a:lnTo>
                    <a:pt x="700620" y="113112"/>
                  </a:lnTo>
                  <a:lnTo>
                    <a:pt x="709602" y="105355"/>
                  </a:lnTo>
                  <a:lnTo>
                    <a:pt x="718584" y="97329"/>
                  </a:lnTo>
                  <a:lnTo>
                    <a:pt x="727567" y="89109"/>
                  </a:lnTo>
                  <a:lnTo>
                    <a:pt x="736549" y="80785"/>
                  </a:lnTo>
                  <a:lnTo>
                    <a:pt x="745531" y="72454"/>
                  </a:lnTo>
                  <a:lnTo>
                    <a:pt x="754513" y="64225"/>
                  </a:lnTo>
                  <a:lnTo>
                    <a:pt x="763496" y="56214"/>
                  </a:lnTo>
                  <a:lnTo>
                    <a:pt x="772478" y="48538"/>
                  </a:lnTo>
                  <a:lnTo>
                    <a:pt x="781460" y="41334"/>
                  </a:lnTo>
                  <a:lnTo>
                    <a:pt x="790443" y="34680"/>
                  </a:lnTo>
                  <a:lnTo>
                    <a:pt x="799425" y="28609"/>
                  </a:lnTo>
                  <a:lnTo>
                    <a:pt x="808407" y="23135"/>
                  </a:lnTo>
                  <a:lnTo>
                    <a:pt x="817390" y="18248"/>
                  </a:lnTo>
                  <a:lnTo>
                    <a:pt x="826372" y="13927"/>
                  </a:lnTo>
                  <a:lnTo>
                    <a:pt x="835354" y="10155"/>
                  </a:lnTo>
                  <a:lnTo>
                    <a:pt x="844337" y="6927"/>
                  </a:lnTo>
                  <a:lnTo>
                    <a:pt x="853319" y="4260"/>
                  </a:lnTo>
                  <a:lnTo>
                    <a:pt x="862301" y="2193"/>
                  </a:lnTo>
                  <a:lnTo>
                    <a:pt x="871283" y="770"/>
                  </a:lnTo>
                  <a:lnTo>
                    <a:pt x="880266" y="34"/>
                  </a:lnTo>
                  <a:lnTo>
                    <a:pt x="889248" y="0"/>
                  </a:lnTo>
                  <a:lnTo>
                    <a:pt x="898230" y="646"/>
                  </a:lnTo>
                  <a:lnTo>
                    <a:pt x="907213" y="1934"/>
                  </a:lnTo>
                  <a:lnTo>
                    <a:pt x="916195" y="3672"/>
                  </a:lnTo>
                  <a:lnTo>
                    <a:pt x="925177" y="5692"/>
                  </a:lnTo>
                  <a:lnTo>
                    <a:pt x="934160" y="7808"/>
                  </a:lnTo>
                  <a:lnTo>
                    <a:pt x="943142" y="9841"/>
                  </a:lnTo>
                  <a:lnTo>
                    <a:pt x="952124" y="11628"/>
                  </a:lnTo>
                  <a:lnTo>
                    <a:pt x="961107" y="13042"/>
                  </a:lnTo>
                  <a:lnTo>
                    <a:pt x="970089" y="14000"/>
                  </a:lnTo>
                  <a:lnTo>
                    <a:pt x="979071" y="14466"/>
                  </a:lnTo>
                  <a:lnTo>
                    <a:pt x="988054" y="14459"/>
                  </a:lnTo>
                  <a:lnTo>
                    <a:pt x="997036" y="14045"/>
                  </a:lnTo>
                  <a:lnTo>
                    <a:pt x="1006018" y="13343"/>
                  </a:lnTo>
                  <a:lnTo>
                    <a:pt x="1015000" y="12508"/>
                  </a:lnTo>
                  <a:lnTo>
                    <a:pt x="1023983" y="11739"/>
                  </a:lnTo>
                  <a:lnTo>
                    <a:pt x="1032965" y="11260"/>
                  </a:lnTo>
                  <a:lnTo>
                    <a:pt x="1041947" y="11253"/>
                  </a:lnTo>
                  <a:lnTo>
                    <a:pt x="1050930" y="11861"/>
                  </a:lnTo>
                  <a:lnTo>
                    <a:pt x="1059912" y="13181"/>
                  </a:lnTo>
                  <a:lnTo>
                    <a:pt x="1068894" y="15251"/>
                  </a:lnTo>
                  <a:lnTo>
                    <a:pt x="1077877" y="18055"/>
                  </a:lnTo>
                  <a:lnTo>
                    <a:pt x="1086859" y="21532"/>
                  </a:lnTo>
                  <a:lnTo>
                    <a:pt x="1095841" y="25596"/>
                  </a:lnTo>
                  <a:lnTo>
                    <a:pt x="1104824" y="30150"/>
                  </a:lnTo>
                  <a:lnTo>
                    <a:pt x="1113806" y="35106"/>
                  </a:lnTo>
                  <a:lnTo>
                    <a:pt x="1122788" y="40393"/>
                  </a:lnTo>
                  <a:lnTo>
                    <a:pt x="1131770" y="45962"/>
                  </a:lnTo>
                  <a:lnTo>
                    <a:pt x="1140753" y="51780"/>
                  </a:lnTo>
                  <a:lnTo>
                    <a:pt x="1149735" y="57835"/>
                  </a:lnTo>
                  <a:lnTo>
                    <a:pt x="1158717" y="64078"/>
                  </a:lnTo>
                  <a:lnTo>
                    <a:pt x="1167700" y="70458"/>
                  </a:lnTo>
                  <a:lnTo>
                    <a:pt x="1176682" y="76913"/>
                  </a:lnTo>
                  <a:lnTo>
                    <a:pt x="1185664" y="83366"/>
                  </a:lnTo>
                  <a:lnTo>
                    <a:pt x="1194647" y="89735"/>
                  </a:lnTo>
                  <a:lnTo>
                    <a:pt x="1203629" y="95937"/>
                  </a:lnTo>
                  <a:lnTo>
                    <a:pt x="1212611" y="101892"/>
                  </a:lnTo>
                  <a:lnTo>
                    <a:pt x="1221594" y="107528"/>
                  </a:lnTo>
                  <a:lnTo>
                    <a:pt x="1230576" y="112783"/>
                  </a:lnTo>
                  <a:lnTo>
                    <a:pt x="1239558" y="117612"/>
                  </a:lnTo>
                  <a:lnTo>
                    <a:pt x="1248540" y="121992"/>
                  </a:lnTo>
                  <a:lnTo>
                    <a:pt x="1257523" y="125929"/>
                  </a:lnTo>
                  <a:lnTo>
                    <a:pt x="1266505" y="129461"/>
                  </a:lnTo>
                  <a:lnTo>
                    <a:pt x="1275487" y="132673"/>
                  </a:lnTo>
                  <a:lnTo>
                    <a:pt x="1284470" y="135732"/>
                  </a:lnTo>
                  <a:lnTo>
                    <a:pt x="1293452" y="138802"/>
                  </a:lnTo>
                  <a:lnTo>
                    <a:pt x="1302434" y="142062"/>
                  </a:lnTo>
                  <a:lnTo>
                    <a:pt x="1311417" y="145673"/>
                  </a:lnTo>
                  <a:lnTo>
                    <a:pt x="1320399" y="149768"/>
                  </a:lnTo>
                  <a:lnTo>
                    <a:pt x="1329381" y="154426"/>
                  </a:lnTo>
                  <a:lnTo>
                    <a:pt x="1338364" y="159665"/>
                  </a:lnTo>
                  <a:lnTo>
                    <a:pt x="1347346" y="165437"/>
                  </a:lnTo>
                  <a:lnTo>
                    <a:pt x="1356328" y="171636"/>
                  </a:lnTo>
                  <a:lnTo>
                    <a:pt x="1365310" y="178110"/>
                  </a:lnTo>
                  <a:lnTo>
                    <a:pt x="1374293" y="184683"/>
                  </a:lnTo>
                  <a:lnTo>
                    <a:pt x="1383275" y="191174"/>
                  </a:lnTo>
                  <a:lnTo>
                    <a:pt x="1392257" y="197407"/>
                  </a:lnTo>
                  <a:lnTo>
                    <a:pt x="1401240" y="203261"/>
                  </a:lnTo>
                  <a:lnTo>
                    <a:pt x="1410222" y="208701"/>
                  </a:lnTo>
                  <a:lnTo>
                    <a:pt x="1419204" y="213741"/>
                  </a:lnTo>
                  <a:lnTo>
                    <a:pt x="1428187" y="218443"/>
                  </a:lnTo>
                  <a:lnTo>
                    <a:pt x="1437169" y="222905"/>
                  </a:lnTo>
                  <a:lnTo>
                    <a:pt x="1446151" y="227246"/>
                  </a:lnTo>
                  <a:lnTo>
                    <a:pt x="1455134" y="231583"/>
                  </a:lnTo>
                  <a:lnTo>
                    <a:pt x="1464116" y="236019"/>
                  </a:lnTo>
                  <a:lnTo>
                    <a:pt x="1473098" y="240632"/>
                  </a:lnTo>
                  <a:lnTo>
                    <a:pt x="1482081" y="245463"/>
                  </a:lnTo>
                  <a:lnTo>
                    <a:pt x="1491063" y="250518"/>
                  </a:lnTo>
                  <a:lnTo>
                    <a:pt x="1500045" y="255770"/>
                  </a:lnTo>
                  <a:lnTo>
                    <a:pt x="1509027" y="261162"/>
                  </a:lnTo>
                  <a:lnTo>
                    <a:pt x="1518010" y="266611"/>
                  </a:lnTo>
                  <a:lnTo>
                    <a:pt x="1526992" y="272015"/>
                  </a:lnTo>
                  <a:lnTo>
                    <a:pt x="1535974" y="277280"/>
                  </a:lnTo>
                  <a:lnTo>
                    <a:pt x="1544957" y="282325"/>
                  </a:lnTo>
                  <a:lnTo>
                    <a:pt x="1553939" y="287080"/>
                  </a:lnTo>
                  <a:lnTo>
                    <a:pt x="1562921" y="291494"/>
                  </a:lnTo>
                  <a:lnTo>
                    <a:pt x="1571904" y="295536"/>
                  </a:lnTo>
                  <a:lnTo>
                    <a:pt x="1580886" y="299197"/>
                  </a:lnTo>
                  <a:lnTo>
                    <a:pt x="1589868" y="302484"/>
                  </a:lnTo>
                  <a:lnTo>
                    <a:pt x="1598851" y="305422"/>
                  </a:lnTo>
                  <a:lnTo>
                    <a:pt x="1607833" y="308043"/>
                  </a:lnTo>
                  <a:lnTo>
                    <a:pt x="1616815" y="310386"/>
                  </a:lnTo>
                  <a:lnTo>
                    <a:pt x="1625797" y="312489"/>
                  </a:lnTo>
                  <a:lnTo>
                    <a:pt x="1634780" y="314386"/>
                  </a:lnTo>
                  <a:lnTo>
                    <a:pt x="1643762" y="316112"/>
                  </a:lnTo>
                  <a:lnTo>
                    <a:pt x="1652744" y="317711"/>
                  </a:lnTo>
                  <a:lnTo>
                    <a:pt x="1661727" y="319221"/>
                  </a:lnTo>
                  <a:lnTo>
                    <a:pt x="1670709" y="320681"/>
                  </a:lnTo>
                  <a:lnTo>
                    <a:pt x="1679691" y="322132"/>
                  </a:lnTo>
                  <a:lnTo>
                    <a:pt x="1688674" y="323616"/>
                  </a:lnTo>
                  <a:lnTo>
                    <a:pt x="1697656" y="325167"/>
                  </a:lnTo>
                  <a:lnTo>
                    <a:pt x="1706638" y="326810"/>
                  </a:lnTo>
                  <a:lnTo>
                    <a:pt x="1715621" y="328553"/>
                  </a:lnTo>
                  <a:lnTo>
                    <a:pt x="1724603" y="330387"/>
                  </a:lnTo>
                  <a:lnTo>
                    <a:pt x="1733585" y="332287"/>
                  </a:lnTo>
                  <a:lnTo>
                    <a:pt x="1742567" y="334211"/>
                  </a:lnTo>
                  <a:lnTo>
                    <a:pt x="1751550" y="336108"/>
                  </a:lnTo>
                  <a:lnTo>
                    <a:pt x="1760532" y="337916"/>
                  </a:lnTo>
                  <a:lnTo>
                    <a:pt x="1769514" y="339580"/>
                  </a:lnTo>
                  <a:lnTo>
                    <a:pt x="1778497" y="341066"/>
                  </a:lnTo>
                  <a:lnTo>
                    <a:pt x="1787479" y="342349"/>
                  </a:lnTo>
                  <a:lnTo>
                    <a:pt x="1796461" y="343423"/>
                  </a:lnTo>
                  <a:lnTo>
                    <a:pt x="1805444" y="344294"/>
                  </a:lnTo>
                  <a:lnTo>
                    <a:pt x="1814426" y="344985"/>
                  </a:lnTo>
                  <a:lnTo>
                    <a:pt x="1823408" y="345528"/>
                  </a:lnTo>
                  <a:lnTo>
                    <a:pt x="1832391" y="345962"/>
                  </a:lnTo>
                  <a:lnTo>
                    <a:pt x="1841373" y="346327"/>
                  </a:lnTo>
                  <a:lnTo>
                    <a:pt x="1850355" y="346662"/>
                  </a:lnTo>
                  <a:lnTo>
                    <a:pt x="1859337" y="346999"/>
                  </a:lnTo>
                  <a:lnTo>
                    <a:pt x="1868320" y="347362"/>
                  </a:lnTo>
                  <a:lnTo>
                    <a:pt x="1877302" y="347766"/>
                  </a:lnTo>
                  <a:lnTo>
                    <a:pt x="1886284" y="348215"/>
                  </a:lnTo>
                  <a:lnTo>
                    <a:pt x="1895267" y="348697"/>
                  </a:lnTo>
                  <a:lnTo>
                    <a:pt x="1904249" y="349197"/>
                  </a:lnTo>
                  <a:lnTo>
                    <a:pt x="1913231" y="349701"/>
                  </a:lnTo>
                  <a:lnTo>
                    <a:pt x="1922214" y="350192"/>
                  </a:lnTo>
                  <a:lnTo>
                    <a:pt x="1931196" y="350656"/>
                  </a:lnTo>
                  <a:lnTo>
                    <a:pt x="1940178" y="351084"/>
                  </a:lnTo>
                  <a:lnTo>
                    <a:pt x="1949161" y="351471"/>
                  </a:lnTo>
                  <a:lnTo>
                    <a:pt x="1949161" y="355209"/>
                  </a:lnTo>
                  <a:lnTo>
                    <a:pt x="1940178" y="355209"/>
                  </a:lnTo>
                  <a:lnTo>
                    <a:pt x="1931196" y="355209"/>
                  </a:lnTo>
                  <a:lnTo>
                    <a:pt x="1922214" y="355209"/>
                  </a:lnTo>
                  <a:lnTo>
                    <a:pt x="1913231" y="355209"/>
                  </a:lnTo>
                  <a:lnTo>
                    <a:pt x="1904249" y="355209"/>
                  </a:lnTo>
                  <a:lnTo>
                    <a:pt x="1895267" y="355209"/>
                  </a:lnTo>
                  <a:lnTo>
                    <a:pt x="1886284" y="355209"/>
                  </a:lnTo>
                  <a:lnTo>
                    <a:pt x="1877302" y="355209"/>
                  </a:lnTo>
                  <a:lnTo>
                    <a:pt x="1868320" y="355209"/>
                  </a:lnTo>
                  <a:lnTo>
                    <a:pt x="1859337" y="355209"/>
                  </a:lnTo>
                  <a:lnTo>
                    <a:pt x="1850355" y="355209"/>
                  </a:lnTo>
                  <a:lnTo>
                    <a:pt x="1841373" y="355209"/>
                  </a:lnTo>
                  <a:lnTo>
                    <a:pt x="1832391" y="355209"/>
                  </a:lnTo>
                  <a:lnTo>
                    <a:pt x="1823408" y="355209"/>
                  </a:lnTo>
                  <a:lnTo>
                    <a:pt x="1814426" y="355209"/>
                  </a:lnTo>
                  <a:lnTo>
                    <a:pt x="1805444" y="355209"/>
                  </a:lnTo>
                  <a:lnTo>
                    <a:pt x="1796461" y="355209"/>
                  </a:lnTo>
                  <a:lnTo>
                    <a:pt x="1787479" y="355209"/>
                  </a:lnTo>
                  <a:lnTo>
                    <a:pt x="1778497" y="355209"/>
                  </a:lnTo>
                  <a:lnTo>
                    <a:pt x="1769514" y="355209"/>
                  </a:lnTo>
                  <a:lnTo>
                    <a:pt x="1760532" y="355209"/>
                  </a:lnTo>
                  <a:lnTo>
                    <a:pt x="1751550" y="355209"/>
                  </a:lnTo>
                  <a:lnTo>
                    <a:pt x="1742567" y="355209"/>
                  </a:lnTo>
                  <a:lnTo>
                    <a:pt x="1733585" y="355209"/>
                  </a:lnTo>
                  <a:lnTo>
                    <a:pt x="1724603" y="355209"/>
                  </a:lnTo>
                  <a:lnTo>
                    <a:pt x="1715621" y="355209"/>
                  </a:lnTo>
                  <a:lnTo>
                    <a:pt x="1706638" y="355209"/>
                  </a:lnTo>
                  <a:lnTo>
                    <a:pt x="1697656" y="355209"/>
                  </a:lnTo>
                  <a:lnTo>
                    <a:pt x="1688674" y="355209"/>
                  </a:lnTo>
                  <a:lnTo>
                    <a:pt x="1679691" y="355209"/>
                  </a:lnTo>
                  <a:lnTo>
                    <a:pt x="1670709" y="355209"/>
                  </a:lnTo>
                  <a:lnTo>
                    <a:pt x="1661727" y="355209"/>
                  </a:lnTo>
                  <a:lnTo>
                    <a:pt x="1652744" y="355209"/>
                  </a:lnTo>
                  <a:lnTo>
                    <a:pt x="1643762" y="355209"/>
                  </a:lnTo>
                  <a:lnTo>
                    <a:pt x="1634780" y="355209"/>
                  </a:lnTo>
                  <a:lnTo>
                    <a:pt x="1625797" y="355209"/>
                  </a:lnTo>
                  <a:lnTo>
                    <a:pt x="1616815" y="355209"/>
                  </a:lnTo>
                  <a:lnTo>
                    <a:pt x="1607833" y="355209"/>
                  </a:lnTo>
                  <a:lnTo>
                    <a:pt x="1598851" y="355209"/>
                  </a:lnTo>
                  <a:lnTo>
                    <a:pt x="1589868" y="355209"/>
                  </a:lnTo>
                  <a:lnTo>
                    <a:pt x="1580886" y="355209"/>
                  </a:lnTo>
                  <a:lnTo>
                    <a:pt x="1571904" y="355209"/>
                  </a:lnTo>
                  <a:lnTo>
                    <a:pt x="1562921" y="355209"/>
                  </a:lnTo>
                  <a:lnTo>
                    <a:pt x="1553939" y="355209"/>
                  </a:lnTo>
                  <a:lnTo>
                    <a:pt x="1544957" y="355209"/>
                  </a:lnTo>
                  <a:lnTo>
                    <a:pt x="1535974" y="355209"/>
                  </a:lnTo>
                  <a:lnTo>
                    <a:pt x="1526992" y="355209"/>
                  </a:lnTo>
                  <a:lnTo>
                    <a:pt x="1518010" y="355209"/>
                  </a:lnTo>
                  <a:lnTo>
                    <a:pt x="1509027" y="355209"/>
                  </a:lnTo>
                  <a:lnTo>
                    <a:pt x="1500045" y="355209"/>
                  </a:lnTo>
                  <a:lnTo>
                    <a:pt x="1491063" y="355209"/>
                  </a:lnTo>
                  <a:lnTo>
                    <a:pt x="1482081" y="355209"/>
                  </a:lnTo>
                  <a:lnTo>
                    <a:pt x="1473098" y="355209"/>
                  </a:lnTo>
                  <a:lnTo>
                    <a:pt x="1464116" y="355209"/>
                  </a:lnTo>
                  <a:lnTo>
                    <a:pt x="1455134" y="355209"/>
                  </a:lnTo>
                  <a:lnTo>
                    <a:pt x="1446151" y="355209"/>
                  </a:lnTo>
                  <a:lnTo>
                    <a:pt x="1437169" y="355209"/>
                  </a:lnTo>
                  <a:lnTo>
                    <a:pt x="1428187" y="355209"/>
                  </a:lnTo>
                  <a:lnTo>
                    <a:pt x="1419204" y="355209"/>
                  </a:lnTo>
                  <a:lnTo>
                    <a:pt x="1410222" y="355209"/>
                  </a:lnTo>
                  <a:lnTo>
                    <a:pt x="1401240" y="355209"/>
                  </a:lnTo>
                  <a:lnTo>
                    <a:pt x="1392257" y="355209"/>
                  </a:lnTo>
                  <a:lnTo>
                    <a:pt x="1383275" y="355209"/>
                  </a:lnTo>
                  <a:lnTo>
                    <a:pt x="1374293" y="355209"/>
                  </a:lnTo>
                  <a:lnTo>
                    <a:pt x="1365310" y="355209"/>
                  </a:lnTo>
                  <a:lnTo>
                    <a:pt x="1356328" y="355209"/>
                  </a:lnTo>
                  <a:lnTo>
                    <a:pt x="1347346" y="355209"/>
                  </a:lnTo>
                  <a:lnTo>
                    <a:pt x="1338364" y="355209"/>
                  </a:lnTo>
                  <a:lnTo>
                    <a:pt x="1329381" y="355209"/>
                  </a:lnTo>
                  <a:lnTo>
                    <a:pt x="1320399" y="355209"/>
                  </a:lnTo>
                  <a:lnTo>
                    <a:pt x="1311417" y="355209"/>
                  </a:lnTo>
                  <a:lnTo>
                    <a:pt x="1302434" y="355209"/>
                  </a:lnTo>
                  <a:lnTo>
                    <a:pt x="1293452" y="355209"/>
                  </a:lnTo>
                  <a:lnTo>
                    <a:pt x="1284470" y="355209"/>
                  </a:lnTo>
                  <a:lnTo>
                    <a:pt x="1275487" y="355209"/>
                  </a:lnTo>
                  <a:lnTo>
                    <a:pt x="1266505" y="355209"/>
                  </a:lnTo>
                  <a:lnTo>
                    <a:pt x="1257523" y="355209"/>
                  </a:lnTo>
                  <a:lnTo>
                    <a:pt x="1248540" y="355209"/>
                  </a:lnTo>
                  <a:lnTo>
                    <a:pt x="1239558" y="355209"/>
                  </a:lnTo>
                  <a:lnTo>
                    <a:pt x="1230576" y="355209"/>
                  </a:lnTo>
                  <a:lnTo>
                    <a:pt x="1221594" y="355209"/>
                  </a:lnTo>
                  <a:lnTo>
                    <a:pt x="1212611" y="355209"/>
                  </a:lnTo>
                  <a:lnTo>
                    <a:pt x="1203629" y="355209"/>
                  </a:lnTo>
                  <a:lnTo>
                    <a:pt x="1194647" y="355209"/>
                  </a:lnTo>
                  <a:lnTo>
                    <a:pt x="1185664" y="355209"/>
                  </a:lnTo>
                  <a:lnTo>
                    <a:pt x="1176682" y="355209"/>
                  </a:lnTo>
                  <a:lnTo>
                    <a:pt x="1167700" y="355209"/>
                  </a:lnTo>
                  <a:lnTo>
                    <a:pt x="1158717" y="355209"/>
                  </a:lnTo>
                  <a:lnTo>
                    <a:pt x="1149735" y="355209"/>
                  </a:lnTo>
                  <a:lnTo>
                    <a:pt x="1140753" y="355209"/>
                  </a:lnTo>
                  <a:lnTo>
                    <a:pt x="1131770" y="355209"/>
                  </a:lnTo>
                  <a:lnTo>
                    <a:pt x="1122788" y="355209"/>
                  </a:lnTo>
                  <a:lnTo>
                    <a:pt x="1113806" y="355209"/>
                  </a:lnTo>
                  <a:lnTo>
                    <a:pt x="1104824" y="355209"/>
                  </a:lnTo>
                  <a:lnTo>
                    <a:pt x="1095841" y="355209"/>
                  </a:lnTo>
                  <a:lnTo>
                    <a:pt x="1086859" y="355209"/>
                  </a:lnTo>
                  <a:lnTo>
                    <a:pt x="1077877" y="355209"/>
                  </a:lnTo>
                  <a:lnTo>
                    <a:pt x="1068894" y="355209"/>
                  </a:lnTo>
                  <a:lnTo>
                    <a:pt x="1059912" y="355209"/>
                  </a:lnTo>
                  <a:lnTo>
                    <a:pt x="1050930" y="355209"/>
                  </a:lnTo>
                  <a:lnTo>
                    <a:pt x="1041947" y="355209"/>
                  </a:lnTo>
                  <a:lnTo>
                    <a:pt x="1032965" y="355209"/>
                  </a:lnTo>
                  <a:lnTo>
                    <a:pt x="1023983" y="355209"/>
                  </a:lnTo>
                  <a:lnTo>
                    <a:pt x="1015000" y="355209"/>
                  </a:lnTo>
                  <a:lnTo>
                    <a:pt x="1006018" y="355209"/>
                  </a:lnTo>
                  <a:lnTo>
                    <a:pt x="997036" y="355209"/>
                  </a:lnTo>
                  <a:lnTo>
                    <a:pt x="988054" y="355209"/>
                  </a:lnTo>
                  <a:lnTo>
                    <a:pt x="979071" y="355209"/>
                  </a:lnTo>
                  <a:lnTo>
                    <a:pt x="970089" y="355209"/>
                  </a:lnTo>
                  <a:lnTo>
                    <a:pt x="961107" y="355209"/>
                  </a:lnTo>
                  <a:lnTo>
                    <a:pt x="952124" y="355209"/>
                  </a:lnTo>
                  <a:lnTo>
                    <a:pt x="943142" y="355209"/>
                  </a:lnTo>
                  <a:lnTo>
                    <a:pt x="934160" y="355209"/>
                  </a:lnTo>
                  <a:lnTo>
                    <a:pt x="925177" y="355209"/>
                  </a:lnTo>
                  <a:lnTo>
                    <a:pt x="916195" y="355209"/>
                  </a:lnTo>
                  <a:lnTo>
                    <a:pt x="907213" y="355209"/>
                  </a:lnTo>
                  <a:lnTo>
                    <a:pt x="898230" y="355209"/>
                  </a:lnTo>
                  <a:lnTo>
                    <a:pt x="889248" y="355209"/>
                  </a:lnTo>
                  <a:lnTo>
                    <a:pt x="880266" y="355209"/>
                  </a:lnTo>
                  <a:lnTo>
                    <a:pt x="871283" y="355209"/>
                  </a:lnTo>
                  <a:lnTo>
                    <a:pt x="862301" y="355209"/>
                  </a:lnTo>
                  <a:lnTo>
                    <a:pt x="853319" y="355209"/>
                  </a:lnTo>
                  <a:lnTo>
                    <a:pt x="844337" y="355209"/>
                  </a:lnTo>
                  <a:lnTo>
                    <a:pt x="835354" y="355209"/>
                  </a:lnTo>
                  <a:lnTo>
                    <a:pt x="826372" y="355209"/>
                  </a:lnTo>
                  <a:lnTo>
                    <a:pt x="817390" y="355209"/>
                  </a:lnTo>
                  <a:lnTo>
                    <a:pt x="808407" y="355209"/>
                  </a:lnTo>
                  <a:lnTo>
                    <a:pt x="799425" y="355209"/>
                  </a:lnTo>
                  <a:lnTo>
                    <a:pt x="790443" y="355209"/>
                  </a:lnTo>
                  <a:lnTo>
                    <a:pt x="781460" y="355209"/>
                  </a:lnTo>
                  <a:lnTo>
                    <a:pt x="772478" y="355209"/>
                  </a:lnTo>
                  <a:lnTo>
                    <a:pt x="763496" y="355209"/>
                  </a:lnTo>
                  <a:lnTo>
                    <a:pt x="754513" y="355209"/>
                  </a:lnTo>
                  <a:lnTo>
                    <a:pt x="745531" y="355209"/>
                  </a:lnTo>
                  <a:lnTo>
                    <a:pt x="736549" y="355209"/>
                  </a:lnTo>
                  <a:lnTo>
                    <a:pt x="727567" y="355209"/>
                  </a:lnTo>
                  <a:lnTo>
                    <a:pt x="718584" y="355209"/>
                  </a:lnTo>
                  <a:lnTo>
                    <a:pt x="709602" y="355209"/>
                  </a:lnTo>
                  <a:lnTo>
                    <a:pt x="700620" y="355209"/>
                  </a:lnTo>
                  <a:lnTo>
                    <a:pt x="691637" y="355209"/>
                  </a:lnTo>
                  <a:lnTo>
                    <a:pt x="682655" y="355209"/>
                  </a:lnTo>
                  <a:lnTo>
                    <a:pt x="673673" y="355209"/>
                  </a:lnTo>
                  <a:lnTo>
                    <a:pt x="664690" y="355209"/>
                  </a:lnTo>
                  <a:lnTo>
                    <a:pt x="655708" y="355209"/>
                  </a:lnTo>
                  <a:lnTo>
                    <a:pt x="646726" y="355209"/>
                  </a:lnTo>
                  <a:lnTo>
                    <a:pt x="637743" y="355209"/>
                  </a:lnTo>
                  <a:lnTo>
                    <a:pt x="628761" y="355209"/>
                  </a:lnTo>
                  <a:lnTo>
                    <a:pt x="619779" y="355209"/>
                  </a:lnTo>
                  <a:lnTo>
                    <a:pt x="610797" y="355209"/>
                  </a:lnTo>
                  <a:lnTo>
                    <a:pt x="601814" y="355209"/>
                  </a:lnTo>
                  <a:lnTo>
                    <a:pt x="592832" y="355209"/>
                  </a:lnTo>
                  <a:lnTo>
                    <a:pt x="583850" y="355209"/>
                  </a:lnTo>
                  <a:lnTo>
                    <a:pt x="574867" y="355209"/>
                  </a:lnTo>
                  <a:lnTo>
                    <a:pt x="565885" y="355209"/>
                  </a:lnTo>
                  <a:lnTo>
                    <a:pt x="556903" y="355209"/>
                  </a:lnTo>
                  <a:lnTo>
                    <a:pt x="547920" y="355209"/>
                  </a:lnTo>
                  <a:lnTo>
                    <a:pt x="538938" y="355209"/>
                  </a:lnTo>
                  <a:lnTo>
                    <a:pt x="529956" y="355209"/>
                  </a:lnTo>
                  <a:lnTo>
                    <a:pt x="520973" y="355209"/>
                  </a:lnTo>
                  <a:lnTo>
                    <a:pt x="511991" y="355209"/>
                  </a:lnTo>
                  <a:lnTo>
                    <a:pt x="503009" y="355209"/>
                  </a:lnTo>
                  <a:lnTo>
                    <a:pt x="494027" y="355209"/>
                  </a:lnTo>
                  <a:lnTo>
                    <a:pt x="485044" y="355209"/>
                  </a:lnTo>
                  <a:lnTo>
                    <a:pt x="476062" y="355209"/>
                  </a:lnTo>
                  <a:lnTo>
                    <a:pt x="467080" y="355209"/>
                  </a:lnTo>
                  <a:lnTo>
                    <a:pt x="458097" y="355209"/>
                  </a:lnTo>
                  <a:lnTo>
                    <a:pt x="449115" y="355209"/>
                  </a:lnTo>
                  <a:lnTo>
                    <a:pt x="440133" y="355209"/>
                  </a:lnTo>
                  <a:lnTo>
                    <a:pt x="431150" y="355209"/>
                  </a:lnTo>
                  <a:lnTo>
                    <a:pt x="422168" y="355209"/>
                  </a:lnTo>
                  <a:lnTo>
                    <a:pt x="413186" y="355209"/>
                  </a:lnTo>
                  <a:lnTo>
                    <a:pt x="404203" y="355209"/>
                  </a:lnTo>
                  <a:lnTo>
                    <a:pt x="395221" y="355209"/>
                  </a:lnTo>
                  <a:lnTo>
                    <a:pt x="386239" y="355209"/>
                  </a:lnTo>
                  <a:lnTo>
                    <a:pt x="377256" y="355209"/>
                  </a:lnTo>
                  <a:lnTo>
                    <a:pt x="368274" y="355209"/>
                  </a:lnTo>
                  <a:lnTo>
                    <a:pt x="359292" y="355209"/>
                  </a:lnTo>
                  <a:lnTo>
                    <a:pt x="350310" y="355209"/>
                  </a:lnTo>
                  <a:lnTo>
                    <a:pt x="341327" y="355209"/>
                  </a:lnTo>
                  <a:lnTo>
                    <a:pt x="332345" y="355209"/>
                  </a:lnTo>
                  <a:lnTo>
                    <a:pt x="323363" y="355209"/>
                  </a:lnTo>
                  <a:lnTo>
                    <a:pt x="314380" y="355209"/>
                  </a:lnTo>
                  <a:lnTo>
                    <a:pt x="305398" y="355209"/>
                  </a:lnTo>
                  <a:lnTo>
                    <a:pt x="296416" y="355209"/>
                  </a:lnTo>
                  <a:lnTo>
                    <a:pt x="287433" y="355209"/>
                  </a:lnTo>
                  <a:lnTo>
                    <a:pt x="278451" y="355209"/>
                  </a:lnTo>
                  <a:lnTo>
                    <a:pt x="269469" y="355209"/>
                  </a:lnTo>
                  <a:lnTo>
                    <a:pt x="260486" y="355209"/>
                  </a:lnTo>
                  <a:lnTo>
                    <a:pt x="251504" y="355209"/>
                  </a:lnTo>
                  <a:lnTo>
                    <a:pt x="242522" y="355209"/>
                  </a:lnTo>
                  <a:lnTo>
                    <a:pt x="233540" y="355209"/>
                  </a:lnTo>
                  <a:lnTo>
                    <a:pt x="224557" y="355209"/>
                  </a:lnTo>
                  <a:lnTo>
                    <a:pt x="215575" y="355209"/>
                  </a:lnTo>
                  <a:lnTo>
                    <a:pt x="206593" y="355209"/>
                  </a:lnTo>
                  <a:lnTo>
                    <a:pt x="197610" y="355209"/>
                  </a:lnTo>
                  <a:lnTo>
                    <a:pt x="188628" y="355209"/>
                  </a:lnTo>
                  <a:lnTo>
                    <a:pt x="179646" y="355209"/>
                  </a:lnTo>
                  <a:lnTo>
                    <a:pt x="170663" y="355209"/>
                  </a:lnTo>
                  <a:lnTo>
                    <a:pt x="161681" y="355209"/>
                  </a:lnTo>
                  <a:lnTo>
                    <a:pt x="152699" y="355209"/>
                  </a:lnTo>
                  <a:lnTo>
                    <a:pt x="143716" y="355209"/>
                  </a:lnTo>
                  <a:lnTo>
                    <a:pt x="134734" y="355209"/>
                  </a:lnTo>
                  <a:lnTo>
                    <a:pt x="125752" y="355209"/>
                  </a:lnTo>
                  <a:lnTo>
                    <a:pt x="116770" y="355209"/>
                  </a:lnTo>
                  <a:lnTo>
                    <a:pt x="107787" y="355209"/>
                  </a:lnTo>
                  <a:lnTo>
                    <a:pt x="98805" y="355209"/>
                  </a:lnTo>
                  <a:lnTo>
                    <a:pt x="89823" y="355209"/>
                  </a:lnTo>
                  <a:lnTo>
                    <a:pt x="80840" y="355209"/>
                  </a:lnTo>
                  <a:lnTo>
                    <a:pt x="71858" y="355209"/>
                  </a:lnTo>
                  <a:lnTo>
                    <a:pt x="62876" y="355209"/>
                  </a:lnTo>
                  <a:lnTo>
                    <a:pt x="53893" y="355209"/>
                  </a:lnTo>
                  <a:lnTo>
                    <a:pt x="44911" y="355209"/>
                  </a:lnTo>
                  <a:lnTo>
                    <a:pt x="35929" y="355209"/>
                  </a:lnTo>
                  <a:lnTo>
                    <a:pt x="26946" y="355209"/>
                  </a:lnTo>
                  <a:lnTo>
                    <a:pt x="17964" y="355209"/>
                  </a:lnTo>
                  <a:lnTo>
                    <a:pt x="8982" y="355209"/>
                  </a:lnTo>
                  <a:lnTo>
                    <a:pt x="0" y="355209"/>
                  </a:lnTo>
                  <a:close/>
                </a:path>
              </a:pathLst>
            </a:custGeom>
            <a:solidFill>
              <a:srgbClr val="2C7FB8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7937521" y="2141198"/>
              <a:ext cx="1949161" cy="351560"/>
            </a:xfrm>
            <a:custGeom>
              <a:avLst/>
              <a:pathLst>
                <a:path w="1949161" h="351560">
                  <a:moveTo>
                    <a:pt x="0" y="351560"/>
                  </a:moveTo>
                  <a:lnTo>
                    <a:pt x="8982" y="351248"/>
                  </a:lnTo>
                  <a:lnTo>
                    <a:pt x="17964" y="350868"/>
                  </a:lnTo>
                  <a:lnTo>
                    <a:pt x="26946" y="350421"/>
                  </a:lnTo>
                  <a:lnTo>
                    <a:pt x="35929" y="349912"/>
                  </a:lnTo>
                  <a:lnTo>
                    <a:pt x="44911" y="349345"/>
                  </a:lnTo>
                  <a:lnTo>
                    <a:pt x="53893" y="348727"/>
                  </a:lnTo>
                  <a:lnTo>
                    <a:pt x="62876" y="348065"/>
                  </a:lnTo>
                  <a:lnTo>
                    <a:pt x="71858" y="347360"/>
                  </a:lnTo>
                  <a:lnTo>
                    <a:pt x="80840" y="346610"/>
                  </a:lnTo>
                  <a:lnTo>
                    <a:pt x="89823" y="345802"/>
                  </a:lnTo>
                  <a:lnTo>
                    <a:pt x="98805" y="344921"/>
                  </a:lnTo>
                  <a:lnTo>
                    <a:pt x="107787" y="343947"/>
                  </a:lnTo>
                  <a:lnTo>
                    <a:pt x="116770" y="342859"/>
                  </a:lnTo>
                  <a:lnTo>
                    <a:pt x="125752" y="341641"/>
                  </a:lnTo>
                  <a:lnTo>
                    <a:pt x="134734" y="340285"/>
                  </a:lnTo>
                  <a:lnTo>
                    <a:pt x="143716" y="338794"/>
                  </a:lnTo>
                  <a:lnTo>
                    <a:pt x="152699" y="337187"/>
                  </a:lnTo>
                  <a:lnTo>
                    <a:pt x="161681" y="335492"/>
                  </a:lnTo>
                  <a:lnTo>
                    <a:pt x="170663" y="333751"/>
                  </a:lnTo>
                  <a:lnTo>
                    <a:pt x="179646" y="332015"/>
                  </a:lnTo>
                  <a:lnTo>
                    <a:pt x="188628" y="330325"/>
                  </a:lnTo>
                  <a:lnTo>
                    <a:pt x="197610" y="328708"/>
                  </a:lnTo>
                  <a:lnTo>
                    <a:pt x="206593" y="327175"/>
                  </a:lnTo>
                  <a:lnTo>
                    <a:pt x="215575" y="325715"/>
                  </a:lnTo>
                  <a:lnTo>
                    <a:pt x="224557" y="324295"/>
                  </a:lnTo>
                  <a:lnTo>
                    <a:pt x="233540" y="322867"/>
                  </a:lnTo>
                  <a:lnTo>
                    <a:pt x="242522" y="321371"/>
                  </a:lnTo>
                  <a:lnTo>
                    <a:pt x="251504" y="319743"/>
                  </a:lnTo>
                  <a:lnTo>
                    <a:pt x="260486" y="317929"/>
                  </a:lnTo>
                  <a:lnTo>
                    <a:pt x="269469" y="315892"/>
                  </a:lnTo>
                  <a:lnTo>
                    <a:pt x="278451" y="313623"/>
                  </a:lnTo>
                  <a:lnTo>
                    <a:pt x="287433" y="311138"/>
                  </a:lnTo>
                  <a:lnTo>
                    <a:pt x="296416" y="308475"/>
                  </a:lnTo>
                  <a:lnTo>
                    <a:pt x="305398" y="305713"/>
                  </a:lnTo>
                  <a:lnTo>
                    <a:pt x="314380" y="302907"/>
                  </a:lnTo>
                  <a:lnTo>
                    <a:pt x="323363" y="300097"/>
                  </a:lnTo>
                  <a:lnTo>
                    <a:pt x="332345" y="297294"/>
                  </a:lnTo>
                  <a:lnTo>
                    <a:pt x="341327" y="294482"/>
                  </a:lnTo>
                  <a:lnTo>
                    <a:pt x="350310" y="291623"/>
                  </a:lnTo>
                  <a:lnTo>
                    <a:pt x="359292" y="288666"/>
                  </a:lnTo>
                  <a:lnTo>
                    <a:pt x="368274" y="285563"/>
                  </a:lnTo>
                  <a:lnTo>
                    <a:pt x="377256" y="282285"/>
                  </a:lnTo>
                  <a:lnTo>
                    <a:pt x="386239" y="278827"/>
                  </a:lnTo>
                  <a:lnTo>
                    <a:pt x="395221" y="275213"/>
                  </a:lnTo>
                  <a:lnTo>
                    <a:pt x="404203" y="271491"/>
                  </a:lnTo>
                  <a:lnTo>
                    <a:pt x="413186" y="267721"/>
                  </a:lnTo>
                  <a:lnTo>
                    <a:pt x="422168" y="263967"/>
                  </a:lnTo>
                  <a:lnTo>
                    <a:pt x="431150" y="260267"/>
                  </a:lnTo>
                  <a:lnTo>
                    <a:pt x="440133" y="256629"/>
                  </a:lnTo>
                  <a:lnTo>
                    <a:pt x="449115" y="253035"/>
                  </a:lnTo>
                  <a:lnTo>
                    <a:pt x="458097" y="249446"/>
                  </a:lnTo>
                  <a:lnTo>
                    <a:pt x="467080" y="245810"/>
                  </a:lnTo>
                  <a:lnTo>
                    <a:pt x="476062" y="242076"/>
                  </a:lnTo>
                  <a:lnTo>
                    <a:pt x="485044" y="238201"/>
                  </a:lnTo>
                  <a:lnTo>
                    <a:pt x="494027" y="234159"/>
                  </a:lnTo>
                  <a:lnTo>
                    <a:pt x="503009" y="229941"/>
                  </a:lnTo>
                  <a:lnTo>
                    <a:pt x="511991" y="225555"/>
                  </a:lnTo>
                  <a:lnTo>
                    <a:pt x="520973" y="221020"/>
                  </a:lnTo>
                  <a:lnTo>
                    <a:pt x="529956" y="216360"/>
                  </a:lnTo>
                  <a:lnTo>
                    <a:pt x="538938" y="211586"/>
                  </a:lnTo>
                  <a:lnTo>
                    <a:pt x="547920" y="206722"/>
                  </a:lnTo>
                  <a:lnTo>
                    <a:pt x="556903" y="201781"/>
                  </a:lnTo>
                  <a:lnTo>
                    <a:pt x="565885" y="196775"/>
                  </a:lnTo>
                  <a:lnTo>
                    <a:pt x="574867" y="191724"/>
                  </a:lnTo>
                  <a:lnTo>
                    <a:pt x="583850" y="186654"/>
                  </a:lnTo>
                  <a:lnTo>
                    <a:pt x="592832" y="181595"/>
                  </a:lnTo>
                  <a:lnTo>
                    <a:pt x="601814" y="176572"/>
                  </a:lnTo>
                  <a:lnTo>
                    <a:pt x="610797" y="171597"/>
                  </a:lnTo>
                  <a:lnTo>
                    <a:pt x="619779" y="166661"/>
                  </a:lnTo>
                  <a:lnTo>
                    <a:pt x="628761" y="161724"/>
                  </a:lnTo>
                  <a:lnTo>
                    <a:pt x="637743" y="156719"/>
                  </a:lnTo>
                  <a:lnTo>
                    <a:pt x="646726" y="151560"/>
                  </a:lnTo>
                  <a:lnTo>
                    <a:pt x="655708" y="146144"/>
                  </a:lnTo>
                  <a:lnTo>
                    <a:pt x="664690" y="140363"/>
                  </a:lnTo>
                  <a:lnTo>
                    <a:pt x="673673" y="134179"/>
                  </a:lnTo>
                  <a:lnTo>
                    <a:pt x="682655" y="127567"/>
                  </a:lnTo>
                  <a:lnTo>
                    <a:pt x="691637" y="120534"/>
                  </a:lnTo>
                  <a:lnTo>
                    <a:pt x="700620" y="113112"/>
                  </a:lnTo>
                  <a:lnTo>
                    <a:pt x="709602" y="105355"/>
                  </a:lnTo>
                  <a:lnTo>
                    <a:pt x="718584" y="97329"/>
                  </a:lnTo>
                  <a:lnTo>
                    <a:pt x="727567" y="89109"/>
                  </a:lnTo>
                  <a:lnTo>
                    <a:pt x="736549" y="80785"/>
                  </a:lnTo>
                  <a:lnTo>
                    <a:pt x="745531" y="72454"/>
                  </a:lnTo>
                  <a:lnTo>
                    <a:pt x="754513" y="64225"/>
                  </a:lnTo>
                  <a:lnTo>
                    <a:pt x="763496" y="56214"/>
                  </a:lnTo>
                  <a:lnTo>
                    <a:pt x="772478" y="48538"/>
                  </a:lnTo>
                  <a:lnTo>
                    <a:pt x="781460" y="41334"/>
                  </a:lnTo>
                  <a:lnTo>
                    <a:pt x="790443" y="34680"/>
                  </a:lnTo>
                  <a:lnTo>
                    <a:pt x="799425" y="28609"/>
                  </a:lnTo>
                  <a:lnTo>
                    <a:pt x="808407" y="23135"/>
                  </a:lnTo>
                  <a:lnTo>
                    <a:pt x="817390" y="18248"/>
                  </a:lnTo>
                  <a:lnTo>
                    <a:pt x="826372" y="13927"/>
                  </a:lnTo>
                  <a:lnTo>
                    <a:pt x="835354" y="10155"/>
                  </a:lnTo>
                  <a:lnTo>
                    <a:pt x="844337" y="6927"/>
                  </a:lnTo>
                  <a:lnTo>
                    <a:pt x="853319" y="4260"/>
                  </a:lnTo>
                  <a:lnTo>
                    <a:pt x="862301" y="2193"/>
                  </a:lnTo>
                  <a:lnTo>
                    <a:pt x="871283" y="770"/>
                  </a:lnTo>
                  <a:lnTo>
                    <a:pt x="880266" y="34"/>
                  </a:lnTo>
                  <a:lnTo>
                    <a:pt x="889248" y="0"/>
                  </a:lnTo>
                  <a:lnTo>
                    <a:pt x="898230" y="646"/>
                  </a:lnTo>
                  <a:lnTo>
                    <a:pt x="907213" y="1934"/>
                  </a:lnTo>
                  <a:lnTo>
                    <a:pt x="916195" y="3672"/>
                  </a:lnTo>
                  <a:lnTo>
                    <a:pt x="925177" y="5692"/>
                  </a:lnTo>
                  <a:lnTo>
                    <a:pt x="934160" y="7808"/>
                  </a:lnTo>
                  <a:lnTo>
                    <a:pt x="943142" y="9841"/>
                  </a:lnTo>
                  <a:lnTo>
                    <a:pt x="952124" y="11628"/>
                  </a:lnTo>
                  <a:lnTo>
                    <a:pt x="961107" y="13042"/>
                  </a:lnTo>
                  <a:lnTo>
                    <a:pt x="970089" y="14000"/>
                  </a:lnTo>
                  <a:lnTo>
                    <a:pt x="979071" y="14466"/>
                  </a:lnTo>
                  <a:lnTo>
                    <a:pt x="988054" y="14459"/>
                  </a:lnTo>
                  <a:lnTo>
                    <a:pt x="997036" y="14045"/>
                  </a:lnTo>
                  <a:lnTo>
                    <a:pt x="1006018" y="13343"/>
                  </a:lnTo>
                  <a:lnTo>
                    <a:pt x="1015000" y="12508"/>
                  </a:lnTo>
                  <a:lnTo>
                    <a:pt x="1023983" y="11739"/>
                  </a:lnTo>
                  <a:lnTo>
                    <a:pt x="1032965" y="11260"/>
                  </a:lnTo>
                  <a:lnTo>
                    <a:pt x="1041947" y="11253"/>
                  </a:lnTo>
                  <a:lnTo>
                    <a:pt x="1050930" y="11861"/>
                  </a:lnTo>
                  <a:lnTo>
                    <a:pt x="1059912" y="13181"/>
                  </a:lnTo>
                  <a:lnTo>
                    <a:pt x="1068894" y="15251"/>
                  </a:lnTo>
                  <a:lnTo>
                    <a:pt x="1077877" y="18055"/>
                  </a:lnTo>
                  <a:lnTo>
                    <a:pt x="1086859" y="21532"/>
                  </a:lnTo>
                  <a:lnTo>
                    <a:pt x="1095841" y="25596"/>
                  </a:lnTo>
                  <a:lnTo>
                    <a:pt x="1104824" y="30150"/>
                  </a:lnTo>
                  <a:lnTo>
                    <a:pt x="1113806" y="35106"/>
                  </a:lnTo>
                  <a:lnTo>
                    <a:pt x="1122788" y="40393"/>
                  </a:lnTo>
                  <a:lnTo>
                    <a:pt x="1131770" y="45962"/>
                  </a:lnTo>
                  <a:lnTo>
                    <a:pt x="1140753" y="51780"/>
                  </a:lnTo>
                  <a:lnTo>
                    <a:pt x="1149735" y="57835"/>
                  </a:lnTo>
                  <a:lnTo>
                    <a:pt x="1158717" y="64078"/>
                  </a:lnTo>
                  <a:lnTo>
                    <a:pt x="1167700" y="70458"/>
                  </a:lnTo>
                  <a:lnTo>
                    <a:pt x="1176682" y="76913"/>
                  </a:lnTo>
                  <a:lnTo>
                    <a:pt x="1185664" y="83366"/>
                  </a:lnTo>
                  <a:lnTo>
                    <a:pt x="1194647" y="89735"/>
                  </a:lnTo>
                  <a:lnTo>
                    <a:pt x="1203629" y="95937"/>
                  </a:lnTo>
                  <a:lnTo>
                    <a:pt x="1212611" y="101892"/>
                  </a:lnTo>
                  <a:lnTo>
                    <a:pt x="1221594" y="107528"/>
                  </a:lnTo>
                  <a:lnTo>
                    <a:pt x="1230576" y="112783"/>
                  </a:lnTo>
                  <a:lnTo>
                    <a:pt x="1239558" y="117612"/>
                  </a:lnTo>
                  <a:lnTo>
                    <a:pt x="1248540" y="121992"/>
                  </a:lnTo>
                  <a:lnTo>
                    <a:pt x="1257523" y="125929"/>
                  </a:lnTo>
                  <a:lnTo>
                    <a:pt x="1266505" y="129461"/>
                  </a:lnTo>
                  <a:lnTo>
                    <a:pt x="1275487" y="132673"/>
                  </a:lnTo>
                  <a:lnTo>
                    <a:pt x="1284470" y="135732"/>
                  </a:lnTo>
                  <a:lnTo>
                    <a:pt x="1293452" y="138802"/>
                  </a:lnTo>
                  <a:lnTo>
                    <a:pt x="1302434" y="142062"/>
                  </a:lnTo>
                  <a:lnTo>
                    <a:pt x="1311417" y="145673"/>
                  </a:lnTo>
                  <a:lnTo>
                    <a:pt x="1320399" y="149768"/>
                  </a:lnTo>
                  <a:lnTo>
                    <a:pt x="1329381" y="154426"/>
                  </a:lnTo>
                  <a:lnTo>
                    <a:pt x="1338364" y="159665"/>
                  </a:lnTo>
                  <a:lnTo>
                    <a:pt x="1347346" y="165437"/>
                  </a:lnTo>
                  <a:lnTo>
                    <a:pt x="1356328" y="171636"/>
                  </a:lnTo>
                  <a:lnTo>
                    <a:pt x="1365310" y="178110"/>
                  </a:lnTo>
                  <a:lnTo>
                    <a:pt x="1374293" y="184683"/>
                  </a:lnTo>
                  <a:lnTo>
                    <a:pt x="1383275" y="191174"/>
                  </a:lnTo>
                  <a:lnTo>
                    <a:pt x="1392257" y="197407"/>
                  </a:lnTo>
                  <a:lnTo>
                    <a:pt x="1401240" y="203261"/>
                  </a:lnTo>
                  <a:lnTo>
                    <a:pt x="1410222" y="208701"/>
                  </a:lnTo>
                  <a:lnTo>
                    <a:pt x="1419204" y="213741"/>
                  </a:lnTo>
                  <a:lnTo>
                    <a:pt x="1428187" y="218443"/>
                  </a:lnTo>
                  <a:lnTo>
                    <a:pt x="1437169" y="222905"/>
                  </a:lnTo>
                  <a:lnTo>
                    <a:pt x="1446151" y="227246"/>
                  </a:lnTo>
                  <a:lnTo>
                    <a:pt x="1455134" y="231583"/>
                  </a:lnTo>
                  <a:lnTo>
                    <a:pt x="1464116" y="236019"/>
                  </a:lnTo>
                  <a:lnTo>
                    <a:pt x="1473098" y="240632"/>
                  </a:lnTo>
                  <a:lnTo>
                    <a:pt x="1482081" y="245463"/>
                  </a:lnTo>
                  <a:lnTo>
                    <a:pt x="1491063" y="250518"/>
                  </a:lnTo>
                  <a:lnTo>
                    <a:pt x="1500045" y="255770"/>
                  </a:lnTo>
                  <a:lnTo>
                    <a:pt x="1509027" y="261162"/>
                  </a:lnTo>
                  <a:lnTo>
                    <a:pt x="1518010" y="266611"/>
                  </a:lnTo>
                  <a:lnTo>
                    <a:pt x="1526992" y="272015"/>
                  </a:lnTo>
                  <a:lnTo>
                    <a:pt x="1535974" y="277280"/>
                  </a:lnTo>
                  <a:lnTo>
                    <a:pt x="1544957" y="282325"/>
                  </a:lnTo>
                  <a:lnTo>
                    <a:pt x="1553939" y="287080"/>
                  </a:lnTo>
                  <a:lnTo>
                    <a:pt x="1562921" y="291494"/>
                  </a:lnTo>
                  <a:lnTo>
                    <a:pt x="1571904" y="295536"/>
                  </a:lnTo>
                  <a:lnTo>
                    <a:pt x="1580886" y="299197"/>
                  </a:lnTo>
                  <a:lnTo>
                    <a:pt x="1589868" y="302484"/>
                  </a:lnTo>
                  <a:lnTo>
                    <a:pt x="1598851" y="305422"/>
                  </a:lnTo>
                  <a:lnTo>
                    <a:pt x="1607833" y="308043"/>
                  </a:lnTo>
                  <a:lnTo>
                    <a:pt x="1616815" y="310386"/>
                  </a:lnTo>
                  <a:lnTo>
                    <a:pt x="1625797" y="312489"/>
                  </a:lnTo>
                  <a:lnTo>
                    <a:pt x="1634780" y="314386"/>
                  </a:lnTo>
                  <a:lnTo>
                    <a:pt x="1643762" y="316112"/>
                  </a:lnTo>
                  <a:lnTo>
                    <a:pt x="1652744" y="317711"/>
                  </a:lnTo>
                  <a:lnTo>
                    <a:pt x="1661727" y="319221"/>
                  </a:lnTo>
                  <a:lnTo>
                    <a:pt x="1670709" y="320681"/>
                  </a:lnTo>
                  <a:lnTo>
                    <a:pt x="1679691" y="322132"/>
                  </a:lnTo>
                  <a:lnTo>
                    <a:pt x="1688674" y="323616"/>
                  </a:lnTo>
                  <a:lnTo>
                    <a:pt x="1697656" y="325167"/>
                  </a:lnTo>
                  <a:lnTo>
                    <a:pt x="1706638" y="326810"/>
                  </a:lnTo>
                  <a:lnTo>
                    <a:pt x="1715621" y="328553"/>
                  </a:lnTo>
                  <a:lnTo>
                    <a:pt x="1724603" y="330387"/>
                  </a:lnTo>
                  <a:lnTo>
                    <a:pt x="1733585" y="332287"/>
                  </a:lnTo>
                  <a:lnTo>
                    <a:pt x="1742567" y="334211"/>
                  </a:lnTo>
                  <a:lnTo>
                    <a:pt x="1751550" y="336108"/>
                  </a:lnTo>
                  <a:lnTo>
                    <a:pt x="1760532" y="337916"/>
                  </a:lnTo>
                  <a:lnTo>
                    <a:pt x="1769514" y="339580"/>
                  </a:lnTo>
                  <a:lnTo>
                    <a:pt x="1778497" y="341066"/>
                  </a:lnTo>
                  <a:lnTo>
                    <a:pt x="1787479" y="342349"/>
                  </a:lnTo>
                  <a:lnTo>
                    <a:pt x="1796461" y="343423"/>
                  </a:lnTo>
                  <a:lnTo>
                    <a:pt x="1805444" y="344294"/>
                  </a:lnTo>
                  <a:lnTo>
                    <a:pt x="1814426" y="344985"/>
                  </a:lnTo>
                  <a:lnTo>
                    <a:pt x="1823408" y="345528"/>
                  </a:lnTo>
                  <a:lnTo>
                    <a:pt x="1832391" y="345962"/>
                  </a:lnTo>
                  <a:lnTo>
                    <a:pt x="1841373" y="346327"/>
                  </a:lnTo>
                  <a:lnTo>
                    <a:pt x="1850355" y="346662"/>
                  </a:lnTo>
                  <a:lnTo>
                    <a:pt x="1859337" y="346999"/>
                  </a:lnTo>
                  <a:lnTo>
                    <a:pt x="1868320" y="347362"/>
                  </a:lnTo>
                  <a:lnTo>
                    <a:pt x="1877302" y="347766"/>
                  </a:lnTo>
                  <a:lnTo>
                    <a:pt x="1886284" y="348215"/>
                  </a:lnTo>
                  <a:lnTo>
                    <a:pt x="1895267" y="348697"/>
                  </a:lnTo>
                  <a:lnTo>
                    <a:pt x="1904249" y="349197"/>
                  </a:lnTo>
                  <a:lnTo>
                    <a:pt x="1913231" y="349701"/>
                  </a:lnTo>
                  <a:lnTo>
                    <a:pt x="1922214" y="350192"/>
                  </a:lnTo>
                  <a:lnTo>
                    <a:pt x="1931196" y="350656"/>
                  </a:lnTo>
                  <a:lnTo>
                    <a:pt x="1940178" y="351084"/>
                  </a:lnTo>
                  <a:lnTo>
                    <a:pt x="1949161" y="351471"/>
                  </a:lnTo>
                </a:path>
              </a:pathLst>
            </a:custGeom>
            <a:ln w="813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9213009" y="2426846"/>
              <a:ext cx="1356328" cy="529392"/>
            </a:xfrm>
            <a:custGeom>
              <a:avLst/>
              <a:pathLst>
                <a:path w="1356328" h="529392">
                  <a:moveTo>
                    <a:pt x="0" y="525116"/>
                  </a:moveTo>
                  <a:lnTo>
                    <a:pt x="8982" y="524304"/>
                  </a:lnTo>
                  <a:lnTo>
                    <a:pt x="17964" y="523387"/>
                  </a:lnTo>
                  <a:lnTo>
                    <a:pt x="26946" y="522362"/>
                  </a:lnTo>
                  <a:lnTo>
                    <a:pt x="35929" y="521228"/>
                  </a:lnTo>
                  <a:lnTo>
                    <a:pt x="44911" y="519980"/>
                  </a:lnTo>
                  <a:lnTo>
                    <a:pt x="53893" y="518613"/>
                  </a:lnTo>
                  <a:lnTo>
                    <a:pt x="62876" y="517125"/>
                  </a:lnTo>
                  <a:lnTo>
                    <a:pt x="71858" y="515516"/>
                  </a:lnTo>
                  <a:lnTo>
                    <a:pt x="80840" y="513791"/>
                  </a:lnTo>
                  <a:lnTo>
                    <a:pt x="89823" y="511956"/>
                  </a:lnTo>
                  <a:lnTo>
                    <a:pt x="98805" y="510015"/>
                  </a:lnTo>
                  <a:lnTo>
                    <a:pt x="107787" y="507970"/>
                  </a:lnTo>
                  <a:lnTo>
                    <a:pt x="116770" y="505804"/>
                  </a:lnTo>
                  <a:lnTo>
                    <a:pt x="125752" y="503488"/>
                  </a:lnTo>
                  <a:lnTo>
                    <a:pt x="134734" y="500982"/>
                  </a:lnTo>
                  <a:lnTo>
                    <a:pt x="143716" y="498224"/>
                  </a:lnTo>
                  <a:lnTo>
                    <a:pt x="152699" y="495146"/>
                  </a:lnTo>
                  <a:lnTo>
                    <a:pt x="161681" y="491675"/>
                  </a:lnTo>
                  <a:lnTo>
                    <a:pt x="170663" y="487742"/>
                  </a:lnTo>
                  <a:lnTo>
                    <a:pt x="179646" y="483291"/>
                  </a:lnTo>
                  <a:lnTo>
                    <a:pt x="188628" y="478280"/>
                  </a:lnTo>
                  <a:lnTo>
                    <a:pt x="197610" y="472692"/>
                  </a:lnTo>
                  <a:lnTo>
                    <a:pt x="206593" y="466528"/>
                  </a:lnTo>
                  <a:lnTo>
                    <a:pt x="215575" y="459815"/>
                  </a:lnTo>
                  <a:lnTo>
                    <a:pt x="224557" y="452600"/>
                  </a:lnTo>
                  <a:lnTo>
                    <a:pt x="233540" y="444944"/>
                  </a:lnTo>
                  <a:lnTo>
                    <a:pt x="242522" y="436890"/>
                  </a:lnTo>
                  <a:lnTo>
                    <a:pt x="251504" y="428537"/>
                  </a:lnTo>
                  <a:lnTo>
                    <a:pt x="260486" y="419921"/>
                  </a:lnTo>
                  <a:lnTo>
                    <a:pt x="269469" y="411049"/>
                  </a:lnTo>
                  <a:lnTo>
                    <a:pt x="278451" y="401887"/>
                  </a:lnTo>
                  <a:lnTo>
                    <a:pt x="287433" y="392368"/>
                  </a:lnTo>
                  <a:lnTo>
                    <a:pt x="296416" y="382403"/>
                  </a:lnTo>
                  <a:lnTo>
                    <a:pt x="305398" y="371899"/>
                  </a:lnTo>
                  <a:lnTo>
                    <a:pt x="314380" y="360786"/>
                  </a:lnTo>
                  <a:lnTo>
                    <a:pt x="323363" y="349035"/>
                  </a:lnTo>
                  <a:lnTo>
                    <a:pt x="332345" y="336686"/>
                  </a:lnTo>
                  <a:lnTo>
                    <a:pt x="341327" y="323843"/>
                  </a:lnTo>
                  <a:lnTo>
                    <a:pt x="350310" y="310682"/>
                  </a:lnTo>
                  <a:lnTo>
                    <a:pt x="359292" y="297424"/>
                  </a:lnTo>
                  <a:lnTo>
                    <a:pt x="368274" y="284334"/>
                  </a:lnTo>
                  <a:lnTo>
                    <a:pt x="377256" y="271613"/>
                  </a:lnTo>
                  <a:lnTo>
                    <a:pt x="386239" y="259395"/>
                  </a:lnTo>
                  <a:lnTo>
                    <a:pt x="395221" y="247730"/>
                  </a:lnTo>
                  <a:lnTo>
                    <a:pt x="404203" y="236588"/>
                  </a:lnTo>
                  <a:lnTo>
                    <a:pt x="413186" y="225868"/>
                  </a:lnTo>
                  <a:lnTo>
                    <a:pt x="422168" y="215420"/>
                  </a:lnTo>
                  <a:lnTo>
                    <a:pt x="431150" y="205074"/>
                  </a:lnTo>
                  <a:lnTo>
                    <a:pt x="440133" y="194666"/>
                  </a:lnTo>
                  <a:lnTo>
                    <a:pt x="449115" y="184058"/>
                  </a:lnTo>
                  <a:lnTo>
                    <a:pt x="458097" y="173151"/>
                  </a:lnTo>
                  <a:lnTo>
                    <a:pt x="467080" y="161888"/>
                  </a:lnTo>
                  <a:lnTo>
                    <a:pt x="476062" y="150251"/>
                  </a:lnTo>
                  <a:lnTo>
                    <a:pt x="485044" y="138238"/>
                  </a:lnTo>
                  <a:lnTo>
                    <a:pt x="494027" y="125919"/>
                  </a:lnTo>
                  <a:lnTo>
                    <a:pt x="503009" y="113386"/>
                  </a:lnTo>
                  <a:lnTo>
                    <a:pt x="511991" y="100750"/>
                  </a:lnTo>
                  <a:lnTo>
                    <a:pt x="520973" y="88156"/>
                  </a:lnTo>
                  <a:lnTo>
                    <a:pt x="529956" y="75777"/>
                  </a:lnTo>
                  <a:lnTo>
                    <a:pt x="538938" y="63809"/>
                  </a:lnTo>
                  <a:lnTo>
                    <a:pt x="547920" y="52457"/>
                  </a:lnTo>
                  <a:lnTo>
                    <a:pt x="556903" y="41928"/>
                  </a:lnTo>
                  <a:lnTo>
                    <a:pt x="565885" y="32406"/>
                  </a:lnTo>
                  <a:lnTo>
                    <a:pt x="574867" y="24046"/>
                  </a:lnTo>
                  <a:lnTo>
                    <a:pt x="583850" y="16956"/>
                  </a:lnTo>
                  <a:lnTo>
                    <a:pt x="592832" y="11189"/>
                  </a:lnTo>
                  <a:lnTo>
                    <a:pt x="601814" y="6750"/>
                  </a:lnTo>
                  <a:lnTo>
                    <a:pt x="610797" y="3632"/>
                  </a:lnTo>
                  <a:lnTo>
                    <a:pt x="619779" y="1591"/>
                  </a:lnTo>
                  <a:lnTo>
                    <a:pt x="628761" y="446"/>
                  </a:lnTo>
                  <a:lnTo>
                    <a:pt x="637743" y="0"/>
                  </a:lnTo>
                  <a:lnTo>
                    <a:pt x="646726" y="68"/>
                  </a:lnTo>
                  <a:lnTo>
                    <a:pt x="655708" y="508"/>
                  </a:lnTo>
                  <a:lnTo>
                    <a:pt x="664690" y="1236"/>
                  </a:lnTo>
                  <a:lnTo>
                    <a:pt x="673673" y="2243"/>
                  </a:lnTo>
                  <a:lnTo>
                    <a:pt x="682655" y="3594"/>
                  </a:lnTo>
                  <a:lnTo>
                    <a:pt x="691637" y="5417"/>
                  </a:lnTo>
                  <a:lnTo>
                    <a:pt x="700620" y="7885"/>
                  </a:lnTo>
                  <a:lnTo>
                    <a:pt x="709602" y="11186"/>
                  </a:lnTo>
                  <a:lnTo>
                    <a:pt x="718584" y="15499"/>
                  </a:lnTo>
                  <a:lnTo>
                    <a:pt x="727567" y="21020"/>
                  </a:lnTo>
                  <a:lnTo>
                    <a:pt x="736549" y="27847"/>
                  </a:lnTo>
                  <a:lnTo>
                    <a:pt x="745531" y="35947"/>
                  </a:lnTo>
                  <a:lnTo>
                    <a:pt x="754513" y="45288"/>
                  </a:lnTo>
                  <a:lnTo>
                    <a:pt x="763496" y="55794"/>
                  </a:lnTo>
                  <a:lnTo>
                    <a:pt x="772478" y="67358"/>
                  </a:lnTo>
                  <a:lnTo>
                    <a:pt x="781460" y="79845"/>
                  </a:lnTo>
                  <a:lnTo>
                    <a:pt x="790443" y="93101"/>
                  </a:lnTo>
                  <a:lnTo>
                    <a:pt x="799425" y="106955"/>
                  </a:lnTo>
                  <a:lnTo>
                    <a:pt x="808407" y="121226"/>
                  </a:lnTo>
                  <a:lnTo>
                    <a:pt x="817390" y="135727"/>
                  </a:lnTo>
                  <a:lnTo>
                    <a:pt x="826372" y="150277"/>
                  </a:lnTo>
                  <a:lnTo>
                    <a:pt x="835354" y="164716"/>
                  </a:lnTo>
                  <a:lnTo>
                    <a:pt x="844337" y="178915"/>
                  </a:lnTo>
                  <a:lnTo>
                    <a:pt x="853319" y="192768"/>
                  </a:lnTo>
                  <a:lnTo>
                    <a:pt x="862301" y="206274"/>
                  </a:lnTo>
                  <a:lnTo>
                    <a:pt x="871283" y="219472"/>
                  </a:lnTo>
                  <a:lnTo>
                    <a:pt x="880266" y="232425"/>
                  </a:lnTo>
                  <a:lnTo>
                    <a:pt x="889248" y="245208"/>
                  </a:lnTo>
                  <a:lnTo>
                    <a:pt x="898230" y="257886"/>
                  </a:lnTo>
                  <a:lnTo>
                    <a:pt x="907213" y="270494"/>
                  </a:lnTo>
                  <a:lnTo>
                    <a:pt x="916195" y="283027"/>
                  </a:lnTo>
                  <a:lnTo>
                    <a:pt x="925177" y="295437"/>
                  </a:lnTo>
                  <a:lnTo>
                    <a:pt x="934160" y="307640"/>
                  </a:lnTo>
                  <a:lnTo>
                    <a:pt x="943142" y="319537"/>
                  </a:lnTo>
                  <a:lnTo>
                    <a:pt x="952124" y="331030"/>
                  </a:lnTo>
                  <a:lnTo>
                    <a:pt x="961107" y="342049"/>
                  </a:lnTo>
                  <a:lnTo>
                    <a:pt x="970089" y="352554"/>
                  </a:lnTo>
                  <a:lnTo>
                    <a:pt x="979071" y="362562"/>
                  </a:lnTo>
                  <a:lnTo>
                    <a:pt x="988054" y="372188"/>
                  </a:lnTo>
                  <a:lnTo>
                    <a:pt x="997036" y="381540"/>
                  </a:lnTo>
                  <a:lnTo>
                    <a:pt x="1006018" y="390723"/>
                  </a:lnTo>
                  <a:lnTo>
                    <a:pt x="1015000" y="399818"/>
                  </a:lnTo>
                  <a:lnTo>
                    <a:pt x="1023983" y="408868"/>
                  </a:lnTo>
                  <a:lnTo>
                    <a:pt x="1032965" y="417865"/>
                  </a:lnTo>
                  <a:lnTo>
                    <a:pt x="1041947" y="426755"/>
                  </a:lnTo>
                  <a:lnTo>
                    <a:pt x="1050930" y="435450"/>
                  </a:lnTo>
                  <a:lnTo>
                    <a:pt x="1059912" y="443842"/>
                  </a:lnTo>
                  <a:lnTo>
                    <a:pt x="1068894" y="451825"/>
                  </a:lnTo>
                  <a:lnTo>
                    <a:pt x="1077877" y="459308"/>
                  </a:lnTo>
                  <a:lnTo>
                    <a:pt x="1086859" y="466223"/>
                  </a:lnTo>
                  <a:lnTo>
                    <a:pt x="1095841" y="472502"/>
                  </a:lnTo>
                  <a:lnTo>
                    <a:pt x="1104824" y="478157"/>
                  </a:lnTo>
                  <a:lnTo>
                    <a:pt x="1113806" y="483225"/>
                  </a:lnTo>
                  <a:lnTo>
                    <a:pt x="1122788" y="487738"/>
                  </a:lnTo>
                  <a:lnTo>
                    <a:pt x="1131770" y="491734"/>
                  </a:lnTo>
                  <a:lnTo>
                    <a:pt x="1140753" y="495257"/>
                  </a:lnTo>
                  <a:lnTo>
                    <a:pt x="1149735" y="498352"/>
                  </a:lnTo>
                  <a:lnTo>
                    <a:pt x="1158717" y="501065"/>
                  </a:lnTo>
                  <a:lnTo>
                    <a:pt x="1167700" y="503446"/>
                  </a:lnTo>
                  <a:lnTo>
                    <a:pt x="1176682" y="505548"/>
                  </a:lnTo>
                  <a:lnTo>
                    <a:pt x="1185664" y="507423"/>
                  </a:lnTo>
                  <a:lnTo>
                    <a:pt x="1194647" y="509122"/>
                  </a:lnTo>
                  <a:lnTo>
                    <a:pt x="1203629" y="510691"/>
                  </a:lnTo>
                  <a:lnTo>
                    <a:pt x="1212611" y="512166"/>
                  </a:lnTo>
                  <a:lnTo>
                    <a:pt x="1221594" y="513567"/>
                  </a:lnTo>
                  <a:lnTo>
                    <a:pt x="1230576" y="514908"/>
                  </a:lnTo>
                  <a:lnTo>
                    <a:pt x="1239558" y="516188"/>
                  </a:lnTo>
                  <a:lnTo>
                    <a:pt x="1248540" y="517397"/>
                  </a:lnTo>
                  <a:lnTo>
                    <a:pt x="1257523" y="518524"/>
                  </a:lnTo>
                  <a:lnTo>
                    <a:pt x="1266505" y="519559"/>
                  </a:lnTo>
                  <a:lnTo>
                    <a:pt x="1275487" y="520497"/>
                  </a:lnTo>
                  <a:lnTo>
                    <a:pt x="1284470" y="521341"/>
                  </a:lnTo>
                  <a:lnTo>
                    <a:pt x="1293452" y="522097"/>
                  </a:lnTo>
                  <a:lnTo>
                    <a:pt x="1302434" y="522777"/>
                  </a:lnTo>
                  <a:lnTo>
                    <a:pt x="1311417" y="523392"/>
                  </a:lnTo>
                  <a:lnTo>
                    <a:pt x="1320399" y="523954"/>
                  </a:lnTo>
                  <a:lnTo>
                    <a:pt x="1329381" y="524471"/>
                  </a:lnTo>
                  <a:lnTo>
                    <a:pt x="1338364" y="524948"/>
                  </a:lnTo>
                  <a:lnTo>
                    <a:pt x="1347346" y="525387"/>
                  </a:lnTo>
                  <a:lnTo>
                    <a:pt x="1356328" y="525792"/>
                  </a:lnTo>
                  <a:lnTo>
                    <a:pt x="1356328" y="529392"/>
                  </a:lnTo>
                  <a:lnTo>
                    <a:pt x="1347346" y="529392"/>
                  </a:lnTo>
                  <a:lnTo>
                    <a:pt x="1338364" y="529392"/>
                  </a:lnTo>
                  <a:lnTo>
                    <a:pt x="1329381" y="529392"/>
                  </a:lnTo>
                  <a:lnTo>
                    <a:pt x="1320399" y="529392"/>
                  </a:lnTo>
                  <a:lnTo>
                    <a:pt x="1311417" y="529392"/>
                  </a:lnTo>
                  <a:lnTo>
                    <a:pt x="1302434" y="529392"/>
                  </a:lnTo>
                  <a:lnTo>
                    <a:pt x="1293452" y="529392"/>
                  </a:lnTo>
                  <a:lnTo>
                    <a:pt x="1284470" y="529392"/>
                  </a:lnTo>
                  <a:lnTo>
                    <a:pt x="1275487" y="529392"/>
                  </a:lnTo>
                  <a:lnTo>
                    <a:pt x="1266505" y="529392"/>
                  </a:lnTo>
                  <a:lnTo>
                    <a:pt x="1257523" y="529392"/>
                  </a:lnTo>
                  <a:lnTo>
                    <a:pt x="1248540" y="529392"/>
                  </a:lnTo>
                  <a:lnTo>
                    <a:pt x="1239558" y="529392"/>
                  </a:lnTo>
                  <a:lnTo>
                    <a:pt x="1230576" y="529392"/>
                  </a:lnTo>
                  <a:lnTo>
                    <a:pt x="1221594" y="529392"/>
                  </a:lnTo>
                  <a:lnTo>
                    <a:pt x="1212611" y="529392"/>
                  </a:lnTo>
                  <a:lnTo>
                    <a:pt x="1203629" y="529392"/>
                  </a:lnTo>
                  <a:lnTo>
                    <a:pt x="1194647" y="529392"/>
                  </a:lnTo>
                  <a:lnTo>
                    <a:pt x="1185664" y="529392"/>
                  </a:lnTo>
                  <a:lnTo>
                    <a:pt x="1176682" y="529392"/>
                  </a:lnTo>
                  <a:lnTo>
                    <a:pt x="1167700" y="529392"/>
                  </a:lnTo>
                  <a:lnTo>
                    <a:pt x="1158717" y="529392"/>
                  </a:lnTo>
                  <a:lnTo>
                    <a:pt x="1149735" y="529392"/>
                  </a:lnTo>
                  <a:lnTo>
                    <a:pt x="1140753" y="529392"/>
                  </a:lnTo>
                  <a:lnTo>
                    <a:pt x="1131770" y="529392"/>
                  </a:lnTo>
                  <a:lnTo>
                    <a:pt x="1122788" y="529392"/>
                  </a:lnTo>
                  <a:lnTo>
                    <a:pt x="1113806" y="529392"/>
                  </a:lnTo>
                  <a:lnTo>
                    <a:pt x="1104824" y="529392"/>
                  </a:lnTo>
                  <a:lnTo>
                    <a:pt x="1095841" y="529392"/>
                  </a:lnTo>
                  <a:lnTo>
                    <a:pt x="1086859" y="529392"/>
                  </a:lnTo>
                  <a:lnTo>
                    <a:pt x="1077877" y="529392"/>
                  </a:lnTo>
                  <a:lnTo>
                    <a:pt x="1068894" y="529392"/>
                  </a:lnTo>
                  <a:lnTo>
                    <a:pt x="1059912" y="529392"/>
                  </a:lnTo>
                  <a:lnTo>
                    <a:pt x="1050930" y="529392"/>
                  </a:lnTo>
                  <a:lnTo>
                    <a:pt x="1041947" y="529392"/>
                  </a:lnTo>
                  <a:lnTo>
                    <a:pt x="1032965" y="529392"/>
                  </a:lnTo>
                  <a:lnTo>
                    <a:pt x="1023983" y="529392"/>
                  </a:lnTo>
                  <a:lnTo>
                    <a:pt x="1015000" y="529392"/>
                  </a:lnTo>
                  <a:lnTo>
                    <a:pt x="1006018" y="529392"/>
                  </a:lnTo>
                  <a:lnTo>
                    <a:pt x="997036" y="529392"/>
                  </a:lnTo>
                  <a:lnTo>
                    <a:pt x="988054" y="529392"/>
                  </a:lnTo>
                  <a:lnTo>
                    <a:pt x="979071" y="529392"/>
                  </a:lnTo>
                  <a:lnTo>
                    <a:pt x="970089" y="529392"/>
                  </a:lnTo>
                  <a:lnTo>
                    <a:pt x="961107" y="529392"/>
                  </a:lnTo>
                  <a:lnTo>
                    <a:pt x="952124" y="529392"/>
                  </a:lnTo>
                  <a:lnTo>
                    <a:pt x="943142" y="529392"/>
                  </a:lnTo>
                  <a:lnTo>
                    <a:pt x="934160" y="529392"/>
                  </a:lnTo>
                  <a:lnTo>
                    <a:pt x="925177" y="529392"/>
                  </a:lnTo>
                  <a:lnTo>
                    <a:pt x="916195" y="529392"/>
                  </a:lnTo>
                  <a:lnTo>
                    <a:pt x="907213" y="529392"/>
                  </a:lnTo>
                  <a:lnTo>
                    <a:pt x="898230" y="529392"/>
                  </a:lnTo>
                  <a:lnTo>
                    <a:pt x="889248" y="529392"/>
                  </a:lnTo>
                  <a:lnTo>
                    <a:pt x="880266" y="529392"/>
                  </a:lnTo>
                  <a:lnTo>
                    <a:pt x="871283" y="529392"/>
                  </a:lnTo>
                  <a:lnTo>
                    <a:pt x="862301" y="529392"/>
                  </a:lnTo>
                  <a:lnTo>
                    <a:pt x="853319" y="529392"/>
                  </a:lnTo>
                  <a:lnTo>
                    <a:pt x="844337" y="529392"/>
                  </a:lnTo>
                  <a:lnTo>
                    <a:pt x="835354" y="529392"/>
                  </a:lnTo>
                  <a:lnTo>
                    <a:pt x="826372" y="529392"/>
                  </a:lnTo>
                  <a:lnTo>
                    <a:pt x="817390" y="529392"/>
                  </a:lnTo>
                  <a:lnTo>
                    <a:pt x="808407" y="529392"/>
                  </a:lnTo>
                  <a:lnTo>
                    <a:pt x="799425" y="529392"/>
                  </a:lnTo>
                  <a:lnTo>
                    <a:pt x="790443" y="529392"/>
                  </a:lnTo>
                  <a:lnTo>
                    <a:pt x="781460" y="529392"/>
                  </a:lnTo>
                  <a:lnTo>
                    <a:pt x="772478" y="529392"/>
                  </a:lnTo>
                  <a:lnTo>
                    <a:pt x="763496" y="529392"/>
                  </a:lnTo>
                  <a:lnTo>
                    <a:pt x="754513" y="529392"/>
                  </a:lnTo>
                  <a:lnTo>
                    <a:pt x="745531" y="529392"/>
                  </a:lnTo>
                  <a:lnTo>
                    <a:pt x="736549" y="529392"/>
                  </a:lnTo>
                  <a:lnTo>
                    <a:pt x="727567" y="529392"/>
                  </a:lnTo>
                  <a:lnTo>
                    <a:pt x="718584" y="529392"/>
                  </a:lnTo>
                  <a:lnTo>
                    <a:pt x="709602" y="529392"/>
                  </a:lnTo>
                  <a:lnTo>
                    <a:pt x="700620" y="529392"/>
                  </a:lnTo>
                  <a:lnTo>
                    <a:pt x="691637" y="529392"/>
                  </a:lnTo>
                  <a:lnTo>
                    <a:pt x="682655" y="529392"/>
                  </a:lnTo>
                  <a:lnTo>
                    <a:pt x="673673" y="529392"/>
                  </a:lnTo>
                  <a:lnTo>
                    <a:pt x="664690" y="529392"/>
                  </a:lnTo>
                  <a:lnTo>
                    <a:pt x="655708" y="529392"/>
                  </a:lnTo>
                  <a:lnTo>
                    <a:pt x="646726" y="529392"/>
                  </a:lnTo>
                  <a:lnTo>
                    <a:pt x="637743" y="529392"/>
                  </a:lnTo>
                  <a:lnTo>
                    <a:pt x="628761" y="529392"/>
                  </a:lnTo>
                  <a:lnTo>
                    <a:pt x="619779" y="529392"/>
                  </a:lnTo>
                  <a:lnTo>
                    <a:pt x="610797" y="529392"/>
                  </a:lnTo>
                  <a:lnTo>
                    <a:pt x="601814" y="529392"/>
                  </a:lnTo>
                  <a:lnTo>
                    <a:pt x="592832" y="529392"/>
                  </a:lnTo>
                  <a:lnTo>
                    <a:pt x="583850" y="529392"/>
                  </a:lnTo>
                  <a:lnTo>
                    <a:pt x="574867" y="529392"/>
                  </a:lnTo>
                  <a:lnTo>
                    <a:pt x="565885" y="529392"/>
                  </a:lnTo>
                  <a:lnTo>
                    <a:pt x="556903" y="529392"/>
                  </a:lnTo>
                  <a:lnTo>
                    <a:pt x="547920" y="529392"/>
                  </a:lnTo>
                  <a:lnTo>
                    <a:pt x="538938" y="529392"/>
                  </a:lnTo>
                  <a:lnTo>
                    <a:pt x="529956" y="529392"/>
                  </a:lnTo>
                  <a:lnTo>
                    <a:pt x="520973" y="529392"/>
                  </a:lnTo>
                  <a:lnTo>
                    <a:pt x="511991" y="529392"/>
                  </a:lnTo>
                  <a:lnTo>
                    <a:pt x="503009" y="529392"/>
                  </a:lnTo>
                  <a:lnTo>
                    <a:pt x="494027" y="529392"/>
                  </a:lnTo>
                  <a:lnTo>
                    <a:pt x="485044" y="529392"/>
                  </a:lnTo>
                  <a:lnTo>
                    <a:pt x="476062" y="529392"/>
                  </a:lnTo>
                  <a:lnTo>
                    <a:pt x="467080" y="529392"/>
                  </a:lnTo>
                  <a:lnTo>
                    <a:pt x="458097" y="529392"/>
                  </a:lnTo>
                  <a:lnTo>
                    <a:pt x="449115" y="529392"/>
                  </a:lnTo>
                  <a:lnTo>
                    <a:pt x="440133" y="529392"/>
                  </a:lnTo>
                  <a:lnTo>
                    <a:pt x="431150" y="529392"/>
                  </a:lnTo>
                  <a:lnTo>
                    <a:pt x="422168" y="529392"/>
                  </a:lnTo>
                  <a:lnTo>
                    <a:pt x="413186" y="529392"/>
                  </a:lnTo>
                  <a:lnTo>
                    <a:pt x="404203" y="529392"/>
                  </a:lnTo>
                  <a:lnTo>
                    <a:pt x="395221" y="529392"/>
                  </a:lnTo>
                  <a:lnTo>
                    <a:pt x="386239" y="529392"/>
                  </a:lnTo>
                  <a:lnTo>
                    <a:pt x="377256" y="529392"/>
                  </a:lnTo>
                  <a:lnTo>
                    <a:pt x="368274" y="529392"/>
                  </a:lnTo>
                  <a:lnTo>
                    <a:pt x="359292" y="529392"/>
                  </a:lnTo>
                  <a:lnTo>
                    <a:pt x="350310" y="529392"/>
                  </a:lnTo>
                  <a:lnTo>
                    <a:pt x="341327" y="529392"/>
                  </a:lnTo>
                  <a:lnTo>
                    <a:pt x="332345" y="529392"/>
                  </a:lnTo>
                  <a:lnTo>
                    <a:pt x="323363" y="529392"/>
                  </a:lnTo>
                  <a:lnTo>
                    <a:pt x="314380" y="529392"/>
                  </a:lnTo>
                  <a:lnTo>
                    <a:pt x="305398" y="529392"/>
                  </a:lnTo>
                  <a:lnTo>
                    <a:pt x="296416" y="529392"/>
                  </a:lnTo>
                  <a:lnTo>
                    <a:pt x="287433" y="529392"/>
                  </a:lnTo>
                  <a:lnTo>
                    <a:pt x="278451" y="529392"/>
                  </a:lnTo>
                  <a:lnTo>
                    <a:pt x="269469" y="529392"/>
                  </a:lnTo>
                  <a:lnTo>
                    <a:pt x="260486" y="529392"/>
                  </a:lnTo>
                  <a:lnTo>
                    <a:pt x="251504" y="529392"/>
                  </a:lnTo>
                  <a:lnTo>
                    <a:pt x="242522" y="529392"/>
                  </a:lnTo>
                  <a:lnTo>
                    <a:pt x="233540" y="529392"/>
                  </a:lnTo>
                  <a:lnTo>
                    <a:pt x="224557" y="529392"/>
                  </a:lnTo>
                  <a:lnTo>
                    <a:pt x="215575" y="529392"/>
                  </a:lnTo>
                  <a:lnTo>
                    <a:pt x="206593" y="529392"/>
                  </a:lnTo>
                  <a:lnTo>
                    <a:pt x="197610" y="529392"/>
                  </a:lnTo>
                  <a:lnTo>
                    <a:pt x="188628" y="529392"/>
                  </a:lnTo>
                  <a:lnTo>
                    <a:pt x="179646" y="529392"/>
                  </a:lnTo>
                  <a:lnTo>
                    <a:pt x="170663" y="529392"/>
                  </a:lnTo>
                  <a:lnTo>
                    <a:pt x="161681" y="529392"/>
                  </a:lnTo>
                  <a:lnTo>
                    <a:pt x="152699" y="529392"/>
                  </a:lnTo>
                  <a:lnTo>
                    <a:pt x="143716" y="529392"/>
                  </a:lnTo>
                  <a:lnTo>
                    <a:pt x="134734" y="529392"/>
                  </a:lnTo>
                  <a:lnTo>
                    <a:pt x="125752" y="529392"/>
                  </a:lnTo>
                  <a:lnTo>
                    <a:pt x="116770" y="529392"/>
                  </a:lnTo>
                  <a:lnTo>
                    <a:pt x="107787" y="529392"/>
                  </a:lnTo>
                  <a:lnTo>
                    <a:pt x="98805" y="529392"/>
                  </a:lnTo>
                  <a:lnTo>
                    <a:pt x="89823" y="529392"/>
                  </a:lnTo>
                  <a:lnTo>
                    <a:pt x="80840" y="529392"/>
                  </a:lnTo>
                  <a:lnTo>
                    <a:pt x="71858" y="529392"/>
                  </a:lnTo>
                  <a:lnTo>
                    <a:pt x="62876" y="529392"/>
                  </a:lnTo>
                  <a:lnTo>
                    <a:pt x="53893" y="529392"/>
                  </a:lnTo>
                  <a:lnTo>
                    <a:pt x="44911" y="529392"/>
                  </a:lnTo>
                  <a:lnTo>
                    <a:pt x="35929" y="529392"/>
                  </a:lnTo>
                  <a:lnTo>
                    <a:pt x="26946" y="529392"/>
                  </a:lnTo>
                  <a:lnTo>
                    <a:pt x="17964" y="529392"/>
                  </a:lnTo>
                  <a:lnTo>
                    <a:pt x="8982" y="529392"/>
                  </a:lnTo>
                  <a:lnTo>
                    <a:pt x="0" y="529392"/>
                  </a:lnTo>
                  <a:close/>
                </a:path>
              </a:pathLst>
            </a:custGeom>
            <a:solidFill>
              <a:srgbClr val="F6C445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9213009" y="2426846"/>
              <a:ext cx="1356328" cy="525792"/>
            </a:xfrm>
            <a:custGeom>
              <a:avLst/>
              <a:pathLst>
                <a:path w="1356328" h="525792">
                  <a:moveTo>
                    <a:pt x="0" y="525116"/>
                  </a:moveTo>
                  <a:lnTo>
                    <a:pt x="8982" y="524304"/>
                  </a:lnTo>
                  <a:lnTo>
                    <a:pt x="17964" y="523387"/>
                  </a:lnTo>
                  <a:lnTo>
                    <a:pt x="26946" y="522362"/>
                  </a:lnTo>
                  <a:lnTo>
                    <a:pt x="35929" y="521228"/>
                  </a:lnTo>
                  <a:lnTo>
                    <a:pt x="44911" y="519980"/>
                  </a:lnTo>
                  <a:lnTo>
                    <a:pt x="53893" y="518613"/>
                  </a:lnTo>
                  <a:lnTo>
                    <a:pt x="62876" y="517125"/>
                  </a:lnTo>
                  <a:lnTo>
                    <a:pt x="71858" y="515516"/>
                  </a:lnTo>
                  <a:lnTo>
                    <a:pt x="80840" y="513791"/>
                  </a:lnTo>
                  <a:lnTo>
                    <a:pt x="89823" y="511956"/>
                  </a:lnTo>
                  <a:lnTo>
                    <a:pt x="98805" y="510015"/>
                  </a:lnTo>
                  <a:lnTo>
                    <a:pt x="107787" y="507970"/>
                  </a:lnTo>
                  <a:lnTo>
                    <a:pt x="116770" y="505804"/>
                  </a:lnTo>
                  <a:lnTo>
                    <a:pt x="125752" y="503488"/>
                  </a:lnTo>
                  <a:lnTo>
                    <a:pt x="134734" y="500982"/>
                  </a:lnTo>
                  <a:lnTo>
                    <a:pt x="143716" y="498224"/>
                  </a:lnTo>
                  <a:lnTo>
                    <a:pt x="152699" y="495146"/>
                  </a:lnTo>
                  <a:lnTo>
                    <a:pt x="161681" y="491675"/>
                  </a:lnTo>
                  <a:lnTo>
                    <a:pt x="170663" y="487742"/>
                  </a:lnTo>
                  <a:lnTo>
                    <a:pt x="179646" y="483291"/>
                  </a:lnTo>
                  <a:lnTo>
                    <a:pt x="188628" y="478280"/>
                  </a:lnTo>
                  <a:lnTo>
                    <a:pt x="197610" y="472692"/>
                  </a:lnTo>
                  <a:lnTo>
                    <a:pt x="206593" y="466528"/>
                  </a:lnTo>
                  <a:lnTo>
                    <a:pt x="215575" y="459815"/>
                  </a:lnTo>
                  <a:lnTo>
                    <a:pt x="224557" y="452600"/>
                  </a:lnTo>
                  <a:lnTo>
                    <a:pt x="233540" y="444944"/>
                  </a:lnTo>
                  <a:lnTo>
                    <a:pt x="242522" y="436890"/>
                  </a:lnTo>
                  <a:lnTo>
                    <a:pt x="251504" y="428537"/>
                  </a:lnTo>
                  <a:lnTo>
                    <a:pt x="260486" y="419921"/>
                  </a:lnTo>
                  <a:lnTo>
                    <a:pt x="269469" y="411049"/>
                  </a:lnTo>
                  <a:lnTo>
                    <a:pt x="278451" y="401887"/>
                  </a:lnTo>
                  <a:lnTo>
                    <a:pt x="287433" y="392368"/>
                  </a:lnTo>
                  <a:lnTo>
                    <a:pt x="296416" y="382403"/>
                  </a:lnTo>
                  <a:lnTo>
                    <a:pt x="305398" y="371899"/>
                  </a:lnTo>
                  <a:lnTo>
                    <a:pt x="314380" y="360786"/>
                  </a:lnTo>
                  <a:lnTo>
                    <a:pt x="323363" y="349035"/>
                  </a:lnTo>
                  <a:lnTo>
                    <a:pt x="332345" y="336686"/>
                  </a:lnTo>
                  <a:lnTo>
                    <a:pt x="341327" y="323843"/>
                  </a:lnTo>
                  <a:lnTo>
                    <a:pt x="350310" y="310682"/>
                  </a:lnTo>
                  <a:lnTo>
                    <a:pt x="359292" y="297424"/>
                  </a:lnTo>
                  <a:lnTo>
                    <a:pt x="368274" y="284334"/>
                  </a:lnTo>
                  <a:lnTo>
                    <a:pt x="377256" y="271613"/>
                  </a:lnTo>
                  <a:lnTo>
                    <a:pt x="386239" y="259395"/>
                  </a:lnTo>
                  <a:lnTo>
                    <a:pt x="395221" y="247730"/>
                  </a:lnTo>
                  <a:lnTo>
                    <a:pt x="404203" y="236588"/>
                  </a:lnTo>
                  <a:lnTo>
                    <a:pt x="413186" y="225868"/>
                  </a:lnTo>
                  <a:lnTo>
                    <a:pt x="422168" y="215420"/>
                  </a:lnTo>
                  <a:lnTo>
                    <a:pt x="431150" y="205074"/>
                  </a:lnTo>
                  <a:lnTo>
                    <a:pt x="440133" y="194666"/>
                  </a:lnTo>
                  <a:lnTo>
                    <a:pt x="449115" y="184058"/>
                  </a:lnTo>
                  <a:lnTo>
                    <a:pt x="458097" y="173151"/>
                  </a:lnTo>
                  <a:lnTo>
                    <a:pt x="467080" y="161888"/>
                  </a:lnTo>
                  <a:lnTo>
                    <a:pt x="476062" y="150251"/>
                  </a:lnTo>
                  <a:lnTo>
                    <a:pt x="485044" y="138238"/>
                  </a:lnTo>
                  <a:lnTo>
                    <a:pt x="494027" y="125919"/>
                  </a:lnTo>
                  <a:lnTo>
                    <a:pt x="503009" y="113386"/>
                  </a:lnTo>
                  <a:lnTo>
                    <a:pt x="511991" y="100750"/>
                  </a:lnTo>
                  <a:lnTo>
                    <a:pt x="520973" y="88156"/>
                  </a:lnTo>
                  <a:lnTo>
                    <a:pt x="529956" y="75777"/>
                  </a:lnTo>
                  <a:lnTo>
                    <a:pt x="538938" y="63809"/>
                  </a:lnTo>
                  <a:lnTo>
                    <a:pt x="547920" y="52457"/>
                  </a:lnTo>
                  <a:lnTo>
                    <a:pt x="556903" y="41928"/>
                  </a:lnTo>
                  <a:lnTo>
                    <a:pt x="565885" y="32406"/>
                  </a:lnTo>
                  <a:lnTo>
                    <a:pt x="574867" y="24046"/>
                  </a:lnTo>
                  <a:lnTo>
                    <a:pt x="583850" y="16956"/>
                  </a:lnTo>
                  <a:lnTo>
                    <a:pt x="592832" y="11189"/>
                  </a:lnTo>
                  <a:lnTo>
                    <a:pt x="601814" y="6750"/>
                  </a:lnTo>
                  <a:lnTo>
                    <a:pt x="610797" y="3632"/>
                  </a:lnTo>
                  <a:lnTo>
                    <a:pt x="619779" y="1591"/>
                  </a:lnTo>
                  <a:lnTo>
                    <a:pt x="628761" y="446"/>
                  </a:lnTo>
                  <a:lnTo>
                    <a:pt x="637743" y="0"/>
                  </a:lnTo>
                  <a:lnTo>
                    <a:pt x="646726" y="68"/>
                  </a:lnTo>
                  <a:lnTo>
                    <a:pt x="655708" y="508"/>
                  </a:lnTo>
                  <a:lnTo>
                    <a:pt x="664690" y="1236"/>
                  </a:lnTo>
                  <a:lnTo>
                    <a:pt x="673673" y="2243"/>
                  </a:lnTo>
                  <a:lnTo>
                    <a:pt x="682655" y="3594"/>
                  </a:lnTo>
                  <a:lnTo>
                    <a:pt x="691637" y="5417"/>
                  </a:lnTo>
                  <a:lnTo>
                    <a:pt x="700620" y="7885"/>
                  </a:lnTo>
                  <a:lnTo>
                    <a:pt x="709602" y="11186"/>
                  </a:lnTo>
                  <a:lnTo>
                    <a:pt x="718584" y="15499"/>
                  </a:lnTo>
                  <a:lnTo>
                    <a:pt x="727567" y="21020"/>
                  </a:lnTo>
                  <a:lnTo>
                    <a:pt x="736549" y="27847"/>
                  </a:lnTo>
                  <a:lnTo>
                    <a:pt x="745531" y="35947"/>
                  </a:lnTo>
                  <a:lnTo>
                    <a:pt x="754513" y="45288"/>
                  </a:lnTo>
                  <a:lnTo>
                    <a:pt x="763496" y="55794"/>
                  </a:lnTo>
                  <a:lnTo>
                    <a:pt x="772478" y="67358"/>
                  </a:lnTo>
                  <a:lnTo>
                    <a:pt x="781460" y="79845"/>
                  </a:lnTo>
                  <a:lnTo>
                    <a:pt x="790443" y="93101"/>
                  </a:lnTo>
                  <a:lnTo>
                    <a:pt x="799425" y="106955"/>
                  </a:lnTo>
                  <a:lnTo>
                    <a:pt x="808407" y="121226"/>
                  </a:lnTo>
                  <a:lnTo>
                    <a:pt x="817390" y="135727"/>
                  </a:lnTo>
                  <a:lnTo>
                    <a:pt x="826372" y="150277"/>
                  </a:lnTo>
                  <a:lnTo>
                    <a:pt x="835354" y="164716"/>
                  </a:lnTo>
                  <a:lnTo>
                    <a:pt x="844337" y="178915"/>
                  </a:lnTo>
                  <a:lnTo>
                    <a:pt x="853319" y="192768"/>
                  </a:lnTo>
                  <a:lnTo>
                    <a:pt x="862301" y="206274"/>
                  </a:lnTo>
                  <a:lnTo>
                    <a:pt x="871283" y="219472"/>
                  </a:lnTo>
                  <a:lnTo>
                    <a:pt x="880266" y="232425"/>
                  </a:lnTo>
                  <a:lnTo>
                    <a:pt x="889248" y="245208"/>
                  </a:lnTo>
                  <a:lnTo>
                    <a:pt x="898230" y="257886"/>
                  </a:lnTo>
                  <a:lnTo>
                    <a:pt x="907213" y="270494"/>
                  </a:lnTo>
                  <a:lnTo>
                    <a:pt x="916195" y="283027"/>
                  </a:lnTo>
                  <a:lnTo>
                    <a:pt x="925177" y="295437"/>
                  </a:lnTo>
                  <a:lnTo>
                    <a:pt x="934160" y="307640"/>
                  </a:lnTo>
                  <a:lnTo>
                    <a:pt x="943142" y="319537"/>
                  </a:lnTo>
                  <a:lnTo>
                    <a:pt x="952124" y="331030"/>
                  </a:lnTo>
                  <a:lnTo>
                    <a:pt x="961107" y="342049"/>
                  </a:lnTo>
                  <a:lnTo>
                    <a:pt x="970089" y="352554"/>
                  </a:lnTo>
                  <a:lnTo>
                    <a:pt x="979071" y="362562"/>
                  </a:lnTo>
                  <a:lnTo>
                    <a:pt x="988054" y="372188"/>
                  </a:lnTo>
                  <a:lnTo>
                    <a:pt x="997036" y="381540"/>
                  </a:lnTo>
                  <a:lnTo>
                    <a:pt x="1006018" y="390723"/>
                  </a:lnTo>
                  <a:lnTo>
                    <a:pt x="1015000" y="399818"/>
                  </a:lnTo>
                  <a:lnTo>
                    <a:pt x="1023983" y="408868"/>
                  </a:lnTo>
                  <a:lnTo>
                    <a:pt x="1032965" y="417865"/>
                  </a:lnTo>
                  <a:lnTo>
                    <a:pt x="1041947" y="426755"/>
                  </a:lnTo>
                  <a:lnTo>
                    <a:pt x="1050930" y="435450"/>
                  </a:lnTo>
                  <a:lnTo>
                    <a:pt x="1059912" y="443842"/>
                  </a:lnTo>
                  <a:lnTo>
                    <a:pt x="1068894" y="451825"/>
                  </a:lnTo>
                  <a:lnTo>
                    <a:pt x="1077877" y="459308"/>
                  </a:lnTo>
                  <a:lnTo>
                    <a:pt x="1086859" y="466223"/>
                  </a:lnTo>
                  <a:lnTo>
                    <a:pt x="1095841" y="472502"/>
                  </a:lnTo>
                  <a:lnTo>
                    <a:pt x="1104824" y="478157"/>
                  </a:lnTo>
                  <a:lnTo>
                    <a:pt x="1113806" y="483225"/>
                  </a:lnTo>
                  <a:lnTo>
                    <a:pt x="1122788" y="487738"/>
                  </a:lnTo>
                  <a:lnTo>
                    <a:pt x="1131770" y="491734"/>
                  </a:lnTo>
                  <a:lnTo>
                    <a:pt x="1140753" y="495257"/>
                  </a:lnTo>
                  <a:lnTo>
                    <a:pt x="1149735" y="498352"/>
                  </a:lnTo>
                  <a:lnTo>
                    <a:pt x="1158717" y="501065"/>
                  </a:lnTo>
                  <a:lnTo>
                    <a:pt x="1167700" y="503446"/>
                  </a:lnTo>
                  <a:lnTo>
                    <a:pt x="1176682" y="505548"/>
                  </a:lnTo>
                  <a:lnTo>
                    <a:pt x="1185664" y="507423"/>
                  </a:lnTo>
                  <a:lnTo>
                    <a:pt x="1194647" y="509122"/>
                  </a:lnTo>
                  <a:lnTo>
                    <a:pt x="1203629" y="510691"/>
                  </a:lnTo>
                  <a:lnTo>
                    <a:pt x="1212611" y="512166"/>
                  </a:lnTo>
                  <a:lnTo>
                    <a:pt x="1221594" y="513567"/>
                  </a:lnTo>
                  <a:lnTo>
                    <a:pt x="1230576" y="514908"/>
                  </a:lnTo>
                  <a:lnTo>
                    <a:pt x="1239558" y="516188"/>
                  </a:lnTo>
                  <a:lnTo>
                    <a:pt x="1248540" y="517397"/>
                  </a:lnTo>
                  <a:lnTo>
                    <a:pt x="1257523" y="518524"/>
                  </a:lnTo>
                  <a:lnTo>
                    <a:pt x="1266505" y="519559"/>
                  </a:lnTo>
                  <a:lnTo>
                    <a:pt x="1275487" y="520497"/>
                  </a:lnTo>
                  <a:lnTo>
                    <a:pt x="1284470" y="521341"/>
                  </a:lnTo>
                  <a:lnTo>
                    <a:pt x="1293452" y="522097"/>
                  </a:lnTo>
                  <a:lnTo>
                    <a:pt x="1302434" y="522777"/>
                  </a:lnTo>
                  <a:lnTo>
                    <a:pt x="1311417" y="523392"/>
                  </a:lnTo>
                  <a:lnTo>
                    <a:pt x="1320399" y="523954"/>
                  </a:lnTo>
                  <a:lnTo>
                    <a:pt x="1329381" y="524471"/>
                  </a:lnTo>
                  <a:lnTo>
                    <a:pt x="1338364" y="524948"/>
                  </a:lnTo>
                  <a:lnTo>
                    <a:pt x="1347346" y="525387"/>
                  </a:lnTo>
                  <a:lnTo>
                    <a:pt x="1356328" y="525792"/>
                  </a:lnTo>
                </a:path>
              </a:pathLst>
            </a:custGeom>
            <a:ln w="8130" cap="rnd">
              <a:solidFill>
                <a:srgbClr val="F6C4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8674070" y="2589456"/>
              <a:ext cx="1976108" cy="366783"/>
            </a:xfrm>
            <a:custGeom>
              <a:avLst/>
              <a:pathLst>
                <a:path w="1976108" h="366783">
                  <a:moveTo>
                    <a:pt x="0" y="363179"/>
                  </a:moveTo>
                  <a:lnTo>
                    <a:pt x="8982" y="362676"/>
                  </a:lnTo>
                  <a:lnTo>
                    <a:pt x="17964" y="362204"/>
                  </a:lnTo>
                  <a:lnTo>
                    <a:pt x="26946" y="361785"/>
                  </a:lnTo>
                  <a:lnTo>
                    <a:pt x="35929" y="361435"/>
                  </a:lnTo>
                  <a:lnTo>
                    <a:pt x="44911" y="361172"/>
                  </a:lnTo>
                  <a:lnTo>
                    <a:pt x="53893" y="361001"/>
                  </a:lnTo>
                  <a:lnTo>
                    <a:pt x="62876" y="360915"/>
                  </a:lnTo>
                  <a:lnTo>
                    <a:pt x="71858" y="360905"/>
                  </a:lnTo>
                  <a:lnTo>
                    <a:pt x="80840" y="360951"/>
                  </a:lnTo>
                  <a:lnTo>
                    <a:pt x="89823" y="361031"/>
                  </a:lnTo>
                  <a:lnTo>
                    <a:pt x="98805" y="361117"/>
                  </a:lnTo>
                  <a:lnTo>
                    <a:pt x="107787" y="361179"/>
                  </a:lnTo>
                  <a:lnTo>
                    <a:pt x="116770" y="361192"/>
                  </a:lnTo>
                  <a:lnTo>
                    <a:pt x="125752" y="361135"/>
                  </a:lnTo>
                  <a:lnTo>
                    <a:pt x="134734" y="360992"/>
                  </a:lnTo>
                  <a:lnTo>
                    <a:pt x="143716" y="360756"/>
                  </a:lnTo>
                  <a:lnTo>
                    <a:pt x="152699" y="360426"/>
                  </a:lnTo>
                  <a:lnTo>
                    <a:pt x="161681" y="360006"/>
                  </a:lnTo>
                  <a:lnTo>
                    <a:pt x="170663" y="359496"/>
                  </a:lnTo>
                  <a:lnTo>
                    <a:pt x="179646" y="358912"/>
                  </a:lnTo>
                  <a:lnTo>
                    <a:pt x="188628" y="358263"/>
                  </a:lnTo>
                  <a:lnTo>
                    <a:pt x="197610" y="357557"/>
                  </a:lnTo>
                  <a:lnTo>
                    <a:pt x="206593" y="356802"/>
                  </a:lnTo>
                  <a:lnTo>
                    <a:pt x="215575" y="356009"/>
                  </a:lnTo>
                  <a:lnTo>
                    <a:pt x="224557" y="355182"/>
                  </a:lnTo>
                  <a:lnTo>
                    <a:pt x="233540" y="354326"/>
                  </a:lnTo>
                  <a:lnTo>
                    <a:pt x="242522" y="353437"/>
                  </a:lnTo>
                  <a:lnTo>
                    <a:pt x="251504" y="352505"/>
                  </a:lnTo>
                  <a:lnTo>
                    <a:pt x="260486" y="351512"/>
                  </a:lnTo>
                  <a:lnTo>
                    <a:pt x="269469" y="350432"/>
                  </a:lnTo>
                  <a:lnTo>
                    <a:pt x="278451" y="349233"/>
                  </a:lnTo>
                  <a:lnTo>
                    <a:pt x="287433" y="347878"/>
                  </a:lnTo>
                  <a:lnTo>
                    <a:pt x="296416" y="346333"/>
                  </a:lnTo>
                  <a:lnTo>
                    <a:pt x="305398" y="344589"/>
                  </a:lnTo>
                  <a:lnTo>
                    <a:pt x="314380" y="342644"/>
                  </a:lnTo>
                  <a:lnTo>
                    <a:pt x="323363" y="340508"/>
                  </a:lnTo>
                  <a:lnTo>
                    <a:pt x="332345" y="338209"/>
                  </a:lnTo>
                  <a:lnTo>
                    <a:pt x="341327" y="335785"/>
                  </a:lnTo>
                  <a:lnTo>
                    <a:pt x="350310" y="333284"/>
                  </a:lnTo>
                  <a:lnTo>
                    <a:pt x="359292" y="330756"/>
                  </a:lnTo>
                  <a:lnTo>
                    <a:pt x="368274" y="328244"/>
                  </a:lnTo>
                  <a:lnTo>
                    <a:pt x="377256" y="325781"/>
                  </a:lnTo>
                  <a:lnTo>
                    <a:pt x="386239" y="323382"/>
                  </a:lnTo>
                  <a:lnTo>
                    <a:pt x="395221" y="321041"/>
                  </a:lnTo>
                  <a:lnTo>
                    <a:pt x="404203" y="318732"/>
                  </a:lnTo>
                  <a:lnTo>
                    <a:pt x="413186" y="316409"/>
                  </a:lnTo>
                  <a:lnTo>
                    <a:pt x="422168" y="314013"/>
                  </a:lnTo>
                  <a:lnTo>
                    <a:pt x="431150" y="311494"/>
                  </a:lnTo>
                  <a:lnTo>
                    <a:pt x="440133" y="308804"/>
                  </a:lnTo>
                  <a:lnTo>
                    <a:pt x="449115" y="305910"/>
                  </a:lnTo>
                  <a:lnTo>
                    <a:pt x="458097" y="302789"/>
                  </a:lnTo>
                  <a:lnTo>
                    <a:pt x="467080" y="299436"/>
                  </a:lnTo>
                  <a:lnTo>
                    <a:pt x="476062" y="295855"/>
                  </a:lnTo>
                  <a:lnTo>
                    <a:pt x="485044" y="292060"/>
                  </a:lnTo>
                  <a:lnTo>
                    <a:pt x="494027" y="288069"/>
                  </a:lnTo>
                  <a:lnTo>
                    <a:pt x="503009" y="283902"/>
                  </a:lnTo>
                  <a:lnTo>
                    <a:pt x="511991" y="279578"/>
                  </a:lnTo>
                  <a:lnTo>
                    <a:pt x="520973" y="275108"/>
                  </a:lnTo>
                  <a:lnTo>
                    <a:pt x="529956" y="270491"/>
                  </a:lnTo>
                  <a:lnTo>
                    <a:pt x="538938" y="265712"/>
                  </a:lnTo>
                  <a:lnTo>
                    <a:pt x="547920" y="260764"/>
                  </a:lnTo>
                  <a:lnTo>
                    <a:pt x="556903" y="255630"/>
                  </a:lnTo>
                  <a:lnTo>
                    <a:pt x="565885" y="250288"/>
                  </a:lnTo>
                  <a:lnTo>
                    <a:pt x="574867" y="244725"/>
                  </a:lnTo>
                  <a:lnTo>
                    <a:pt x="583850" y="238932"/>
                  </a:lnTo>
                  <a:lnTo>
                    <a:pt x="592832" y="232907"/>
                  </a:lnTo>
                  <a:lnTo>
                    <a:pt x="601814" y="226657"/>
                  </a:lnTo>
                  <a:lnTo>
                    <a:pt x="610797" y="220196"/>
                  </a:lnTo>
                  <a:lnTo>
                    <a:pt x="619779" y="213543"/>
                  </a:lnTo>
                  <a:lnTo>
                    <a:pt x="628761" y="206727"/>
                  </a:lnTo>
                  <a:lnTo>
                    <a:pt x="637743" y="199783"/>
                  </a:lnTo>
                  <a:lnTo>
                    <a:pt x="646726" y="192759"/>
                  </a:lnTo>
                  <a:lnTo>
                    <a:pt x="655708" y="185713"/>
                  </a:lnTo>
                  <a:lnTo>
                    <a:pt x="664690" y="178720"/>
                  </a:lnTo>
                  <a:lnTo>
                    <a:pt x="673673" y="171849"/>
                  </a:lnTo>
                  <a:lnTo>
                    <a:pt x="682655" y="165157"/>
                  </a:lnTo>
                  <a:lnTo>
                    <a:pt x="691637" y="158687"/>
                  </a:lnTo>
                  <a:lnTo>
                    <a:pt x="700620" y="152449"/>
                  </a:lnTo>
                  <a:lnTo>
                    <a:pt x="709602" y="146428"/>
                  </a:lnTo>
                  <a:lnTo>
                    <a:pt x="718584" y="140577"/>
                  </a:lnTo>
                  <a:lnTo>
                    <a:pt x="727567" y="134829"/>
                  </a:lnTo>
                  <a:lnTo>
                    <a:pt x="736549" y="129107"/>
                  </a:lnTo>
                  <a:lnTo>
                    <a:pt x="745531" y="123339"/>
                  </a:lnTo>
                  <a:lnTo>
                    <a:pt x="754513" y="117470"/>
                  </a:lnTo>
                  <a:lnTo>
                    <a:pt x="763496" y="111471"/>
                  </a:lnTo>
                  <a:lnTo>
                    <a:pt x="772478" y="105345"/>
                  </a:lnTo>
                  <a:lnTo>
                    <a:pt x="781460" y="99119"/>
                  </a:lnTo>
                  <a:lnTo>
                    <a:pt x="790443" y="92855"/>
                  </a:lnTo>
                  <a:lnTo>
                    <a:pt x="799425" y="86617"/>
                  </a:lnTo>
                  <a:lnTo>
                    <a:pt x="808407" y="80465"/>
                  </a:lnTo>
                  <a:lnTo>
                    <a:pt x="817390" y="74452"/>
                  </a:lnTo>
                  <a:lnTo>
                    <a:pt x="826372" y="68623"/>
                  </a:lnTo>
                  <a:lnTo>
                    <a:pt x="835354" y="63014"/>
                  </a:lnTo>
                  <a:lnTo>
                    <a:pt x="844337" y="57648"/>
                  </a:lnTo>
                  <a:lnTo>
                    <a:pt x="853319" y="52541"/>
                  </a:lnTo>
                  <a:lnTo>
                    <a:pt x="862301" y="47695"/>
                  </a:lnTo>
                  <a:lnTo>
                    <a:pt x="871283" y="43102"/>
                  </a:lnTo>
                  <a:lnTo>
                    <a:pt x="880266" y="38740"/>
                  </a:lnTo>
                  <a:lnTo>
                    <a:pt x="889248" y="34576"/>
                  </a:lnTo>
                  <a:lnTo>
                    <a:pt x="898230" y="30571"/>
                  </a:lnTo>
                  <a:lnTo>
                    <a:pt x="907213" y="26679"/>
                  </a:lnTo>
                  <a:lnTo>
                    <a:pt x="916195" y="22862"/>
                  </a:lnTo>
                  <a:lnTo>
                    <a:pt x="925177" y="19109"/>
                  </a:lnTo>
                  <a:lnTo>
                    <a:pt x="934160" y="15443"/>
                  </a:lnTo>
                  <a:lnTo>
                    <a:pt x="943142" y="11918"/>
                  </a:lnTo>
                  <a:lnTo>
                    <a:pt x="952124" y="8626"/>
                  </a:lnTo>
                  <a:lnTo>
                    <a:pt x="961107" y="5685"/>
                  </a:lnTo>
                  <a:lnTo>
                    <a:pt x="970089" y="3229"/>
                  </a:lnTo>
                  <a:lnTo>
                    <a:pt x="979071" y="1393"/>
                  </a:lnTo>
                  <a:lnTo>
                    <a:pt x="988054" y="291"/>
                  </a:lnTo>
                  <a:lnTo>
                    <a:pt x="997036" y="0"/>
                  </a:lnTo>
                  <a:lnTo>
                    <a:pt x="1006018" y="541"/>
                  </a:lnTo>
                  <a:lnTo>
                    <a:pt x="1015000" y="1875"/>
                  </a:lnTo>
                  <a:lnTo>
                    <a:pt x="1023983" y="3929"/>
                  </a:lnTo>
                  <a:lnTo>
                    <a:pt x="1032965" y="6490"/>
                  </a:lnTo>
                  <a:lnTo>
                    <a:pt x="1041947" y="9342"/>
                  </a:lnTo>
                  <a:lnTo>
                    <a:pt x="1050930" y="12279"/>
                  </a:lnTo>
                  <a:lnTo>
                    <a:pt x="1059912" y="15118"/>
                  </a:lnTo>
                  <a:lnTo>
                    <a:pt x="1068894" y="17716"/>
                  </a:lnTo>
                  <a:lnTo>
                    <a:pt x="1077877" y="19982"/>
                  </a:lnTo>
                  <a:lnTo>
                    <a:pt x="1086859" y="21883"/>
                  </a:lnTo>
                  <a:lnTo>
                    <a:pt x="1095841" y="23435"/>
                  </a:lnTo>
                  <a:lnTo>
                    <a:pt x="1104824" y="24699"/>
                  </a:lnTo>
                  <a:lnTo>
                    <a:pt x="1113806" y="25760"/>
                  </a:lnTo>
                  <a:lnTo>
                    <a:pt x="1122788" y="26717"/>
                  </a:lnTo>
                  <a:lnTo>
                    <a:pt x="1131770" y="27665"/>
                  </a:lnTo>
                  <a:lnTo>
                    <a:pt x="1140753" y="28690"/>
                  </a:lnTo>
                  <a:lnTo>
                    <a:pt x="1149735" y="29873"/>
                  </a:lnTo>
                  <a:lnTo>
                    <a:pt x="1158717" y="31257"/>
                  </a:lnTo>
                  <a:lnTo>
                    <a:pt x="1167700" y="32880"/>
                  </a:lnTo>
                  <a:lnTo>
                    <a:pt x="1176682" y="34784"/>
                  </a:lnTo>
                  <a:lnTo>
                    <a:pt x="1185664" y="37020"/>
                  </a:lnTo>
                  <a:lnTo>
                    <a:pt x="1194647" y="39655"/>
                  </a:lnTo>
                  <a:lnTo>
                    <a:pt x="1203629" y="42770"/>
                  </a:lnTo>
                  <a:lnTo>
                    <a:pt x="1212611" y="46457"/>
                  </a:lnTo>
                  <a:lnTo>
                    <a:pt x="1221594" y="50801"/>
                  </a:lnTo>
                  <a:lnTo>
                    <a:pt x="1230576" y="55857"/>
                  </a:lnTo>
                  <a:lnTo>
                    <a:pt x="1239558" y="61634"/>
                  </a:lnTo>
                  <a:lnTo>
                    <a:pt x="1248540" y="68072"/>
                  </a:lnTo>
                  <a:lnTo>
                    <a:pt x="1257523" y="75035"/>
                  </a:lnTo>
                  <a:lnTo>
                    <a:pt x="1266505" y="82320"/>
                  </a:lnTo>
                  <a:lnTo>
                    <a:pt x="1275487" y="89639"/>
                  </a:lnTo>
                  <a:lnTo>
                    <a:pt x="1284470" y="96730"/>
                  </a:lnTo>
                  <a:lnTo>
                    <a:pt x="1293452" y="103392"/>
                  </a:lnTo>
                  <a:lnTo>
                    <a:pt x="1302434" y="109507"/>
                  </a:lnTo>
                  <a:lnTo>
                    <a:pt x="1311417" y="115049"/>
                  </a:lnTo>
                  <a:lnTo>
                    <a:pt x="1320399" y="120094"/>
                  </a:lnTo>
                  <a:lnTo>
                    <a:pt x="1329381" y="124792"/>
                  </a:lnTo>
                  <a:lnTo>
                    <a:pt x="1338364" y="129344"/>
                  </a:lnTo>
                  <a:lnTo>
                    <a:pt x="1347346" y="133969"/>
                  </a:lnTo>
                  <a:lnTo>
                    <a:pt x="1356328" y="138868"/>
                  </a:lnTo>
                  <a:lnTo>
                    <a:pt x="1365310" y="144204"/>
                  </a:lnTo>
                  <a:lnTo>
                    <a:pt x="1374293" y="150083"/>
                  </a:lnTo>
                  <a:lnTo>
                    <a:pt x="1383275" y="156547"/>
                  </a:lnTo>
                  <a:lnTo>
                    <a:pt x="1392257" y="163621"/>
                  </a:lnTo>
                  <a:lnTo>
                    <a:pt x="1401240" y="171183"/>
                  </a:lnTo>
                  <a:lnTo>
                    <a:pt x="1410222" y="179113"/>
                  </a:lnTo>
                  <a:lnTo>
                    <a:pt x="1419204" y="187269"/>
                  </a:lnTo>
                  <a:lnTo>
                    <a:pt x="1428187" y="195492"/>
                  </a:lnTo>
                  <a:lnTo>
                    <a:pt x="1437169" y="203615"/>
                  </a:lnTo>
                  <a:lnTo>
                    <a:pt x="1446151" y="211473"/>
                  </a:lnTo>
                  <a:lnTo>
                    <a:pt x="1455134" y="218913"/>
                  </a:lnTo>
                  <a:lnTo>
                    <a:pt x="1464116" y="225805"/>
                  </a:lnTo>
                  <a:lnTo>
                    <a:pt x="1473098" y="232058"/>
                  </a:lnTo>
                  <a:lnTo>
                    <a:pt x="1482081" y="237621"/>
                  </a:lnTo>
                  <a:lnTo>
                    <a:pt x="1491063" y="242500"/>
                  </a:lnTo>
                  <a:lnTo>
                    <a:pt x="1500045" y="246747"/>
                  </a:lnTo>
                  <a:lnTo>
                    <a:pt x="1509027" y="250453"/>
                  </a:lnTo>
                  <a:lnTo>
                    <a:pt x="1518010" y="253755"/>
                  </a:lnTo>
                  <a:lnTo>
                    <a:pt x="1526992" y="256835"/>
                  </a:lnTo>
                  <a:lnTo>
                    <a:pt x="1535974" y="259836"/>
                  </a:lnTo>
                  <a:lnTo>
                    <a:pt x="1544957" y="262879"/>
                  </a:lnTo>
                  <a:lnTo>
                    <a:pt x="1553939" y="266053"/>
                  </a:lnTo>
                  <a:lnTo>
                    <a:pt x="1562921" y="269416"/>
                  </a:lnTo>
                  <a:lnTo>
                    <a:pt x="1571904" y="272996"/>
                  </a:lnTo>
                  <a:lnTo>
                    <a:pt x="1580886" y="276795"/>
                  </a:lnTo>
                  <a:lnTo>
                    <a:pt x="1589868" y="280799"/>
                  </a:lnTo>
                  <a:lnTo>
                    <a:pt x="1598851" y="284987"/>
                  </a:lnTo>
                  <a:lnTo>
                    <a:pt x="1607833" y="289333"/>
                  </a:lnTo>
                  <a:lnTo>
                    <a:pt x="1616815" y="293815"/>
                  </a:lnTo>
                  <a:lnTo>
                    <a:pt x="1625797" y="298404"/>
                  </a:lnTo>
                  <a:lnTo>
                    <a:pt x="1634780" y="303075"/>
                  </a:lnTo>
                  <a:lnTo>
                    <a:pt x="1643762" y="307777"/>
                  </a:lnTo>
                  <a:lnTo>
                    <a:pt x="1652744" y="312454"/>
                  </a:lnTo>
                  <a:lnTo>
                    <a:pt x="1661727" y="317035"/>
                  </a:lnTo>
                  <a:lnTo>
                    <a:pt x="1670709" y="321447"/>
                  </a:lnTo>
                  <a:lnTo>
                    <a:pt x="1679691" y="325614"/>
                  </a:lnTo>
                  <a:lnTo>
                    <a:pt x="1688674" y="329470"/>
                  </a:lnTo>
                  <a:lnTo>
                    <a:pt x="1697656" y="332967"/>
                  </a:lnTo>
                  <a:lnTo>
                    <a:pt x="1706638" y="336080"/>
                  </a:lnTo>
                  <a:lnTo>
                    <a:pt x="1715621" y="338808"/>
                  </a:lnTo>
                  <a:lnTo>
                    <a:pt x="1724603" y="341169"/>
                  </a:lnTo>
                  <a:lnTo>
                    <a:pt x="1733585" y="343201"/>
                  </a:lnTo>
                  <a:lnTo>
                    <a:pt x="1742567" y="344947"/>
                  </a:lnTo>
                  <a:lnTo>
                    <a:pt x="1751550" y="346452"/>
                  </a:lnTo>
                  <a:lnTo>
                    <a:pt x="1760532" y="347737"/>
                  </a:lnTo>
                  <a:lnTo>
                    <a:pt x="1769514" y="348848"/>
                  </a:lnTo>
                  <a:lnTo>
                    <a:pt x="1778497" y="349799"/>
                  </a:lnTo>
                  <a:lnTo>
                    <a:pt x="1787479" y="350599"/>
                  </a:lnTo>
                  <a:lnTo>
                    <a:pt x="1796461" y="351257"/>
                  </a:lnTo>
                  <a:lnTo>
                    <a:pt x="1805444" y="351783"/>
                  </a:lnTo>
                  <a:lnTo>
                    <a:pt x="1814426" y="352193"/>
                  </a:lnTo>
                  <a:lnTo>
                    <a:pt x="1823408" y="352509"/>
                  </a:lnTo>
                  <a:lnTo>
                    <a:pt x="1832391" y="352757"/>
                  </a:lnTo>
                  <a:lnTo>
                    <a:pt x="1841373" y="352968"/>
                  </a:lnTo>
                  <a:lnTo>
                    <a:pt x="1850355" y="353175"/>
                  </a:lnTo>
                  <a:lnTo>
                    <a:pt x="1859337" y="353408"/>
                  </a:lnTo>
                  <a:lnTo>
                    <a:pt x="1868320" y="353696"/>
                  </a:lnTo>
                  <a:lnTo>
                    <a:pt x="1877302" y="354067"/>
                  </a:lnTo>
                  <a:lnTo>
                    <a:pt x="1886284" y="354538"/>
                  </a:lnTo>
                  <a:lnTo>
                    <a:pt x="1895267" y="355114"/>
                  </a:lnTo>
                  <a:lnTo>
                    <a:pt x="1904249" y="355793"/>
                  </a:lnTo>
                  <a:lnTo>
                    <a:pt x="1913231" y="356563"/>
                  </a:lnTo>
                  <a:lnTo>
                    <a:pt x="1922214" y="357407"/>
                  </a:lnTo>
                  <a:lnTo>
                    <a:pt x="1931196" y="358302"/>
                  </a:lnTo>
                  <a:lnTo>
                    <a:pt x="1940178" y="359219"/>
                  </a:lnTo>
                  <a:lnTo>
                    <a:pt x="1949161" y="360132"/>
                  </a:lnTo>
                  <a:lnTo>
                    <a:pt x="1958143" y="361013"/>
                  </a:lnTo>
                  <a:lnTo>
                    <a:pt x="1967125" y="361838"/>
                  </a:lnTo>
                  <a:lnTo>
                    <a:pt x="1976108" y="362590"/>
                  </a:lnTo>
                  <a:lnTo>
                    <a:pt x="1976108" y="366783"/>
                  </a:lnTo>
                  <a:lnTo>
                    <a:pt x="1967125" y="366783"/>
                  </a:lnTo>
                  <a:lnTo>
                    <a:pt x="1958143" y="366783"/>
                  </a:lnTo>
                  <a:lnTo>
                    <a:pt x="1949161" y="366783"/>
                  </a:lnTo>
                  <a:lnTo>
                    <a:pt x="1940178" y="366783"/>
                  </a:lnTo>
                  <a:lnTo>
                    <a:pt x="1931196" y="366783"/>
                  </a:lnTo>
                  <a:lnTo>
                    <a:pt x="1922214" y="366783"/>
                  </a:lnTo>
                  <a:lnTo>
                    <a:pt x="1913231" y="366783"/>
                  </a:lnTo>
                  <a:lnTo>
                    <a:pt x="1904249" y="366783"/>
                  </a:lnTo>
                  <a:lnTo>
                    <a:pt x="1895267" y="366783"/>
                  </a:lnTo>
                  <a:lnTo>
                    <a:pt x="1886284" y="366783"/>
                  </a:lnTo>
                  <a:lnTo>
                    <a:pt x="1877302" y="366783"/>
                  </a:lnTo>
                  <a:lnTo>
                    <a:pt x="1868320" y="366783"/>
                  </a:lnTo>
                  <a:lnTo>
                    <a:pt x="1859337" y="366783"/>
                  </a:lnTo>
                  <a:lnTo>
                    <a:pt x="1850355" y="366783"/>
                  </a:lnTo>
                  <a:lnTo>
                    <a:pt x="1841373" y="366783"/>
                  </a:lnTo>
                  <a:lnTo>
                    <a:pt x="1832391" y="366783"/>
                  </a:lnTo>
                  <a:lnTo>
                    <a:pt x="1823408" y="366783"/>
                  </a:lnTo>
                  <a:lnTo>
                    <a:pt x="1814426" y="366783"/>
                  </a:lnTo>
                  <a:lnTo>
                    <a:pt x="1805444" y="366783"/>
                  </a:lnTo>
                  <a:lnTo>
                    <a:pt x="1796461" y="366783"/>
                  </a:lnTo>
                  <a:lnTo>
                    <a:pt x="1787479" y="366783"/>
                  </a:lnTo>
                  <a:lnTo>
                    <a:pt x="1778497" y="366783"/>
                  </a:lnTo>
                  <a:lnTo>
                    <a:pt x="1769514" y="366783"/>
                  </a:lnTo>
                  <a:lnTo>
                    <a:pt x="1760532" y="366783"/>
                  </a:lnTo>
                  <a:lnTo>
                    <a:pt x="1751550" y="366783"/>
                  </a:lnTo>
                  <a:lnTo>
                    <a:pt x="1742567" y="366783"/>
                  </a:lnTo>
                  <a:lnTo>
                    <a:pt x="1733585" y="366783"/>
                  </a:lnTo>
                  <a:lnTo>
                    <a:pt x="1724603" y="366783"/>
                  </a:lnTo>
                  <a:lnTo>
                    <a:pt x="1715621" y="366783"/>
                  </a:lnTo>
                  <a:lnTo>
                    <a:pt x="1706638" y="366783"/>
                  </a:lnTo>
                  <a:lnTo>
                    <a:pt x="1697656" y="366783"/>
                  </a:lnTo>
                  <a:lnTo>
                    <a:pt x="1688674" y="366783"/>
                  </a:lnTo>
                  <a:lnTo>
                    <a:pt x="1679691" y="366783"/>
                  </a:lnTo>
                  <a:lnTo>
                    <a:pt x="1670709" y="366783"/>
                  </a:lnTo>
                  <a:lnTo>
                    <a:pt x="1661727" y="366783"/>
                  </a:lnTo>
                  <a:lnTo>
                    <a:pt x="1652744" y="366783"/>
                  </a:lnTo>
                  <a:lnTo>
                    <a:pt x="1643762" y="366783"/>
                  </a:lnTo>
                  <a:lnTo>
                    <a:pt x="1634780" y="366783"/>
                  </a:lnTo>
                  <a:lnTo>
                    <a:pt x="1625797" y="366783"/>
                  </a:lnTo>
                  <a:lnTo>
                    <a:pt x="1616815" y="366783"/>
                  </a:lnTo>
                  <a:lnTo>
                    <a:pt x="1607833" y="366783"/>
                  </a:lnTo>
                  <a:lnTo>
                    <a:pt x="1598851" y="366783"/>
                  </a:lnTo>
                  <a:lnTo>
                    <a:pt x="1589868" y="366783"/>
                  </a:lnTo>
                  <a:lnTo>
                    <a:pt x="1580886" y="366783"/>
                  </a:lnTo>
                  <a:lnTo>
                    <a:pt x="1571904" y="366783"/>
                  </a:lnTo>
                  <a:lnTo>
                    <a:pt x="1562921" y="366783"/>
                  </a:lnTo>
                  <a:lnTo>
                    <a:pt x="1553939" y="366783"/>
                  </a:lnTo>
                  <a:lnTo>
                    <a:pt x="1544957" y="366783"/>
                  </a:lnTo>
                  <a:lnTo>
                    <a:pt x="1535974" y="366783"/>
                  </a:lnTo>
                  <a:lnTo>
                    <a:pt x="1526992" y="366783"/>
                  </a:lnTo>
                  <a:lnTo>
                    <a:pt x="1518010" y="366783"/>
                  </a:lnTo>
                  <a:lnTo>
                    <a:pt x="1509027" y="366783"/>
                  </a:lnTo>
                  <a:lnTo>
                    <a:pt x="1500045" y="366783"/>
                  </a:lnTo>
                  <a:lnTo>
                    <a:pt x="1491063" y="366783"/>
                  </a:lnTo>
                  <a:lnTo>
                    <a:pt x="1482081" y="366783"/>
                  </a:lnTo>
                  <a:lnTo>
                    <a:pt x="1473098" y="366783"/>
                  </a:lnTo>
                  <a:lnTo>
                    <a:pt x="1464116" y="366783"/>
                  </a:lnTo>
                  <a:lnTo>
                    <a:pt x="1455134" y="366783"/>
                  </a:lnTo>
                  <a:lnTo>
                    <a:pt x="1446151" y="366783"/>
                  </a:lnTo>
                  <a:lnTo>
                    <a:pt x="1437169" y="366783"/>
                  </a:lnTo>
                  <a:lnTo>
                    <a:pt x="1428187" y="366783"/>
                  </a:lnTo>
                  <a:lnTo>
                    <a:pt x="1419204" y="366783"/>
                  </a:lnTo>
                  <a:lnTo>
                    <a:pt x="1410222" y="366783"/>
                  </a:lnTo>
                  <a:lnTo>
                    <a:pt x="1401240" y="366783"/>
                  </a:lnTo>
                  <a:lnTo>
                    <a:pt x="1392257" y="366783"/>
                  </a:lnTo>
                  <a:lnTo>
                    <a:pt x="1383275" y="366783"/>
                  </a:lnTo>
                  <a:lnTo>
                    <a:pt x="1374293" y="366783"/>
                  </a:lnTo>
                  <a:lnTo>
                    <a:pt x="1365310" y="366783"/>
                  </a:lnTo>
                  <a:lnTo>
                    <a:pt x="1356328" y="366783"/>
                  </a:lnTo>
                  <a:lnTo>
                    <a:pt x="1347346" y="366783"/>
                  </a:lnTo>
                  <a:lnTo>
                    <a:pt x="1338364" y="366783"/>
                  </a:lnTo>
                  <a:lnTo>
                    <a:pt x="1329381" y="366783"/>
                  </a:lnTo>
                  <a:lnTo>
                    <a:pt x="1320399" y="366783"/>
                  </a:lnTo>
                  <a:lnTo>
                    <a:pt x="1311417" y="366783"/>
                  </a:lnTo>
                  <a:lnTo>
                    <a:pt x="1302434" y="366783"/>
                  </a:lnTo>
                  <a:lnTo>
                    <a:pt x="1293452" y="366783"/>
                  </a:lnTo>
                  <a:lnTo>
                    <a:pt x="1284470" y="366783"/>
                  </a:lnTo>
                  <a:lnTo>
                    <a:pt x="1275487" y="366783"/>
                  </a:lnTo>
                  <a:lnTo>
                    <a:pt x="1266505" y="366783"/>
                  </a:lnTo>
                  <a:lnTo>
                    <a:pt x="1257523" y="366783"/>
                  </a:lnTo>
                  <a:lnTo>
                    <a:pt x="1248540" y="366783"/>
                  </a:lnTo>
                  <a:lnTo>
                    <a:pt x="1239558" y="366783"/>
                  </a:lnTo>
                  <a:lnTo>
                    <a:pt x="1230576" y="366783"/>
                  </a:lnTo>
                  <a:lnTo>
                    <a:pt x="1221594" y="366783"/>
                  </a:lnTo>
                  <a:lnTo>
                    <a:pt x="1212611" y="366783"/>
                  </a:lnTo>
                  <a:lnTo>
                    <a:pt x="1203629" y="366783"/>
                  </a:lnTo>
                  <a:lnTo>
                    <a:pt x="1194647" y="366783"/>
                  </a:lnTo>
                  <a:lnTo>
                    <a:pt x="1185664" y="366783"/>
                  </a:lnTo>
                  <a:lnTo>
                    <a:pt x="1176682" y="366783"/>
                  </a:lnTo>
                  <a:lnTo>
                    <a:pt x="1167700" y="366783"/>
                  </a:lnTo>
                  <a:lnTo>
                    <a:pt x="1158717" y="366783"/>
                  </a:lnTo>
                  <a:lnTo>
                    <a:pt x="1149735" y="366783"/>
                  </a:lnTo>
                  <a:lnTo>
                    <a:pt x="1140753" y="366783"/>
                  </a:lnTo>
                  <a:lnTo>
                    <a:pt x="1131770" y="366783"/>
                  </a:lnTo>
                  <a:lnTo>
                    <a:pt x="1122788" y="366783"/>
                  </a:lnTo>
                  <a:lnTo>
                    <a:pt x="1113806" y="366783"/>
                  </a:lnTo>
                  <a:lnTo>
                    <a:pt x="1104824" y="366783"/>
                  </a:lnTo>
                  <a:lnTo>
                    <a:pt x="1095841" y="366783"/>
                  </a:lnTo>
                  <a:lnTo>
                    <a:pt x="1086859" y="366783"/>
                  </a:lnTo>
                  <a:lnTo>
                    <a:pt x="1077877" y="366783"/>
                  </a:lnTo>
                  <a:lnTo>
                    <a:pt x="1068894" y="366783"/>
                  </a:lnTo>
                  <a:lnTo>
                    <a:pt x="1059912" y="366783"/>
                  </a:lnTo>
                  <a:lnTo>
                    <a:pt x="1050930" y="366783"/>
                  </a:lnTo>
                  <a:lnTo>
                    <a:pt x="1041947" y="366783"/>
                  </a:lnTo>
                  <a:lnTo>
                    <a:pt x="1032965" y="366783"/>
                  </a:lnTo>
                  <a:lnTo>
                    <a:pt x="1023983" y="366783"/>
                  </a:lnTo>
                  <a:lnTo>
                    <a:pt x="1015000" y="366783"/>
                  </a:lnTo>
                  <a:lnTo>
                    <a:pt x="1006018" y="366783"/>
                  </a:lnTo>
                  <a:lnTo>
                    <a:pt x="997036" y="366783"/>
                  </a:lnTo>
                  <a:lnTo>
                    <a:pt x="988054" y="366783"/>
                  </a:lnTo>
                  <a:lnTo>
                    <a:pt x="979071" y="366783"/>
                  </a:lnTo>
                  <a:lnTo>
                    <a:pt x="970089" y="366783"/>
                  </a:lnTo>
                  <a:lnTo>
                    <a:pt x="961107" y="366783"/>
                  </a:lnTo>
                  <a:lnTo>
                    <a:pt x="952124" y="366783"/>
                  </a:lnTo>
                  <a:lnTo>
                    <a:pt x="943142" y="366783"/>
                  </a:lnTo>
                  <a:lnTo>
                    <a:pt x="934160" y="366783"/>
                  </a:lnTo>
                  <a:lnTo>
                    <a:pt x="925177" y="366783"/>
                  </a:lnTo>
                  <a:lnTo>
                    <a:pt x="916195" y="366783"/>
                  </a:lnTo>
                  <a:lnTo>
                    <a:pt x="907213" y="366783"/>
                  </a:lnTo>
                  <a:lnTo>
                    <a:pt x="898230" y="366783"/>
                  </a:lnTo>
                  <a:lnTo>
                    <a:pt x="889248" y="366783"/>
                  </a:lnTo>
                  <a:lnTo>
                    <a:pt x="880266" y="366783"/>
                  </a:lnTo>
                  <a:lnTo>
                    <a:pt x="871283" y="366783"/>
                  </a:lnTo>
                  <a:lnTo>
                    <a:pt x="862301" y="366783"/>
                  </a:lnTo>
                  <a:lnTo>
                    <a:pt x="853319" y="366783"/>
                  </a:lnTo>
                  <a:lnTo>
                    <a:pt x="844337" y="366783"/>
                  </a:lnTo>
                  <a:lnTo>
                    <a:pt x="835354" y="366783"/>
                  </a:lnTo>
                  <a:lnTo>
                    <a:pt x="826372" y="366783"/>
                  </a:lnTo>
                  <a:lnTo>
                    <a:pt x="817390" y="366783"/>
                  </a:lnTo>
                  <a:lnTo>
                    <a:pt x="808407" y="366783"/>
                  </a:lnTo>
                  <a:lnTo>
                    <a:pt x="799425" y="366783"/>
                  </a:lnTo>
                  <a:lnTo>
                    <a:pt x="790443" y="366783"/>
                  </a:lnTo>
                  <a:lnTo>
                    <a:pt x="781460" y="366783"/>
                  </a:lnTo>
                  <a:lnTo>
                    <a:pt x="772478" y="366783"/>
                  </a:lnTo>
                  <a:lnTo>
                    <a:pt x="763496" y="366783"/>
                  </a:lnTo>
                  <a:lnTo>
                    <a:pt x="754513" y="366783"/>
                  </a:lnTo>
                  <a:lnTo>
                    <a:pt x="745531" y="366783"/>
                  </a:lnTo>
                  <a:lnTo>
                    <a:pt x="736549" y="366783"/>
                  </a:lnTo>
                  <a:lnTo>
                    <a:pt x="727567" y="366783"/>
                  </a:lnTo>
                  <a:lnTo>
                    <a:pt x="718584" y="366783"/>
                  </a:lnTo>
                  <a:lnTo>
                    <a:pt x="709602" y="366783"/>
                  </a:lnTo>
                  <a:lnTo>
                    <a:pt x="700620" y="366783"/>
                  </a:lnTo>
                  <a:lnTo>
                    <a:pt x="691637" y="366783"/>
                  </a:lnTo>
                  <a:lnTo>
                    <a:pt x="682655" y="366783"/>
                  </a:lnTo>
                  <a:lnTo>
                    <a:pt x="673673" y="366783"/>
                  </a:lnTo>
                  <a:lnTo>
                    <a:pt x="664690" y="366783"/>
                  </a:lnTo>
                  <a:lnTo>
                    <a:pt x="655708" y="366783"/>
                  </a:lnTo>
                  <a:lnTo>
                    <a:pt x="646726" y="366783"/>
                  </a:lnTo>
                  <a:lnTo>
                    <a:pt x="637743" y="366783"/>
                  </a:lnTo>
                  <a:lnTo>
                    <a:pt x="628761" y="366783"/>
                  </a:lnTo>
                  <a:lnTo>
                    <a:pt x="619779" y="366783"/>
                  </a:lnTo>
                  <a:lnTo>
                    <a:pt x="610797" y="366783"/>
                  </a:lnTo>
                  <a:lnTo>
                    <a:pt x="601814" y="366783"/>
                  </a:lnTo>
                  <a:lnTo>
                    <a:pt x="592832" y="366783"/>
                  </a:lnTo>
                  <a:lnTo>
                    <a:pt x="583850" y="366783"/>
                  </a:lnTo>
                  <a:lnTo>
                    <a:pt x="574867" y="366783"/>
                  </a:lnTo>
                  <a:lnTo>
                    <a:pt x="565885" y="366783"/>
                  </a:lnTo>
                  <a:lnTo>
                    <a:pt x="556903" y="366783"/>
                  </a:lnTo>
                  <a:lnTo>
                    <a:pt x="547920" y="366783"/>
                  </a:lnTo>
                  <a:lnTo>
                    <a:pt x="538938" y="366783"/>
                  </a:lnTo>
                  <a:lnTo>
                    <a:pt x="529956" y="366783"/>
                  </a:lnTo>
                  <a:lnTo>
                    <a:pt x="520973" y="366783"/>
                  </a:lnTo>
                  <a:lnTo>
                    <a:pt x="511991" y="366783"/>
                  </a:lnTo>
                  <a:lnTo>
                    <a:pt x="503009" y="366783"/>
                  </a:lnTo>
                  <a:lnTo>
                    <a:pt x="494027" y="366783"/>
                  </a:lnTo>
                  <a:lnTo>
                    <a:pt x="485044" y="366783"/>
                  </a:lnTo>
                  <a:lnTo>
                    <a:pt x="476062" y="366783"/>
                  </a:lnTo>
                  <a:lnTo>
                    <a:pt x="467080" y="366783"/>
                  </a:lnTo>
                  <a:lnTo>
                    <a:pt x="458097" y="366783"/>
                  </a:lnTo>
                  <a:lnTo>
                    <a:pt x="449115" y="366783"/>
                  </a:lnTo>
                  <a:lnTo>
                    <a:pt x="440133" y="366783"/>
                  </a:lnTo>
                  <a:lnTo>
                    <a:pt x="431150" y="366783"/>
                  </a:lnTo>
                  <a:lnTo>
                    <a:pt x="422168" y="366783"/>
                  </a:lnTo>
                  <a:lnTo>
                    <a:pt x="413186" y="366783"/>
                  </a:lnTo>
                  <a:lnTo>
                    <a:pt x="404203" y="366783"/>
                  </a:lnTo>
                  <a:lnTo>
                    <a:pt x="395221" y="366783"/>
                  </a:lnTo>
                  <a:lnTo>
                    <a:pt x="386239" y="366783"/>
                  </a:lnTo>
                  <a:lnTo>
                    <a:pt x="377256" y="366783"/>
                  </a:lnTo>
                  <a:lnTo>
                    <a:pt x="368274" y="366783"/>
                  </a:lnTo>
                  <a:lnTo>
                    <a:pt x="359292" y="366783"/>
                  </a:lnTo>
                  <a:lnTo>
                    <a:pt x="350310" y="366783"/>
                  </a:lnTo>
                  <a:lnTo>
                    <a:pt x="341327" y="366783"/>
                  </a:lnTo>
                  <a:lnTo>
                    <a:pt x="332345" y="366783"/>
                  </a:lnTo>
                  <a:lnTo>
                    <a:pt x="323363" y="366783"/>
                  </a:lnTo>
                  <a:lnTo>
                    <a:pt x="314380" y="366783"/>
                  </a:lnTo>
                  <a:lnTo>
                    <a:pt x="305398" y="366783"/>
                  </a:lnTo>
                  <a:lnTo>
                    <a:pt x="296416" y="366783"/>
                  </a:lnTo>
                  <a:lnTo>
                    <a:pt x="287433" y="366783"/>
                  </a:lnTo>
                  <a:lnTo>
                    <a:pt x="278451" y="366783"/>
                  </a:lnTo>
                  <a:lnTo>
                    <a:pt x="269469" y="366783"/>
                  </a:lnTo>
                  <a:lnTo>
                    <a:pt x="260486" y="366783"/>
                  </a:lnTo>
                  <a:lnTo>
                    <a:pt x="251504" y="366783"/>
                  </a:lnTo>
                  <a:lnTo>
                    <a:pt x="242522" y="366783"/>
                  </a:lnTo>
                  <a:lnTo>
                    <a:pt x="233540" y="366783"/>
                  </a:lnTo>
                  <a:lnTo>
                    <a:pt x="224557" y="366783"/>
                  </a:lnTo>
                  <a:lnTo>
                    <a:pt x="215575" y="366783"/>
                  </a:lnTo>
                  <a:lnTo>
                    <a:pt x="206593" y="366783"/>
                  </a:lnTo>
                  <a:lnTo>
                    <a:pt x="197610" y="366783"/>
                  </a:lnTo>
                  <a:lnTo>
                    <a:pt x="188628" y="366783"/>
                  </a:lnTo>
                  <a:lnTo>
                    <a:pt x="179646" y="366783"/>
                  </a:lnTo>
                  <a:lnTo>
                    <a:pt x="170663" y="366783"/>
                  </a:lnTo>
                  <a:lnTo>
                    <a:pt x="161681" y="366783"/>
                  </a:lnTo>
                  <a:lnTo>
                    <a:pt x="152699" y="366783"/>
                  </a:lnTo>
                  <a:lnTo>
                    <a:pt x="143716" y="366783"/>
                  </a:lnTo>
                  <a:lnTo>
                    <a:pt x="134734" y="366783"/>
                  </a:lnTo>
                  <a:lnTo>
                    <a:pt x="125752" y="366783"/>
                  </a:lnTo>
                  <a:lnTo>
                    <a:pt x="116770" y="366783"/>
                  </a:lnTo>
                  <a:lnTo>
                    <a:pt x="107787" y="366783"/>
                  </a:lnTo>
                  <a:lnTo>
                    <a:pt x="98805" y="366783"/>
                  </a:lnTo>
                  <a:lnTo>
                    <a:pt x="89823" y="366783"/>
                  </a:lnTo>
                  <a:lnTo>
                    <a:pt x="80840" y="366783"/>
                  </a:lnTo>
                  <a:lnTo>
                    <a:pt x="71858" y="366783"/>
                  </a:lnTo>
                  <a:lnTo>
                    <a:pt x="62876" y="366783"/>
                  </a:lnTo>
                  <a:lnTo>
                    <a:pt x="53893" y="366783"/>
                  </a:lnTo>
                  <a:lnTo>
                    <a:pt x="44911" y="366783"/>
                  </a:lnTo>
                  <a:lnTo>
                    <a:pt x="35929" y="366783"/>
                  </a:lnTo>
                  <a:lnTo>
                    <a:pt x="26946" y="366783"/>
                  </a:lnTo>
                  <a:lnTo>
                    <a:pt x="17964" y="366783"/>
                  </a:lnTo>
                  <a:lnTo>
                    <a:pt x="8982" y="366783"/>
                  </a:lnTo>
                  <a:lnTo>
                    <a:pt x="0" y="366783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674070" y="2589456"/>
              <a:ext cx="1976108" cy="363179"/>
            </a:xfrm>
            <a:custGeom>
              <a:avLst/>
              <a:pathLst>
                <a:path w="1976108" h="363179">
                  <a:moveTo>
                    <a:pt x="0" y="363179"/>
                  </a:moveTo>
                  <a:lnTo>
                    <a:pt x="8982" y="362676"/>
                  </a:lnTo>
                  <a:lnTo>
                    <a:pt x="17964" y="362204"/>
                  </a:lnTo>
                  <a:lnTo>
                    <a:pt x="26946" y="361785"/>
                  </a:lnTo>
                  <a:lnTo>
                    <a:pt x="35929" y="361435"/>
                  </a:lnTo>
                  <a:lnTo>
                    <a:pt x="44911" y="361172"/>
                  </a:lnTo>
                  <a:lnTo>
                    <a:pt x="53893" y="361001"/>
                  </a:lnTo>
                  <a:lnTo>
                    <a:pt x="62876" y="360915"/>
                  </a:lnTo>
                  <a:lnTo>
                    <a:pt x="71858" y="360905"/>
                  </a:lnTo>
                  <a:lnTo>
                    <a:pt x="80840" y="360951"/>
                  </a:lnTo>
                  <a:lnTo>
                    <a:pt x="89823" y="361031"/>
                  </a:lnTo>
                  <a:lnTo>
                    <a:pt x="98805" y="361117"/>
                  </a:lnTo>
                  <a:lnTo>
                    <a:pt x="107787" y="361179"/>
                  </a:lnTo>
                  <a:lnTo>
                    <a:pt x="116770" y="361192"/>
                  </a:lnTo>
                  <a:lnTo>
                    <a:pt x="125752" y="361135"/>
                  </a:lnTo>
                  <a:lnTo>
                    <a:pt x="134734" y="360992"/>
                  </a:lnTo>
                  <a:lnTo>
                    <a:pt x="143716" y="360756"/>
                  </a:lnTo>
                  <a:lnTo>
                    <a:pt x="152699" y="360426"/>
                  </a:lnTo>
                  <a:lnTo>
                    <a:pt x="161681" y="360006"/>
                  </a:lnTo>
                  <a:lnTo>
                    <a:pt x="170663" y="359496"/>
                  </a:lnTo>
                  <a:lnTo>
                    <a:pt x="179646" y="358912"/>
                  </a:lnTo>
                  <a:lnTo>
                    <a:pt x="188628" y="358263"/>
                  </a:lnTo>
                  <a:lnTo>
                    <a:pt x="197610" y="357557"/>
                  </a:lnTo>
                  <a:lnTo>
                    <a:pt x="206593" y="356802"/>
                  </a:lnTo>
                  <a:lnTo>
                    <a:pt x="215575" y="356009"/>
                  </a:lnTo>
                  <a:lnTo>
                    <a:pt x="224557" y="355182"/>
                  </a:lnTo>
                  <a:lnTo>
                    <a:pt x="233540" y="354326"/>
                  </a:lnTo>
                  <a:lnTo>
                    <a:pt x="242522" y="353437"/>
                  </a:lnTo>
                  <a:lnTo>
                    <a:pt x="251504" y="352505"/>
                  </a:lnTo>
                  <a:lnTo>
                    <a:pt x="260486" y="351512"/>
                  </a:lnTo>
                  <a:lnTo>
                    <a:pt x="269469" y="350432"/>
                  </a:lnTo>
                  <a:lnTo>
                    <a:pt x="278451" y="349233"/>
                  </a:lnTo>
                  <a:lnTo>
                    <a:pt x="287433" y="347878"/>
                  </a:lnTo>
                  <a:lnTo>
                    <a:pt x="296416" y="346333"/>
                  </a:lnTo>
                  <a:lnTo>
                    <a:pt x="305398" y="344589"/>
                  </a:lnTo>
                  <a:lnTo>
                    <a:pt x="314380" y="342644"/>
                  </a:lnTo>
                  <a:lnTo>
                    <a:pt x="323363" y="340508"/>
                  </a:lnTo>
                  <a:lnTo>
                    <a:pt x="332345" y="338209"/>
                  </a:lnTo>
                  <a:lnTo>
                    <a:pt x="341327" y="335785"/>
                  </a:lnTo>
                  <a:lnTo>
                    <a:pt x="350310" y="333284"/>
                  </a:lnTo>
                  <a:lnTo>
                    <a:pt x="359292" y="330756"/>
                  </a:lnTo>
                  <a:lnTo>
                    <a:pt x="368274" y="328244"/>
                  </a:lnTo>
                  <a:lnTo>
                    <a:pt x="377256" y="325781"/>
                  </a:lnTo>
                  <a:lnTo>
                    <a:pt x="386239" y="323382"/>
                  </a:lnTo>
                  <a:lnTo>
                    <a:pt x="395221" y="321041"/>
                  </a:lnTo>
                  <a:lnTo>
                    <a:pt x="404203" y="318732"/>
                  </a:lnTo>
                  <a:lnTo>
                    <a:pt x="413186" y="316409"/>
                  </a:lnTo>
                  <a:lnTo>
                    <a:pt x="422168" y="314013"/>
                  </a:lnTo>
                  <a:lnTo>
                    <a:pt x="431150" y="311494"/>
                  </a:lnTo>
                  <a:lnTo>
                    <a:pt x="440133" y="308804"/>
                  </a:lnTo>
                  <a:lnTo>
                    <a:pt x="449115" y="305910"/>
                  </a:lnTo>
                  <a:lnTo>
                    <a:pt x="458097" y="302789"/>
                  </a:lnTo>
                  <a:lnTo>
                    <a:pt x="467080" y="299436"/>
                  </a:lnTo>
                  <a:lnTo>
                    <a:pt x="476062" y="295855"/>
                  </a:lnTo>
                  <a:lnTo>
                    <a:pt x="485044" y="292060"/>
                  </a:lnTo>
                  <a:lnTo>
                    <a:pt x="494027" y="288069"/>
                  </a:lnTo>
                  <a:lnTo>
                    <a:pt x="503009" y="283902"/>
                  </a:lnTo>
                  <a:lnTo>
                    <a:pt x="511991" y="279578"/>
                  </a:lnTo>
                  <a:lnTo>
                    <a:pt x="520973" y="275108"/>
                  </a:lnTo>
                  <a:lnTo>
                    <a:pt x="529956" y="270491"/>
                  </a:lnTo>
                  <a:lnTo>
                    <a:pt x="538938" y="265712"/>
                  </a:lnTo>
                  <a:lnTo>
                    <a:pt x="547920" y="260764"/>
                  </a:lnTo>
                  <a:lnTo>
                    <a:pt x="556903" y="255630"/>
                  </a:lnTo>
                  <a:lnTo>
                    <a:pt x="565885" y="250288"/>
                  </a:lnTo>
                  <a:lnTo>
                    <a:pt x="574867" y="244725"/>
                  </a:lnTo>
                  <a:lnTo>
                    <a:pt x="583850" y="238932"/>
                  </a:lnTo>
                  <a:lnTo>
                    <a:pt x="592832" y="232907"/>
                  </a:lnTo>
                  <a:lnTo>
                    <a:pt x="601814" y="226657"/>
                  </a:lnTo>
                  <a:lnTo>
                    <a:pt x="610797" y="220196"/>
                  </a:lnTo>
                  <a:lnTo>
                    <a:pt x="619779" y="213543"/>
                  </a:lnTo>
                  <a:lnTo>
                    <a:pt x="628761" y="206727"/>
                  </a:lnTo>
                  <a:lnTo>
                    <a:pt x="637743" y="199783"/>
                  </a:lnTo>
                  <a:lnTo>
                    <a:pt x="646726" y="192759"/>
                  </a:lnTo>
                  <a:lnTo>
                    <a:pt x="655708" y="185713"/>
                  </a:lnTo>
                  <a:lnTo>
                    <a:pt x="664690" y="178720"/>
                  </a:lnTo>
                  <a:lnTo>
                    <a:pt x="673673" y="171849"/>
                  </a:lnTo>
                  <a:lnTo>
                    <a:pt x="682655" y="165157"/>
                  </a:lnTo>
                  <a:lnTo>
                    <a:pt x="691637" y="158687"/>
                  </a:lnTo>
                  <a:lnTo>
                    <a:pt x="700620" y="152449"/>
                  </a:lnTo>
                  <a:lnTo>
                    <a:pt x="709602" y="146428"/>
                  </a:lnTo>
                  <a:lnTo>
                    <a:pt x="718584" y="140577"/>
                  </a:lnTo>
                  <a:lnTo>
                    <a:pt x="727567" y="134829"/>
                  </a:lnTo>
                  <a:lnTo>
                    <a:pt x="736549" y="129107"/>
                  </a:lnTo>
                  <a:lnTo>
                    <a:pt x="745531" y="123339"/>
                  </a:lnTo>
                  <a:lnTo>
                    <a:pt x="754513" y="117470"/>
                  </a:lnTo>
                  <a:lnTo>
                    <a:pt x="763496" y="111471"/>
                  </a:lnTo>
                  <a:lnTo>
                    <a:pt x="772478" y="105345"/>
                  </a:lnTo>
                  <a:lnTo>
                    <a:pt x="781460" y="99119"/>
                  </a:lnTo>
                  <a:lnTo>
                    <a:pt x="790443" y="92855"/>
                  </a:lnTo>
                  <a:lnTo>
                    <a:pt x="799425" y="86617"/>
                  </a:lnTo>
                  <a:lnTo>
                    <a:pt x="808407" y="80465"/>
                  </a:lnTo>
                  <a:lnTo>
                    <a:pt x="817390" y="74452"/>
                  </a:lnTo>
                  <a:lnTo>
                    <a:pt x="826372" y="68623"/>
                  </a:lnTo>
                  <a:lnTo>
                    <a:pt x="835354" y="63014"/>
                  </a:lnTo>
                  <a:lnTo>
                    <a:pt x="844337" y="57648"/>
                  </a:lnTo>
                  <a:lnTo>
                    <a:pt x="853319" y="52541"/>
                  </a:lnTo>
                  <a:lnTo>
                    <a:pt x="862301" y="47695"/>
                  </a:lnTo>
                  <a:lnTo>
                    <a:pt x="871283" y="43102"/>
                  </a:lnTo>
                  <a:lnTo>
                    <a:pt x="880266" y="38740"/>
                  </a:lnTo>
                  <a:lnTo>
                    <a:pt x="889248" y="34576"/>
                  </a:lnTo>
                  <a:lnTo>
                    <a:pt x="898230" y="30571"/>
                  </a:lnTo>
                  <a:lnTo>
                    <a:pt x="907213" y="26679"/>
                  </a:lnTo>
                  <a:lnTo>
                    <a:pt x="916195" y="22862"/>
                  </a:lnTo>
                  <a:lnTo>
                    <a:pt x="925177" y="19109"/>
                  </a:lnTo>
                  <a:lnTo>
                    <a:pt x="934160" y="15443"/>
                  </a:lnTo>
                  <a:lnTo>
                    <a:pt x="943142" y="11918"/>
                  </a:lnTo>
                  <a:lnTo>
                    <a:pt x="952124" y="8626"/>
                  </a:lnTo>
                  <a:lnTo>
                    <a:pt x="961107" y="5685"/>
                  </a:lnTo>
                  <a:lnTo>
                    <a:pt x="970089" y="3229"/>
                  </a:lnTo>
                  <a:lnTo>
                    <a:pt x="979071" y="1393"/>
                  </a:lnTo>
                  <a:lnTo>
                    <a:pt x="988054" y="291"/>
                  </a:lnTo>
                  <a:lnTo>
                    <a:pt x="997036" y="0"/>
                  </a:lnTo>
                  <a:lnTo>
                    <a:pt x="1006018" y="541"/>
                  </a:lnTo>
                  <a:lnTo>
                    <a:pt x="1015000" y="1875"/>
                  </a:lnTo>
                  <a:lnTo>
                    <a:pt x="1023983" y="3929"/>
                  </a:lnTo>
                  <a:lnTo>
                    <a:pt x="1032965" y="6490"/>
                  </a:lnTo>
                  <a:lnTo>
                    <a:pt x="1041947" y="9342"/>
                  </a:lnTo>
                  <a:lnTo>
                    <a:pt x="1050930" y="12279"/>
                  </a:lnTo>
                  <a:lnTo>
                    <a:pt x="1059912" y="15118"/>
                  </a:lnTo>
                  <a:lnTo>
                    <a:pt x="1068894" y="17716"/>
                  </a:lnTo>
                  <a:lnTo>
                    <a:pt x="1077877" y="19982"/>
                  </a:lnTo>
                  <a:lnTo>
                    <a:pt x="1086859" y="21883"/>
                  </a:lnTo>
                  <a:lnTo>
                    <a:pt x="1095841" y="23435"/>
                  </a:lnTo>
                  <a:lnTo>
                    <a:pt x="1104824" y="24699"/>
                  </a:lnTo>
                  <a:lnTo>
                    <a:pt x="1113806" y="25760"/>
                  </a:lnTo>
                  <a:lnTo>
                    <a:pt x="1122788" y="26717"/>
                  </a:lnTo>
                  <a:lnTo>
                    <a:pt x="1131770" y="27665"/>
                  </a:lnTo>
                  <a:lnTo>
                    <a:pt x="1140753" y="28690"/>
                  </a:lnTo>
                  <a:lnTo>
                    <a:pt x="1149735" y="29873"/>
                  </a:lnTo>
                  <a:lnTo>
                    <a:pt x="1158717" y="31257"/>
                  </a:lnTo>
                  <a:lnTo>
                    <a:pt x="1167700" y="32880"/>
                  </a:lnTo>
                  <a:lnTo>
                    <a:pt x="1176682" y="34784"/>
                  </a:lnTo>
                  <a:lnTo>
                    <a:pt x="1185664" y="37020"/>
                  </a:lnTo>
                  <a:lnTo>
                    <a:pt x="1194647" y="39655"/>
                  </a:lnTo>
                  <a:lnTo>
                    <a:pt x="1203629" y="42770"/>
                  </a:lnTo>
                  <a:lnTo>
                    <a:pt x="1212611" y="46457"/>
                  </a:lnTo>
                  <a:lnTo>
                    <a:pt x="1221594" y="50801"/>
                  </a:lnTo>
                  <a:lnTo>
                    <a:pt x="1230576" y="55857"/>
                  </a:lnTo>
                  <a:lnTo>
                    <a:pt x="1239558" y="61634"/>
                  </a:lnTo>
                  <a:lnTo>
                    <a:pt x="1248540" y="68072"/>
                  </a:lnTo>
                  <a:lnTo>
                    <a:pt x="1257523" y="75035"/>
                  </a:lnTo>
                  <a:lnTo>
                    <a:pt x="1266505" y="82320"/>
                  </a:lnTo>
                  <a:lnTo>
                    <a:pt x="1275487" y="89639"/>
                  </a:lnTo>
                  <a:lnTo>
                    <a:pt x="1284470" y="96730"/>
                  </a:lnTo>
                  <a:lnTo>
                    <a:pt x="1293452" y="103392"/>
                  </a:lnTo>
                  <a:lnTo>
                    <a:pt x="1302434" y="109507"/>
                  </a:lnTo>
                  <a:lnTo>
                    <a:pt x="1311417" y="115049"/>
                  </a:lnTo>
                  <a:lnTo>
                    <a:pt x="1320399" y="120094"/>
                  </a:lnTo>
                  <a:lnTo>
                    <a:pt x="1329381" y="124792"/>
                  </a:lnTo>
                  <a:lnTo>
                    <a:pt x="1338364" y="129344"/>
                  </a:lnTo>
                  <a:lnTo>
                    <a:pt x="1347346" y="133969"/>
                  </a:lnTo>
                  <a:lnTo>
                    <a:pt x="1356328" y="138868"/>
                  </a:lnTo>
                  <a:lnTo>
                    <a:pt x="1365310" y="144204"/>
                  </a:lnTo>
                  <a:lnTo>
                    <a:pt x="1374293" y="150083"/>
                  </a:lnTo>
                  <a:lnTo>
                    <a:pt x="1383275" y="156547"/>
                  </a:lnTo>
                  <a:lnTo>
                    <a:pt x="1392257" y="163621"/>
                  </a:lnTo>
                  <a:lnTo>
                    <a:pt x="1401240" y="171183"/>
                  </a:lnTo>
                  <a:lnTo>
                    <a:pt x="1410222" y="179113"/>
                  </a:lnTo>
                  <a:lnTo>
                    <a:pt x="1419204" y="187269"/>
                  </a:lnTo>
                  <a:lnTo>
                    <a:pt x="1428187" y="195492"/>
                  </a:lnTo>
                  <a:lnTo>
                    <a:pt x="1437169" y="203615"/>
                  </a:lnTo>
                  <a:lnTo>
                    <a:pt x="1446151" y="211473"/>
                  </a:lnTo>
                  <a:lnTo>
                    <a:pt x="1455134" y="218913"/>
                  </a:lnTo>
                  <a:lnTo>
                    <a:pt x="1464116" y="225805"/>
                  </a:lnTo>
                  <a:lnTo>
                    <a:pt x="1473098" y="232058"/>
                  </a:lnTo>
                  <a:lnTo>
                    <a:pt x="1482081" y="237621"/>
                  </a:lnTo>
                  <a:lnTo>
                    <a:pt x="1491063" y="242500"/>
                  </a:lnTo>
                  <a:lnTo>
                    <a:pt x="1500045" y="246747"/>
                  </a:lnTo>
                  <a:lnTo>
                    <a:pt x="1509027" y="250453"/>
                  </a:lnTo>
                  <a:lnTo>
                    <a:pt x="1518010" y="253755"/>
                  </a:lnTo>
                  <a:lnTo>
                    <a:pt x="1526992" y="256835"/>
                  </a:lnTo>
                  <a:lnTo>
                    <a:pt x="1535974" y="259836"/>
                  </a:lnTo>
                  <a:lnTo>
                    <a:pt x="1544957" y="262879"/>
                  </a:lnTo>
                  <a:lnTo>
                    <a:pt x="1553939" y="266053"/>
                  </a:lnTo>
                  <a:lnTo>
                    <a:pt x="1562921" y="269416"/>
                  </a:lnTo>
                  <a:lnTo>
                    <a:pt x="1571904" y="272996"/>
                  </a:lnTo>
                  <a:lnTo>
                    <a:pt x="1580886" y="276795"/>
                  </a:lnTo>
                  <a:lnTo>
                    <a:pt x="1589868" y="280799"/>
                  </a:lnTo>
                  <a:lnTo>
                    <a:pt x="1598851" y="284987"/>
                  </a:lnTo>
                  <a:lnTo>
                    <a:pt x="1607833" y="289333"/>
                  </a:lnTo>
                  <a:lnTo>
                    <a:pt x="1616815" y="293815"/>
                  </a:lnTo>
                  <a:lnTo>
                    <a:pt x="1625797" y="298404"/>
                  </a:lnTo>
                  <a:lnTo>
                    <a:pt x="1634780" y="303075"/>
                  </a:lnTo>
                  <a:lnTo>
                    <a:pt x="1643762" y="307777"/>
                  </a:lnTo>
                  <a:lnTo>
                    <a:pt x="1652744" y="312454"/>
                  </a:lnTo>
                  <a:lnTo>
                    <a:pt x="1661727" y="317035"/>
                  </a:lnTo>
                  <a:lnTo>
                    <a:pt x="1670709" y="321447"/>
                  </a:lnTo>
                  <a:lnTo>
                    <a:pt x="1679691" y="325614"/>
                  </a:lnTo>
                  <a:lnTo>
                    <a:pt x="1688674" y="329470"/>
                  </a:lnTo>
                  <a:lnTo>
                    <a:pt x="1697656" y="332967"/>
                  </a:lnTo>
                  <a:lnTo>
                    <a:pt x="1706638" y="336080"/>
                  </a:lnTo>
                  <a:lnTo>
                    <a:pt x="1715621" y="338808"/>
                  </a:lnTo>
                  <a:lnTo>
                    <a:pt x="1724603" y="341169"/>
                  </a:lnTo>
                  <a:lnTo>
                    <a:pt x="1733585" y="343201"/>
                  </a:lnTo>
                  <a:lnTo>
                    <a:pt x="1742567" y="344947"/>
                  </a:lnTo>
                  <a:lnTo>
                    <a:pt x="1751550" y="346452"/>
                  </a:lnTo>
                  <a:lnTo>
                    <a:pt x="1760532" y="347737"/>
                  </a:lnTo>
                  <a:lnTo>
                    <a:pt x="1769514" y="348848"/>
                  </a:lnTo>
                  <a:lnTo>
                    <a:pt x="1778497" y="349799"/>
                  </a:lnTo>
                  <a:lnTo>
                    <a:pt x="1787479" y="350599"/>
                  </a:lnTo>
                  <a:lnTo>
                    <a:pt x="1796461" y="351257"/>
                  </a:lnTo>
                  <a:lnTo>
                    <a:pt x="1805444" y="351783"/>
                  </a:lnTo>
                  <a:lnTo>
                    <a:pt x="1814426" y="352193"/>
                  </a:lnTo>
                  <a:lnTo>
                    <a:pt x="1823408" y="352509"/>
                  </a:lnTo>
                  <a:lnTo>
                    <a:pt x="1832391" y="352757"/>
                  </a:lnTo>
                  <a:lnTo>
                    <a:pt x="1841373" y="352968"/>
                  </a:lnTo>
                  <a:lnTo>
                    <a:pt x="1850355" y="353175"/>
                  </a:lnTo>
                  <a:lnTo>
                    <a:pt x="1859337" y="353408"/>
                  </a:lnTo>
                  <a:lnTo>
                    <a:pt x="1868320" y="353696"/>
                  </a:lnTo>
                  <a:lnTo>
                    <a:pt x="1877302" y="354067"/>
                  </a:lnTo>
                  <a:lnTo>
                    <a:pt x="1886284" y="354538"/>
                  </a:lnTo>
                  <a:lnTo>
                    <a:pt x="1895267" y="355114"/>
                  </a:lnTo>
                  <a:lnTo>
                    <a:pt x="1904249" y="355793"/>
                  </a:lnTo>
                  <a:lnTo>
                    <a:pt x="1913231" y="356563"/>
                  </a:lnTo>
                  <a:lnTo>
                    <a:pt x="1922214" y="357407"/>
                  </a:lnTo>
                  <a:lnTo>
                    <a:pt x="1931196" y="358302"/>
                  </a:lnTo>
                  <a:lnTo>
                    <a:pt x="1940178" y="359219"/>
                  </a:lnTo>
                  <a:lnTo>
                    <a:pt x="1949161" y="360132"/>
                  </a:lnTo>
                  <a:lnTo>
                    <a:pt x="1958143" y="361013"/>
                  </a:lnTo>
                  <a:lnTo>
                    <a:pt x="1967125" y="361838"/>
                  </a:lnTo>
                  <a:lnTo>
                    <a:pt x="1976108" y="362590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9698053" y="2368404"/>
              <a:ext cx="1338364" cy="587834"/>
            </a:xfrm>
            <a:custGeom>
              <a:avLst/>
              <a:pathLst>
                <a:path w="1338364" h="587834">
                  <a:moveTo>
                    <a:pt x="0" y="584235"/>
                  </a:moveTo>
                  <a:lnTo>
                    <a:pt x="8982" y="583768"/>
                  </a:lnTo>
                  <a:lnTo>
                    <a:pt x="17964" y="583243"/>
                  </a:lnTo>
                  <a:lnTo>
                    <a:pt x="26946" y="582645"/>
                  </a:lnTo>
                  <a:lnTo>
                    <a:pt x="35929" y="581956"/>
                  </a:lnTo>
                  <a:lnTo>
                    <a:pt x="44911" y="581159"/>
                  </a:lnTo>
                  <a:lnTo>
                    <a:pt x="53893" y="580241"/>
                  </a:lnTo>
                  <a:lnTo>
                    <a:pt x="62876" y="579191"/>
                  </a:lnTo>
                  <a:lnTo>
                    <a:pt x="71858" y="578006"/>
                  </a:lnTo>
                  <a:lnTo>
                    <a:pt x="80840" y="576688"/>
                  </a:lnTo>
                  <a:lnTo>
                    <a:pt x="89823" y="575250"/>
                  </a:lnTo>
                  <a:lnTo>
                    <a:pt x="98805" y="573713"/>
                  </a:lnTo>
                  <a:lnTo>
                    <a:pt x="107787" y="572104"/>
                  </a:lnTo>
                  <a:lnTo>
                    <a:pt x="116770" y="570450"/>
                  </a:lnTo>
                  <a:lnTo>
                    <a:pt x="125752" y="568776"/>
                  </a:lnTo>
                  <a:lnTo>
                    <a:pt x="134734" y="567093"/>
                  </a:lnTo>
                  <a:lnTo>
                    <a:pt x="143716" y="565391"/>
                  </a:lnTo>
                  <a:lnTo>
                    <a:pt x="152699" y="563636"/>
                  </a:lnTo>
                  <a:lnTo>
                    <a:pt x="161681" y="561777"/>
                  </a:lnTo>
                  <a:lnTo>
                    <a:pt x="170663" y="559744"/>
                  </a:lnTo>
                  <a:lnTo>
                    <a:pt x="179646" y="557457"/>
                  </a:lnTo>
                  <a:lnTo>
                    <a:pt x="188628" y="554834"/>
                  </a:lnTo>
                  <a:lnTo>
                    <a:pt x="197610" y="551805"/>
                  </a:lnTo>
                  <a:lnTo>
                    <a:pt x="206593" y="548315"/>
                  </a:lnTo>
                  <a:lnTo>
                    <a:pt x="215575" y="544335"/>
                  </a:lnTo>
                  <a:lnTo>
                    <a:pt x="224557" y="539865"/>
                  </a:lnTo>
                  <a:lnTo>
                    <a:pt x="233540" y="534931"/>
                  </a:lnTo>
                  <a:lnTo>
                    <a:pt x="242522" y="529562"/>
                  </a:lnTo>
                  <a:lnTo>
                    <a:pt x="251504" y="523817"/>
                  </a:lnTo>
                  <a:lnTo>
                    <a:pt x="260486" y="517753"/>
                  </a:lnTo>
                  <a:lnTo>
                    <a:pt x="269469" y="511391"/>
                  </a:lnTo>
                  <a:lnTo>
                    <a:pt x="278451" y="504719"/>
                  </a:lnTo>
                  <a:lnTo>
                    <a:pt x="287433" y="497701"/>
                  </a:lnTo>
                  <a:lnTo>
                    <a:pt x="296416" y="490275"/>
                  </a:lnTo>
                  <a:lnTo>
                    <a:pt x="305398" y="482372"/>
                  </a:lnTo>
                  <a:lnTo>
                    <a:pt x="314380" y="473926"/>
                  </a:lnTo>
                  <a:lnTo>
                    <a:pt x="323363" y="464887"/>
                  </a:lnTo>
                  <a:lnTo>
                    <a:pt x="332345" y="455239"/>
                  </a:lnTo>
                  <a:lnTo>
                    <a:pt x="341327" y="444997"/>
                  </a:lnTo>
                  <a:lnTo>
                    <a:pt x="350310" y="434213"/>
                  </a:lnTo>
                  <a:lnTo>
                    <a:pt x="359292" y="422960"/>
                  </a:lnTo>
                  <a:lnTo>
                    <a:pt x="368274" y="411298"/>
                  </a:lnTo>
                  <a:lnTo>
                    <a:pt x="377256" y="399325"/>
                  </a:lnTo>
                  <a:lnTo>
                    <a:pt x="386239" y="387077"/>
                  </a:lnTo>
                  <a:lnTo>
                    <a:pt x="395221" y="374551"/>
                  </a:lnTo>
                  <a:lnTo>
                    <a:pt x="404203" y="361714"/>
                  </a:lnTo>
                  <a:lnTo>
                    <a:pt x="413186" y="348515"/>
                  </a:lnTo>
                  <a:lnTo>
                    <a:pt x="422168" y="334898"/>
                  </a:lnTo>
                  <a:lnTo>
                    <a:pt x="431150" y="320828"/>
                  </a:lnTo>
                  <a:lnTo>
                    <a:pt x="440133" y="306304"/>
                  </a:lnTo>
                  <a:lnTo>
                    <a:pt x="449115" y="291366"/>
                  </a:lnTo>
                  <a:lnTo>
                    <a:pt x="458097" y="276099"/>
                  </a:lnTo>
                  <a:lnTo>
                    <a:pt x="467080" y="260629"/>
                  </a:lnTo>
                  <a:lnTo>
                    <a:pt x="476062" y="245106"/>
                  </a:lnTo>
                  <a:lnTo>
                    <a:pt x="485044" y="229688"/>
                  </a:lnTo>
                  <a:lnTo>
                    <a:pt x="494027" y="214533"/>
                  </a:lnTo>
                  <a:lnTo>
                    <a:pt x="503009" y="199722"/>
                  </a:lnTo>
                  <a:lnTo>
                    <a:pt x="511991" y="185293"/>
                  </a:lnTo>
                  <a:lnTo>
                    <a:pt x="520973" y="171241"/>
                  </a:lnTo>
                  <a:lnTo>
                    <a:pt x="529956" y="157534"/>
                  </a:lnTo>
                  <a:lnTo>
                    <a:pt x="538938" y="144128"/>
                  </a:lnTo>
                  <a:lnTo>
                    <a:pt x="547920" y="130988"/>
                  </a:lnTo>
                  <a:lnTo>
                    <a:pt x="556903" y="118109"/>
                  </a:lnTo>
                  <a:lnTo>
                    <a:pt x="565885" y="105516"/>
                  </a:lnTo>
                  <a:lnTo>
                    <a:pt x="574867" y="93269"/>
                  </a:lnTo>
                  <a:lnTo>
                    <a:pt x="583850" y="81449"/>
                  </a:lnTo>
                  <a:lnTo>
                    <a:pt x="592832" y="70148"/>
                  </a:lnTo>
                  <a:lnTo>
                    <a:pt x="601814" y="59448"/>
                  </a:lnTo>
                  <a:lnTo>
                    <a:pt x="610797" y="49459"/>
                  </a:lnTo>
                  <a:lnTo>
                    <a:pt x="619779" y="40211"/>
                  </a:lnTo>
                  <a:lnTo>
                    <a:pt x="628761" y="31715"/>
                  </a:lnTo>
                  <a:lnTo>
                    <a:pt x="637743" y="24007"/>
                  </a:lnTo>
                  <a:lnTo>
                    <a:pt x="646726" y="17142"/>
                  </a:lnTo>
                  <a:lnTo>
                    <a:pt x="655708" y="11212"/>
                  </a:lnTo>
                  <a:lnTo>
                    <a:pt x="664690" y="6349"/>
                  </a:lnTo>
                  <a:lnTo>
                    <a:pt x="673673" y="2725"/>
                  </a:lnTo>
                  <a:lnTo>
                    <a:pt x="682655" y="539"/>
                  </a:lnTo>
                  <a:lnTo>
                    <a:pt x="691637" y="0"/>
                  </a:lnTo>
                  <a:lnTo>
                    <a:pt x="700620" y="1288"/>
                  </a:lnTo>
                  <a:lnTo>
                    <a:pt x="709602" y="4538"/>
                  </a:lnTo>
                  <a:lnTo>
                    <a:pt x="718584" y="9805"/>
                  </a:lnTo>
                  <a:lnTo>
                    <a:pt x="727567" y="17059"/>
                  </a:lnTo>
                  <a:lnTo>
                    <a:pt x="736549" y="26295"/>
                  </a:lnTo>
                  <a:lnTo>
                    <a:pt x="745531" y="37130"/>
                  </a:lnTo>
                  <a:lnTo>
                    <a:pt x="754513" y="49304"/>
                  </a:lnTo>
                  <a:lnTo>
                    <a:pt x="763496" y="62548"/>
                  </a:lnTo>
                  <a:lnTo>
                    <a:pt x="772478" y="76603"/>
                  </a:lnTo>
                  <a:lnTo>
                    <a:pt x="781460" y="91238"/>
                  </a:lnTo>
                  <a:lnTo>
                    <a:pt x="790443" y="106252"/>
                  </a:lnTo>
                  <a:lnTo>
                    <a:pt x="799425" y="121473"/>
                  </a:lnTo>
                  <a:lnTo>
                    <a:pt x="808407" y="136758"/>
                  </a:lnTo>
                  <a:lnTo>
                    <a:pt x="817390" y="151987"/>
                  </a:lnTo>
                  <a:lnTo>
                    <a:pt x="826372" y="167068"/>
                  </a:lnTo>
                  <a:lnTo>
                    <a:pt x="835354" y="181934"/>
                  </a:lnTo>
                  <a:lnTo>
                    <a:pt x="844337" y="196553"/>
                  </a:lnTo>
                  <a:lnTo>
                    <a:pt x="853319" y="210911"/>
                  </a:lnTo>
                  <a:lnTo>
                    <a:pt x="862301" y="225033"/>
                  </a:lnTo>
                  <a:lnTo>
                    <a:pt x="871283" y="238972"/>
                  </a:lnTo>
                  <a:lnTo>
                    <a:pt x="880266" y="252770"/>
                  </a:lnTo>
                  <a:lnTo>
                    <a:pt x="889248" y="266464"/>
                  </a:lnTo>
                  <a:lnTo>
                    <a:pt x="898230" y="280075"/>
                  </a:lnTo>
                  <a:lnTo>
                    <a:pt x="907213" y="293611"/>
                  </a:lnTo>
                  <a:lnTo>
                    <a:pt x="916195" y="307067"/>
                  </a:lnTo>
                  <a:lnTo>
                    <a:pt x="925177" y="320434"/>
                  </a:lnTo>
                  <a:lnTo>
                    <a:pt x="934160" y="333703"/>
                  </a:lnTo>
                  <a:lnTo>
                    <a:pt x="943142" y="346876"/>
                  </a:lnTo>
                  <a:lnTo>
                    <a:pt x="952124" y="359964"/>
                  </a:lnTo>
                  <a:lnTo>
                    <a:pt x="961107" y="372990"/>
                  </a:lnTo>
                  <a:lnTo>
                    <a:pt x="970089" y="385972"/>
                  </a:lnTo>
                  <a:lnTo>
                    <a:pt x="979071" y="398911"/>
                  </a:lnTo>
                  <a:lnTo>
                    <a:pt x="988054" y="411772"/>
                  </a:lnTo>
                  <a:lnTo>
                    <a:pt x="997036" y="424472"/>
                  </a:lnTo>
                  <a:lnTo>
                    <a:pt x="1006018" y="436884"/>
                  </a:lnTo>
                  <a:lnTo>
                    <a:pt x="1015000" y="448850"/>
                  </a:lnTo>
                  <a:lnTo>
                    <a:pt x="1023983" y="460205"/>
                  </a:lnTo>
                  <a:lnTo>
                    <a:pt x="1032965" y="470795"/>
                  </a:lnTo>
                  <a:lnTo>
                    <a:pt x="1041947" y="480509"/>
                  </a:lnTo>
                  <a:lnTo>
                    <a:pt x="1050930" y="489286"/>
                  </a:lnTo>
                  <a:lnTo>
                    <a:pt x="1059912" y="497127"/>
                  </a:lnTo>
                  <a:lnTo>
                    <a:pt x="1068894" y="504090"/>
                  </a:lnTo>
                  <a:lnTo>
                    <a:pt x="1077877" y="510272"/>
                  </a:lnTo>
                  <a:lnTo>
                    <a:pt x="1086859" y="515797"/>
                  </a:lnTo>
                  <a:lnTo>
                    <a:pt x="1095841" y="520788"/>
                  </a:lnTo>
                  <a:lnTo>
                    <a:pt x="1104824" y="525357"/>
                  </a:lnTo>
                  <a:lnTo>
                    <a:pt x="1113806" y="529641"/>
                  </a:lnTo>
                  <a:lnTo>
                    <a:pt x="1122788" y="533725"/>
                  </a:lnTo>
                  <a:lnTo>
                    <a:pt x="1131770" y="537674"/>
                  </a:lnTo>
                  <a:lnTo>
                    <a:pt x="1140753" y="541535"/>
                  </a:lnTo>
                  <a:lnTo>
                    <a:pt x="1149735" y="545339"/>
                  </a:lnTo>
                  <a:lnTo>
                    <a:pt x="1158717" y="549100"/>
                  </a:lnTo>
                  <a:lnTo>
                    <a:pt x="1167700" y="552810"/>
                  </a:lnTo>
                  <a:lnTo>
                    <a:pt x="1176682" y="556442"/>
                  </a:lnTo>
                  <a:lnTo>
                    <a:pt x="1185664" y="559955"/>
                  </a:lnTo>
                  <a:lnTo>
                    <a:pt x="1194647" y="563296"/>
                  </a:lnTo>
                  <a:lnTo>
                    <a:pt x="1203629" y="566407"/>
                  </a:lnTo>
                  <a:lnTo>
                    <a:pt x="1212611" y="569237"/>
                  </a:lnTo>
                  <a:lnTo>
                    <a:pt x="1221594" y="571731"/>
                  </a:lnTo>
                  <a:lnTo>
                    <a:pt x="1230576" y="573872"/>
                  </a:lnTo>
                  <a:lnTo>
                    <a:pt x="1239558" y="575676"/>
                  </a:lnTo>
                  <a:lnTo>
                    <a:pt x="1248540" y="577166"/>
                  </a:lnTo>
                  <a:lnTo>
                    <a:pt x="1257523" y="578378"/>
                  </a:lnTo>
                  <a:lnTo>
                    <a:pt x="1266505" y="579358"/>
                  </a:lnTo>
                  <a:lnTo>
                    <a:pt x="1275487" y="580155"/>
                  </a:lnTo>
                  <a:lnTo>
                    <a:pt x="1284470" y="580818"/>
                  </a:lnTo>
                  <a:lnTo>
                    <a:pt x="1293452" y="581393"/>
                  </a:lnTo>
                  <a:lnTo>
                    <a:pt x="1302434" y="581915"/>
                  </a:lnTo>
                  <a:lnTo>
                    <a:pt x="1311417" y="582412"/>
                  </a:lnTo>
                  <a:lnTo>
                    <a:pt x="1320399" y="582901"/>
                  </a:lnTo>
                  <a:lnTo>
                    <a:pt x="1329381" y="583390"/>
                  </a:lnTo>
                  <a:lnTo>
                    <a:pt x="1338364" y="583877"/>
                  </a:lnTo>
                  <a:lnTo>
                    <a:pt x="1338364" y="587834"/>
                  </a:lnTo>
                  <a:lnTo>
                    <a:pt x="1329381" y="587834"/>
                  </a:lnTo>
                  <a:lnTo>
                    <a:pt x="1320399" y="587834"/>
                  </a:lnTo>
                  <a:lnTo>
                    <a:pt x="1311417" y="587834"/>
                  </a:lnTo>
                  <a:lnTo>
                    <a:pt x="1302434" y="587834"/>
                  </a:lnTo>
                  <a:lnTo>
                    <a:pt x="1293452" y="587834"/>
                  </a:lnTo>
                  <a:lnTo>
                    <a:pt x="1284470" y="587834"/>
                  </a:lnTo>
                  <a:lnTo>
                    <a:pt x="1275487" y="587834"/>
                  </a:lnTo>
                  <a:lnTo>
                    <a:pt x="1266505" y="587834"/>
                  </a:lnTo>
                  <a:lnTo>
                    <a:pt x="1257523" y="587834"/>
                  </a:lnTo>
                  <a:lnTo>
                    <a:pt x="1248540" y="587834"/>
                  </a:lnTo>
                  <a:lnTo>
                    <a:pt x="1239558" y="587834"/>
                  </a:lnTo>
                  <a:lnTo>
                    <a:pt x="1230576" y="587834"/>
                  </a:lnTo>
                  <a:lnTo>
                    <a:pt x="1221594" y="587834"/>
                  </a:lnTo>
                  <a:lnTo>
                    <a:pt x="1212611" y="587834"/>
                  </a:lnTo>
                  <a:lnTo>
                    <a:pt x="1203629" y="587834"/>
                  </a:lnTo>
                  <a:lnTo>
                    <a:pt x="1194647" y="587834"/>
                  </a:lnTo>
                  <a:lnTo>
                    <a:pt x="1185664" y="587834"/>
                  </a:lnTo>
                  <a:lnTo>
                    <a:pt x="1176682" y="587834"/>
                  </a:lnTo>
                  <a:lnTo>
                    <a:pt x="1167700" y="587834"/>
                  </a:lnTo>
                  <a:lnTo>
                    <a:pt x="1158717" y="587834"/>
                  </a:lnTo>
                  <a:lnTo>
                    <a:pt x="1149735" y="587834"/>
                  </a:lnTo>
                  <a:lnTo>
                    <a:pt x="1140753" y="587834"/>
                  </a:lnTo>
                  <a:lnTo>
                    <a:pt x="1131770" y="587834"/>
                  </a:lnTo>
                  <a:lnTo>
                    <a:pt x="1122788" y="587834"/>
                  </a:lnTo>
                  <a:lnTo>
                    <a:pt x="1113806" y="587834"/>
                  </a:lnTo>
                  <a:lnTo>
                    <a:pt x="1104824" y="587834"/>
                  </a:lnTo>
                  <a:lnTo>
                    <a:pt x="1095841" y="587834"/>
                  </a:lnTo>
                  <a:lnTo>
                    <a:pt x="1086859" y="587834"/>
                  </a:lnTo>
                  <a:lnTo>
                    <a:pt x="1077877" y="587834"/>
                  </a:lnTo>
                  <a:lnTo>
                    <a:pt x="1068894" y="587834"/>
                  </a:lnTo>
                  <a:lnTo>
                    <a:pt x="1059912" y="587834"/>
                  </a:lnTo>
                  <a:lnTo>
                    <a:pt x="1050930" y="587834"/>
                  </a:lnTo>
                  <a:lnTo>
                    <a:pt x="1041947" y="587834"/>
                  </a:lnTo>
                  <a:lnTo>
                    <a:pt x="1032965" y="587834"/>
                  </a:lnTo>
                  <a:lnTo>
                    <a:pt x="1023983" y="587834"/>
                  </a:lnTo>
                  <a:lnTo>
                    <a:pt x="1015000" y="587834"/>
                  </a:lnTo>
                  <a:lnTo>
                    <a:pt x="1006018" y="587834"/>
                  </a:lnTo>
                  <a:lnTo>
                    <a:pt x="997036" y="587834"/>
                  </a:lnTo>
                  <a:lnTo>
                    <a:pt x="988054" y="587834"/>
                  </a:lnTo>
                  <a:lnTo>
                    <a:pt x="979071" y="587834"/>
                  </a:lnTo>
                  <a:lnTo>
                    <a:pt x="970089" y="587834"/>
                  </a:lnTo>
                  <a:lnTo>
                    <a:pt x="961107" y="587834"/>
                  </a:lnTo>
                  <a:lnTo>
                    <a:pt x="952124" y="587834"/>
                  </a:lnTo>
                  <a:lnTo>
                    <a:pt x="943142" y="587834"/>
                  </a:lnTo>
                  <a:lnTo>
                    <a:pt x="934160" y="587834"/>
                  </a:lnTo>
                  <a:lnTo>
                    <a:pt x="925177" y="587834"/>
                  </a:lnTo>
                  <a:lnTo>
                    <a:pt x="916195" y="587834"/>
                  </a:lnTo>
                  <a:lnTo>
                    <a:pt x="907213" y="587834"/>
                  </a:lnTo>
                  <a:lnTo>
                    <a:pt x="898230" y="587834"/>
                  </a:lnTo>
                  <a:lnTo>
                    <a:pt x="889248" y="587834"/>
                  </a:lnTo>
                  <a:lnTo>
                    <a:pt x="880266" y="587834"/>
                  </a:lnTo>
                  <a:lnTo>
                    <a:pt x="871283" y="587834"/>
                  </a:lnTo>
                  <a:lnTo>
                    <a:pt x="862301" y="587834"/>
                  </a:lnTo>
                  <a:lnTo>
                    <a:pt x="853319" y="587834"/>
                  </a:lnTo>
                  <a:lnTo>
                    <a:pt x="844337" y="587834"/>
                  </a:lnTo>
                  <a:lnTo>
                    <a:pt x="835354" y="587834"/>
                  </a:lnTo>
                  <a:lnTo>
                    <a:pt x="826372" y="587834"/>
                  </a:lnTo>
                  <a:lnTo>
                    <a:pt x="817390" y="587834"/>
                  </a:lnTo>
                  <a:lnTo>
                    <a:pt x="808407" y="587834"/>
                  </a:lnTo>
                  <a:lnTo>
                    <a:pt x="799425" y="587834"/>
                  </a:lnTo>
                  <a:lnTo>
                    <a:pt x="790443" y="587834"/>
                  </a:lnTo>
                  <a:lnTo>
                    <a:pt x="781460" y="587834"/>
                  </a:lnTo>
                  <a:lnTo>
                    <a:pt x="772478" y="587834"/>
                  </a:lnTo>
                  <a:lnTo>
                    <a:pt x="763496" y="587834"/>
                  </a:lnTo>
                  <a:lnTo>
                    <a:pt x="754513" y="587834"/>
                  </a:lnTo>
                  <a:lnTo>
                    <a:pt x="745531" y="587834"/>
                  </a:lnTo>
                  <a:lnTo>
                    <a:pt x="736549" y="587834"/>
                  </a:lnTo>
                  <a:lnTo>
                    <a:pt x="727567" y="587834"/>
                  </a:lnTo>
                  <a:lnTo>
                    <a:pt x="718584" y="587834"/>
                  </a:lnTo>
                  <a:lnTo>
                    <a:pt x="709602" y="587834"/>
                  </a:lnTo>
                  <a:lnTo>
                    <a:pt x="700620" y="587834"/>
                  </a:lnTo>
                  <a:lnTo>
                    <a:pt x="691637" y="587834"/>
                  </a:lnTo>
                  <a:lnTo>
                    <a:pt x="682655" y="587834"/>
                  </a:lnTo>
                  <a:lnTo>
                    <a:pt x="673673" y="587834"/>
                  </a:lnTo>
                  <a:lnTo>
                    <a:pt x="664690" y="587834"/>
                  </a:lnTo>
                  <a:lnTo>
                    <a:pt x="655708" y="587834"/>
                  </a:lnTo>
                  <a:lnTo>
                    <a:pt x="646726" y="587834"/>
                  </a:lnTo>
                  <a:lnTo>
                    <a:pt x="637743" y="587834"/>
                  </a:lnTo>
                  <a:lnTo>
                    <a:pt x="628761" y="587834"/>
                  </a:lnTo>
                  <a:lnTo>
                    <a:pt x="619779" y="587834"/>
                  </a:lnTo>
                  <a:lnTo>
                    <a:pt x="610797" y="587834"/>
                  </a:lnTo>
                  <a:lnTo>
                    <a:pt x="601814" y="587834"/>
                  </a:lnTo>
                  <a:lnTo>
                    <a:pt x="592832" y="587834"/>
                  </a:lnTo>
                  <a:lnTo>
                    <a:pt x="583850" y="587834"/>
                  </a:lnTo>
                  <a:lnTo>
                    <a:pt x="574867" y="587834"/>
                  </a:lnTo>
                  <a:lnTo>
                    <a:pt x="565885" y="587834"/>
                  </a:lnTo>
                  <a:lnTo>
                    <a:pt x="556903" y="587834"/>
                  </a:lnTo>
                  <a:lnTo>
                    <a:pt x="547920" y="587834"/>
                  </a:lnTo>
                  <a:lnTo>
                    <a:pt x="538938" y="587834"/>
                  </a:lnTo>
                  <a:lnTo>
                    <a:pt x="529956" y="587834"/>
                  </a:lnTo>
                  <a:lnTo>
                    <a:pt x="520973" y="587834"/>
                  </a:lnTo>
                  <a:lnTo>
                    <a:pt x="511991" y="587834"/>
                  </a:lnTo>
                  <a:lnTo>
                    <a:pt x="503009" y="587834"/>
                  </a:lnTo>
                  <a:lnTo>
                    <a:pt x="494027" y="587834"/>
                  </a:lnTo>
                  <a:lnTo>
                    <a:pt x="485044" y="587834"/>
                  </a:lnTo>
                  <a:lnTo>
                    <a:pt x="476062" y="587834"/>
                  </a:lnTo>
                  <a:lnTo>
                    <a:pt x="467080" y="587834"/>
                  </a:lnTo>
                  <a:lnTo>
                    <a:pt x="458097" y="587834"/>
                  </a:lnTo>
                  <a:lnTo>
                    <a:pt x="449115" y="587834"/>
                  </a:lnTo>
                  <a:lnTo>
                    <a:pt x="440133" y="587834"/>
                  </a:lnTo>
                  <a:lnTo>
                    <a:pt x="431150" y="587834"/>
                  </a:lnTo>
                  <a:lnTo>
                    <a:pt x="422168" y="587834"/>
                  </a:lnTo>
                  <a:lnTo>
                    <a:pt x="413186" y="587834"/>
                  </a:lnTo>
                  <a:lnTo>
                    <a:pt x="404203" y="587834"/>
                  </a:lnTo>
                  <a:lnTo>
                    <a:pt x="395221" y="587834"/>
                  </a:lnTo>
                  <a:lnTo>
                    <a:pt x="386239" y="587834"/>
                  </a:lnTo>
                  <a:lnTo>
                    <a:pt x="377256" y="587834"/>
                  </a:lnTo>
                  <a:lnTo>
                    <a:pt x="368274" y="587834"/>
                  </a:lnTo>
                  <a:lnTo>
                    <a:pt x="359292" y="587834"/>
                  </a:lnTo>
                  <a:lnTo>
                    <a:pt x="350310" y="587834"/>
                  </a:lnTo>
                  <a:lnTo>
                    <a:pt x="341327" y="587834"/>
                  </a:lnTo>
                  <a:lnTo>
                    <a:pt x="332345" y="587834"/>
                  </a:lnTo>
                  <a:lnTo>
                    <a:pt x="323363" y="587834"/>
                  </a:lnTo>
                  <a:lnTo>
                    <a:pt x="314380" y="587834"/>
                  </a:lnTo>
                  <a:lnTo>
                    <a:pt x="305398" y="587834"/>
                  </a:lnTo>
                  <a:lnTo>
                    <a:pt x="296416" y="587834"/>
                  </a:lnTo>
                  <a:lnTo>
                    <a:pt x="287433" y="587834"/>
                  </a:lnTo>
                  <a:lnTo>
                    <a:pt x="278451" y="587834"/>
                  </a:lnTo>
                  <a:lnTo>
                    <a:pt x="269469" y="587834"/>
                  </a:lnTo>
                  <a:lnTo>
                    <a:pt x="260486" y="587834"/>
                  </a:lnTo>
                  <a:lnTo>
                    <a:pt x="251504" y="587834"/>
                  </a:lnTo>
                  <a:lnTo>
                    <a:pt x="242522" y="587834"/>
                  </a:lnTo>
                  <a:lnTo>
                    <a:pt x="233540" y="587834"/>
                  </a:lnTo>
                  <a:lnTo>
                    <a:pt x="224557" y="587834"/>
                  </a:lnTo>
                  <a:lnTo>
                    <a:pt x="215575" y="587834"/>
                  </a:lnTo>
                  <a:lnTo>
                    <a:pt x="206593" y="587834"/>
                  </a:lnTo>
                  <a:lnTo>
                    <a:pt x="197610" y="587834"/>
                  </a:lnTo>
                  <a:lnTo>
                    <a:pt x="188628" y="587834"/>
                  </a:lnTo>
                  <a:lnTo>
                    <a:pt x="179646" y="587834"/>
                  </a:lnTo>
                  <a:lnTo>
                    <a:pt x="170663" y="587834"/>
                  </a:lnTo>
                  <a:lnTo>
                    <a:pt x="161681" y="587834"/>
                  </a:lnTo>
                  <a:lnTo>
                    <a:pt x="152699" y="587834"/>
                  </a:lnTo>
                  <a:lnTo>
                    <a:pt x="143716" y="587834"/>
                  </a:lnTo>
                  <a:lnTo>
                    <a:pt x="134734" y="587834"/>
                  </a:lnTo>
                  <a:lnTo>
                    <a:pt x="125752" y="587834"/>
                  </a:lnTo>
                  <a:lnTo>
                    <a:pt x="116770" y="587834"/>
                  </a:lnTo>
                  <a:lnTo>
                    <a:pt x="107787" y="587834"/>
                  </a:lnTo>
                  <a:lnTo>
                    <a:pt x="98805" y="587834"/>
                  </a:lnTo>
                  <a:lnTo>
                    <a:pt x="89823" y="587834"/>
                  </a:lnTo>
                  <a:lnTo>
                    <a:pt x="80840" y="587834"/>
                  </a:lnTo>
                  <a:lnTo>
                    <a:pt x="71858" y="587834"/>
                  </a:lnTo>
                  <a:lnTo>
                    <a:pt x="62876" y="587834"/>
                  </a:lnTo>
                  <a:lnTo>
                    <a:pt x="53893" y="587834"/>
                  </a:lnTo>
                  <a:lnTo>
                    <a:pt x="44911" y="587834"/>
                  </a:lnTo>
                  <a:lnTo>
                    <a:pt x="35929" y="587834"/>
                  </a:lnTo>
                  <a:lnTo>
                    <a:pt x="26946" y="587834"/>
                  </a:lnTo>
                  <a:lnTo>
                    <a:pt x="17964" y="587834"/>
                  </a:lnTo>
                  <a:lnTo>
                    <a:pt x="8982" y="587834"/>
                  </a:lnTo>
                  <a:lnTo>
                    <a:pt x="0" y="587834"/>
                  </a:lnTo>
                  <a:close/>
                </a:path>
              </a:pathLst>
            </a:custGeom>
            <a:solidFill>
              <a:srgbClr val="2C7FB8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9698053" y="2368404"/>
              <a:ext cx="1338364" cy="584235"/>
            </a:xfrm>
            <a:custGeom>
              <a:avLst/>
              <a:pathLst>
                <a:path w="1338364" h="584235">
                  <a:moveTo>
                    <a:pt x="0" y="584235"/>
                  </a:moveTo>
                  <a:lnTo>
                    <a:pt x="8982" y="583768"/>
                  </a:lnTo>
                  <a:lnTo>
                    <a:pt x="17964" y="583243"/>
                  </a:lnTo>
                  <a:lnTo>
                    <a:pt x="26946" y="582645"/>
                  </a:lnTo>
                  <a:lnTo>
                    <a:pt x="35929" y="581956"/>
                  </a:lnTo>
                  <a:lnTo>
                    <a:pt x="44911" y="581159"/>
                  </a:lnTo>
                  <a:lnTo>
                    <a:pt x="53893" y="580241"/>
                  </a:lnTo>
                  <a:lnTo>
                    <a:pt x="62876" y="579191"/>
                  </a:lnTo>
                  <a:lnTo>
                    <a:pt x="71858" y="578006"/>
                  </a:lnTo>
                  <a:lnTo>
                    <a:pt x="80840" y="576688"/>
                  </a:lnTo>
                  <a:lnTo>
                    <a:pt x="89823" y="575250"/>
                  </a:lnTo>
                  <a:lnTo>
                    <a:pt x="98805" y="573713"/>
                  </a:lnTo>
                  <a:lnTo>
                    <a:pt x="107787" y="572104"/>
                  </a:lnTo>
                  <a:lnTo>
                    <a:pt x="116770" y="570450"/>
                  </a:lnTo>
                  <a:lnTo>
                    <a:pt x="125752" y="568776"/>
                  </a:lnTo>
                  <a:lnTo>
                    <a:pt x="134734" y="567093"/>
                  </a:lnTo>
                  <a:lnTo>
                    <a:pt x="143716" y="565391"/>
                  </a:lnTo>
                  <a:lnTo>
                    <a:pt x="152699" y="563636"/>
                  </a:lnTo>
                  <a:lnTo>
                    <a:pt x="161681" y="561777"/>
                  </a:lnTo>
                  <a:lnTo>
                    <a:pt x="170663" y="559744"/>
                  </a:lnTo>
                  <a:lnTo>
                    <a:pt x="179646" y="557457"/>
                  </a:lnTo>
                  <a:lnTo>
                    <a:pt x="188628" y="554834"/>
                  </a:lnTo>
                  <a:lnTo>
                    <a:pt x="197610" y="551805"/>
                  </a:lnTo>
                  <a:lnTo>
                    <a:pt x="206593" y="548315"/>
                  </a:lnTo>
                  <a:lnTo>
                    <a:pt x="215575" y="544335"/>
                  </a:lnTo>
                  <a:lnTo>
                    <a:pt x="224557" y="539865"/>
                  </a:lnTo>
                  <a:lnTo>
                    <a:pt x="233540" y="534931"/>
                  </a:lnTo>
                  <a:lnTo>
                    <a:pt x="242522" y="529562"/>
                  </a:lnTo>
                  <a:lnTo>
                    <a:pt x="251504" y="523817"/>
                  </a:lnTo>
                  <a:lnTo>
                    <a:pt x="260486" y="517753"/>
                  </a:lnTo>
                  <a:lnTo>
                    <a:pt x="269469" y="511391"/>
                  </a:lnTo>
                  <a:lnTo>
                    <a:pt x="278451" y="504719"/>
                  </a:lnTo>
                  <a:lnTo>
                    <a:pt x="287433" y="497701"/>
                  </a:lnTo>
                  <a:lnTo>
                    <a:pt x="296416" y="490275"/>
                  </a:lnTo>
                  <a:lnTo>
                    <a:pt x="305398" y="482372"/>
                  </a:lnTo>
                  <a:lnTo>
                    <a:pt x="314380" y="473926"/>
                  </a:lnTo>
                  <a:lnTo>
                    <a:pt x="323363" y="464887"/>
                  </a:lnTo>
                  <a:lnTo>
                    <a:pt x="332345" y="455239"/>
                  </a:lnTo>
                  <a:lnTo>
                    <a:pt x="341327" y="444997"/>
                  </a:lnTo>
                  <a:lnTo>
                    <a:pt x="350310" y="434213"/>
                  </a:lnTo>
                  <a:lnTo>
                    <a:pt x="359292" y="422960"/>
                  </a:lnTo>
                  <a:lnTo>
                    <a:pt x="368274" y="411298"/>
                  </a:lnTo>
                  <a:lnTo>
                    <a:pt x="377256" y="399325"/>
                  </a:lnTo>
                  <a:lnTo>
                    <a:pt x="386239" y="387077"/>
                  </a:lnTo>
                  <a:lnTo>
                    <a:pt x="395221" y="374551"/>
                  </a:lnTo>
                  <a:lnTo>
                    <a:pt x="404203" y="361714"/>
                  </a:lnTo>
                  <a:lnTo>
                    <a:pt x="413186" y="348515"/>
                  </a:lnTo>
                  <a:lnTo>
                    <a:pt x="422168" y="334898"/>
                  </a:lnTo>
                  <a:lnTo>
                    <a:pt x="431150" y="320828"/>
                  </a:lnTo>
                  <a:lnTo>
                    <a:pt x="440133" y="306304"/>
                  </a:lnTo>
                  <a:lnTo>
                    <a:pt x="449115" y="291366"/>
                  </a:lnTo>
                  <a:lnTo>
                    <a:pt x="458097" y="276099"/>
                  </a:lnTo>
                  <a:lnTo>
                    <a:pt x="467080" y="260629"/>
                  </a:lnTo>
                  <a:lnTo>
                    <a:pt x="476062" y="245106"/>
                  </a:lnTo>
                  <a:lnTo>
                    <a:pt x="485044" y="229688"/>
                  </a:lnTo>
                  <a:lnTo>
                    <a:pt x="494027" y="214533"/>
                  </a:lnTo>
                  <a:lnTo>
                    <a:pt x="503009" y="199722"/>
                  </a:lnTo>
                  <a:lnTo>
                    <a:pt x="511991" y="185293"/>
                  </a:lnTo>
                  <a:lnTo>
                    <a:pt x="520973" y="171241"/>
                  </a:lnTo>
                  <a:lnTo>
                    <a:pt x="529956" y="157534"/>
                  </a:lnTo>
                  <a:lnTo>
                    <a:pt x="538938" y="144128"/>
                  </a:lnTo>
                  <a:lnTo>
                    <a:pt x="547920" y="130988"/>
                  </a:lnTo>
                  <a:lnTo>
                    <a:pt x="556903" y="118109"/>
                  </a:lnTo>
                  <a:lnTo>
                    <a:pt x="565885" y="105516"/>
                  </a:lnTo>
                  <a:lnTo>
                    <a:pt x="574867" y="93269"/>
                  </a:lnTo>
                  <a:lnTo>
                    <a:pt x="583850" y="81449"/>
                  </a:lnTo>
                  <a:lnTo>
                    <a:pt x="592832" y="70148"/>
                  </a:lnTo>
                  <a:lnTo>
                    <a:pt x="601814" y="59448"/>
                  </a:lnTo>
                  <a:lnTo>
                    <a:pt x="610797" y="49459"/>
                  </a:lnTo>
                  <a:lnTo>
                    <a:pt x="619779" y="40211"/>
                  </a:lnTo>
                  <a:lnTo>
                    <a:pt x="628761" y="31715"/>
                  </a:lnTo>
                  <a:lnTo>
                    <a:pt x="637743" y="24007"/>
                  </a:lnTo>
                  <a:lnTo>
                    <a:pt x="646726" y="17142"/>
                  </a:lnTo>
                  <a:lnTo>
                    <a:pt x="655708" y="11212"/>
                  </a:lnTo>
                  <a:lnTo>
                    <a:pt x="664690" y="6349"/>
                  </a:lnTo>
                  <a:lnTo>
                    <a:pt x="673673" y="2725"/>
                  </a:lnTo>
                  <a:lnTo>
                    <a:pt x="682655" y="539"/>
                  </a:lnTo>
                  <a:lnTo>
                    <a:pt x="691637" y="0"/>
                  </a:lnTo>
                  <a:lnTo>
                    <a:pt x="700620" y="1288"/>
                  </a:lnTo>
                  <a:lnTo>
                    <a:pt x="709602" y="4538"/>
                  </a:lnTo>
                  <a:lnTo>
                    <a:pt x="718584" y="9805"/>
                  </a:lnTo>
                  <a:lnTo>
                    <a:pt x="727567" y="17059"/>
                  </a:lnTo>
                  <a:lnTo>
                    <a:pt x="736549" y="26295"/>
                  </a:lnTo>
                  <a:lnTo>
                    <a:pt x="745531" y="37130"/>
                  </a:lnTo>
                  <a:lnTo>
                    <a:pt x="754513" y="49304"/>
                  </a:lnTo>
                  <a:lnTo>
                    <a:pt x="763496" y="62548"/>
                  </a:lnTo>
                  <a:lnTo>
                    <a:pt x="772478" y="76603"/>
                  </a:lnTo>
                  <a:lnTo>
                    <a:pt x="781460" y="91238"/>
                  </a:lnTo>
                  <a:lnTo>
                    <a:pt x="790443" y="106252"/>
                  </a:lnTo>
                  <a:lnTo>
                    <a:pt x="799425" y="121473"/>
                  </a:lnTo>
                  <a:lnTo>
                    <a:pt x="808407" y="136758"/>
                  </a:lnTo>
                  <a:lnTo>
                    <a:pt x="817390" y="151987"/>
                  </a:lnTo>
                  <a:lnTo>
                    <a:pt x="826372" y="167068"/>
                  </a:lnTo>
                  <a:lnTo>
                    <a:pt x="835354" y="181934"/>
                  </a:lnTo>
                  <a:lnTo>
                    <a:pt x="844337" y="196553"/>
                  </a:lnTo>
                  <a:lnTo>
                    <a:pt x="853319" y="210911"/>
                  </a:lnTo>
                  <a:lnTo>
                    <a:pt x="862301" y="225033"/>
                  </a:lnTo>
                  <a:lnTo>
                    <a:pt x="871283" y="238972"/>
                  </a:lnTo>
                  <a:lnTo>
                    <a:pt x="880266" y="252770"/>
                  </a:lnTo>
                  <a:lnTo>
                    <a:pt x="889248" y="266464"/>
                  </a:lnTo>
                  <a:lnTo>
                    <a:pt x="898230" y="280075"/>
                  </a:lnTo>
                  <a:lnTo>
                    <a:pt x="907213" y="293611"/>
                  </a:lnTo>
                  <a:lnTo>
                    <a:pt x="916195" y="307067"/>
                  </a:lnTo>
                  <a:lnTo>
                    <a:pt x="925177" y="320434"/>
                  </a:lnTo>
                  <a:lnTo>
                    <a:pt x="934160" y="333703"/>
                  </a:lnTo>
                  <a:lnTo>
                    <a:pt x="943142" y="346876"/>
                  </a:lnTo>
                  <a:lnTo>
                    <a:pt x="952124" y="359964"/>
                  </a:lnTo>
                  <a:lnTo>
                    <a:pt x="961107" y="372990"/>
                  </a:lnTo>
                  <a:lnTo>
                    <a:pt x="970089" y="385972"/>
                  </a:lnTo>
                  <a:lnTo>
                    <a:pt x="979071" y="398911"/>
                  </a:lnTo>
                  <a:lnTo>
                    <a:pt x="988054" y="411772"/>
                  </a:lnTo>
                  <a:lnTo>
                    <a:pt x="997036" y="424472"/>
                  </a:lnTo>
                  <a:lnTo>
                    <a:pt x="1006018" y="436884"/>
                  </a:lnTo>
                  <a:lnTo>
                    <a:pt x="1015000" y="448850"/>
                  </a:lnTo>
                  <a:lnTo>
                    <a:pt x="1023983" y="460205"/>
                  </a:lnTo>
                  <a:lnTo>
                    <a:pt x="1032965" y="470795"/>
                  </a:lnTo>
                  <a:lnTo>
                    <a:pt x="1041947" y="480509"/>
                  </a:lnTo>
                  <a:lnTo>
                    <a:pt x="1050930" y="489286"/>
                  </a:lnTo>
                  <a:lnTo>
                    <a:pt x="1059912" y="497127"/>
                  </a:lnTo>
                  <a:lnTo>
                    <a:pt x="1068894" y="504090"/>
                  </a:lnTo>
                  <a:lnTo>
                    <a:pt x="1077877" y="510272"/>
                  </a:lnTo>
                  <a:lnTo>
                    <a:pt x="1086859" y="515797"/>
                  </a:lnTo>
                  <a:lnTo>
                    <a:pt x="1095841" y="520788"/>
                  </a:lnTo>
                  <a:lnTo>
                    <a:pt x="1104824" y="525357"/>
                  </a:lnTo>
                  <a:lnTo>
                    <a:pt x="1113806" y="529641"/>
                  </a:lnTo>
                  <a:lnTo>
                    <a:pt x="1122788" y="533725"/>
                  </a:lnTo>
                  <a:lnTo>
                    <a:pt x="1131770" y="537674"/>
                  </a:lnTo>
                  <a:lnTo>
                    <a:pt x="1140753" y="541535"/>
                  </a:lnTo>
                  <a:lnTo>
                    <a:pt x="1149735" y="545339"/>
                  </a:lnTo>
                  <a:lnTo>
                    <a:pt x="1158717" y="549100"/>
                  </a:lnTo>
                  <a:lnTo>
                    <a:pt x="1167700" y="552810"/>
                  </a:lnTo>
                  <a:lnTo>
                    <a:pt x="1176682" y="556442"/>
                  </a:lnTo>
                  <a:lnTo>
                    <a:pt x="1185664" y="559955"/>
                  </a:lnTo>
                  <a:lnTo>
                    <a:pt x="1194647" y="563296"/>
                  </a:lnTo>
                  <a:lnTo>
                    <a:pt x="1203629" y="566407"/>
                  </a:lnTo>
                  <a:lnTo>
                    <a:pt x="1212611" y="569237"/>
                  </a:lnTo>
                  <a:lnTo>
                    <a:pt x="1221594" y="571731"/>
                  </a:lnTo>
                  <a:lnTo>
                    <a:pt x="1230576" y="573872"/>
                  </a:lnTo>
                  <a:lnTo>
                    <a:pt x="1239558" y="575676"/>
                  </a:lnTo>
                  <a:lnTo>
                    <a:pt x="1248540" y="577166"/>
                  </a:lnTo>
                  <a:lnTo>
                    <a:pt x="1257523" y="578378"/>
                  </a:lnTo>
                  <a:lnTo>
                    <a:pt x="1266505" y="579358"/>
                  </a:lnTo>
                  <a:lnTo>
                    <a:pt x="1275487" y="580155"/>
                  </a:lnTo>
                  <a:lnTo>
                    <a:pt x="1284470" y="580818"/>
                  </a:lnTo>
                  <a:lnTo>
                    <a:pt x="1293452" y="581393"/>
                  </a:lnTo>
                  <a:lnTo>
                    <a:pt x="1302434" y="581915"/>
                  </a:lnTo>
                  <a:lnTo>
                    <a:pt x="1311417" y="582412"/>
                  </a:lnTo>
                  <a:lnTo>
                    <a:pt x="1320399" y="582901"/>
                  </a:lnTo>
                  <a:lnTo>
                    <a:pt x="1329381" y="583390"/>
                  </a:lnTo>
                  <a:lnTo>
                    <a:pt x="1338364" y="583877"/>
                  </a:lnTo>
                </a:path>
              </a:pathLst>
            </a:custGeom>
            <a:ln w="813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9365708" y="2818290"/>
              <a:ext cx="1248540" cy="597781"/>
            </a:xfrm>
            <a:custGeom>
              <a:avLst/>
              <a:pathLst>
                <a:path w="1248540" h="597781">
                  <a:moveTo>
                    <a:pt x="0" y="593775"/>
                  </a:moveTo>
                  <a:lnTo>
                    <a:pt x="8982" y="592993"/>
                  </a:lnTo>
                  <a:lnTo>
                    <a:pt x="17964" y="592125"/>
                  </a:lnTo>
                  <a:lnTo>
                    <a:pt x="26946" y="591173"/>
                  </a:lnTo>
                  <a:lnTo>
                    <a:pt x="35929" y="590138"/>
                  </a:lnTo>
                  <a:lnTo>
                    <a:pt x="44911" y="589022"/>
                  </a:lnTo>
                  <a:lnTo>
                    <a:pt x="53893" y="587825"/>
                  </a:lnTo>
                  <a:lnTo>
                    <a:pt x="62876" y="586551"/>
                  </a:lnTo>
                  <a:lnTo>
                    <a:pt x="71858" y="585204"/>
                  </a:lnTo>
                  <a:lnTo>
                    <a:pt x="80840" y="583787"/>
                  </a:lnTo>
                  <a:lnTo>
                    <a:pt x="89823" y="582296"/>
                  </a:lnTo>
                  <a:lnTo>
                    <a:pt x="98805" y="580735"/>
                  </a:lnTo>
                  <a:lnTo>
                    <a:pt x="107787" y="579095"/>
                  </a:lnTo>
                  <a:lnTo>
                    <a:pt x="116770" y="577358"/>
                  </a:lnTo>
                  <a:lnTo>
                    <a:pt x="125752" y="575496"/>
                  </a:lnTo>
                  <a:lnTo>
                    <a:pt x="134734" y="573471"/>
                  </a:lnTo>
                  <a:lnTo>
                    <a:pt x="143716" y="571232"/>
                  </a:lnTo>
                  <a:lnTo>
                    <a:pt x="152699" y="568720"/>
                  </a:lnTo>
                  <a:lnTo>
                    <a:pt x="161681" y="565868"/>
                  </a:lnTo>
                  <a:lnTo>
                    <a:pt x="170663" y="562602"/>
                  </a:lnTo>
                  <a:lnTo>
                    <a:pt x="179646" y="558851"/>
                  </a:lnTo>
                  <a:lnTo>
                    <a:pt x="188628" y="554547"/>
                  </a:lnTo>
                  <a:lnTo>
                    <a:pt x="197610" y="549635"/>
                  </a:lnTo>
                  <a:lnTo>
                    <a:pt x="206593" y="544057"/>
                  </a:lnTo>
                  <a:lnTo>
                    <a:pt x="215575" y="537776"/>
                  </a:lnTo>
                  <a:lnTo>
                    <a:pt x="224557" y="530837"/>
                  </a:lnTo>
                  <a:lnTo>
                    <a:pt x="233540" y="523258"/>
                  </a:lnTo>
                  <a:lnTo>
                    <a:pt x="242522" y="515064"/>
                  </a:lnTo>
                  <a:lnTo>
                    <a:pt x="251504" y="506274"/>
                  </a:lnTo>
                  <a:lnTo>
                    <a:pt x="260486" y="496901"/>
                  </a:lnTo>
                  <a:lnTo>
                    <a:pt x="269469" y="486945"/>
                  </a:lnTo>
                  <a:lnTo>
                    <a:pt x="278451" y="476405"/>
                  </a:lnTo>
                  <a:lnTo>
                    <a:pt x="287433" y="465280"/>
                  </a:lnTo>
                  <a:lnTo>
                    <a:pt x="296416" y="453588"/>
                  </a:lnTo>
                  <a:lnTo>
                    <a:pt x="305398" y="441374"/>
                  </a:lnTo>
                  <a:lnTo>
                    <a:pt x="314380" y="428712"/>
                  </a:lnTo>
                  <a:lnTo>
                    <a:pt x="323363" y="415707"/>
                  </a:lnTo>
                  <a:lnTo>
                    <a:pt x="332345" y="402480"/>
                  </a:lnTo>
                  <a:lnTo>
                    <a:pt x="341327" y="389173"/>
                  </a:lnTo>
                  <a:lnTo>
                    <a:pt x="350310" y="375884"/>
                  </a:lnTo>
                  <a:lnTo>
                    <a:pt x="359292" y="362664"/>
                  </a:lnTo>
                  <a:lnTo>
                    <a:pt x="368274" y="349518"/>
                  </a:lnTo>
                  <a:lnTo>
                    <a:pt x="377256" y="336407"/>
                  </a:lnTo>
                  <a:lnTo>
                    <a:pt x="386239" y="323263"/>
                  </a:lnTo>
                  <a:lnTo>
                    <a:pt x="395221" y="309999"/>
                  </a:lnTo>
                  <a:lnTo>
                    <a:pt x="404203" y="296532"/>
                  </a:lnTo>
                  <a:lnTo>
                    <a:pt x="413186" y="282792"/>
                  </a:lnTo>
                  <a:lnTo>
                    <a:pt x="422168" y="268734"/>
                  </a:lnTo>
                  <a:lnTo>
                    <a:pt x="431150" y="254339"/>
                  </a:lnTo>
                  <a:lnTo>
                    <a:pt x="440133" y="239616"/>
                  </a:lnTo>
                  <a:lnTo>
                    <a:pt x="449115" y="224599"/>
                  </a:lnTo>
                  <a:lnTo>
                    <a:pt x="458097" y="209339"/>
                  </a:lnTo>
                  <a:lnTo>
                    <a:pt x="467080" y="193940"/>
                  </a:lnTo>
                  <a:lnTo>
                    <a:pt x="476062" y="178501"/>
                  </a:lnTo>
                  <a:lnTo>
                    <a:pt x="485044" y="163125"/>
                  </a:lnTo>
                  <a:lnTo>
                    <a:pt x="494027" y="147924"/>
                  </a:lnTo>
                  <a:lnTo>
                    <a:pt x="503009" y="133005"/>
                  </a:lnTo>
                  <a:lnTo>
                    <a:pt x="511991" y="118467"/>
                  </a:lnTo>
                  <a:lnTo>
                    <a:pt x="520973" y="104402"/>
                  </a:lnTo>
                  <a:lnTo>
                    <a:pt x="529956" y="90886"/>
                  </a:lnTo>
                  <a:lnTo>
                    <a:pt x="538938" y="77987"/>
                  </a:lnTo>
                  <a:lnTo>
                    <a:pt x="547920" y="65764"/>
                  </a:lnTo>
                  <a:lnTo>
                    <a:pt x="556903" y="54273"/>
                  </a:lnTo>
                  <a:lnTo>
                    <a:pt x="565885" y="43576"/>
                  </a:lnTo>
                  <a:lnTo>
                    <a:pt x="574867" y="33787"/>
                  </a:lnTo>
                  <a:lnTo>
                    <a:pt x="583850" y="25011"/>
                  </a:lnTo>
                  <a:lnTo>
                    <a:pt x="592832" y="17325"/>
                  </a:lnTo>
                  <a:lnTo>
                    <a:pt x="601814" y="10864"/>
                  </a:lnTo>
                  <a:lnTo>
                    <a:pt x="610797" y="5769"/>
                  </a:lnTo>
                  <a:lnTo>
                    <a:pt x="619779" y="2182"/>
                  </a:lnTo>
                  <a:lnTo>
                    <a:pt x="628761" y="227"/>
                  </a:lnTo>
                  <a:lnTo>
                    <a:pt x="637743" y="0"/>
                  </a:lnTo>
                  <a:lnTo>
                    <a:pt x="646726" y="1558"/>
                  </a:lnTo>
                  <a:lnTo>
                    <a:pt x="655708" y="4917"/>
                  </a:lnTo>
                  <a:lnTo>
                    <a:pt x="664690" y="10044"/>
                  </a:lnTo>
                  <a:lnTo>
                    <a:pt x="673673" y="16862"/>
                  </a:lnTo>
                  <a:lnTo>
                    <a:pt x="682655" y="25250"/>
                  </a:lnTo>
                  <a:lnTo>
                    <a:pt x="691637" y="35051"/>
                  </a:lnTo>
                  <a:lnTo>
                    <a:pt x="700620" y="46140"/>
                  </a:lnTo>
                  <a:lnTo>
                    <a:pt x="709602" y="58182"/>
                  </a:lnTo>
                  <a:lnTo>
                    <a:pt x="718584" y="70914"/>
                  </a:lnTo>
                  <a:lnTo>
                    <a:pt x="727567" y="84086"/>
                  </a:lnTo>
                  <a:lnTo>
                    <a:pt x="736549" y="97470"/>
                  </a:lnTo>
                  <a:lnTo>
                    <a:pt x="745531" y="110885"/>
                  </a:lnTo>
                  <a:lnTo>
                    <a:pt x="754513" y="124206"/>
                  </a:lnTo>
                  <a:lnTo>
                    <a:pt x="763496" y="137381"/>
                  </a:lnTo>
                  <a:lnTo>
                    <a:pt x="772478" y="150418"/>
                  </a:lnTo>
                  <a:lnTo>
                    <a:pt x="781460" y="163379"/>
                  </a:lnTo>
                  <a:lnTo>
                    <a:pt x="790443" y="176355"/>
                  </a:lnTo>
                  <a:lnTo>
                    <a:pt x="799425" y="189442"/>
                  </a:lnTo>
                  <a:lnTo>
                    <a:pt x="808407" y="202729"/>
                  </a:lnTo>
                  <a:lnTo>
                    <a:pt x="817390" y="216289"/>
                  </a:lnTo>
                  <a:lnTo>
                    <a:pt x="826372" y="230180"/>
                  </a:lnTo>
                  <a:lnTo>
                    <a:pt x="835354" y="244405"/>
                  </a:lnTo>
                  <a:lnTo>
                    <a:pt x="844337" y="258979"/>
                  </a:lnTo>
                  <a:lnTo>
                    <a:pt x="853319" y="273909"/>
                  </a:lnTo>
                  <a:lnTo>
                    <a:pt x="862301" y="289193"/>
                  </a:lnTo>
                  <a:lnTo>
                    <a:pt x="871283" y="304808"/>
                  </a:lnTo>
                  <a:lnTo>
                    <a:pt x="880266" y="320706"/>
                  </a:lnTo>
                  <a:lnTo>
                    <a:pt x="889248" y="336800"/>
                  </a:lnTo>
                  <a:lnTo>
                    <a:pt x="898230" y="352961"/>
                  </a:lnTo>
                  <a:lnTo>
                    <a:pt x="907213" y="369029"/>
                  </a:lnTo>
                  <a:lnTo>
                    <a:pt x="916195" y="384819"/>
                  </a:lnTo>
                  <a:lnTo>
                    <a:pt x="925177" y="400145"/>
                  </a:lnTo>
                  <a:lnTo>
                    <a:pt x="934160" y="414845"/>
                  </a:lnTo>
                  <a:lnTo>
                    <a:pt x="943142" y="428759"/>
                  </a:lnTo>
                  <a:lnTo>
                    <a:pt x="952124" y="441856"/>
                  </a:lnTo>
                  <a:lnTo>
                    <a:pt x="961107" y="454185"/>
                  </a:lnTo>
                  <a:lnTo>
                    <a:pt x="970089" y="465820"/>
                  </a:lnTo>
                  <a:lnTo>
                    <a:pt x="979071" y="476859"/>
                  </a:lnTo>
                  <a:lnTo>
                    <a:pt x="988054" y="487400"/>
                  </a:lnTo>
                  <a:lnTo>
                    <a:pt x="997036" y="497516"/>
                  </a:lnTo>
                  <a:lnTo>
                    <a:pt x="1006018" y="507239"/>
                  </a:lnTo>
                  <a:lnTo>
                    <a:pt x="1015000" y="516560"/>
                  </a:lnTo>
                  <a:lnTo>
                    <a:pt x="1023983" y="525427"/>
                  </a:lnTo>
                  <a:lnTo>
                    <a:pt x="1032965" y="533761"/>
                  </a:lnTo>
                  <a:lnTo>
                    <a:pt x="1041947" y="541470"/>
                  </a:lnTo>
                  <a:lnTo>
                    <a:pt x="1050930" y="548467"/>
                  </a:lnTo>
                  <a:lnTo>
                    <a:pt x="1059912" y="554682"/>
                  </a:lnTo>
                  <a:lnTo>
                    <a:pt x="1068894" y="560010"/>
                  </a:lnTo>
                  <a:lnTo>
                    <a:pt x="1077877" y="564521"/>
                  </a:lnTo>
                  <a:lnTo>
                    <a:pt x="1086859" y="568255"/>
                  </a:lnTo>
                  <a:lnTo>
                    <a:pt x="1095841" y="571284"/>
                  </a:lnTo>
                  <a:lnTo>
                    <a:pt x="1104824" y="573706"/>
                  </a:lnTo>
                  <a:lnTo>
                    <a:pt x="1113806" y="575640"/>
                  </a:lnTo>
                  <a:lnTo>
                    <a:pt x="1122788" y="577216"/>
                  </a:lnTo>
                  <a:lnTo>
                    <a:pt x="1131770" y="578562"/>
                  </a:lnTo>
                  <a:lnTo>
                    <a:pt x="1140753" y="579797"/>
                  </a:lnTo>
                  <a:lnTo>
                    <a:pt x="1149735" y="581017"/>
                  </a:lnTo>
                  <a:lnTo>
                    <a:pt x="1158717" y="582285"/>
                  </a:lnTo>
                  <a:lnTo>
                    <a:pt x="1167700" y="583633"/>
                  </a:lnTo>
                  <a:lnTo>
                    <a:pt x="1176682" y="585056"/>
                  </a:lnTo>
                  <a:lnTo>
                    <a:pt x="1185664" y="586523"/>
                  </a:lnTo>
                  <a:lnTo>
                    <a:pt x="1194647" y="587976"/>
                  </a:lnTo>
                  <a:lnTo>
                    <a:pt x="1203629" y="589361"/>
                  </a:lnTo>
                  <a:lnTo>
                    <a:pt x="1212611" y="590629"/>
                  </a:lnTo>
                  <a:lnTo>
                    <a:pt x="1221594" y="591748"/>
                  </a:lnTo>
                  <a:lnTo>
                    <a:pt x="1230576" y="592702"/>
                  </a:lnTo>
                  <a:lnTo>
                    <a:pt x="1239558" y="593490"/>
                  </a:lnTo>
                  <a:lnTo>
                    <a:pt x="1248540" y="594124"/>
                  </a:lnTo>
                  <a:lnTo>
                    <a:pt x="1248540" y="597781"/>
                  </a:lnTo>
                  <a:lnTo>
                    <a:pt x="1239558" y="597781"/>
                  </a:lnTo>
                  <a:lnTo>
                    <a:pt x="1230576" y="597781"/>
                  </a:lnTo>
                  <a:lnTo>
                    <a:pt x="1221594" y="597781"/>
                  </a:lnTo>
                  <a:lnTo>
                    <a:pt x="1212611" y="597781"/>
                  </a:lnTo>
                  <a:lnTo>
                    <a:pt x="1203629" y="597781"/>
                  </a:lnTo>
                  <a:lnTo>
                    <a:pt x="1194647" y="597781"/>
                  </a:lnTo>
                  <a:lnTo>
                    <a:pt x="1185664" y="597781"/>
                  </a:lnTo>
                  <a:lnTo>
                    <a:pt x="1176682" y="597781"/>
                  </a:lnTo>
                  <a:lnTo>
                    <a:pt x="1167700" y="597781"/>
                  </a:lnTo>
                  <a:lnTo>
                    <a:pt x="1158717" y="597781"/>
                  </a:lnTo>
                  <a:lnTo>
                    <a:pt x="1149735" y="597781"/>
                  </a:lnTo>
                  <a:lnTo>
                    <a:pt x="1140753" y="597781"/>
                  </a:lnTo>
                  <a:lnTo>
                    <a:pt x="1131770" y="597781"/>
                  </a:lnTo>
                  <a:lnTo>
                    <a:pt x="1122788" y="597781"/>
                  </a:lnTo>
                  <a:lnTo>
                    <a:pt x="1113806" y="597781"/>
                  </a:lnTo>
                  <a:lnTo>
                    <a:pt x="1104824" y="597781"/>
                  </a:lnTo>
                  <a:lnTo>
                    <a:pt x="1095841" y="597781"/>
                  </a:lnTo>
                  <a:lnTo>
                    <a:pt x="1086859" y="597781"/>
                  </a:lnTo>
                  <a:lnTo>
                    <a:pt x="1077877" y="597781"/>
                  </a:lnTo>
                  <a:lnTo>
                    <a:pt x="1068894" y="597781"/>
                  </a:lnTo>
                  <a:lnTo>
                    <a:pt x="1059912" y="597781"/>
                  </a:lnTo>
                  <a:lnTo>
                    <a:pt x="1050930" y="597781"/>
                  </a:lnTo>
                  <a:lnTo>
                    <a:pt x="1041947" y="597781"/>
                  </a:lnTo>
                  <a:lnTo>
                    <a:pt x="1032965" y="597781"/>
                  </a:lnTo>
                  <a:lnTo>
                    <a:pt x="1023983" y="597781"/>
                  </a:lnTo>
                  <a:lnTo>
                    <a:pt x="1015000" y="597781"/>
                  </a:lnTo>
                  <a:lnTo>
                    <a:pt x="1006018" y="597781"/>
                  </a:lnTo>
                  <a:lnTo>
                    <a:pt x="997036" y="597781"/>
                  </a:lnTo>
                  <a:lnTo>
                    <a:pt x="988054" y="597781"/>
                  </a:lnTo>
                  <a:lnTo>
                    <a:pt x="979071" y="597781"/>
                  </a:lnTo>
                  <a:lnTo>
                    <a:pt x="970089" y="597781"/>
                  </a:lnTo>
                  <a:lnTo>
                    <a:pt x="961107" y="597781"/>
                  </a:lnTo>
                  <a:lnTo>
                    <a:pt x="952124" y="597781"/>
                  </a:lnTo>
                  <a:lnTo>
                    <a:pt x="943142" y="597781"/>
                  </a:lnTo>
                  <a:lnTo>
                    <a:pt x="934160" y="597781"/>
                  </a:lnTo>
                  <a:lnTo>
                    <a:pt x="925177" y="597781"/>
                  </a:lnTo>
                  <a:lnTo>
                    <a:pt x="916195" y="597781"/>
                  </a:lnTo>
                  <a:lnTo>
                    <a:pt x="907213" y="597781"/>
                  </a:lnTo>
                  <a:lnTo>
                    <a:pt x="898230" y="597781"/>
                  </a:lnTo>
                  <a:lnTo>
                    <a:pt x="889248" y="597781"/>
                  </a:lnTo>
                  <a:lnTo>
                    <a:pt x="880266" y="597781"/>
                  </a:lnTo>
                  <a:lnTo>
                    <a:pt x="871283" y="597781"/>
                  </a:lnTo>
                  <a:lnTo>
                    <a:pt x="862301" y="597781"/>
                  </a:lnTo>
                  <a:lnTo>
                    <a:pt x="853319" y="597781"/>
                  </a:lnTo>
                  <a:lnTo>
                    <a:pt x="844337" y="597781"/>
                  </a:lnTo>
                  <a:lnTo>
                    <a:pt x="835354" y="597781"/>
                  </a:lnTo>
                  <a:lnTo>
                    <a:pt x="826372" y="597781"/>
                  </a:lnTo>
                  <a:lnTo>
                    <a:pt x="817390" y="597781"/>
                  </a:lnTo>
                  <a:lnTo>
                    <a:pt x="808407" y="597781"/>
                  </a:lnTo>
                  <a:lnTo>
                    <a:pt x="799425" y="597781"/>
                  </a:lnTo>
                  <a:lnTo>
                    <a:pt x="790443" y="597781"/>
                  </a:lnTo>
                  <a:lnTo>
                    <a:pt x="781460" y="597781"/>
                  </a:lnTo>
                  <a:lnTo>
                    <a:pt x="772478" y="597781"/>
                  </a:lnTo>
                  <a:lnTo>
                    <a:pt x="763496" y="597781"/>
                  </a:lnTo>
                  <a:lnTo>
                    <a:pt x="754513" y="597781"/>
                  </a:lnTo>
                  <a:lnTo>
                    <a:pt x="745531" y="597781"/>
                  </a:lnTo>
                  <a:lnTo>
                    <a:pt x="736549" y="597781"/>
                  </a:lnTo>
                  <a:lnTo>
                    <a:pt x="727567" y="597781"/>
                  </a:lnTo>
                  <a:lnTo>
                    <a:pt x="718584" y="597781"/>
                  </a:lnTo>
                  <a:lnTo>
                    <a:pt x="709602" y="597781"/>
                  </a:lnTo>
                  <a:lnTo>
                    <a:pt x="700620" y="597781"/>
                  </a:lnTo>
                  <a:lnTo>
                    <a:pt x="691637" y="597781"/>
                  </a:lnTo>
                  <a:lnTo>
                    <a:pt x="682655" y="597781"/>
                  </a:lnTo>
                  <a:lnTo>
                    <a:pt x="673673" y="597781"/>
                  </a:lnTo>
                  <a:lnTo>
                    <a:pt x="664690" y="597781"/>
                  </a:lnTo>
                  <a:lnTo>
                    <a:pt x="655708" y="597781"/>
                  </a:lnTo>
                  <a:lnTo>
                    <a:pt x="646726" y="597781"/>
                  </a:lnTo>
                  <a:lnTo>
                    <a:pt x="637743" y="597781"/>
                  </a:lnTo>
                  <a:lnTo>
                    <a:pt x="628761" y="597781"/>
                  </a:lnTo>
                  <a:lnTo>
                    <a:pt x="619779" y="597781"/>
                  </a:lnTo>
                  <a:lnTo>
                    <a:pt x="610797" y="597781"/>
                  </a:lnTo>
                  <a:lnTo>
                    <a:pt x="601814" y="597781"/>
                  </a:lnTo>
                  <a:lnTo>
                    <a:pt x="592832" y="597781"/>
                  </a:lnTo>
                  <a:lnTo>
                    <a:pt x="583850" y="597781"/>
                  </a:lnTo>
                  <a:lnTo>
                    <a:pt x="574867" y="597781"/>
                  </a:lnTo>
                  <a:lnTo>
                    <a:pt x="565885" y="597781"/>
                  </a:lnTo>
                  <a:lnTo>
                    <a:pt x="556903" y="597781"/>
                  </a:lnTo>
                  <a:lnTo>
                    <a:pt x="547920" y="597781"/>
                  </a:lnTo>
                  <a:lnTo>
                    <a:pt x="538938" y="597781"/>
                  </a:lnTo>
                  <a:lnTo>
                    <a:pt x="529956" y="597781"/>
                  </a:lnTo>
                  <a:lnTo>
                    <a:pt x="520973" y="597781"/>
                  </a:lnTo>
                  <a:lnTo>
                    <a:pt x="511991" y="597781"/>
                  </a:lnTo>
                  <a:lnTo>
                    <a:pt x="503009" y="597781"/>
                  </a:lnTo>
                  <a:lnTo>
                    <a:pt x="494027" y="597781"/>
                  </a:lnTo>
                  <a:lnTo>
                    <a:pt x="485044" y="597781"/>
                  </a:lnTo>
                  <a:lnTo>
                    <a:pt x="476062" y="597781"/>
                  </a:lnTo>
                  <a:lnTo>
                    <a:pt x="467080" y="597781"/>
                  </a:lnTo>
                  <a:lnTo>
                    <a:pt x="458097" y="597781"/>
                  </a:lnTo>
                  <a:lnTo>
                    <a:pt x="449115" y="597781"/>
                  </a:lnTo>
                  <a:lnTo>
                    <a:pt x="440133" y="597781"/>
                  </a:lnTo>
                  <a:lnTo>
                    <a:pt x="431150" y="597781"/>
                  </a:lnTo>
                  <a:lnTo>
                    <a:pt x="422168" y="597781"/>
                  </a:lnTo>
                  <a:lnTo>
                    <a:pt x="413186" y="597781"/>
                  </a:lnTo>
                  <a:lnTo>
                    <a:pt x="404203" y="597781"/>
                  </a:lnTo>
                  <a:lnTo>
                    <a:pt x="395221" y="597781"/>
                  </a:lnTo>
                  <a:lnTo>
                    <a:pt x="386239" y="597781"/>
                  </a:lnTo>
                  <a:lnTo>
                    <a:pt x="377256" y="597781"/>
                  </a:lnTo>
                  <a:lnTo>
                    <a:pt x="368274" y="597781"/>
                  </a:lnTo>
                  <a:lnTo>
                    <a:pt x="359292" y="597781"/>
                  </a:lnTo>
                  <a:lnTo>
                    <a:pt x="350310" y="597781"/>
                  </a:lnTo>
                  <a:lnTo>
                    <a:pt x="341327" y="597781"/>
                  </a:lnTo>
                  <a:lnTo>
                    <a:pt x="332345" y="597781"/>
                  </a:lnTo>
                  <a:lnTo>
                    <a:pt x="323363" y="597781"/>
                  </a:lnTo>
                  <a:lnTo>
                    <a:pt x="314380" y="597781"/>
                  </a:lnTo>
                  <a:lnTo>
                    <a:pt x="305398" y="597781"/>
                  </a:lnTo>
                  <a:lnTo>
                    <a:pt x="296416" y="597781"/>
                  </a:lnTo>
                  <a:lnTo>
                    <a:pt x="287433" y="597781"/>
                  </a:lnTo>
                  <a:lnTo>
                    <a:pt x="278451" y="597781"/>
                  </a:lnTo>
                  <a:lnTo>
                    <a:pt x="269469" y="597781"/>
                  </a:lnTo>
                  <a:lnTo>
                    <a:pt x="260486" y="597781"/>
                  </a:lnTo>
                  <a:lnTo>
                    <a:pt x="251504" y="597781"/>
                  </a:lnTo>
                  <a:lnTo>
                    <a:pt x="242522" y="597781"/>
                  </a:lnTo>
                  <a:lnTo>
                    <a:pt x="233540" y="597781"/>
                  </a:lnTo>
                  <a:lnTo>
                    <a:pt x="224557" y="597781"/>
                  </a:lnTo>
                  <a:lnTo>
                    <a:pt x="215575" y="597781"/>
                  </a:lnTo>
                  <a:lnTo>
                    <a:pt x="206593" y="597781"/>
                  </a:lnTo>
                  <a:lnTo>
                    <a:pt x="197610" y="597781"/>
                  </a:lnTo>
                  <a:lnTo>
                    <a:pt x="188628" y="597781"/>
                  </a:lnTo>
                  <a:lnTo>
                    <a:pt x="179646" y="597781"/>
                  </a:lnTo>
                  <a:lnTo>
                    <a:pt x="170663" y="597781"/>
                  </a:lnTo>
                  <a:lnTo>
                    <a:pt x="161681" y="597781"/>
                  </a:lnTo>
                  <a:lnTo>
                    <a:pt x="152699" y="597781"/>
                  </a:lnTo>
                  <a:lnTo>
                    <a:pt x="143716" y="597781"/>
                  </a:lnTo>
                  <a:lnTo>
                    <a:pt x="134734" y="597781"/>
                  </a:lnTo>
                  <a:lnTo>
                    <a:pt x="125752" y="597781"/>
                  </a:lnTo>
                  <a:lnTo>
                    <a:pt x="116770" y="597781"/>
                  </a:lnTo>
                  <a:lnTo>
                    <a:pt x="107787" y="597781"/>
                  </a:lnTo>
                  <a:lnTo>
                    <a:pt x="98805" y="597781"/>
                  </a:lnTo>
                  <a:lnTo>
                    <a:pt x="89823" y="597781"/>
                  </a:lnTo>
                  <a:lnTo>
                    <a:pt x="80840" y="597781"/>
                  </a:lnTo>
                  <a:lnTo>
                    <a:pt x="71858" y="597781"/>
                  </a:lnTo>
                  <a:lnTo>
                    <a:pt x="62876" y="597781"/>
                  </a:lnTo>
                  <a:lnTo>
                    <a:pt x="53893" y="597781"/>
                  </a:lnTo>
                  <a:lnTo>
                    <a:pt x="44911" y="597781"/>
                  </a:lnTo>
                  <a:lnTo>
                    <a:pt x="35929" y="597781"/>
                  </a:lnTo>
                  <a:lnTo>
                    <a:pt x="26946" y="597781"/>
                  </a:lnTo>
                  <a:lnTo>
                    <a:pt x="17964" y="597781"/>
                  </a:lnTo>
                  <a:lnTo>
                    <a:pt x="8982" y="597781"/>
                  </a:lnTo>
                  <a:lnTo>
                    <a:pt x="0" y="597781"/>
                  </a:lnTo>
                  <a:close/>
                </a:path>
              </a:pathLst>
            </a:custGeom>
            <a:solidFill>
              <a:srgbClr val="F6C445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9365708" y="2818290"/>
              <a:ext cx="1248540" cy="594124"/>
            </a:xfrm>
            <a:custGeom>
              <a:avLst/>
              <a:pathLst>
                <a:path w="1248540" h="594124">
                  <a:moveTo>
                    <a:pt x="0" y="593775"/>
                  </a:moveTo>
                  <a:lnTo>
                    <a:pt x="8982" y="592993"/>
                  </a:lnTo>
                  <a:lnTo>
                    <a:pt x="17964" y="592125"/>
                  </a:lnTo>
                  <a:lnTo>
                    <a:pt x="26946" y="591173"/>
                  </a:lnTo>
                  <a:lnTo>
                    <a:pt x="35929" y="590138"/>
                  </a:lnTo>
                  <a:lnTo>
                    <a:pt x="44911" y="589022"/>
                  </a:lnTo>
                  <a:lnTo>
                    <a:pt x="53893" y="587825"/>
                  </a:lnTo>
                  <a:lnTo>
                    <a:pt x="62876" y="586551"/>
                  </a:lnTo>
                  <a:lnTo>
                    <a:pt x="71858" y="585204"/>
                  </a:lnTo>
                  <a:lnTo>
                    <a:pt x="80840" y="583787"/>
                  </a:lnTo>
                  <a:lnTo>
                    <a:pt x="89823" y="582296"/>
                  </a:lnTo>
                  <a:lnTo>
                    <a:pt x="98805" y="580735"/>
                  </a:lnTo>
                  <a:lnTo>
                    <a:pt x="107787" y="579095"/>
                  </a:lnTo>
                  <a:lnTo>
                    <a:pt x="116770" y="577358"/>
                  </a:lnTo>
                  <a:lnTo>
                    <a:pt x="125752" y="575496"/>
                  </a:lnTo>
                  <a:lnTo>
                    <a:pt x="134734" y="573471"/>
                  </a:lnTo>
                  <a:lnTo>
                    <a:pt x="143716" y="571232"/>
                  </a:lnTo>
                  <a:lnTo>
                    <a:pt x="152699" y="568720"/>
                  </a:lnTo>
                  <a:lnTo>
                    <a:pt x="161681" y="565868"/>
                  </a:lnTo>
                  <a:lnTo>
                    <a:pt x="170663" y="562602"/>
                  </a:lnTo>
                  <a:lnTo>
                    <a:pt x="179646" y="558851"/>
                  </a:lnTo>
                  <a:lnTo>
                    <a:pt x="188628" y="554547"/>
                  </a:lnTo>
                  <a:lnTo>
                    <a:pt x="197610" y="549635"/>
                  </a:lnTo>
                  <a:lnTo>
                    <a:pt x="206593" y="544057"/>
                  </a:lnTo>
                  <a:lnTo>
                    <a:pt x="215575" y="537776"/>
                  </a:lnTo>
                  <a:lnTo>
                    <a:pt x="224557" y="530837"/>
                  </a:lnTo>
                  <a:lnTo>
                    <a:pt x="233540" y="523258"/>
                  </a:lnTo>
                  <a:lnTo>
                    <a:pt x="242522" y="515064"/>
                  </a:lnTo>
                  <a:lnTo>
                    <a:pt x="251504" y="506274"/>
                  </a:lnTo>
                  <a:lnTo>
                    <a:pt x="260486" y="496901"/>
                  </a:lnTo>
                  <a:lnTo>
                    <a:pt x="269469" y="486945"/>
                  </a:lnTo>
                  <a:lnTo>
                    <a:pt x="278451" y="476405"/>
                  </a:lnTo>
                  <a:lnTo>
                    <a:pt x="287433" y="465280"/>
                  </a:lnTo>
                  <a:lnTo>
                    <a:pt x="296416" y="453588"/>
                  </a:lnTo>
                  <a:lnTo>
                    <a:pt x="305398" y="441374"/>
                  </a:lnTo>
                  <a:lnTo>
                    <a:pt x="314380" y="428712"/>
                  </a:lnTo>
                  <a:lnTo>
                    <a:pt x="323363" y="415707"/>
                  </a:lnTo>
                  <a:lnTo>
                    <a:pt x="332345" y="402480"/>
                  </a:lnTo>
                  <a:lnTo>
                    <a:pt x="341327" y="389173"/>
                  </a:lnTo>
                  <a:lnTo>
                    <a:pt x="350310" y="375884"/>
                  </a:lnTo>
                  <a:lnTo>
                    <a:pt x="359292" y="362664"/>
                  </a:lnTo>
                  <a:lnTo>
                    <a:pt x="368274" y="349518"/>
                  </a:lnTo>
                  <a:lnTo>
                    <a:pt x="377256" y="336407"/>
                  </a:lnTo>
                  <a:lnTo>
                    <a:pt x="386239" y="323263"/>
                  </a:lnTo>
                  <a:lnTo>
                    <a:pt x="395221" y="309999"/>
                  </a:lnTo>
                  <a:lnTo>
                    <a:pt x="404203" y="296532"/>
                  </a:lnTo>
                  <a:lnTo>
                    <a:pt x="413186" y="282792"/>
                  </a:lnTo>
                  <a:lnTo>
                    <a:pt x="422168" y="268734"/>
                  </a:lnTo>
                  <a:lnTo>
                    <a:pt x="431150" y="254339"/>
                  </a:lnTo>
                  <a:lnTo>
                    <a:pt x="440133" y="239616"/>
                  </a:lnTo>
                  <a:lnTo>
                    <a:pt x="449115" y="224599"/>
                  </a:lnTo>
                  <a:lnTo>
                    <a:pt x="458097" y="209339"/>
                  </a:lnTo>
                  <a:lnTo>
                    <a:pt x="467080" y="193940"/>
                  </a:lnTo>
                  <a:lnTo>
                    <a:pt x="476062" y="178501"/>
                  </a:lnTo>
                  <a:lnTo>
                    <a:pt x="485044" y="163125"/>
                  </a:lnTo>
                  <a:lnTo>
                    <a:pt x="494027" y="147924"/>
                  </a:lnTo>
                  <a:lnTo>
                    <a:pt x="503009" y="133005"/>
                  </a:lnTo>
                  <a:lnTo>
                    <a:pt x="511991" y="118467"/>
                  </a:lnTo>
                  <a:lnTo>
                    <a:pt x="520973" y="104402"/>
                  </a:lnTo>
                  <a:lnTo>
                    <a:pt x="529956" y="90886"/>
                  </a:lnTo>
                  <a:lnTo>
                    <a:pt x="538938" y="77987"/>
                  </a:lnTo>
                  <a:lnTo>
                    <a:pt x="547920" y="65764"/>
                  </a:lnTo>
                  <a:lnTo>
                    <a:pt x="556903" y="54273"/>
                  </a:lnTo>
                  <a:lnTo>
                    <a:pt x="565885" y="43576"/>
                  </a:lnTo>
                  <a:lnTo>
                    <a:pt x="574867" y="33787"/>
                  </a:lnTo>
                  <a:lnTo>
                    <a:pt x="583850" y="25011"/>
                  </a:lnTo>
                  <a:lnTo>
                    <a:pt x="592832" y="17325"/>
                  </a:lnTo>
                  <a:lnTo>
                    <a:pt x="601814" y="10864"/>
                  </a:lnTo>
                  <a:lnTo>
                    <a:pt x="610797" y="5769"/>
                  </a:lnTo>
                  <a:lnTo>
                    <a:pt x="619779" y="2182"/>
                  </a:lnTo>
                  <a:lnTo>
                    <a:pt x="628761" y="227"/>
                  </a:lnTo>
                  <a:lnTo>
                    <a:pt x="637743" y="0"/>
                  </a:lnTo>
                  <a:lnTo>
                    <a:pt x="646726" y="1558"/>
                  </a:lnTo>
                  <a:lnTo>
                    <a:pt x="655708" y="4917"/>
                  </a:lnTo>
                  <a:lnTo>
                    <a:pt x="664690" y="10044"/>
                  </a:lnTo>
                  <a:lnTo>
                    <a:pt x="673673" y="16862"/>
                  </a:lnTo>
                  <a:lnTo>
                    <a:pt x="682655" y="25250"/>
                  </a:lnTo>
                  <a:lnTo>
                    <a:pt x="691637" y="35051"/>
                  </a:lnTo>
                  <a:lnTo>
                    <a:pt x="700620" y="46140"/>
                  </a:lnTo>
                  <a:lnTo>
                    <a:pt x="709602" y="58182"/>
                  </a:lnTo>
                  <a:lnTo>
                    <a:pt x="718584" y="70914"/>
                  </a:lnTo>
                  <a:lnTo>
                    <a:pt x="727567" y="84086"/>
                  </a:lnTo>
                  <a:lnTo>
                    <a:pt x="736549" y="97470"/>
                  </a:lnTo>
                  <a:lnTo>
                    <a:pt x="745531" y="110885"/>
                  </a:lnTo>
                  <a:lnTo>
                    <a:pt x="754513" y="124206"/>
                  </a:lnTo>
                  <a:lnTo>
                    <a:pt x="763496" y="137381"/>
                  </a:lnTo>
                  <a:lnTo>
                    <a:pt x="772478" y="150418"/>
                  </a:lnTo>
                  <a:lnTo>
                    <a:pt x="781460" y="163379"/>
                  </a:lnTo>
                  <a:lnTo>
                    <a:pt x="790443" y="176355"/>
                  </a:lnTo>
                  <a:lnTo>
                    <a:pt x="799425" y="189442"/>
                  </a:lnTo>
                  <a:lnTo>
                    <a:pt x="808407" y="202729"/>
                  </a:lnTo>
                  <a:lnTo>
                    <a:pt x="817390" y="216289"/>
                  </a:lnTo>
                  <a:lnTo>
                    <a:pt x="826372" y="230180"/>
                  </a:lnTo>
                  <a:lnTo>
                    <a:pt x="835354" y="244405"/>
                  </a:lnTo>
                  <a:lnTo>
                    <a:pt x="844337" y="258979"/>
                  </a:lnTo>
                  <a:lnTo>
                    <a:pt x="853319" y="273909"/>
                  </a:lnTo>
                  <a:lnTo>
                    <a:pt x="862301" y="289193"/>
                  </a:lnTo>
                  <a:lnTo>
                    <a:pt x="871283" y="304808"/>
                  </a:lnTo>
                  <a:lnTo>
                    <a:pt x="880266" y="320706"/>
                  </a:lnTo>
                  <a:lnTo>
                    <a:pt x="889248" y="336800"/>
                  </a:lnTo>
                  <a:lnTo>
                    <a:pt x="898230" y="352961"/>
                  </a:lnTo>
                  <a:lnTo>
                    <a:pt x="907213" y="369029"/>
                  </a:lnTo>
                  <a:lnTo>
                    <a:pt x="916195" y="384819"/>
                  </a:lnTo>
                  <a:lnTo>
                    <a:pt x="925177" y="400145"/>
                  </a:lnTo>
                  <a:lnTo>
                    <a:pt x="934160" y="414845"/>
                  </a:lnTo>
                  <a:lnTo>
                    <a:pt x="943142" y="428759"/>
                  </a:lnTo>
                  <a:lnTo>
                    <a:pt x="952124" y="441856"/>
                  </a:lnTo>
                  <a:lnTo>
                    <a:pt x="961107" y="454185"/>
                  </a:lnTo>
                  <a:lnTo>
                    <a:pt x="970089" y="465820"/>
                  </a:lnTo>
                  <a:lnTo>
                    <a:pt x="979071" y="476859"/>
                  </a:lnTo>
                  <a:lnTo>
                    <a:pt x="988054" y="487400"/>
                  </a:lnTo>
                  <a:lnTo>
                    <a:pt x="997036" y="497516"/>
                  </a:lnTo>
                  <a:lnTo>
                    <a:pt x="1006018" y="507239"/>
                  </a:lnTo>
                  <a:lnTo>
                    <a:pt x="1015000" y="516560"/>
                  </a:lnTo>
                  <a:lnTo>
                    <a:pt x="1023983" y="525427"/>
                  </a:lnTo>
                  <a:lnTo>
                    <a:pt x="1032965" y="533761"/>
                  </a:lnTo>
                  <a:lnTo>
                    <a:pt x="1041947" y="541470"/>
                  </a:lnTo>
                  <a:lnTo>
                    <a:pt x="1050930" y="548467"/>
                  </a:lnTo>
                  <a:lnTo>
                    <a:pt x="1059912" y="554682"/>
                  </a:lnTo>
                  <a:lnTo>
                    <a:pt x="1068894" y="560010"/>
                  </a:lnTo>
                  <a:lnTo>
                    <a:pt x="1077877" y="564521"/>
                  </a:lnTo>
                  <a:lnTo>
                    <a:pt x="1086859" y="568255"/>
                  </a:lnTo>
                  <a:lnTo>
                    <a:pt x="1095841" y="571284"/>
                  </a:lnTo>
                  <a:lnTo>
                    <a:pt x="1104824" y="573706"/>
                  </a:lnTo>
                  <a:lnTo>
                    <a:pt x="1113806" y="575640"/>
                  </a:lnTo>
                  <a:lnTo>
                    <a:pt x="1122788" y="577216"/>
                  </a:lnTo>
                  <a:lnTo>
                    <a:pt x="1131770" y="578562"/>
                  </a:lnTo>
                  <a:lnTo>
                    <a:pt x="1140753" y="579797"/>
                  </a:lnTo>
                  <a:lnTo>
                    <a:pt x="1149735" y="581017"/>
                  </a:lnTo>
                  <a:lnTo>
                    <a:pt x="1158717" y="582285"/>
                  </a:lnTo>
                  <a:lnTo>
                    <a:pt x="1167700" y="583633"/>
                  </a:lnTo>
                  <a:lnTo>
                    <a:pt x="1176682" y="585056"/>
                  </a:lnTo>
                  <a:lnTo>
                    <a:pt x="1185664" y="586523"/>
                  </a:lnTo>
                  <a:lnTo>
                    <a:pt x="1194647" y="587976"/>
                  </a:lnTo>
                  <a:lnTo>
                    <a:pt x="1203629" y="589361"/>
                  </a:lnTo>
                  <a:lnTo>
                    <a:pt x="1212611" y="590629"/>
                  </a:lnTo>
                  <a:lnTo>
                    <a:pt x="1221594" y="591748"/>
                  </a:lnTo>
                  <a:lnTo>
                    <a:pt x="1230576" y="592702"/>
                  </a:lnTo>
                  <a:lnTo>
                    <a:pt x="1239558" y="593490"/>
                  </a:lnTo>
                  <a:lnTo>
                    <a:pt x="1248540" y="594124"/>
                  </a:lnTo>
                </a:path>
              </a:pathLst>
            </a:custGeom>
            <a:ln w="8130" cap="rnd">
              <a:solidFill>
                <a:srgbClr val="F6C4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8871681" y="3019629"/>
              <a:ext cx="1778497" cy="396442"/>
            </a:xfrm>
            <a:custGeom>
              <a:avLst/>
              <a:pathLst>
                <a:path w="1778497" h="396442">
                  <a:moveTo>
                    <a:pt x="0" y="392807"/>
                  </a:moveTo>
                  <a:lnTo>
                    <a:pt x="8982" y="392577"/>
                  </a:lnTo>
                  <a:lnTo>
                    <a:pt x="17964" y="392338"/>
                  </a:lnTo>
                  <a:lnTo>
                    <a:pt x="26946" y="392083"/>
                  </a:lnTo>
                  <a:lnTo>
                    <a:pt x="35929" y="391804"/>
                  </a:lnTo>
                  <a:lnTo>
                    <a:pt x="44911" y="391497"/>
                  </a:lnTo>
                  <a:lnTo>
                    <a:pt x="53893" y="391157"/>
                  </a:lnTo>
                  <a:lnTo>
                    <a:pt x="62876" y="390785"/>
                  </a:lnTo>
                  <a:lnTo>
                    <a:pt x="71858" y="390383"/>
                  </a:lnTo>
                  <a:lnTo>
                    <a:pt x="80840" y="389952"/>
                  </a:lnTo>
                  <a:lnTo>
                    <a:pt x="89823" y="389494"/>
                  </a:lnTo>
                  <a:lnTo>
                    <a:pt x="98805" y="389007"/>
                  </a:lnTo>
                  <a:lnTo>
                    <a:pt x="107787" y="388486"/>
                  </a:lnTo>
                  <a:lnTo>
                    <a:pt x="116770" y="387917"/>
                  </a:lnTo>
                  <a:lnTo>
                    <a:pt x="125752" y="387277"/>
                  </a:lnTo>
                  <a:lnTo>
                    <a:pt x="134734" y="386540"/>
                  </a:lnTo>
                  <a:lnTo>
                    <a:pt x="143716" y="385674"/>
                  </a:lnTo>
                  <a:lnTo>
                    <a:pt x="152699" y="384647"/>
                  </a:lnTo>
                  <a:lnTo>
                    <a:pt x="161681" y="383433"/>
                  </a:lnTo>
                  <a:lnTo>
                    <a:pt x="170663" y="382013"/>
                  </a:lnTo>
                  <a:lnTo>
                    <a:pt x="179646" y="380384"/>
                  </a:lnTo>
                  <a:lnTo>
                    <a:pt x="188628" y="378559"/>
                  </a:lnTo>
                  <a:lnTo>
                    <a:pt x="197610" y="376569"/>
                  </a:lnTo>
                  <a:lnTo>
                    <a:pt x="206593" y="374460"/>
                  </a:lnTo>
                  <a:lnTo>
                    <a:pt x="215575" y="372289"/>
                  </a:lnTo>
                  <a:lnTo>
                    <a:pt x="224557" y="370128"/>
                  </a:lnTo>
                  <a:lnTo>
                    <a:pt x="233540" y="368031"/>
                  </a:lnTo>
                  <a:lnTo>
                    <a:pt x="242522" y="366032"/>
                  </a:lnTo>
                  <a:lnTo>
                    <a:pt x="251504" y="364140"/>
                  </a:lnTo>
                  <a:lnTo>
                    <a:pt x="260486" y="362336"/>
                  </a:lnTo>
                  <a:lnTo>
                    <a:pt x="269469" y="360572"/>
                  </a:lnTo>
                  <a:lnTo>
                    <a:pt x="278451" y="358777"/>
                  </a:lnTo>
                  <a:lnTo>
                    <a:pt x="287433" y="356865"/>
                  </a:lnTo>
                  <a:lnTo>
                    <a:pt x="296416" y="354745"/>
                  </a:lnTo>
                  <a:lnTo>
                    <a:pt x="305398" y="352336"/>
                  </a:lnTo>
                  <a:lnTo>
                    <a:pt x="314380" y="349574"/>
                  </a:lnTo>
                  <a:lnTo>
                    <a:pt x="323363" y="346418"/>
                  </a:lnTo>
                  <a:lnTo>
                    <a:pt x="332345" y="342847"/>
                  </a:lnTo>
                  <a:lnTo>
                    <a:pt x="341327" y="338855"/>
                  </a:lnTo>
                  <a:lnTo>
                    <a:pt x="350310" y="334508"/>
                  </a:lnTo>
                  <a:lnTo>
                    <a:pt x="359292" y="329852"/>
                  </a:lnTo>
                  <a:lnTo>
                    <a:pt x="368274" y="324937"/>
                  </a:lnTo>
                  <a:lnTo>
                    <a:pt x="377256" y="319814"/>
                  </a:lnTo>
                  <a:lnTo>
                    <a:pt x="386239" y="314525"/>
                  </a:lnTo>
                  <a:lnTo>
                    <a:pt x="395221" y="309101"/>
                  </a:lnTo>
                  <a:lnTo>
                    <a:pt x="404203" y="303562"/>
                  </a:lnTo>
                  <a:lnTo>
                    <a:pt x="413186" y="297914"/>
                  </a:lnTo>
                  <a:lnTo>
                    <a:pt x="422168" y="292151"/>
                  </a:lnTo>
                  <a:lnTo>
                    <a:pt x="431150" y="286262"/>
                  </a:lnTo>
                  <a:lnTo>
                    <a:pt x="440133" y="280233"/>
                  </a:lnTo>
                  <a:lnTo>
                    <a:pt x="449115" y="274054"/>
                  </a:lnTo>
                  <a:lnTo>
                    <a:pt x="458097" y="267719"/>
                  </a:lnTo>
                  <a:lnTo>
                    <a:pt x="467080" y="261244"/>
                  </a:lnTo>
                  <a:lnTo>
                    <a:pt x="476062" y="254656"/>
                  </a:lnTo>
                  <a:lnTo>
                    <a:pt x="485044" y="247980"/>
                  </a:lnTo>
                  <a:lnTo>
                    <a:pt x="494027" y="241237"/>
                  </a:lnTo>
                  <a:lnTo>
                    <a:pt x="503009" y="234437"/>
                  </a:lnTo>
                  <a:lnTo>
                    <a:pt x="511991" y="227576"/>
                  </a:lnTo>
                  <a:lnTo>
                    <a:pt x="520973" y="220639"/>
                  </a:lnTo>
                  <a:lnTo>
                    <a:pt x="529956" y="213601"/>
                  </a:lnTo>
                  <a:lnTo>
                    <a:pt x="538938" y="206440"/>
                  </a:lnTo>
                  <a:lnTo>
                    <a:pt x="547920" y="199144"/>
                  </a:lnTo>
                  <a:lnTo>
                    <a:pt x="556903" y="191720"/>
                  </a:lnTo>
                  <a:lnTo>
                    <a:pt x="565885" y="184202"/>
                  </a:lnTo>
                  <a:lnTo>
                    <a:pt x="574867" y="176653"/>
                  </a:lnTo>
                  <a:lnTo>
                    <a:pt x="583850" y="169172"/>
                  </a:lnTo>
                  <a:lnTo>
                    <a:pt x="592832" y="161861"/>
                  </a:lnTo>
                  <a:lnTo>
                    <a:pt x="601814" y="154809"/>
                  </a:lnTo>
                  <a:lnTo>
                    <a:pt x="610797" y="148080"/>
                  </a:lnTo>
                  <a:lnTo>
                    <a:pt x="619779" y="141700"/>
                  </a:lnTo>
                  <a:lnTo>
                    <a:pt x="628761" y="135652"/>
                  </a:lnTo>
                  <a:lnTo>
                    <a:pt x="637743" y="129879"/>
                  </a:lnTo>
                  <a:lnTo>
                    <a:pt x="646726" y="124290"/>
                  </a:lnTo>
                  <a:lnTo>
                    <a:pt x="655708" y="118775"/>
                  </a:lnTo>
                  <a:lnTo>
                    <a:pt x="664690" y="113224"/>
                  </a:lnTo>
                  <a:lnTo>
                    <a:pt x="673673" y="107547"/>
                  </a:lnTo>
                  <a:lnTo>
                    <a:pt x="682655" y="101681"/>
                  </a:lnTo>
                  <a:lnTo>
                    <a:pt x="691637" y="95609"/>
                  </a:lnTo>
                  <a:lnTo>
                    <a:pt x="700620" y="89355"/>
                  </a:lnTo>
                  <a:lnTo>
                    <a:pt x="709602" y="82998"/>
                  </a:lnTo>
                  <a:lnTo>
                    <a:pt x="718584" y="76655"/>
                  </a:lnTo>
                  <a:lnTo>
                    <a:pt x="727567" y="70445"/>
                  </a:lnTo>
                  <a:lnTo>
                    <a:pt x="736549" y="64481"/>
                  </a:lnTo>
                  <a:lnTo>
                    <a:pt x="745531" y="58864"/>
                  </a:lnTo>
                  <a:lnTo>
                    <a:pt x="754513" y="53665"/>
                  </a:lnTo>
                  <a:lnTo>
                    <a:pt x="763496" y="48924"/>
                  </a:lnTo>
                  <a:lnTo>
                    <a:pt x="772478" y="44643"/>
                  </a:lnTo>
                  <a:lnTo>
                    <a:pt x="781460" y="40790"/>
                  </a:lnTo>
                  <a:lnTo>
                    <a:pt x="790443" y="37300"/>
                  </a:lnTo>
                  <a:lnTo>
                    <a:pt x="799425" y="34088"/>
                  </a:lnTo>
                  <a:lnTo>
                    <a:pt x="808407" y="31054"/>
                  </a:lnTo>
                  <a:lnTo>
                    <a:pt x="817390" y="28106"/>
                  </a:lnTo>
                  <a:lnTo>
                    <a:pt x="826372" y="25170"/>
                  </a:lnTo>
                  <a:lnTo>
                    <a:pt x="835354" y="22211"/>
                  </a:lnTo>
                  <a:lnTo>
                    <a:pt x="844337" y="19242"/>
                  </a:lnTo>
                  <a:lnTo>
                    <a:pt x="853319" y="16313"/>
                  </a:lnTo>
                  <a:lnTo>
                    <a:pt x="862301" y="13495"/>
                  </a:lnTo>
                  <a:lnTo>
                    <a:pt x="871283" y="10864"/>
                  </a:lnTo>
                  <a:lnTo>
                    <a:pt x="880266" y="8480"/>
                  </a:lnTo>
                  <a:lnTo>
                    <a:pt x="889248" y="6385"/>
                  </a:lnTo>
                  <a:lnTo>
                    <a:pt x="898230" y="4592"/>
                  </a:lnTo>
                  <a:lnTo>
                    <a:pt x="907213" y="3097"/>
                  </a:lnTo>
                  <a:lnTo>
                    <a:pt x="916195" y="1885"/>
                  </a:lnTo>
                  <a:lnTo>
                    <a:pt x="925177" y="952"/>
                  </a:lnTo>
                  <a:lnTo>
                    <a:pt x="934160" y="310"/>
                  </a:lnTo>
                  <a:lnTo>
                    <a:pt x="943142" y="0"/>
                  </a:lnTo>
                  <a:lnTo>
                    <a:pt x="952124" y="117"/>
                  </a:lnTo>
                  <a:lnTo>
                    <a:pt x="961107" y="713"/>
                  </a:lnTo>
                  <a:lnTo>
                    <a:pt x="970089" y="1854"/>
                  </a:lnTo>
                  <a:lnTo>
                    <a:pt x="979071" y="3589"/>
                  </a:lnTo>
                  <a:lnTo>
                    <a:pt x="988054" y="5941"/>
                  </a:lnTo>
                  <a:lnTo>
                    <a:pt x="997036" y="8905"/>
                  </a:lnTo>
                  <a:lnTo>
                    <a:pt x="1006018" y="12453"/>
                  </a:lnTo>
                  <a:lnTo>
                    <a:pt x="1015000" y="16548"/>
                  </a:lnTo>
                  <a:lnTo>
                    <a:pt x="1023983" y="21146"/>
                  </a:lnTo>
                  <a:lnTo>
                    <a:pt x="1032965" y="26211"/>
                  </a:lnTo>
                  <a:lnTo>
                    <a:pt x="1041947" y="31719"/>
                  </a:lnTo>
                  <a:lnTo>
                    <a:pt x="1050930" y="37652"/>
                  </a:lnTo>
                  <a:lnTo>
                    <a:pt x="1059912" y="44000"/>
                  </a:lnTo>
                  <a:lnTo>
                    <a:pt x="1068894" y="50768"/>
                  </a:lnTo>
                  <a:lnTo>
                    <a:pt x="1077877" y="57931"/>
                  </a:lnTo>
                  <a:lnTo>
                    <a:pt x="1086859" y="65430"/>
                  </a:lnTo>
                  <a:lnTo>
                    <a:pt x="1095841" y="73202"/>
                  </a:lnTo>
                  <a:lnTo>
                    <a:pt x="1104824" y="81164"/>
                  </a:lnTo>
                  <a:lnTo>
                    <a:pt x="1113806" y="89218"/>
                  </a:lnTo>
                  <a:lnTo>
                    <a:pt x="1122788" y="97263"/>
                  </a:lnTo>
                  <a:lnTo>
                    <a:pt x="1131770" y="105202"/>
                  </a:lnTo>
                  <a:lnTo>
                    <a:pt x="1140753" y="112963"/>
                  </a:lnTo>
                  <a:lnTo>
                    <a:pt x="1149735" y="120513"/>
                  </a:lnTo>
                  <a:lnTo>
                    <a:pt x="1158717" y="127864"/>
                  </a:lnTo>
                  <a:lnTo>
                    <a:pt x="1167700" y="135082"/>
                  </a:lnTo>
                  <a:lnTo>
                    <a:pt x="1176682" y="142270"/>
                  </a:lnTo>
                  <a:lnTo>
                    <a:pt x="1185664" y="149560"/>
                  </a:lnTo>
                  <a:lnTo>
                    <a:pt x="1194647" y="157104"/>
                  </a:lnTo>
                  <a:lnTo>
                    <a:pt x="1203629" y="164978"/>
                  </a:lnTo>
                  <a:lnTo>
                    <a:pt x="1212611" y="173197"/>
                  </a:lnTo>
                  <a:lnTo>
                    <a:pt x="1221594" y="181708"/>
                  </a:lnTo>
                  <a:lnTo>
                    <a:pt x="1230576" y="190396"/>
                  </a:lnTo>
                  <a:lnTo>
                    <a:pt x="1239558" y="199103"/>
                  </a:lnTo>
                  <a:lnTo>
                    <a:pt x="1248540" y="207652"/>
                  </a:lnTo>
                  <a:lnTo>
                    <a:pt x="1257523" y="215876"/>
                  </a:lnTo>
                  <a:lnTo>
                    <a:pt x="1266505" y="223641"/>
                  </a:lnTo>
                  <a:lnTo>
                    <a:pt x="1275487" y="230857"/>
                  </a:lnTo>
                  <a:lnTo>
                    <a:pt x="1284470" y="237489"/>
                  </a:lnTo>
                  <a:lnTo>
                    <a:pt x="1293452" y="243546"/>
                  </a:lnTo>
                  <a:lnTo>
                    <a:pt x="1302434" y="249080"/>
                  </a:lnTo>
                  <a:lnTo>
                    <a:pt x="1311417" y="254158"/>
                  </a:lnTo>
                  <a:lnTo>
                    <a:pt x="1320399" y="258873"/>
                  </a:lnTo>
                  <a:lnTo>
                    <a:pt x="1329381" y="263352"/>
                  </a:lnTo>
                  <a:lnTo>
                    <a:pt x="1338364" y="267697"/>
                  </a:lnTo>
                  <a:lnTo>
                    <a:pt x="1347346" y="272003"/>
                  </a:lnTo>
                  <a:lnTo>
                    <a:pt x="1356328" y="276359"/>
                  </a:lnTo>
                  <a:lnTo>
                    <a:pt x="1365310" y="280837"/>
                  </a:lnTo>
                  <a:lnTo>
                    <a:pt x="1374293" y="285487"/>
                  </a:lnTo>
                  <a:lnTo>
                    <a:pt x="1383275" y="290334"/>
                  </a:lnTo>
                  <a:lnTo>
                    <a:pt x="1392257" y="295369"/>
                  </a:lnTo>
                  <a:lnTo>
                    <a:pt x="1401240" y="300552"/>
                  </a:lnTo>
                  <a:lnTo>
                    <a:pt x="1410222" y="305816"/>
                  </a:lnTo>
                  <a:lnTo>
                    <a:pt x="1419204" y="311074"/>
                  </a:lnTo>
                  <a:lnTo>
                    <a:pt x="1428187" y="316232"/>
                  </a:lnTo>
                  <a:lnTo>
                    <a:pt x="1437169" y="321184"/>
                  </a:lnTo>
                  <a:lnTo>
                    <a:pt x="1446151" y="325859"/>
                  </a:lnTo>
                  <a:lnTo>
                    <a:pt x="1455134" y="330221"/>
                  </a:lnTo>
                  <a:lnTo>
                    <a:pt x="1464116" y="334260"/>
                  </a:lnTo>
                  <a:lnTo>
                    <a:pt x="1473098" y="337986"/>
                  </a:lnTo>
                  <a:lnTo>
                    <a:pt x="1482081" y="341432"/>
                  </a:lnTo>
                  <a:lnTo>
                    <a:pt x="1491063" y="344642"/>
                  </a:lnTo>
                  <a:lnTo>
                    <a:pt x="1500045" y="347663"/>
                  </a:lnTo>
                  <a:lnTo>
                    <a:pt x="1509027" y="350542"/>
                  </a:lnTo>
                  <a:lnTo>
                    <a:pt x="1518010" y="353317"/>
                  </a:lnTo>
                  <a:lnTo>
                    <a:pt x="1526992" y="356017"/>
                  </a:lnTo>
                  <a:lnTo>
                    <a:pt x="1535974" y="358658"/>
                  </a:lnTo>
                  <a:lnTo>
                    <a:pt x="1544957" y="361242"/>
                  </a:lnTo>
                  <a:lnTo>
                    <a:pt x="1553939" y="363760"/>
                  </a:lnTo>
                  <a:lnTo>
                    <a:pt x="1562921" y="366187"/>
                  </a:lnTo>
                  <a:lnTo>
                    <a:pt x="1571904" y="368506"/>
                  </a:lnTo>
                  <a:lnTo>
                    <a:pt x="1580886" y="370694"/>
                  </a:lnTo>
                  <a:lnTo>
                    <a:pt x="1589868" y="372734"/>
                  </a:lnTo>
                  <a:lnTo>
                    <a:pt x="1598851" y="374616"/>
                  </a:lnTo>
                  <a:lnTo>
                    <a:pt x="1607833" y="376336"/>
                  </a:lnTo>
                  <a:lnTo>
                    <a:pt x="1616815" y="377897"/>
                  </a:lnTo>
                  <a:lnTo>
                    <a:pt x="1625797" y="379308"/>
                  </a:lnTo>
                  <a:lnTo>
                    <a:pt x="1634780" y="380583"/>
                  </a:lnTo>
                  <a:lnTo>
                    <a:pt x="1643762" y="381733"/>
                  </a:lnTo>
                  <a:lnTo>
                    <a:pt x="1652744" y="382773"/>
                  </a:lnTo>
                  <a:lnTo>
                    <a:pt x="1661727" y="383714"/>
                  </a:lnTo>
                  <a:lnTo>
                    <a:pt x="1670709" y="384568"/>
                  </a:lnTo>
                  <a:lnTo>
                    <a:pt x="1679691" y="385346"/>
                  </a:lnTo>
                  <a:lnTo>
                    <a:pt x="1688674" y="386062"/>
                  </a:lnTo>
                  <a:lnTo>
                    <a:pt x="1697656" y="386738"/>
                  </a:lnTo>
                  <a:lnTo>
                    <a:pt x="1706638" y="387392"/>
                  </a:lnTo>
                  <a:lnTo>
                    <a:pt x="1715621" y="388042"/>
                  </a:lnTo>
                  <a:lnTo>
                    <a:pt x="1724603" y="388703"/>
                  </a:lnTo>
                  <a:lnTo>
                    <a:pt x="1733585" y="389382"/>
                  </a:lnTo>
                  <a:lnTo>
                    <a:pt x="1742567" y="390078"/>
                  </a:lnTo>
                  <a:lnTo>
                    <a:pt x="1751550" y="390784"/>
                  </a:lnTo>
                  <a:lnTo>
                    <a:pt x="1760532" y="391485"/>
                  </a:lnTo>
                  <a:lnTo>
                    <a:pt x="1769514" y="392159"/>
                  </a:lnTo>
                  <a:lnTo>
                    <a:pt x="1778497" y="392788"/>
                  </a:lnTo>
                  <a:lnTo>
                    <a:pt x="1778497" y="396442"/>
                  </a:lnTo>
                  <a:lnTo>
                    <a:pt x="1769514" y="396442"/>
                  </a:lnTo>
                  <a:lnTo>
                    <a:pt x="1760532" y="396442"/>
                  </a:lnTo>
                  <a:lnTo>
                    <a:pt x="1751550" y="396442"/>
                  </a:lnTo>
                  <a:lnTo>
                    <a:pt x="1742567" y="396442"/>
                  </a:lnTo>
                  <a:lnTo>
                    <a:pt x="1733585" y="396442"/>
                  </a:lnTo>
                  <a:lnTo>
                    <a:pt x="1724603" y="396442"/>
                  </a:lnTo>
                  <a:lnTo>
                    <a:pt x="1715621" y="396442"/>
                  </a:lnTo>
                  <a:lnTo>
                    <a:pt x="1706638" y="396442"/>
                  </a:lnTo>
                  <a:lnTo>
                    <a:pt x="1697656" y="396442"/>
                  </a:lnTo>
                  <a:lnTo>
                    <a:pt x="1688674" y="396442"/>
                  </a:lnTo>
                  <a:lnTo>
                    <a:pt x="1679691" y="396442"/>
                  </a:lnTo>
                  <a:lnTo>
                    <a:pt x="1670709" y="396442"/>
                  </a:lnTo>
                  <a:lnTo>
                    <a:pt x="1661727" y="396442"/>
                  </a:lnTo>
                  <a:lnTo>
                    <a:pt x="1652744" y="396442"/>
                  </a:lnTo>
                  <a:lnTo>
                    <a:pt x="1643762" y="396442"/>
                  </a:lnTo>
                  <a:lnTo>
                    <a:pt x="1634780" y="396442"/>
                  </a:lnTo>
                  <a:lnTo>
                    <a:pt x="1625797" y="396442"/>
                  </a:lnTo>
                  <a:lnTo>
                    <a:pt x="1616815" y="396442"/>
                  </a:lnTo>
                  <a:lnTo>
                    <a:pt x="1607833" y="396442"/>
                  </a:lnTo>
                  <a:lnTo>
                    <a:pt x="1598851" y="396442"/>
                  </a:lnTo>
                  <a:lnTo>
                    <a:pt x="1589868" y="396442"/>
                  </a:lnTo>
                  <a:lnTo>
                    <a:pt x="1580886" y="396442"/>
                  </a:lnTo>
                  <a:lnTo>
                    <a:pt x="1571904" y="396442"/>
                  </a:lnTo>
                  <a:lnTo>
                    <a:pt x="1562921" y="396442"/>
                  </a:lnTo>
                  <a:lnTo>
                    <a:pt x="1553939" y="396442"/>
                  </a:lnTo>
                  <a:lnTo>
                    <a:pt x="1544957" y="396442"/>
                  </a:lnTo>
                  <a:lnTo>
                    <a:pt x="1535974" y="396442"/>
                  </a:lnTo>
                  <a:lnTo>
                    <a:pt x="1526992" y="396442"/>
                  </a:lnTo>
                  <a:lnTo>
                    <a:pt x="1518010" y="396442"/>
                  </a:lnTo>
                  <a:lnTo>
                    <a:pt x="1509027" y="396442"/>
                  </a:lnTo>
                  <a:lnTo>
                    <a:pt x="1500045" y="396442"/>
                  </a:lnTo>
                  <a:lnTo>
                    <a:pt x="1491063" y="396442"/>
                  </a:lnTo>
                  <a:lnTo>
                    <a:pt x="1482081" y="396442"/>
                  </a:lnTo>
                  <a:lnTo>
                    <a:pt x="1473098" y="396442"/>
                  </a:lnTo>
                  <a:lnTo>
                    <a:pt x="1464116" y="396442"/>
                  </a:lnTo>
                  <a:lnTo>
                    <a:pt x="1455134" y="396442"/>
                  </a:lnTo>
                  <a:lnTo>
                    <a:pt x="1446151" y="396442"/>
                  </a:lnTo>
                  <a:lnTo>
                    <a:pt x="1437169" y="396442"/>
                  </a:lnTo>
                  <a:lnTo>
                    <a:pt x="1428187" y="396442"/>
                  </a:lnTo>
                  <a:lnTo>
                    <a:pt x="1419204" y="396442"/>
                  </a:lnTo>
                  <a:lnTo>
                    <a:pt x="1410222" y="396442"/>
                  </a:lnTo>
                  <a:lnTo>
                    <a:pt x="1401240" y="396442"/>
                  </a:lnTo>
                  <a:lnTo>
                    <a:pt x="1392257" y="396442"/>
                  </a:lnTo>
                  <a:lnTo>
                    <a:pt x="1383275" y="396442"/>
                  </a:lnTo>
                  <a:lnTo>
                    <a:pt x="1374293" y="396442"/>
                  </a:lnTo>
                  <a:lnTo>
                    <a:pt x="1365310" y="396442"/>
                  </a:lnTo>
                  <a:lnTo>
                    <a:pt x="1356328" y="396442"/>
                  </a:lnTo>
                  <a:lnTo>
                    <a:pt x="1347346" y="396442"/>
                  </a:lnTo>
                  <a:lnTo>
                    <a:pt x="1338364" y="396442"/>
                  </a:lnTo>
                  <a:lnTo>
                    <a:pt x="1329381" y="396442"/>
                  </a:lnTo>
                  <a:lnTo>
                    <a:pt x="1320399" y="396442"/>
                  </a:lnTo>
                  <a:lnTo>
                    <a:pt x="1311417" y="396442"/>
                  </a:lnTo>
                  <a:lnTo>
                    <a:pt x="1302434" y="396442"/>
                  </a:lnTo>
                  <a:lnTo>
                    <a:pt x="1293452" y="396442"/>
                  </a:lnTo>
                  <a:lnTo>
                    <a:pt x="1284470" y="396442"/>
                  </a:lnTo>
                  <a:lnTo>
                    <a:pt x="1275487" y="396442"/>
                  </a:lnTo>
                  <a:lnTo>
                    <a:pt x="1266505" y="396442"/>
                  </a:lnTo>
                  <a:lnTo>
                    <a:pt x="1257523" y="396442"/>
                  </a:lnTo>
                  <a:lnTo>
                    <a:pt x="1248540" y="396442"/>
                  </a:lnTo>
                  <a:lnTo>
                    <a:pt x="1239558" y="396442"/>
                  </a:lnTo>
                  <a:lnTo>
                    <a:pt x="1230576" y="396442"/>
                  </a:lnTo>
                  <a:lnTo>
                    <a:pt x="1221594" y="396442"/>
                  </a:lnTo>
                  <a:lnTo>
                    <a:pt x="1212611" y="396442"/>
                  </a:lnTo>
                  <a:lnTo>
                    <a:pt x="1203629" y="396442"/>
                  </a:lnTo>
                  <a:lnTo>
                    <a:pt x="1194647" y="396442"/>
                  </a:lnTo>
                  <a:lnTo>
                    <a:pt x="1185664" y="396442"/>
                  </a:lnTo>
                  <a:lnTo>
                    <a:pt x="1176682" y="396442"/>
                  </a:lnTo>
                  <a:lnTo>
                    <a:pt x="1167700" y="396442"/>
                  </a:lnTo>
                  <a:lnTo>
                    <a:pt x="1158717" y="396442"/>
                  </a:lnTo>
                  <a:lnTo>
                    <a:pt x="1149735" y="396442"/>
                  </a:lnTo>
                  <a:lnTo>
                    <a:pt x="1140753" y="396442"/>
                  </a:lnTo>
                  <a:lnTo>
                    <a:pt x="1131770" y="396442"/>
                  </a:lnTo>
                  <a:lnTo>
                    <a:pt x="1122788" y="396442"/>
                  </a:lnTo>
                  <a:lnTo>
                    <a:pt x="1113806" y="396442"/>
                  </a:lnTo>
                  <a:lnTo>
                    <a:pt x="1104824" y="396442"/>
                  </a:lnTo>
                  <a:lnTo>
                    <a:pt x="1095841" y="396442"/>
                  </a:lnTo>
                  <a:lnTo>
                    <a:pt x="1086859" y="396442"/>
                  </a:lnTo>
                  <a:lnTo>
                    <a:pt x="1077877" y="396442"/>
                  </a:lnTo>
                  <a:lnTo>
                    <a:pt x="1068894" y="396442"/>
                  </a:lnTo>
                  <a:lnTo>
                    <a:pt x="1059912" y="396442"/>
                  </a:lnTo>
                  <a:lnTo>
                    <a:pt x="1050930" y="396442"/>
                  </a:lnTo>
                  <a:lnTo>
                    <a:pt x="1041947" y="396442"/>
                  </a:lnTo>
                  <a:lnTo>
                    <a:pt x="1032965" y="396442"/>
                  </a:lnTo>
                  <a:lnTo>
                    <a:pt x="1023983" y="396442"/>
                  </a:lnTo>
                  <a:lnTo>
                    <a:pt x="1015000" y="396442"/>
                  </a:lnTo>
                  <a:lnTo>
                    <a:pt x="1006018" y="396442"/>
                  </a:lnTo>
                  <a:lnTo>
                    <a:pt x="997036" y="396442"/>
                  </a:lnTo>
                  <a:lnTo>
                    <a:pt x="988054" y="396442"/>
                  </a:lnTo>
                  <a:lnTo>
                    <a:pt x="979071" y="396442"/>
                  </a:lnTo>
                  <a:lnTo>
                    <a:pt x="970089" y="396442"/>
                  </a:lnTo>
                  <a:lnTo>
                    <a:pt x="961107" y="396442"/>
                  </a:lnTo>
                  <a:lnTo>
                    <a:pt x="952124" y="396442"/>
                  </a:lnTo>
                  <a:lnTo>
                    <a:pt x="943142" y="396442"/>
                  </a:lnTo>
                  <a:lnTo>
                    <a:pt x="934160" y="396442"/>
                  </a:lnTo>
                  <a:lnTo>
                    <a:pt x="925177" y="396442"/>
                  </a:lnTo>
                  <a:lnTo>
                    <a:pt x="916195" y="396442"/>
                  </a:lnTo>
                  <a:lnTo>
                    <a:pt x="907213" y="396442"/>
                  </a:lnTo>
                  <a:lnTo>
                    <a:pt x="898230" y="396442"/>
                  </a:lnTo>
                  <a:lnTo>
                    <a:pt x="889248" y="396442"/>
                  </a:lnTo>
                  <a:lnTo>
                    <a:pt x="880266" y="396442"/>
                  </a:lnTo>
                  <a:lnTo>
                    <a:pt x="871283" y="396442"/>
                  </a:lnTo>
                  <a:lnTo>
                    <a:pt x="862301" y="396442"/>
                  </a:lnTo>
                  <a:lnTo>
                    <a:pt x="853319" y="396442"/>
                  </a:lnTo>
                  <a:lnTo>
                    <a:pt x="844337" y="396442"/>
                  </a:lnTo>
                  <a:lnTo>
                    <a:pt x="835354" y="396442"/>
                  </a:lnTo>
                  <a:lnTo>
                    <a:pt x="826372" y="396442"/>
                  </a:lnTo>
                  <a:lnTo>
                    <a:pt x="817390" y="396442"/>
                  </a:lnTo>
                  <a:lnTo>
                    <a:pt x="808407" y="396442"/>
                  </a:lnTo>
                  <a:lnTo>
                    <a:pt x="799425" y="396442"/>
                  </a:lnTo>
                  <a:lnTo>
                    <a:pt x="790443" y="396442"/>
                  </a:lnTo>
                  <a:lnTo>
                    <a:pt x="781460" y="396442"/>
                  </a:lnTo>
                  <a:lnTo>
                    <a:pt x="772478" y="396442"/>
                  </a:lnTo>
                  <a:lnTo>
                    <a:pt x="763496" y="396442"/>
                  </a:lnTo>
                  <a:lnTo>
                    <a:pt x="754513" y="396442"/>
                  </a:lnTo>
                  <a:lnTo>
                    <a:pt x="745531" y="396442"/>
                  </a:lnTo>
                  <a:lnTo>
                    <a:pt x="736549" y="396442"/>
                  </a:lnTo>
                  <a:lnTo>
                    <a:pt x="727567" y="396442"/>
                  </a:lnTo>
                  <a:lnTo>
                    <a:pt x="718584" y="396442"/>
                  </a:lnTo>
                  <a:lnTo>
                    <a:pt x="709602" y="396442"/>
                  </a:lnTo>
                  <a:lnTo>
                    <a:pt x="700620" y="396442"/>
                  </a:lnTo>
                  <a:lnTo>
                    <a:pt x="691637" y="396442"/>
                  </a:lnTo>
                  <a:lnTo>
                    <a:pt x="682655" y="396442"/>
                  </a:lnTo>
                  <a:lnTo>
                    <a:pt x="673673" y="396442"/>
                  </a:lnTo>
                  <a:lnTo>
                    <a:pt x="664690" y="396442"/>
                  </a:lnTo>
                  <a:lnTo>
                    <a:pt x="655708" y="396442"/>
                  </a:lnTo>
                  <a:lnTo>
                    <a:pt x="646726" y="396442"/>
                  </a:lnTo>
                  <a:lnTo>
                    <a:pt x="637743" y="396442"/>
                  </a:lnTo>
                  <a:lnTo>
                    <a:pt x="628761" y="396442"/>
                  </a:lnTo>
                  <a:lnTo>
                    <a:pt x="619779" y="396442"/>
                  </a:lnTo>
                  <a:lnTo>
                    <a:pt x="610797" y="396442"/>
                  </a:lnTo>
                  <a:lnTo>
                    <a:pt x="601814" y="396442"/>
                  </a:lnTo>
                  <a:lnTo>
                    <a:pt x="592832" y="396442"/>
                  </a:lnTo>
                  <a:lnTo>
                    <a:pt x="583850" y="396442"/>
                  </a:lnTo>
                  <a:lnTo>
                    <a:pt x="574867" y="396442"/>
                  </a:lnTo>
                  <a:lnTo>
                    <a:pt x="565885" y="396442"/>
                  </a:lnTo>
                  <a:lnTo>
                    <a:pt x="556903" y="396442"/>
                  </a:lnTo>
                  <a:lnTo>
                    <a:pt x="547920" y="396442"/>
                  </a:lnTo>
                  <a:lnTo>
                    <a:pt x="538938" y="396442"/>
                  </a:lnTo>
                  <a:lnTo>
                    <a:pt x="529956" y="396442"/>
                  </a:lnTo>
                  <a:lnTo>
                    <a:pt x="520973" y="396442"/>
                  </a:lnTo>
                  <a:lnTo>
                    <a:pt x="511991" y="396442"/>
                  </a:lnTo>
                  <a:lnTo>
                    <a:pt x="503009" y="396442"/>
                  </a:lnTo>
                  <a:lnTo>
                    <a:pt x="494027" y="396442"/>
                  </a:lnTo>
                  <a:lnTo>
                    <a:pt x="485044" y="396442"/>
                  </a:lnTo>
                  <a:lnTo>
                    <a:pt x="476062" y="396442"/>
                  </a:lnTo>
                  <a:lnTo>
                    <a:pt x="467080" y="396442"/>
                  </a:lnTo>
                  <a:lnTo>
                    <a:pt x="458097" y="396442"/>
                  </a:lnTo>
                  <a:lnTo>
                    <a:pt x="449115" y="396442"/>
                  </a:lnTo>
                  <a:lnTo>
                    <a:pt x="440133" y="396442"/>
                  </a:lnTo>
                  <a:lnTo>
                    <a:pt x="431150" y="396442"/>
                  </a:lnTo>
                  <a:lnTo>
                    <a:pt x="422168" y="396442"/>
                  </a:lnTo>
                  <a:lnTo>
                    <a:pt x="413186" y="396442"/>
                  </a:lnTo>
                  <a:lnTo>
                    <a:pt x="404203" y="396442"/>
                  </a:lnTo>
                  <a:lnTo>
                    <a:pt x="395221" y="396442"/>
                  </a:lnTo>
                  <a:lnTo>
                    <a:pt x="386239" y="396442"/>
                  </a:lnTo>
                  <a:lnTo>
                    <a:pt x="377256" y="396442"/>
                  </a:lnTo>
                  <a:lnTo>
                    <a:pt x="368274" y="396442"/>
                  </a:lnTo>
                  <a:lnTo>
                    <a:pt x="359292" y="396442"/>
                  </a:lnTo>
                  <a:lnTo>
                    <a:pt x="350310" y="396442"/>
                  </a:lnTo>
                  <a:lnTo>
                    <a:pt x="341327" y="396442"/>
                  </a:lnTo>
                  <a:lnTo>
                    <a:pt x="332345" y="396442"/>
                  </a:lnTo>
                  <a:lnTo>
                    <a:pt x="323363" y="396442"/>
                  </a:lnTo>
                  <a:lnTo>
                    <a:pt x="314380" y="396442"/>
                  </a:lnTo>
                  <a:lnTo>
                    <a:pt x="305398" y="396442"/>
                  </a:lnTo>
                  <a:lnTo>
                    <a:pt x="296416" y="396442"/>
                  </a:lnTo>
                  <a:lnTo>
                    <a:pt x="287433" y="396442"/>
                  </a:lnTo>
                  <a:lnTo>
                    <a:pt x="278451" y="396442"/>
                  </a:lnTo>
                  <a:lnTo>
                    <a:pt x="269469" y="396442"/>
                  </a:lnTo>
                  <a:lnTo>
                    <a:pt x="260486" y="396442"/>
                  </a:lnTo>
                  <a:lnTo>
                    <a:pt x="251504" y="396442"/>
                  </a:lnTo>
                  <a:lnTo>
                    <a:pt x="242522" y="396442"/>
                  </a:lnTo>
                  <a:lnTo>
                    <a:pt x="233540" y="396442"/>
                  </a:lnTo>
                  <a:lnTo>
                    <a:pt x="224557" y="396442"/>
                  </a:lnTo>
                  <a:lnTo>
                    <a:pt x="215575" y="396442"/>
                  </a:lnTo>
                  <a:lnTo>
                    <a:pt x="206593" y="396442"/>
                  </a:lnTo>
                  <a:lnTo>
                    <a:pt x="197610" y="396442"/>
                  </a:lnTo>
                  <a:lnTo>
                    <a:pt x="188628" y="396442"/>
                  </a:lnTo>
                  <a:lnTo>
                    <a:pt x="179646" y="396442"/>
                  </a:lnTo>
                  <a:lnTo>
                    <a:pt x="170663" y="396442"/>
                  </a:lnTo>
                  <a:lnTo>
                    <a:pt x="161681" y="396442"/>
                  </a:lnTo>
                  <a:lnTo>
                    <a:pt x="152699" y="396442"/>
                  </a:lnTo>
                  <a:lnTo>
                    <a:pt x="143716" y="396442"/>
                  </a:lnTo>
                  <a:lnTo>
                    <a:pt x="134734" y="396442"/>
                  </a:lnTo>
                  <a:lnTo>
                    <a:pt x="125752" y="396442"/>
                  </a:lnTo>
                  <a:lnTo>
                    <a:pt x="116770" y="396442"/>
                  </a:lnTo>
                  <a:lnTo>
                    <a:pt x="107787" y="396442"/>
                  </a:lnTo>
                  <a:lnTo>
                    <a:pt x="98805" y="396442"/>
                  </a:lnTo>
                  <a:lnTo>
                    <a:pt x="89823" y="396442"/>
                  </a:lnTo>
                  <a:lnTo>
                    <a:pt x="80840" y="396442"/>
                  </a:lnTo>
                  <a:lnTo>
                    <a:pt x="71858" y="396442"/>
                  </a:lnTo>
                  <a:lnTo>
                    <a:pt x="62876" y="396442"/>
                  </a:lnTo>
                  <a:lnTo>
                    <a:pt x="53893" y="396442"/>
                  </a:lnTo>
                  <a:lnTo>
                    <a:pt x="44911" y="396442"/>
                  </a:lnTo>
                  <a:lnTo>
                    <a:pt x="35929" y="396442"/>
                  </a:lnTo>
                  <a:lnTo>
                    <a:pt x="26946" y="396442"/>
                  </a:lnTo>
                  <a:lnTo>
                    <a:pt x="17964" y="396442"/>
                  </a:lnTo>
                  <a:lnTo>
                    <a:pt x="8982" y="396442"/>
                  </a:lnTo>
                  <a:lnTo>
                    <a:pt x="0" y="396442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871681" y="3019629"/>
              <a:ext cx="1778497" cy="392807"/>
            </a:xfrm>
            <a:custGeom>
              <a:avLst/>
              <a:pathLst>
                <a:path w="1778497" h="392807">
                  <a:moveTo>
                    <a:pt x="0" y="392807"/>
                  </a:moveTo>
                  <a:lnTo>
                    <a:pt x="8982" y="392577"/>
                  </a:lnTo>
                  <a:lnTo>
                    <a:pt x="17964" y="392338"/>
                  </a:lnTo>
                  <a:lnTo>
                    <a:pt x="26946" y="392083"/>
                  </a:lnTo>
                  <a:lnTo>
                    <a:pt x="35929" y="391804"/>
                  </a:lnTo>
                  <a:lnTo>
                    <a:pt x="44911" y="391497"/>
                  </a:lnTo>
                  <a:lnTo>
                    <a:pt x="53893" y="391157"/>
                  </a:lnTo>
                  <a:lnTo>
                    <a:pt x="62876" y="390785"/>
                  </a:lnTo>
                  <a:lnTo>
                    <a:pt x="71858" y="390383"/>
                  </a:lnTo>
                  <a:lnTo>
                    <a:pt x="80840" y="389952"/>
                  </a:lnTo>
                  <a:lnTo>
                    <a:pt x="89823" y="389494"/>
                  </a:lnTo>
                  <a:lnTo>
                    <a:pt x="98805" y="389007"/>
                  </a:lnTo>
                  <a:lnTo>
                    <a:pt x="107787" y="388486"/>
                  </a:lnTo>
                  <a:lnTo>
                    <a:pt x="116770" y="387917"/>
                  </a:lnTo>
                  <a:lnTo>
                    <a:pt x="125752" y="387277"/>
                  </a:lnTo>
                  <a:lnTo>
                    <a:pt x="134734" y="386540"/>
                  </a:lnTo>
                  <a:lnTo>
                    <a:pt x="143716" y="385674"/>
                  </a:lnTo>
                  <a:lnTo>
                    <a:pt x="152699" y="384647"/>
                  </a:lnTo>
                  <a:lnTo>
                    <a:pt x="161681" y="383433"/>
                  </a:lnTo>
                  <a:lnTo>
                    <a:pt x="170663" y="382013"/>
                  </a:lnTo>
                  <a:lnTo>
                    <a:pt x="179646" y="380384"/>
                  </a:lnTo>
                  <a:lnTo>
                    <a:pt x="188628" y="378559"/>
                  </a:lnTo>
                  <a:lnTo>
                    <a:pt x="197610" y="376569"/>
                  </a:lnTo>
                  <a:lnTo>
                    <a:pt x="206593" y="374460"/>
                  </a:lnTo>
                  <a:lnTo>
                    <a:pt x="215575" y="372289"/>
                  </a:lnTo>
                  <a:lnTo>
                    <a:pt x="224557" y="370128"/>
                  </a:lnTo>
                  <a:lnTo>
                    <a:pt x="233540" y="368031"/>
                  </a:lnTo>
                  <a:lnTo>
                    <a:pt x="242522" y="366032"/>
                  </a:lnTo>
                  <a:lnTo>
                    <a:pt x="251504" y="364140"/>
                  </a:lnTo>
                  <a:lnTo>
                    <a:pt x="260486" y="362336"/>
                  </a:lnTo>
                  <a:lnTo>
                    <a:pt x="269469" y="360572"/>
                  </a:lnTo>
                  <a:lnTo>
                    <a:pt x="278451" y="358777"/>
                  </a:lnTo>
                  <a:lnTo>
                    <a:pt x="287433" y="356865"/>
                  </a:lnTo>
                  <a:lnTo>
                    <a:pt x="296416" y="354745"/>
                  </a:lnTo>
                  <a:lnTo>
                    <a:pt x="305398" y="352336"/>
                  </a:lnTo>
                  <a:lnTo>
                    <a:pt x="314380" y="349574"/>
                  </a:lnTo>
                  <a:lnTo>
                    <a:pt x="323363" y="346418"/>
                  </a:lnTo>
                  <a:lnTo>
                    <a:pt x="332345" y="342847"/>
                  </a:lnTo>
                  <a:lnTo>
                    <a:pt x="341327" y="338855"/>
                  </a:lnTo>
                  <a:lnTo>
                    <a:pt x="350310" y="334508"/>
                  </a:lnTo>
                  <a:lnTo>
                    <a:pt x="359292" y="329852"/>
                  </a:lnTo>
                  <a:lnTo>
                    <a:pt x="368274" y="324937"/>
                  </a:lnTo>
                  <a:lnTo>
                    <a:pt x="377256" y="319814"/>
                  </a:lnTo>
                  <a:lnTo>
                    <a:pt x="386239" y="314525"/>
                  </a:lnTo>
                  <a:lnTo>
                    <a:pt x="395221" y="309101"/>
                  </a:lnTo>
                  <a:lnTo>
                    <a:pt x="404203" y="303562"/>
                  </a:lnTo>
                  <a:lnTo>
                    <a:pt x="413186" y="297914"/>
                  </a:lnTo>
                  <a:lnTo>
                    <a:pt x="422168" y="292151"/>
                  </a:lnTo>
                  <a:lnTo>
                    <a:pt x="431150" y="286262"/>
                  </a:lnTo>
                  <a:lnTo>
                    <a:pt x="440133" y="280233"/>
                  </a:lnTo>
                  <a:lnTo>
                    <a:pt x="449115" y="274054"/>
                  </a:lnTo>
                  <a:lnTo>
                    <a:pt x="458097" y="267719"/>
                  </a:lnTo>
                  <a:lnTo>
                    <a:pt x="467080" y="261244"/>
                  </a:lnTo>
                  <a:lnTo>
                    <a:pt x="476062" y="254656"/>
                  </a:lnTo>
                  <a:lnTo>
                    <a:pt x="485044" y="247980"/>
                  </a:lnTo>
                  <a:lnTo>
                    <a:pt x="494027" y="241237"/>
                  </a:lnTo>
                  <a:lnTo>
                    <a:pt x="503009" y="234437"/>
                  </a:lnTo>
                  <a:lnTo>
                    <a:pt x="511991" y="227576"/>
                  </a:lnTo>
                  <a:lnTo>
                    <a:pt x="520973" y="220639"/>
                  </a:lnTo>
                  <a:lnTo>
                    <a:pt x="529956" y="213601"/>
                  </a:lnTo>
                  <a:lnTo>
                    <a:pt x="538938" y="206440"/>
                  </a:lnTo>
                  <a:lnTo>
                    <a:pt x="547920" y="199144"/>
                  </a:lnTo>
                  <a:lnTo>
                    <a:pt x="556903" y="191720"/>
                  </a:lnTo>
                  <a:lnTo>
                    <a:pt x="565885" y="184202"/>
                  </a:lnTo>
                  <a:lnTo>
                    <a:pt x="574867" y="176653"/>
                  </a:lnTo>
                  <a:lnTo>
                    <a:pt x="583850" y="169172"/>
                  </a:lnTo>
                  <a:lnTo>
                    <a:pt x="592832" y="161861"/>
                  </a:lnTo>
                  <a:lnTo>
                    <a:pt x="601814" y="154809"/>
                  </a:lnTo>
                  <a:lnTo>
                    <a:pt x="610797" y="148080"/>
                  </a:lnTo>
                  <a:lnTo>
                    <a:pt x="619779" y="141700"/>
                  </a:lnTo>
                  <a:lnTo>
                    <a:pt x="628761" y="135652"/>
                  </a:lnTo>
                  <a:lnTo>
                    <a:pt x="637743" y="129879"/>
                  </a:lnTo>
                  <a:lnTo>
                    <a:pt x="646726" y="124290"/>
                  </a:lnTo>
                  <a:lnTo>
                    <a:pt x="655708" y="118775"/>
                  </a:lnTo>
                  <a:lnTo>
                    <a:pt x="664690" y="113224"/>
                  </a:lnTo>
                  <a:lnTo>
                    <a:pt x="673673" y="107547"/>
                  </a:lnTo>
                  <a:lnTo>
                    <a:pt x="682655" y="101681"/>
                  </a:lnTo>
                  <a:lnTo>
                    <a:pt x="691637" y="95609"/>
                  </a:lnTo>
                  <a:lnTo>
                    <a:pt x="700620" y="89355"/>
                  </a:lnTo>
                  <a:lnTo>
                    <a:pt x="709602" y="82998"/>
                  </a:lnTo>
                  <a:lnTo>
                    <a:pt x="718584" y="76655"/>
                  </a:lnTo>
                  <a:lnTo>
                    <a:pt x="727567" y="70445"/>
                  </a:lnTo>
                  <a:lnTo>
                    <a:pt x="736549" y="64481"/>
                  </a:lnTo>
                  <a:lnTo>
                    <a:pt x="745531" y="58864"/>
                  </a:lnTo>
                  <a:lnTo>
                    <a:pt x="754513" y="53665"/>
                  </a:lnTo>
                  <a:lnTo>
                    <a:pt x="763496" y="48924"/>
                  </a:lnTo>
                  <a:lnTo>
                    <a:pt x="772478" y="44643"/>
                  </a:lnTo>
                  <a:lnTo>
                    <a:pt x="781460" y="40790"/>
                  </a:lnTo>
                  <a:lnTo>
                    <a:pt x="790443" y="37300"/>
                  </a:lnTo>
                  <a:lnTo>
                    <a:pt x="799425" y="34088"/>
                  </a:lnTo>
                  <a:lnTo>
                    <a:pt x="808407" y="31054"/>
                  </a:lnTo>
                  <a:lnTo>
                    <a:pt x="817390" y="28106"/>
                  </a:lnTo>
                  <a:lnTo>
                    <a:pt x="826372" y="25170"/>
                  </a:lnTo>
                  <a:lnTo>
                    <a:pt x="835354" y="22211"/>
                  </a:lnTo>
                  <a:lnTo>
                    <a:pt x="844337" y="19242"/>
                  </a:lnTo>
                  <a:lnTo>
                    <a:pt x="853319" y="16313"/>
                  </a:lnTo>
                  <a:lnTo>
                    <a:pt x="862301" y="13495"/>
                  </a:lnTo>
                  <a:lnTo>
                    <a:pt x="871283" y="10864"/>
                  </a:lnTo>
                  <a:lnTo>
                    <a:pt x="880266" y="8480"/>
                  </a:lnTo>
                  <a:lnTo>
                    <a:pt x="889248" y="6385"/>
                  </a:lnTo>
                  <a:lnTo>
                    <a:pt x="898230" y="4592"/>
                  </a:lnTo>
                  <a:lnTo>
                    <a:pt x="907213" y="3097"/>
                  </a:lnTo>
                  <a:lnTo>
                    <a:pt x="916195" y="1885"/>
                  </a:lnTo>
                  <a:lnTo>
                    <a:pt x="925177" y="952"/>
                  </a:lnTo>
                  <a:lnTo>
                    <a:pt x="934160" y="310"/>
                  </a:lnTo>
                  <a:lnTo>
                    <a:pt x="943142" y="0"/>
                  </a:lnTo>
                  <a:lnTo>
                    <a:pt x="952124" y="117"/>
                  </a:lnTo>
                  <a:lnTo>
                    <a:pt x="961107" y="713"/>
                  </a:lnTo>
                  <a:lnTo>
                    <a:pt x="970089" y="1854"/>
                  </a:lnTo>
                  <a:lnTo>
                    <a:pt x="979071" y="3589"/>
                  </a:lnTo>
                  <a:lnTo>
                    <a:pt x="988054" y="5941"/>
                  </a:lnTo>
                  <a:lnTo>
                    <a:pt x="997036" y="8905"/>
                  </a:lnTo>
                  <a:lnTo>
                    <a:pt x="1006018" y="12453"/>
                  </a:lnTo>
                  <a:lnTo>
                    <a:pt x="1015000" y="16548"/>
                  </a:lnTo>
                  <a:lnTo>
                    <a:pt x="1023983" y="21146"/>
                  </a:lnTo>
                  <a:lnTo>
                    <a:pt x="1032965" y="26211"/>
                  </a:lnTo>
                  <a:lnTo>
                    <a:pt x="1041947" y="31719"/>
                  </a:lnTo>
                  <a:lnTo>
                    <a:pt x="1050930" y="37652"/>
                  </a:lnTo>
                  <a:lnTo>
                    <a:pt x="1059912" y="44000"/>
                  </a:lnTo>
                  <a:lnTo>
                    <a:pt x="1068894" y="50768"/>
                  </a:lnTo>
                  <a:lnTo>
                    <a:pt x="1077877" y="57931"/>
                  </a:lnTo>
                  <a:lnTo>
                    <a:pt x="1086859" y="65430"/>
                  </a:lnTo>
                  <a:lnTo>
                    <a:pt x="1095841" y="73202"/>
                  </a:lnTo>
                  <a:lnTo>
                    <a:pt x="1104824" y="81164"/>
                  </a:lnTo>
                  <a:lnTo>
                    <a:pt x="1113806" y="89218"/>
                  </a:lnTo>
                  <a:lnTo>
                    <a:pt x="1122788" y="97263"/>
                  </a:lnTo>
                  <a:lnTo>
                    <a:pt x="1131770" y="105202"/>
                  </a:lnTo>
                  <a:lnTo>
                    <a:pt x="1140753" y="112963"/>
                  </a:lnTo>
                  <a:lnTo>
                    <a:pt x="1149735" y="120513"/>
                  </a:lnTo>
                  <a:lnTo>
                    <a:pt x="1158717" y="127864"/>
                  </a:lnTo>
                  <a:lnTo>
                    <a:pt x="1167700" y="135082"/>
                  </a:lnTo>
                  <a:lnTo>
                    <a:pt x="1176682" y="142270"/>
                  </a:lnTo>
                  <a:lnTo>
                    <a:pt x="1185664" y="149560"/>
                  </a:lnTo>
                  <a:lnTo>
                    <a:pt x="1194647" y="157104"/>
                  </a:lnTo>
                  <a:lnTo>
                    <a:pt x="1203629" y="164978"/>
                  </a:lnTo>
                  <a:lnTo>
                    <a:pt x="1212611" y="173197"/>
                  </a:lnTo>
                  <a:lnTo>
                    <a:pt x="1221594" y="181708"/>
                  </a:lnTo>
                  <a:lnTo>
                    <a:pt x="1230576" y="190396"/>
                  </a:lnTo>
                  <a:lnTo>
                    <a:pt x="1239558" y="199103"/>
                  </a:lnTo>
                  <a:lnTo>
                    <a:pt x="1248540" y="207652"/>
                  </a:lnTo>
                  <a:lnTo>
                    <a:pt x="1257523" y="215876"/>
                  </a:lnTo>
                  <a:lnTo>
                    <a:pt x="1266505" y="223641"/>
                  </a:lnTo>
                  <a:lnTo>
                    <a:pt x="1275487" y="230857"/>
                  </a:lnTo>
                  <a:lnTo>
                    <a:pt x="1284470" y="237489"/>
                  </a:lnTo>
                  <a:lnTo>
                    <a:pt x="1293452" y="243546"/>
                  </a:lnTo>
                  <a:lnTo>
                    <a:pt x="1302434" y="249080"/>
                  </a:lnTo>
                  <a:lnTo>
                    <a:pt x="1311417" y="254158"/>
                  </a:lnTo>
                  <a:lnTo>
                    <a:pt x="1320399" y="258873"/>
                  </a:lnTo>
                  <a:lnTo>
                    <a:pt x="1329381" y="263352"/>
                  </a:lnTo>
                  <a:lnTo>
                    <a:pt x="1338364" y="267697"/>
                  </a:lnTo>
                  <a:lnTo>
                    <a:pt x="1347346" y="272003"/>
                  </a:lnTo>
                  <a:lnTo>
                    <a:pt x="1356328" y="276359"/>
                  </a:lnTo>
                  <a:lnTo>
                    <a:pt x="1365310" y="280837"/>
                  </a:lnTo>
                  <a:lnTo>
                    <a:pt x="1374293" y="285487"/>
                  </a:lnTo>
                  <a:lnTo>
                    <a:pt x="1383275" y="290334"/>
                  </a:lnTo>
                  <a:lnTo>
                    <a:pt x="1392257" y="295369"/>
                  </a:lnTo>
                  <a:lnTo>
                    <a:pt x="1401240" y="300552"/>
                  </a:lnTo>
                  <a:lnTo>
                    <a:pt x="1410222" y="305816"/>
                  </a:lnTo>
                  <a:lnTo>
                    <a:pt x="1419204" y="311074"/>
                  </a:lnTo>
                  <a:lnTo>
                    <a:pt x="1428187" y="316232"/>
                  </a:lnTo>
                  <a:lnTo>
                    <a:pt x="1437169" y="321184"/>
                  </a:lnTo>
                  <a:lnTo>
                    <a:pt x="1446151" y="325859"/>
                  </a:lnTo>
                  <a:lnTo>
                    <a:pt x="1455134" y="330221"/>
                  </a:lnTo>
                  <a:lnTo>
                    <a:pt x="1464116" y="334260"/>
                  </a:lnTo>
                  <a:lnTo>
                    <a:pt x="1473098" y="337986"/>
                  </a:lnTo>
                  <a:lnTo>
                    <a:pt x="1482081" y="341432"/>
                  </a:lnTo>
                  <a:lnTo>
                    <a:pt x="1491063" y="344642"/>
                  </a:lnTo>
                  <a:lnTo>
                    <a:pt x="1500045" y="347663"/>
                  </a:lnTo>
                  <a:lnTo>
                    <a:pt x="1509027" y="350542"/>
                  </a:lnTo>
                  <a:lnTo>
                    <a:pt x="1518010" y="353317"/>
                  </a:lnTo>
                  <a:lnTo>
                    <a:pt x="1526992" y="356017"/>
                  </a:lnTo>
                  <a:lnTo>
                    <a:pt x="1535974" y="358658"/>
                  </a:lnTo>
                  <a:lnTo>
                    <a:pt x="1544957" y="361242"/>
                  </a:lnTo>
                  <a:lnTo>
                    <a:pt x="1553939" y="363760"/>
                  </a:lnTo>
                  <a:lnTo>
                    <a:pt x="1562921" y="366187"/>
                  </a:lnTo>
                  <a:lnTo>
                    <a:pt x="1571904" y="368506"/>
                  </a:lnTo>
                  <a:lnTo>
                    <a:pt x="1580886" y="370694"/>
                  </a:lnTo>
                  <a:lnTo>
                    <a:pt x="1589868" y="372734"/>
                  </a:lnTo>
                  <a:lnTo>
                    <a:pt x="1598851" y="374616"/>
                  </a:lnTo>
                  <a:lnTo>
                    <a:pt x="1607833" y="376336"/>
                  </a:lnTo>
                  <a:lnTo>
                    <a:pt x="1616815" y="377897"/>
                  </a:lnTo>
                  <a:lnTo>
                    <a:pt x="1625797" y="379308"/>
                  </a:lnTo>
                  <a:lnTo>
                    <a:pt x="1634780" y="380583"/>
                  </a:lnTo>
                  <a:lnTo>
                    <a:pt x="1643762" y="381733"/>
                  </a:lnTo>
                  <a:lnTo>
                    <a:pt x="1652744" y="382773"/>
                  </a:lnTo>
                  <a:lnTo>
                    <a:pt x="1661727" y="383714"/>
                  </a:lnTo>
                  <a:lnTo>
                    <a:pt x="1670709" y="384568"/>
                  </a:lnTo>
                  <a:lnTo>
                    <a:pt x="1679691" y="385346"/>
                  </a:lnTo>
                  <a:lnTo>
                    <a:pt x="1688674" y="386062"/>
                  </a:lnTo>
                  <a:lnTo>
                    <a:pt x="1697656" y="386738"/>
                  </a:lnTo>
                  <a:lnTo>
                    <a:pt x="1706638" y="387392"/>
                  </a:lnTo>
                  <a:lnTo>
                    <a:pt x="1715621" y="388042"/>
                  </a:lnTo>
                  <a:lnTo>
                    <a:pt x="1724603" y="388703"/>
                  </a:lnTo>
                  <a:lnTo>
                    <a:pt x="1733585" y="389382"/>
                  </a:lnTo>
                  <a:lnTo>
                    <a:pt x="1742567" y="390078"/>
                  </a:lnTo>
                  <a:lnTo>
                    <a:pt x="1751550" y="390784"/>
                  </a:lnTo>
                  <a:lnTo>
                    <a:pt x="1760532" y="391485"/>
                  </a:lnTo>
                  <a:lnTo>
                    <a:pt x="1769514" y="392159"/>
                  </a:lnTo>
                  <a:lnTo>
                    <a:pt x="1778497" y="392788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9464513" y="2912099"/>
              <a:ext cx="1437169" cy="503972"/>
            </a:xfrm>
            <a:custGeom>
              <a:avLst/>
              <a:pathLst>
                <a:path w="1437169" h="503972">
                  <a:moveTo>
                    <a:pt x="0" y="499933"/>
                  </a:moveTo>
                  <a:lnTo>
                    <a:pt x="8982" y="499390"/>
                  </a:lnTo>
                  <a:lnTo>
                    <a:pt x="17964" y="498784"/>
                  </a:lnTo>
                  <a:lnTo>
                    <a:pt x="26946" y="498104"/>
                  </a:lnTo>
                  <a:lnTo>
                    <a:pt x="35929" y="497340"/>
                  </a:lnTo>
                  <a:lnTo>
                    <a:pt x="44911" y="496484"/>
                  </a:lnTo>
                  <a:lnTo>
                    <a:pt x="53893" y="495530"/>
                  </a:lnTo>
                  <a:lnTo>
                    <a:pt x="62876" y="494478"/>
                  </a:lnTo>
                  <a:lnTo>
                    <a:pt x="71858" y="493334"/>
                  </a:lnTo>
                  <a:lnTo>
                    <a:pt x="80840" y="492113"/>
                  </a:lnTo>
                  <a:lnTo>
                    <a:pt x="89823" y="490831"/>
                  </a:lnTo>
                  <a:lnTo>
                    <a:pt x="98805" y="489510"/>
                  </a:lnTo>
                  <a:lnTo>
                    <a:pt x="107787" y="488167"/>
                  </a:lnTo>
                  <a:lnTo>
                    <a:pt x="116770" y="486810"/>
                  </a:lnTo>
                  <a:lnTo>
                    <a:pt x="125752" y="485427"/>
                  </a:lnTo>
                  <a:lnTo>
                    <a:pt x="134734" y="483982"/>
                  </a:lnTo>
                  <a:lnTo>
                    <a:pt x="143716" y="482415"/>
                  </a:lnTo>
                  <a:lnTo>
                    <a:pt x="152699" y="480645"/>
                  </a:lnTo>
                  <a:lnTo>
                    <a:pt x="161681" y="478573"/>
                  </a:lnTo>
                  <a:lnTo>
                    <a:pt x="170663" y="476099"/>
                  </a:lnTo>
                  <a:lnTo>
                    <a:pt x="179646" y="473129"/>
                  </a:lnTo>
                  <a:lnTo>
                    <a:pt x="188628" y="469597"/>
                  </a:lnTo>
                  <a:lnTo>
                    <a:pt x="197610" y="465469"/>
                  </a:lnTo>
                  <a:lnTo>
                    <a:pt x="206593" y="460758"/>
                  </a:lnTo>
                  <a:lnTo>
                    <a:pt x="215575" y="455525"/>
                  </a:lnTo>
                  <a:lnTo>
                    <a:pt x="224557" y="449871"/>
                  </a:lnTo>
                  <a:lnTo>
                    <a:pt x="233540" y="443924"/>
                  </a:lnTo>
                  <a:lnTo>
                    <a:pt x="242522" y="437858"/>
                  </a:lnTo>
                  <a:lnTo>
                    <a:pt x="251504" y="431808"/>
                  </a:lnTo>
                  <a:lnTo>
                    <a:pt x="260486" y="425873"/>
                  </a:lnTo>
                  <a:lnTo>
                    <a:pt x="269469" y="420103"/>
                  </a:lnTo>
                  <a:lnTo>
                    <a:pt x="278451" y="414497"/>
                  </a:lnTo>
                  <a:lnTo>
                    <a:pt x="287433" y="409003"/>
                  </a:lnTo>
                  <a:lnTo>
                    <a:pt x="296416" y="403529"/>
                  </a:lnTo>
                  <a:lnTo>
                    <a:pt x="305398" y="397956"/>
                  </a:lnTo>
                  <a:lnTo>
                    <a:pt x="314380" y="392159"/>
                  </a:lnTo>
                  <a:lnTo>
                    <a:pt x="323363" y="386018"/>
                  </a:lnTo>
                  <a:lnTo>
                    <a:pt x="332345" y="379436"/>
                  </a:lnTo>
                  <a:lnTo>
                    <a:pt x="341327" y="372348"/>
                  </a:lnTo>
                  <a:lnTo>
                    <a:pt x="350310" y="364716"/>
                  </a:lnTo>
                  <a:lnTo>
                    <a:pt x="359292" y="356497"/>
                  </a:lnTo>
                  <a:lnTo>
                    <a:pt x="368274" y="347748"/>
                  </a:lnTo>
                  <a:lnTo>
                    <a:pt x="377256" y="338487"/>
                  </a:lnTo>
                  <a:lnTo>
                    <a:pt x="386239" y="328729"/>
                  </a:lnTo>
                  <a:lnTo>
                    <a:pt x="395221" y="318486"/>
                  </a:lnTo>
                  <a:lnTo>
                    <a:pt x="404203" y="307765"/>
                  </a:lnTo>
                  <a:lnTo>
                    <a:pt x="413186" y="296573"/>
                  </a:lnTo>
                  <a:lnTo>
                    <a:pt x="422168" y="284925"/>
                  </a:lnTo>
                  <a:lnTo>
                    <a:pt x="431150" y="272847"/>
                  </a:lnTo>
                  <a:lnTo>
                    <a:pt x="440133" y="260375"/>
                  </a:lnTo>
                  <a:lnTo>
                    <a:pt x="449115" y="247564"/>
                  </a:lnTo>
                  <a:lnTo>
                    <a:pt x="458097" y="234477"/>
                  </a:lnTo>
                  <a:lnTo>
                    <a:pt x="467080" y="221193"/>
                  </a:lnTo>
                  <a:lnTo>
                    <a:pt x="476062" y="207800"/>
                  </a:lnTo>
                  <a:lnTo>
                    <a:pt x="485044" y="194410"/>
                  </a:lnTo>
                  <a:lnTo>
                    <a:pt x="494027" y="181127"/>
                  </a:lnTo>
                  <a:lnTo>
                    <a:pt x="503009" y="168043"/>
                  </a:lnTo>
                  <a:lnTo>
                    <a:pt x="511991" y="155241"/>
                  </a:lnTo>
                  <a:lnTo>
                    <a:pt x="520973" y="142784"/>
                  </a:lnTo>
                  <a:lnTo>
                    <a:pt x="529956" y="130713"/>
                  </a:lnTo>
                  <a:lnTo>
                    <a:pt x="538938" y="119051"/>
                  </a:lnTo>
                  <a:lnTo>
                    <a:pt x="547920" y="107803"/>
                  </a:lnTo>
                  <a:lnTo>
                    <a:pt x="556903" y="96969"/>
                  </a:lnTo>
                  <a:lnTo>
                    <a:pt x="565885" y="86551"/>
                  </a:lnTo>
                  <a:lnTo>
                    <a:pt x="574867" y="76554"/>
                  </a:lnTo>
                  <a:lnTo>
                    <a:pt x="583850" y="67000"/>
                  </a:lnTo>
                  <a:lnTo>
                    <a:pt x="592832" y="57916"/>
                  </a:lnTo>
                  <a:lnTo>
                    <a:pt x="601814" y="49383"/>
                  </a:lnTo>
                  <a:lnTo>
                    <a:pt x="610797" y="41411"/>
                  </a:lnTo>
                  <a:lnTo>
                    <a:pt x="619779" y="34038"/>
                  </a:lnTo>
                  <a:lnTo>
                    <a:pt x="628761" y="27304"/>
                  </a:lnTo>
                  <a:lnTo>
                    <a:pt x="637743" y="21251"/>
                  </a:lnTo>
                  <a:lnTo>
                    <a:pt x="646726" y="15922"/>
                  </a:lnTo>
                  <a:lnTo>
                    <a:pt x="655708" y="11353"/>
                  </a:lnTo>
                  <a:lnTo>
                    <a:pt x="664690" y="7571"/>
                  </a:lnTo>
                  <a:lnTo>
                    <a:pt x="673673" y="4587"/>
                  </a:lnTo>
                  <a:lnTo>
                    <a:pt x="682655" y="2386"/>
                  </a:lnTo>
                  <a:lnTo>
                    <a:pt x="691637" y="930"/>
                  </a:lnTo>
                  <a:lnTo>
                    <a:pt x="700620" y="158"/>
                  </a:lnTo>
                  <a:lnTo>
                    <a:pt x="709602" y="0"/>
                  </a:lnTo>
                  <a:lnTo>
                    <a:pt x="718584" y="400"/>
                  </a:lnTo>
                  <a:lnTo>
                    <a:pt x="727567" y="1338"/>
                  </a:lnTo>
                  <a:lnTo>
                    <a:pt x="736549" y="2783"/>
                  </a:lnTo>
                  <a:lnTo>
                    <a:pt x="745531" y="4780"/>
                  </a:lnTo>
                  <a:lnTo>
                    <a:pt x="754513" y="7401"/>
                  </a:lnTo>
                  <a:lnTo>
                    <a:pt x="763496" y="10725"/>
                  </a:lnTo>
                  <a:lnTo>
                    <a:pt x="772478" y="14822"/>
                  </a:lnTo>
                  <a:lnTo>
                    <a:pt x="781460" y="19734"/>
                  </a:lnTo>
                  <a:lnTo>
                    <a:pt x="790443" y="25464"/>
                  </a:lnTo>
                  <a:lnTo>
                    <a:pt x="799425" y="31980"/>
                  </a:lnTo>
                  <a:lnTo>
                    <a:pt x="808407" y="39224"/>
                  </a:lnTo>
                  <a:lnTo>
                    <a:pt x="817390" y="47127"/>
                  </a:lnTo>
                  <a:lnTo>
                    <a:pt x="826372" y="55636"/>
                  </a:lnTo>
                  <a:lnTo>
                    <a:pt x="835354" y="64722"/>
                  </a:lnTo>
                  <a:lnTo>
                    <a:pt x="844337" y="74425"/>
                  </a:lnTo>
                  <a:lnTo>
                    <a:pt x="853319" y="84769"/>
                  </a:lnTo>
                  <a:lnTo>
                    <a:pt x="862301" y="95780"/>
                  </a:lnTo>
                  <a:lnTo>
                    <a:pt x="871283" y="107480"/>
                  </a:lnTo>
                  <a:lnTo>
                    <a:pt x="880266" y="119851"/>
                  </a:lnTo>
                  <a:lnTo>
                    <a:pt x="889248" y="132819"/>
                  </a:lnTo>
                  <a:lnTo>
                    <a:pt x="898230" y="146252"/>
                  </a:lnTo>
                  <a:lnTo>
                    <a:pt x="907213" y="159961"/>
                  </a:lnTo>
                  <a:lnTo>
                    <a:pt x="916195" y="173719"/>
                  </a:lnTo>
                  <a:lnTo>
                    <a:pt x="925177" y="187282"/>
                  </a:lnTo>
                  <a:lnTo>
                    <a:pt x="934160" y="200417"/>
                  </a:lnTo>
                  <a:lnTo>
                    <a:pt x="943142" y="212934"/>
                  </a:lnTo>
                  <a:lnTo>
                    <a:pt x="952124" y="224713"/>
                  </a:lnTo>
                  <a:lnTo>
                    <a:pt x="961107" y="235721"/>
                  </a:lnTo>
                  <a:lnTo>
                    <a:pt x="970089" y="245989"/>
                  </a:lnTo>
                  <a:lnTo>
                    <a:pt x="979071" y="255762"/>
                  </a:lnTo>
                  <a:lnTo>
                    <a:pt x="988054" y="265272"/>
                  </a:lnTo>
                  <a:lnTo>
                    <a:pt x="997036" y="274762"/>
                  </a:lnTo>
                  <a:lnTo>
                    <a:pt x="1006018" y="284439"/>
                  </a:lnTo>
                  <a:lnTo>
                    <a:pt x="1015000" y="294446"/>
                  </a:lnTo>
                  <a:lnTo>
                    <a:pt x="1023983" y="304828"/>
                  </a:lnTo>
                  <a:lnTo>
                    <a:pt x="1032965" y="315535"/>
                  </a:lnTo>
                  <a:lnTo>
                    <a:pt x="1041947" y="326428"/>
                  </a:lnTo>
                  <a:lnTo>
                    <a:pt x="1050930" y="337306"/>
                  </a:lnTo>
                  <a:lnTo>
                    <a:pt x="1059912" y="347939"/>
                  </a:lnTo>
                  <a:lnTo>
                    <a:pt x="1068894" y="358109"/>
                  </a:lnTo>
                  <a:lnTo>
                    <a:pt x="1077877" y="367635"/>
                  </a:lnTo>
                  <a:lnTo>
                    <a:pt x="1086859" y="376374"/>
                  </a:lnTo>
                  <a:lnTo>
                    <a:pt x="1095841" y="384277"/>
                  </a:lnTo>
                  <a:lnTo>
                    <a:pt x="1104824" y="391426"/>
                  </a:lnTo>
                  <a:lnTo>
                    <a:pt x="1113806" y="397911"/>
                  </a:lnTo>
                  <a:lnTo>
                    <a:pt x="1122788" y="403849"/>
                  </a:lnTo>
                  <a:lnTo>
                    <a:pt x="1131770" y="409365"/>
                  </a:lnTo>
                  <a:lnTo>
                    <a:pt x="1140753" y="414579"/>
                  </a:lnTo>
                  <a:lnTo>
                    <a:pt x="1149735" y="419590"/>
                  </a:lnTo>
                  <a:lnTo>
                    <a:pt x="1158717" y="424474"/>
                  </a:lnTo>
                  <a:lnTo>
                    <a:pt x="1167700" y="429278"/>
                  </a:lnTo>
                  <a:lnTo>
                    <a:pt x="1176682" y="434025"/>
                  </a:lnTo>
                  <a:lnTo>
                    <a:pt x="1185664" y="438713"/>
                  </a:lnTo>
                  <a:lnTo>
                    <a:pt x="1194647" y="443321"/>
                  </a:lnTo>
                  <a:lnTo>
                    <a:pt x="1203629" y="447818"/>
                  </a:lnTo>
                  <a:lnTo>
                    <a:pt x="1212611" y="452155"/>
                  </a:lnTo>
                  <a:lnTo>
                    <a:pt x="1221594" y="456303"/>
                  </a:lnTo>
                  <a:lnTo>
                    <a:pt x="1230576" y="460243"/>
                  </a:lnTo>
                  <a:lnTo>
                    <a:pt x="1239558" y="463965"/>
                  </a:lnTo>
                  <a:lnTo>
                    <a:pt x="1248540" y="467467"/>
                  </a:lnTo>
                  <a:lnTo>
                    <a:pt x="1257523" y="470757"/>
                  </a:lnTo>
                  <a:lnTo>
                    <a:pt x="1266505" y="473844"/>
                  </a:lnTo>
                  <a:lnTo>
                    <a:pt x="1275487" y="476736"/>
                  </a:lnTo>
                  <a:lnTo>
                    <a:pt x="1284470" y="479437"/>
                  </a:lnTo>
                  <a:lnTo>
                    <a:pt x="1293452" y="481950"/>
                  </a:lnTo>
                  <a:lnTo>
                    <a:pt x="1302434" y="484270"/>
                  </a:lnTo>
                  <a:lnTo>
                    <a:pt x="1311417" y="486393"/>
                  </a:lnTo>
                  <a:lnTo>
                    <a:pt x="1320399" y="488318"/>
                  </a:lnTo>
                  <a:lnTo>
                    <a:pt x="1329381" y="490039"/>
                  </a:lnTo>
                  <a:lnTo>
                    <a:pt x="1338364" y="491553"/>
                  </a:lnTo>
                  <a:lnTo>
                    <a:pt x="1347346" y="492885"/>
                  </a:lnTo>
                  <a:lnTo>
                    <a:pt x="1356328" y="494048"/>
                  </a:lnTo>
                  <a:lnTo>
                    <a:pt x="1365310" y="495063"/>
                  </a:lnTo>
                  <a:lnTo>
                    <a:pt x="1374293" y="495948"/>
                  </a:lnTo>
                  <a:lnTo>
                    <a:pt x="1383275" y="496727"/>
                  </a:lnTo>
                  <a:lnTo>
                    <a:pt x="1392257" y="497420"/>
                  </a:lnTo>
                  <a:lnTo>
                    <a:pt x="1401240" y="498046"/>
                  </a:lnTo>
                  <a:lnTo>
                    <a:pt x="1410222" y="498623"/>
                  </a:lnTo>
                  <a:lnTo>
                    <a:pt x="1419204" y="499164"/>
                  </a:lnTo>
                  <a:lnTo>
                    <a:pt x="1428187" y="499679"/>
                  </a:lnTo>
                  <a:lnTo>
                    <a:pt x="1437169" y="500171"/>
                  </a:lnTo>
                  <a:lnTo>
                    <a:pt x="1437169" y="503972"/>
                  </a:lnTo>
                  <a:lnTo>
                    <a:pt x="1428187" y="503972"/>
                  </a:lnTo>
                  <a:lnTo>
                    <a:pt x="1419204" y="503972"/>
                  </a:lnTo>
                  <a:lnTo>
                    <a:pt x="1410222" y="503972"/>
                  </a:lnTo>
                  <a:lnTo>
                    <a:pt x="1401240" y="503972"/>
                  </a:lnTo>
                  <a:lnTo>
                    <a:pt x="1392257" y="503972"/>
                  </a:lnTo>
                  <a:lnTo>
                    <a:pt x="1383275" y="503972"/>
                  </a:lnTo>
                  <a:lnTo>
                    <a:pt x="1374293" y="503972"/>
                  </a:lnTo>
                  <a:lnTo>
                    <a:pt x="1365310" y="503972"/>
                  </a:lnTo>
                  <a:lnTo>
                    <a:pt x="1356328" y="503972"/>
                  </a:lnTo>
                  <a:lnTo>
                    <a:pt x="1347346" y="503972"/>
                  </a:lnTo>
                  <a:lnTo>
                    <a:pt x="1338364" y="503972"/>
                  </a:lnTo>
                  <a:lnTo>
                    <a:pt x="1329381" y="503972"/>
                  </a:lnTo>
                  <a:lnTo>
                    <a:pt x="1320399" y="503972"/>
                  </a:lnTo>
                  <a:lnTo>
                    <a:pt x="1311417" y="503972"/>
                  </a:lnTo>
                  <a:lnTo>
                    <a:pt x="1302434" y="503972"/>
                  </a:lnTo>
                  <a:lnTo>
                    <a:pt x="1293452" y="503972"/>
                  </a:lnTo>
                  <a:lnTo>
                    <a:pt x="1284470" y="503972"/>
                  </a:lnTo>
                  <a:lnTo>
                    <a:pt x="1275487" y="503972"/>
                  </a:lnTo>
                  <a:lnTo>
                    <a:pt x="1266505" y="503972"/>
                  </a:lnTo>
                  <a:lnTo>
                    <a:pt x="1257523" y="503972"/>
                  </a:lnTo>
                  <a:lnTo>
                    <a:pt x="1248540" y="503972"/>
                  </a:lnTo>
                  <a:lnTo>
                    <a:pt x="1239558" y="503972"/>
                  </a:lnTo>
                  <a:lnTo>
                    <a:pt x="1230576" y="503972"/>
                  </a:lnTo>
                  <a:lnTo>
                    <a:pt x="1221594" y="503972"/>
                  </a:lnTo>
                  <a:lnTo>
                    <a:pt x="1212611" y="503972"/>
                  </a:lnTo>
                  <a:lnTo>
                    <a:pt x="1203629" y="503972"/>
                  </a:lnTo>
                  <a:lnTo>
                    <a:pt x="1194647" y="503972"/>
                  </a:lnTo>
                  <a:lnTo>
                    <a:pt x="1185664" y="503972"/>
                  </a:lnTo>
                  <a:lnTo>
                    <a:pt x="1176682" y="503972"/>
                  </a:lnTo>
                  <a:lnTo>
                    <a:pt x="1167700" y="503972"/>
                  </a:lnTo>
                  <a:lnTo>
                    <a:pt x="1158717" y="503972"/>
                  </a:lnTo>
                  <a:lnTo>
                    <a:pt x="1149735" y="503972"/>
                  </a:lnTo>
                  <a:lnTo>
                    <a:pt x="1140753" y="503972"/>
                  </a:lnTo>
                  <a:lnTo>
                    <a:pt x="1131770" y="503972"/>
                  </a:lnTo>
                  <a:lnTo>
                    <a:pt x="1122788" y="503972"/>
                  </a:lnTo>
                  <a:lnTo>
                    <a:pt x="1113806" y="503972"/>
                  </a:lnTo>
                  <a:lnTo>
                    <a:pt x="1104824" y="503972"/>
                  </a:lnTo>
                  <a:lnTo>
                    <a:pt x="1095841" y="503972"/>
                  </a:lnTo>
                  <a:lnTo>
                    <a:pt x="1086859" y="503972"/>
                  </a:lnTo>
                  <a:lnTo>
                    <a:pt x="1077877" y="503972"/>
                  </a:lnTo>
                  <a:lnTo>
                    <a:pt x="1068894" y="503972"/>
                  </a:lnTo>
                  <a:lnTo>
                    <a:pt x="1059912" y="503972"/>
                  </a:lnTo>
                  <a:lnTo>
                    <a:pt x="1050930" y="503972"/>
                  </a:lnTo>
                  <a:lnTo>
                    <a:pt x="1041947" y="503972"/>
                  </a:lnTo>
                  <a:lnTo>
                    <a:pt x="1032965" y="503972"/>
                  </a:lnTo>
                  <a:lnTo>
                    <a:pt x="1023983" y="503972"/>
                  </a:lnTo>
                  <a:lnTo>
                    <a:pt x="1015000" y="503972"/>
                  </a:lnTo>
                  <a:lnTo>
                    <a:pt x="1006018" y="503972"/>
                  </a:lnTo>
                  <a:lnTo>
                    <a:pt x="997036" y="503972"/>
                  </a:lnTo>
                  <a:lnTo>
                    <a:pt x="988054" y="503972"/>
                  </a:lnTo>
                  <a:lnTo>
                    <a:pt x="979071" y="503972"/>
                  </a:lnTo>
                  <a:lnTo>
                    <a:pt x="970089" y="503972"/>
                  </a:lnTo>
                  <a:lnTo>
                    <a:pt x="961107" y="503972"/>
                  </a:lnTo>
                  <a:lnTo>
                    <a:pt x="952124" y="503972"/>
                  </a:lnTo>
                  <a:lnTo>
                    <a:pt x="943142" y="503972"/>
                  </a:lnTo>
                  <a:lnTo>
                    <a:pt x="934160" y="503972"/>
                  </a:lnTo>
                  <a:lnTo>
                    <a:pt x="925177" y="503972"/>
                  </a:lnTo>
                  <a:lnTo>
                    <a:pt x="916195" y="503972"/>
                  </a:lnTo>
                  <a:lnTo>
                    <a:pt x="907213" y="503972"/>
                  </a:lnTo>
                  <a:lnTo>
                    <a:pt x="898230" y="503972"/>
                  </a:lnTo>
                  <a:lnTo>
                    <a:pt x="889248" y="503972"/>
                  </a:lnTo>
                  <a:lnTo>
                    <a:pt x="880266" y="503972"/>
                  </a:lnTo>
                  <a:lnTo>
                    <a:pt x="871283" y="503972"/>
                  </a:lnTo>
                  <a:lnTo>
                    <a:pt x="862301" y="503972"/>
                  </a:lnTo>
                  <a:lnTo>
                    <a:pt x="853319" y="503972"/>
                  </a:lnTo>
                  <a:lnTo>
                    <a:pt x="844337" y="503972"/>
                  </a:lnTo>
                  <a:lnTo>
                    <a:pt x="835354" y="503972"/>
                  </a:lnTo>
                  <a:lnTo>
                    <a:pt x="826372" y="503972"/>
                  </a:lnTo>
                  <a:lnTo>
                    <a:pt x="817390" y="503972"/>
                  </a:lnTo>
                  <a:lnTo>
                    <a:pt x="808407" y="503972"/>
                  </a:lnTo>
                  <a:lnTo>
                    <a:pt x="799425" y="503972"/>
                  </a:lnTo>
                  <a:lnTo>
                    <a:pt x="790443" y="503972"/>
                  </a:lnTo>
                  <a:lnTo>
                    <a:pt x="781460" y="503972"/>
                  </a:lnTo>
                  <a:lnTo>
                    <a:pt x="772478" y="503972"/>
                  </a:lnTo>
                  <a:lnTo>
                    <a:pt x="763496" y="503972"/>
                  </a:lnTo>
                  <a:lnTo>
                    <a:pt x="754513" y="503972"/>
                  </a:lnTo>
                  <a:lnTo>
                    <a:pt x="745531" y="503972"/>
                  </a:lnTo>
                  <a:lnTo>
                    <a:pt x="736549" y="503972"/>
                  </a:lnTo>
                  <a:lnTo>
                    <a:pt x="727567" y="503972"/>
                  </a:lnTo>
                  <a:lnTo>
                    <a:pt x="718584" y="503972"/>
                  </a:lnTo>
                  <a:lnTo>
                    <a:pt x="709602" y="503972"/>
                  </a:lnTo>
                  <a:lnTo>
                    <a:pt x="700620" y="503972"/>
                  </a:lnTo>
                  <a:lnTo>
                    <a:pt x="691637" y="503972"/>
                  </a:lnTo>
                  <a:lnTo>
                    <a:pt x="682655" y="503972"/>
                  </a:lnTo>
                  <a:lnTo>
                    <a:pt x="673673" y="503972"/>
                  </a:lnTo>
                  <a:lnTo>
                    <a:pt x="664690" y="503972"/>
                  </a:lnTo>
                  <a:lnTo>
                    <a:pt x="655708" y="503972"/>
                  </a:lnTo>
                  <a:lnTo>
                    <a:pt x="646726" y="503972"/>
                  </a:lnTo>
                  <a:lnTo>
                    <a:pt x="637743" y="503972"/>
                  </a:lnTo>
                  <a:lnTo>
                    <a:pt x="628761" y="503972"/>
                  </a:lnTo>
                  <a:lnTo>
                    <a:pt x="619779" y="503972"/>
                  </a:lnTo>
                  <a:lnTo>
                    <a:pt x="610797" y="503972"/>
                  </a:lnTo>
                  <a:lnTo>
                    <a:pt x="601814" y="503972"/>
                  </a:lnTo>
                  <a:lnTo>
                    <a:pt x="592832" y="503972"/>
                  </a:lnTo>
                  <a:lnTo>
                    <a:pt x="583850" y="503972"/>
                  </a:lnTo>
                  <a:lnTo>
                    <a:pt x="574867" y="503972"/>
                  </a:lnTo>
                  <a:lnTo>
                    <a:pt x="565885" y="503972"/>
                  </a:lnTo>
                  <a:lnTo>
                    <a:pt x="556903" y="503972"/>
                  </a:lnTo>
                  <a:lnTo>
                    <a:pt x="547920" y="503972"/>
                  </a:lnTo>
                  <a:lnTo>
                    <a:pt x="538938" y="503972"/>
                  </a:lnTo>
                  <a:lnTo>
                    <a:pt x="529956" y="503972"/>
                  </a:lnTo>
                  <a:lnTo>
                    <a:pt x="520973" y="503972"/>
                  </a:lnTo>
                  <a:lnTo>
                    <a:pt x="511991" y="503972"/>
                  </a:lnTo>
                  <a:lnTo>
                    <a:pt x="503009" y="503972"/>
                  </a:lnTo>
                  <a:lnTo>
                    <a:pt x="494027" y="503972"/>
                  </a:lnTo>
                  <a:lnTo>
                    <a:pt x="485044" y="503972"/>
                  </a:lnTo>
                  <a:lnTo>
                    <a:pt x="476062" y="503972"/>
                  </a:lnTo>
                  <a:lnTo>
                    <a:pt x="467080" y="503972"/>
                  </a:lnTo>
                  <a:lnTo>
                    <a:pt x="458097" y="503972"/>
                  </a:lnTo>
                  <a:lnTo>
                    <a:pt x="449115" y="503972"/>
                  </a:lnTo>
                  <a:lnTo>
                    <a:pt x="440133" y="503972"/>
                  </a:lnTo>
                  <a:lnTo>
                    <a:pt x="431150" y="503972"/>
                  </a:lnTo>
                  <a:lnTo>
                    <a:pt x="422168" y="503972"/>
                  </a:lnTo>
                  <a:lnTo>
                    <a:pt x="413186" y="503972"/>
                  </a:lnTo>
                  <a:lnTo>
                    <a:pt x="404203" y="503972"/>
                  </a:lnTo>
                  <a:lnTo>
                    <a:pt x="395221" y="503972"/>
                  </a:lnTo>
                  <a:lnTo>
                    <a:pt x="386239" y="503972"/>
                  </a:lnTo>
                  <a:lnTo>
                    <a:pt x="377256" y="503972"/>
                  </a:lnTo>
                  <a:lnTo>
                    <a:pt x="368274" y="503972"/>
                  </a:lnTo>
                  <a:lnTo>
                    <a:pt x="359292" y="503972"/>
                  </a:lnTo>
                  <a:lnTo>
                    <a:pt x="350310" y="503972"/>
                  </a:lnTo>
                  <a:lnTo>
                    <a:pt x="341327" y="503972"/>
                  </a:lnTo>
                  <a:lnTo>
                    <a:pt x="332345" y="503972"/>
                  </a:lnTo>
                  <a:lnTo>
                    <a:pt x="323363" y="503972"/>
                  </a:lnTo>
                  <a:lnTo>
                    <a:pt x="314380" y="503972"/>
                  </a:lnTo>
                  <a:lnTo>
                    <a:pt x="305398" y="503972"/>
                  </a:lnTo>
                  <a:lnTo>
                    <a:pt x="296416" y="503972"/>
                  </a:lnTo>
                  <a:lnTo>
                    <a:pt x="287433" y="503972"/>
                  </a:lnTo>
                  <a:lnTo>
                    <a:pt x="278451" y="503972"/>
                  </a:lnTo>
                  <a:lnTo>
                    <a:pt x="269469" y="503972"/>
                  </a:lnTo>
                  <a:lnTo>
                    <a:pt x="260486" y="503972"/>
                  </a:lnTo>
                  <a:lnTo>
                    <a:pt x="251504" y="503972"/>
                  </a:lnTo>
                  <a:lnTo>
                    <a:pt x="242522" y="503972"/>
                  </a:lnTo>
                  <a:lnTo>
                    <a:pt x="233540" y="503972"/>
                  </a:lnTo>
                  <a:lnTo>
                    <a:pt x="224557" y="503972"/>
                  </a:lnTo>
                  <a:lnTo>
                    <a:pt x="215575" y="503972"/>
                  </a:lnTo>
                  <a:lnTo>
                    <a:pt x="206593" y="503972"/>
                  </a:lnTo>
                  <a:lnTo>
                    <a:pt x="197610" y="503972"/>
                  </a:lnTo>
                  <a:lnTo>
                    <a:pt x="188628" y="503972"/>
                  </a:lnTo>
                  <a:lnTo>
                    <a:pt x="179646" y="503972"/>
                  </a:lnTo>
                  <a:lnTo>
                    <a:pt x="170663" y="503972"/>
                  </a:lnTo>
                  <a:lnTo>
                    <a:pt x="161681" y="503972"/>
                  </a:lnTo>
                  <a:lnTo>
                    <a:pt x="152699" y="503972"/>
                  </a:lnTo>
                  <a:lnTo>
                    <a:pt x="143716" y="503972"/>
                  </a:lnTo>
                  <a:lnTo>
                    <a:pt x="134734" y="503972"/>
                  </a:lnTo>
                  <a:lnTo>
                    <a:pt x="125752" y="503972"/>
                  </a:lnTo>
                  <a:lnTo>
                    <a:pt x="116770" y="503972"/>
                  </a:lnTo>
                  <a:lnTo>
                    <a:pt x="107787" y="503972"/>
                  </a:lnTo>
                  <a:lnTo>
                    <a:pt x="98805" y="503972"/>
                  </a:lnTo>
                  <a:lnTo>
                    <a:pt x="89823" y="503972"/>
                  </a:lnTo>
                  <a:lnTo>
                    <a:pt x="80840" y="503972"/>
                  </a:lnTo>
                  <a:lnTo>
                    <a:pt x="71858" y="503972"/>
                  </a:lnTo>
                  <a:lnTo>
                    <a:pt x="62876" y="503972"/>
                  </a:lnTo>
                  <a:lnTo>
                    <a:pt x="53893" y="503972"/>
                  </a:lnTo>
                  <a:lnTo>
                    <a:pt x="44911" y="503972"/>
                  </a:lnTo>
                  <a:lnTo>
                    <a:pt x="35929" y="503972"/>
                  </a:lnTo>
                  <a:lnTo>
                    <a:pt x="26946" y="503972"/>
                  </a:lnTo>
                  <a:lnTo>
                    <a:pt x="17964" y="503972"/>
                  </a:lnTo>
                  <a:lnTo>
                    <a:pt x="8982" y="503972"/>
                  </a:lnTo>
                  <a:lnTo>
                    <a:pt x="0" y="503972"/>
                  </a:lnTo>
                  <a:close/>
                </a:path>
              </a:pathLst>
            </a:custGeom>
            <a:solidFill>
              <a:srgbClr val="2C7FB8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9464513" y="2912099"/>
              <a:ext cx="1437169" cy="500171"/>
            </a:xfrm>
            <a:custGeom>
              <a:avLst/>
              <a:pathLst>
                <a:path w="1437169" h="500171">
                  <a:moveTo>
                    <a:pt x="0" y="499933"/>
                  </a:moveTo>
                  <a:lnTo>
                    <a:pt x="8982" y="499390"/>
                  </a:lnTo>
                  <a:lnTo>
                    <a:pt x="17964" y="498784"/>
                  </a:lnTo>
                  <a:lnTo>
                    <a:pt x="26946" y="498104"/>
                  </a:lnTo>
                  <a:lnTo>
                    <a:pt x="35929" y="497340"/>
                  </a:lnTo>
                  <a:lnTo>
                    <a:pt x="44911" y="496484"/>
                  </a:lnTo>
                  <a:lnTo>
                    <a:pt x="53893" y="495530"/>
                  </a:lnTo>
                  <a:lnTo>
                    <a:pt x="62876" y="494478"/>
                  </a:lnTo>
                  <a:lnTo>
                    <a:pt x="71858" y="493334"/>
                  </a:lnTo>
                  <a:lnTo>
                    <a:pt x="80840" y="492113"/>
                  </a:lnTo>
                  <a:lnTo>
                    <a:pt x="89823" y="490831"/>
                  </a:lnTo>
                  <a:lnTo>
                    <a:pt x="98805" y="489510"/>
                  </a:lnTo>
                  <a:lnTo>
                    <a:pt x="107787" y="488167"/>
                  </a:lnTo>
                  <a:lnTo>
                    <a:pt x="116770" y="486810"/>
                  </a:lnTo>
                  <a:lnTo>
                    <a:pt x="125752" y="485427"/>
                  </a:lnTo>
                  <a:lnTo>
                    <a:pt x="134734" y="483982"/>
                  </a:lnTo>
                  <a:lnTo>
                    <a:pt x="143716" y="482415"/>
                  </a:lnTo>
                  <a:lnTo>
                    <a:pt x="152699" y="480645"/>
                  </a:lnTo>
                  <a:lnTo>
                    <a:pt x="161681" y="478573"/>
                  </a:lnTo>
                  <a:lnTo>
                    <a:pt x="170663" y="476099"/>
                  </a:lnTo>
                  <a:lnTo>
                    <a:pt x="179646" y="473129"/>
                  </a:lnTo>
                  <a:lnTo>
                    <a:pt x="188628" y="469597"/>
                  </a:lnTo>
                  <a:lnTo>
                    <a:pt x="197610" y="465469"/>
                  </a:lnTo>
                  <a:lnTo>
                    <a:pt x="206593" y="460758"/>
                  </a:lnTo>
                  <a:lnTo>
                    <a:pt x="215575" y="455525"/>
                  </a:lnTo>
                  <a:lnTo>
                    <a:pt x="224557" y="449871"/>
                  </a:lnTo>
                  <a:lnTo>
                    <a:pt x="233540" y="443924"/>
                  </a:lnTo>
                  <a:lnTo>
                    <a:pt x="242522" y="437858"/>
                  </a:lnTo>
                  <a:lnTo>
                    <a:pt x="251504" y="431808"/>
                  </a:lnTo>
                  <a:lnTo>
                    <a:pt x="260486" y="425873"/>
                  </a:lnTo>
                  <a:lnTo>
                    <a:pt x="269469" y="420103"/>
                  </a:lnTo>
                  <a:lnTo>
                    <a:pt x="278451" y="414497"/>
                  </a:lnTo>
                  <a:lnTo>
                    <a:pt x="287433" y="409003"/>
                  </a:lnTo>
                  <a:lnTo>
                    <a:pt x="296416" y="403529"/>
                  </a:lnTo>
                  <a:lnTo>
                    <a:pt x="305398" y="397956"/>
                  </a:lnTo>
                  <a:lnTo>
                    <a:pt x="314380" y="392159"/>
                  </a:lnTo>
                  <a:lnTo>
                    <a:pt x="323363" y="386018"/>
                  </a:lnTo>
                  <a:lnTo>
                    <a:pt x="332345" y="379436"/>
                  </a:lnTo>
                  <a:lnTo>
                    <a:pt x="341327" y="372348"/>
                  </a:lnTo>
                  <a:lnTo>
                    <a:pt x="350310" y="364716"/>
                  </a:lnTo>
                  <a:lnTo>
                    <a:pt x="359292" y="356497"/>
                  </a:lnTo>
                  <a:lnTo>
                    <a:pt x="368274" y="347748"/>
                  </a:lnTo>
                  <a:lnTo>
                    <a:pt x="377256" y="338487"/>
                  </a:lnTo>
                  <a:lnTo>
                    <a:pt x="386239" y="328729"/>
                  </a:lnTo>
                  <a:lnTo>
                    <a:pt x="395221" y="318486"/>
                  </a:lnTo>
                  <a:lnTo>
                    <a:pt x="404203" y="307765"/>
                  </a:lnTo>
                  <a:lnTo>
                    <a:pt x="413186" y="296573"/>
                  </a:lnTo>
                  <a:lnTo>
                    <a:pt x="422168" y="284925"/>
                  </a:lnTo>
                  <a:lnTo>
                    <a:pt x="431150" y="272847"/>
                  </a:lnTo>
                  <a:lnTo>
                    <a:pt x="440133" y="260375"/>
                  </a:lnTo>
                  <a:lnTo>
                    <a:pt x="449115" y="247564"/>
                  </a:lnTo>
                  <a:lnTo>
                    <a:pt x="458097" y="234477"/>
                  </a:lnTo>
                  <a:lnTo>
                    <a:pt x="467080" y="221193"/>
                  </a:lnTo>
                  <a:lnTo>
                    <a:pt x="476062" y="207800"/>
                  </a:lnTo>
                  <a:lnTo>
                    <a:pt x="485044" y="194410"/>
                  </a:lnTo>
                  <a:lnTo>
                    <a:pt x="494027" y="181127"/>
                  </a:lnTo>
                  <a:lnTo>
                    <a:pt x="503009" y="168043"/>
                  </a:lnTo>
                  <a:lnTo>
                    <a:pt x="511991" y="155241"/>
                  </a:lnTo>
                  <a:lnTo>
                    <a:pt x="520973" y="142784"/>
                  </a:lnTo>
                  <a:lnTo>
                    <a:pt x="529956" y="130713"/>
                  </a:lnTo>
                  <a:lnTo>
                    <a:pt x="538938" y="119051"/>
                  </a:lnTo>
                  <a:lnTo>
                    <a:pt x="547920" y="107803"/>
                  </a:lnTo>
                  <a:lnTo>
                    <a:pt x="556903" y="96969"/>
                  </a:lnTo>
                  <a:lnTo>
                    <a:pt x="565885" y="86551"/>
                  </a:lnTo>
                  <a:lnTo>
                    <a:pt x="574867" y="76554"/>
                  </a:lnTo>
                  <a:lnTo>
                    <a:pt x="583850" y="67000"/>
                  </a:lnTo>
                  <a:lnTo>
                    <a:pt x="592832" y="57916"/>
                  </a:lnTo>
                  <a:lnTo>
                    <a:pt x="601814" y="49383"/>
                  </a:lnTo>
                  <a:lnTo>
                    <a:pt x="610797" y="41411"/>
                  </a:lnTo>
                  <a:lnTo>
                    <a:pt x="619779" y="34038"/>
                  </a:lnTo>
                  <a:lnTo>
                    <a:pt x="628761" y="27304"/>
                  </a:lnTo>
                  <a:lnTo>
                    <a:pt x="637743" y="21251"/>
                  </a:lnTo>
                  <a:lnTo>
                    <a:pt x="646726" y="15922"/>
                  </a:lnTo>
                  <a:lnTo>
                    <a:pt x="655708" y="11353"/>
                  </a:lnTo>
                  <a:lnTo>
                    <a:pt x="664690" y="7571"/>
                  </a:lnTo>
                  <a:lnTo>
                    <a:pt x="673673" y="4587"/>
                  </a:lnTo>
                  <a:lnTo>
                    <a:pt x="682655" y="2386"/>
                  </a:lnTo>
                  <a:lnTo>
                    <a:pt x="691637" y="930"/>
                  </a:lnTo>
                  <a:lnTo>
                    <a:pt x="700620" y="158"/>
                  </a:lnTo>
                  <a:lnTo>
                    <a:pt x="709602" y="0"/>
                  </a:lnTo>
                  <a:lnTo>
                    <a:pt x="718584" y="400"/>
                  </a:lnTo>
                  <a:lnTo>
                    <a:pt x="727567" y="1338"/>
                  </a:lnTo>
                  <a:lnTo>
                    <a:pt x="736549" y="2783"/>
                  </a:lnTo>
                  <a:lnTo>
                    <a:pt x="745531" y="4780"/>
                  </a:lnTo>
                  <a:lnTo>
                    <a:pt x="754513" y="7401"/>
                  </a:lnTo>
                  <a:lnTo>
                    <a:pt x="763496" y="10725"/>
                  </a:lnTo>
                  <a:lnTo>
                    <a:pt x="772478" y="14822"/>
                  </a:lnTo>
                  <a:lnTo>
                    <a:pt x="781460" y="19734"/>
                  </a:lnTo>
                  <a:lnTo>
                    <a:pt x="790443" y="25464"/>
                  </a:lnTo>
                  <a:lnTo>
                    <a:pt x="799425" y="31980"/>
                  </a:lnTo>
                  <a:lnTo>
                    <a:pt x="808407" y="39224"/>
                  </a:lnTo>
                  <a:lnTo>
                    <a:pt x="817390" y="47127"/>
                  </a:lnTo>
                  <a:lnTo>
                    <a:pt x="826372" y="55636"/>
                  </a:lnTo>
                  <a:lnTo>
                    <a:pt x="835354" y="64722"/>
                  </a:lnTo>
                  <a:lnTo>
                    <a:pt x="844337" y="74425"/>
                  </a:lnTo>
                  <a:lnTo>
                    <a:pt x="853319" y="84769"/>
                  </a:lnTo>
                  <a:lnTo>
                    <a:pt x="862301" y="95780"/>
                  </a:lnTo>
                  <a:lnTo>
                    <a:pt x="871283" y="107480"/>
                  </a:lnTo>
                  <a:lnTo>
                    <a:pt x="880266" y="119851"/>
                  </a:lnTo>
                  <a:lnTo>
                    <a:pt x="889248" y="132819"/>
                  </a:lnTo>
                  <a:lnTo>
                    <a:pt x="898230" y="146252"/>
                  </a:lnTo>
                  <a:lnTo>
                    <a:pt x="907213" y="159961"/>
                  </a:lnTo>
                  <a:lnTo>
                    <a:pt x="916195" y="173719"/>
                  </a:lnTo>
                  <a:lnTo>
                    <a:pt x="925177" y="187282"/>
                  </a:lnTo>
                  <a:lnTo>
                    <a:pt x="934160" y="200417"/>
                  </a:lnTo>
                  <a:lnTo>
                    <a:pt x="943142" y="212934"/>
                  </a:lnTo>
                  <a:lnTo>
                    <a:pt x="952124" y="224713"/>
                  </a:lnTo>
                  <a:lnTo>
                    <a:pt x="961107" y="235721"/>
                  </a:lnTo>
                  <a:lnTo>
                    <a:pt x="970089" y="245989"/>
                  </a:lnTo>
                  <a:lnTo>
                    <a:pt x="979071" y="255762"/>
                  </a:lnTo>
                  <a:lnTo>
                    <a:pt x="988054" y="265272"/>
                  </a:lnTo>
                  <a:lnTo>
                    <a:pt x="997036" y="274762"/>
                  </a:lnTo>
                  <a:lnTo>
                    <a:pt x="1006018" y="284439"/>
                  </a:lnTo>
                  <a:lnTo>
                    <a:pt x="1015000" y="294446"/>
                  </a:lnTo>
                  <a:lnTo>
                    <a:pt x="1023983" y="304828"/>
                  </a:lnTo>
                  <a:lnTo>
                    <a:pt x="1032965" y="315535"/>
                  </a:lnTo>
                  <a:lnTo>
                    <a:pt x="1041947" y="326428"/>
                  </a:lnTo>
                  <a:lnTo>
                    <a:pt x="1050930" y="337306"/>
                  </a:lnTo>
                  <a:lnTo>
                    <a:pt x="1059912" y="347939"/>
                  </a:lnTo>
                  <a:lnTo>
                    <a:pt x="1068894" y="358109"/>
                  </a:lnTo>
                  <a:lnTo>
                    <a:pt x="1077877" y="367635"/>
                  </a:lnTo>
                  <a:lnTo>
                    <a:pt x="1086859" y="376374"/>
                  </a:lnTo>
                  <a:lnTo>
                    <a:pt x="1095841" y="384277"/>
                  </a:lnTo>
                  <a:lnTo>
                    <a:pt x="1104824" y="391426"/>
                  </a:lnTo>
                  <a:lnTo>
                    <a:pt x="1113806" y="397911"/>
                  </a:lnTo>
                  <a:lnTo>
                    <a:pt x="1122788" y="403849"/>
                  </a:lnTo>
                  <a:lnTo>
                    <a:pt x="1131770" y="409365"/>
                  </a:lnTo>
                  <a:lnTo>
                    <a:pt x="1140753" y="414579"/>
                  </a:lnTo>
                  <a:lnTo>
                    <a:pt x="1149735" y="419590"/>
                  </a:lnTo>
                  <a:lnTo>
                    <a:pt x="1158717" y="424474"/>
                  </a:lnTo>
                  <a:lnTo>
                    <a:pt x="1167700" y="429278"/>
                  </a:lnTo>
                  <a:lnTo>
                    <a:pt x="1176682" y="434025"/>
                  </a:lnTo>
                  <a:lnTo>
                    <a:pt x="1185664" y="438713"/>
                  </a:lnTo>
                  <a:lnTo>
                    <a:pt x="1194647" y="443321"/>
                  </a:lnTo>
                  <a:lnTo>
                    <a:pt x="1203629" y="447818"/>
                  </a:lnTo>
                  <a:lnTo>
                    <a:pt x="1212611" y="452155"/>
                  </a:lnTo>
                  <a:lnTo>
                    <a:pt x="1221594" y="456303"/>
                  </a:lnTo>
                  <a:lnTo>
                    <a:pt x="1230576" y="460243"/>
                  </a:lnTo>
                  <a:lnTo>
                    <a:pt x="1239558" y="463965"/>
                  </a:lnTo>
                  <a:lnTo>
                    <a:pt x="1248540" y="467467"/>
                  </a:lnTo>
                  <a:lnTo>
                    <a:pt x="1257523" y="470757"/>
                  </a:lnTo>
                  <a:lnTo>
                    <a:pt x="1266505" y="473844"/>
                  </a:lnTo>
                  <a:lnTo>
                    <a:pt x="1275487" y="476736"/>
                  </a:lnTo>
                  <a:lnTo>
                    <a:pt x="1284470" y="479437"/>
                  </a:lnTo>
                  <a:lnTo>
                    <a:pt x="1293452" y="481950"/>
                  </a:lnTo>
                  <a:lnTo>
                    <a:pt x="1302434" y="484270"/>
                  </a:lnTo>
                  <a:lnTo>
                    <a:pt x="1311417" y="486393"/>
                  </a:lnTo>
                  <a:lnTo>
                    <a:pt x="1320399" y="488318"/>
                  </a:lnTo>
                  <a:lnTo>
                    <a:pt x="1329381" y="490039"/>
                  </a:lnTo>
                  <a:lnTo>
                    <a:pt x="1338364" y="491553"/>
                  </a:lnTo>
                  <a:lnTo>
                    <a:pt x="1347346" y="492885"/>
                  </a:lnTo>
                  <a:lnTo>
                    <a:pt x="1356328" y="494048"/>
                  </a:lnTo>
                  <a:lnTo>
                    <a:pt x="1365310" y="495063"/>
                  </a:lnTo>
                  <a:lnTo>
                    <a:pt x="1374293" y="495948"/>
                  </a:lnTo>
                  <a:lnTo>
                    <a:pt x="1383275" y="496727"/>
                  </a:lnTo>
                  <a:lnTo>
                    <a:pt x="1392257" y="497420"/>
                  </a:lnTo>
                  <a:lnTo>
                    <a:pt x="1401240" y="498046"/>
                  </a:lnTo>
                  <a:lnTo>
                    <a:pt x="1410222" y="498623"/>
                  </a:lnTo>
                  <a:lnTo>
                    <a:pt x="1419204" y="499164"/>
                  </a:lnTo>
                  <a:lnTo>
                    <a:pt x="1428187" y="499679"/>
                  </a:lnTo>
                  <a:lnTo>
                    <a:pt x="1437169" y="500171"/>
                  </a:lnTo>
                </a:path>
              </a:pathLst>
            </a:custGeom>
            <a:ln w="813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9114203" y="3325704"/>
              <a:ext cx="1311417" cy="550198"/>
            </a:xfrm>
            <a:custGeom>
              <a:avLst/>
              <a:pathLst>
                <a:path w="1311417" h="550198">
                  <a:moveTo>
                    <a:pt x="0" y="546428"/>
                  </a:moveTo>
                  <a:lnTo>
                    <a:pt x="8982" y="545511"/>
                  </a:lnTo>
                  <a:lnTo>
                    <a:pt x="17964" y="544475"/>
                  </a:lnTo>
                  <a:lnTo>
                    <a:pt x="26946" y="543329"/>
                  </a:lnTo>
                  <a:lnTo>
                    <a:pt x="35929" y="542082"/>
                  </a:lnTo>
                  <a:lnTo>
                    <a:pt x="44911" y="540744"/>
                  </a:lnTo>
                  <a:lnTo>
                    <a:pt x="53893" y="539326"/>
                  </a:lnTo>
                  <a:lnTo>
                    <a:pt x="62876" y="537835"/>
                  </a:lnTo>
                  <a:lnTo>
                    <a:pt x="71858" y="536272"/>
                  </a:lnTo>
                  <a:lnTo>
                    <a:pt x="80840" y="534637"/>
                  </a:lnTo>
                  <a:lnTo>
                    <a:pt x="89823" y="532921"/>
                  </a:lnTo>
                  <a:lnTo>
                    <a:pt x="98805" y="531108"/>
                  </a:lnTo>
                  <a:lnTo>
                    <a:pt x="107787" y="529189"/>
                  </a:lnTo>
                  <a:lnTo>
                    <a:pt x="116770" y="527149"/>
                  </a:lnTo>
                  <a:lnTo>
                    <a:pt x="125752" y="524971"/>
                  </a:lnTo>
                  <a:lnTo>
                    <a:pt x="134734" y="522642"/>
                  </a:lnTo>
                  <a:lnTo>
                    <a:pt x="143716" y="520146"/>
                  </a:lnTo>
                  <a:lnTo>
                    <a:pt x="152699" y="517471"/>
                  </a:lnTo>
                  <a:lnTo>
                    <a:pt x="161681" y="514600"/>
                  </a:lnTo>
                  <a:lnTo>
                    <a:pt x="170663" y="511519"/>
                  </a:lnTo>
                  <a:lnTo>
                    <a:pt x="179646" y="508207"/>
                  </a:lnTo>
                  <a:lnTo>
                    <a:pt x="188628" y="504640"/>
                  </a:lnTo>
                  <a:lnTo>
                    <a:pt x="197610" y="500789"/>
                  </a:lnTo>
                  <a:lnTo>
                    <a:pt x="206593" y="496620"/>
                  </a:lnTo>
                  <a:lnTo>
                    <a:pt x="215575" y="492080"/>
                  </a:lnTo>
                  <a:lnTo>
                    <a:pt x="224557" y="487138"/>
                  </a:lnTo>
                  <a:lnTo>
                    <a:pt x="233540" y="481784"/>
                  </a:lnTo>
                  <a:lnTo>
                    <a:pt x="242522" y="476007"/>
                  </a:lnTo>
                  <a:lnTo>
                    <a:pt x="251504" y="469806"/>
                  </a:lnTo>
                  <a:lnTo>
                    <a:pt x="260486" y="463192"/>
                  </a:lnTo>
                  <a:lnTo>
                    <a:pt x="269469" y="456186"/>
                  </a:lnTo>
                  <a:lnTo>
                    <a:pt x="278451" y="448814"/>
                  </a:lnTo>
                  <a:lnTo>
                    <a:pt x="287433" y="441101"/>
                  </a:lnTo>
                  <a:lnTo>
                    <a:pt x="296416" y="433067"/>
                  </a:lnTo>
                  <a:lnTo>
                    <a:pt x="305398" y="424719"/>
                  </a:lnTo>
                  <a:lnTo>
                    <a:pt x="314380" y="416045"/>
                  </a:lnTo>
                  <a:lnTo>
                    <a:pt x="323363" y="407010"/>
                  </a:lnTo>
                  <a:lnTo>
                    <a:pt x="332345" y="397552"/>
                  </a:lnTo>
                  <a:lnTo>
                    <a:pt x="341327" y="387532"/>
                  </a:lnTo>
                  <a:lnTo>
                    <a:pt x="350310" y="376876"/>
                  </a:lnTo>
                  <a:lnTo>
                    <a:pt x="359292" y="365479"/>
                  </a:lnTo>
                  <a:lnTo>
                    <a:pt x="368274" y="353252"/>
                  </a:lnTo>
                  <a:lnTo>
                    <a:pt x="377256" y="340143"/>
                  </a:lnTo>
                  <a:lnTo>
                    <a:pt x="386239" y="326151"/>
                  </a:lnTo>
                  <a:lnTo>
                    <a:pt x="395221" y="311335"/>
                  </a:lnTo>
                  <a:lnTo>
                    <a:pt x="404203" y="295818"/>
                  </a:lnTo>
                  <a:lnTo>
                    <a:pt x="413186" y="279785"/>
                  </a:lnTo>
                  <a:lnTo>
                    <a:pt x="422168" y="263468"/>
                  </a:lnTo>
                  <a:lnTo>
                    <a:pt x="431150" y="247127"/>
                  </a:lnTo>
                  <a:lnTo>
                    <a:pt x="440133" y="231025"/>
                  </a:lnTo>
                  <a:lnTo>
                    <a:pt x="449115" y="215406"/>
                  </a:lnTo>
                  <a:lnTo>
                    <a:pt x="458097" y="200487"/>
                  </a:lnTo>
                  <a:lnTo>
                    <a:pt x="467080" y="186424"/>
                  </a:lnTo>
                  <a:lnTo>
                    <a:pt x="476062" y="173201"/>
                  </a:lnTo>
                  <a:lnTo>
                    <a:pt x="485044" y="160768"/>
                  </a:lnTo>
                  <a:lnTo>
                    <a:pt x="494027" y="149014"/>
                  </a:lnTo>
                  <a:lnTo>
                    <a:pt x="503009" y="137790"/>
                  </a:lnTo>
                  <a:lnTo>
                    <a:pt x="511991" y="126938"/>
                  </a:lnTo>
                  <a:lnTo>
                    <a:pt x="520973" y="116312"/>
                  </a:lnTo>
                  <a:lnTo>
                    <a:pt x="529956" y="105802"/>
                  </a:lnTo>
                  <a:lnTo>
                    <a:pt x="538938" y="95344"/>
                  </a:lnTo>
                  <a:lnTo>
                    <a:pt x="547920" y="84925"/>
                  </a:lnTo>
                  <a:lnTo>
                    <a:pt x="556903" y="74578"/>
                  </a:lnTo>
                  <a:lnTo>
                    <a:pt x="565885" y="64378"/>
                  </a:lnTo>
                  <a:lnTo>
                    <a:pt x="574867" y="54426"/>
                  </a:lnTo>
                  <a:lnTo>
                    <a:pt x="583850" y="44879"/>
                  </a:lnTo>
                  <a:lnTo>
                    <a:pt x="592832" y="35874"/>
                  </a:lnTo>
                  <a:lnTo>
                    <a:pt x="601814" y="27550"/>
                  </a:lnTo>
                  <a:lnTo>
                    <a:pt x="610797" y="20058"/>
                  </a:lnTo>
                  <a:lnTo>
                    <a:pt x="619779" y="13552"/>
                  </a:lnTo>
                  <a:lnTo>
                    <a:pt x="628761" y="8178"/>
                  </a:lnTo>
                  <a:lnTo>
                    <a:pt x="637743" y="4066"/>
                  </a:lnTo>
                  <a:lnTo>
                    <a:pt x="646726" y="1318"/>
                  </a:lnTo>
                  <a:lnTo>
                    <a:pt x="655708" y="0"/>
                  </a:lnTo>
                  <a:lnTo>
                    <a:pt x="664690" y="124"/>
                  </a:lnTo>
                  <a:lnTo>
                    <a:pt x="673673" y="1649"/>
                  </a:lnTo>
                  <a:lnTo>
                    <a:pt x="682655" y="4476"/>
                  </a:lnTo>
                  <a:lnTo>
                    <a:pt x="691637" y="8447"/>
                  </a:lnTo>
                  <a:lnTo>
                    <a:pt x="700620" y="13372"/>
                  </a:lnTo>
                  <a:lnTo>
                    <a:pt x="709602" y="19046"/>
                  </a:lnTo>
                  <a:lnTo>
                    <a:pt x="718584" y="25183"/>
                  </a:lnTo>
                  <a:lnTo>
                    <a:pt x="727567" y="31604"/>
                  </a:lnTo>
                  <a:lnTo>
                    <a:pt x="736549" y="38199"/>
                  </a:lnTo>
                  <a:lnTo>
                    <a:pt x="745531" y="44938"/>
                  </a:lnTo>
                  <a:lnTo>
                    <a:pt x="754513" y="51873"/>
                  </a:lnTo>
                  <a:lnTo>
                    <a:pt x="763496" y="59126"/>
                  </a:lnTo>
                  <a:lnTo>
                    <a:pt x="772478" y="66864"/>
                  </a:lnTo>
                  <a:lnTo>
                    <a:pt x="781460" y="75264"/>
                  </a:lnTo>
                  <a:lnTo>
                    <a:pt x="790443" y="84480"/>
                  </a:lnTo>
                  <a:lnTo>
                    <a:pt x="799425" y="94614"/>
                  </a:lnTo>
                  <a:lnTo>
                    <a:pt x="808407" y="105696"/>
                  </a:lnTo>
                  <a:lnTo>
                    <a:pt x="817390" y="117683"/>
                  </a:lnTo>
                  <a:lnTo>
                    <a:pt x="826372" y="130497"/>
                  </a:lnTo>
                  <a:lnTo>
                    <a:pt x="835354" y="143965"/>
                  </a:lnTo>
                  <a:lnTo>
                    <a:pt x="844337" y="157882"/>
                  </a:lnTo>
                  <a:lnTo>
                    <a:pt x="853319" y="172090"/>
                  </a:lnTo>
                  <a:lnTo>
                    <a:pt x="862301" y="186448"/>
                  </a:lnTo>
                  <a:lnTo>
                    <a:pt x="871283" y="200838"/>
                  </a:lnTo>
                  <a:lnTo>
                    <a:pt x="880266" y="215169"/>
                  </a:lnTo>
                  <a:lnTo>
                    <a:pt x="889248" y="229375"/>
                  </a:lnTo>
                  <a:lnTo>
                    <a:pt x="898230" y="243416"/>
                  </a:lnTo>
                  <a:lnTo>
                    <a:pt x="907213" y="257277"/>
                  </a:lnTo>
                  <a:lnTo>
                    <a:pt x="916195" y="270964"/>
                  </a:lnTo>
                  <a:lnTo>
                    <a:pt x="925177" y="284510"/>
                  </a:lnTo>
                  <a:lnTo>
                    <a:pt x="934160" y="297959"/>
                  </a:lnTo>
                  <a:lnTo>
                    <a:pt x="943142" y="311366"/>
                  </a:lnTo>
                  <a:lnTo>
                    <a:pt x="952124" y="324784"/>
                  </a:lnTo>
                  <a:lnTo>
                    <a:pt x="961107" y="338247"/>
                  </a:lnTo>
                  <a:lnTo>
                    <a:pt x="970089" y="351759"/>
                  </a:lnTo>
                  <a:lnTo>
                    <a:pt x="979071" y="365293"/>
                  </a:lnTo>
                  <a:lnTo>
                    <a:pt x="988054" y="378791"/>
                  </a:lnTo>
                  <a:lnTo>
                    <a:pt x="997036" y="392167"/>
                  </a:lnTo>
                  <a:lnTo>
                    <a:pt x="1006018" y="405312"/>
                  </a:lnTo>
                  <a:lnTo>
                    <a:pt x="1015000" y="418100"/>
                  </a:lnTo>
                  <a:lnTo>
                    <a:pt x="1023983" y="430398"/>
                  </a:lnTo>
                  <a:lnTo>
                    <a:pt x="1032965" y="442075"/>
                  </a:lnTo>
                  <a:lnTo>
                    <a:pt x="1041947" y="453011"/>
                  </a:lnTo>
                  <a:lnTo>
                    <a:pt x="1050930" y="463108"/>
                  </a:lnTo>
                  <a:lnTo>
                    <a:pt x="1059912" y="472297"/>
                  </a:lnTo>
                  <a:lnTo>
                    <a:pt x="1068894" y="480521"/>
                  </a:lnTo>
                  <a:lnTo>
                    <a:pt x="1077877" y="487744"/>
                  </a:lnTo>
                  <a:lnTo>
                    <a:pt x="1086859" y="494064"/>
                  </a:lnTo>
                  <a:lnTo>
                    <a:pt x="1095841" y="499541"/>
                  </a:lnTo>
                  <a:lnTo>
                    <a:pt x="1104824" y="504254"/>
                  </a:lnTo>
                  <a:lnTo>
                    <a:pt x="1113806" y="508292"/>
                  </a:lnTo>
                  <a:lnTo>
                    <a:pt x="1122788" y="511749"/>
                  </a:lnTo>
                  <a:lnTo>
                    <a:pt x="1131770" y="514723"/>
                  </a:lnTo>
                  <a:lnTo>
                    <a:pt x="1140753" y="517313"/>
                  </a:lnTo>
                  <a:lnTo>
                    <a:pt x="1149735" y="519612"/>
                  </a:lnTo>
                  <a:lnTo>
                    <a:pt x="1158717" y="521706"/>
                  </a:lnTo>
                  <a:lnTo>
                    <a:pt x="1167700" y="523669"/>
                  </a:lnTo>
                  <a:lnTo>
                    <a:pt x="1176682" y="525559"/>
                  </a:lnTo>
                  <a:lnTo>
                    <a:pt x="1185664" y="527417"/>
                  </a:lnTo>
                  <a:lnTo>
                    <a:pt x="1194647" y="529262"/>
                  </a:lnTo>
                  <a:lnTo>
                    <a:pt x="1203629" y="531094"/>
                  </a:lnTo>
                  <a:lnTo>
                    <a:pt x="1212611" y="532897"/>
                  </a:lnTo>
                  <a:lnTo>
                    <a:pt x="1221594" y="534647"/>
                  </a:lnTo>
                  <a:lnTo>
                    <a:pt x="1230576" y="536319"/>
                  </a:lnTo>
                  <a:lnTo>
                    <a:pt x="1239558" y="537890"/>
                  </a:lnTo>
                  <a:lnTo>
                    <a:pt x="1248540" y="539345"/>
                  </a:lnTo>
                  <a:lnTo>
                    <a:pt x="1257523" y="540672"/>
                  </a:lnTo>
                  <a:lnTo>
                    <a:pt x="1266505" y="541869"/>
                  </a:lnTo>
                  <a:lnTo>
                    <a:pt x="1275487" y="542938"/>
                  </a:lnTo>
                  <a:lnTo>
                    <a:pt x="1284470" y="543885"/>
                  </a:lnTo>
                  <a:lnTo>
                    <a:pt x="1293452" y="544719"/>
                  </a:lnTo>
                  <a:lnTo>
                    <a:pt x="1302434" y="545449"/>
                  </a:lnTo>
                  <a:lnTo>
                    <a:pt x="1311417" y="546086"/>
                  </a:lnTo>
                  <a:lnTo>
                    <a:pt x="1311417" y="550198"/>
                  </a:lnTo>
                  <a:lnTo>
                    <a:pt x="1302434" y="550198"/>
                  </a:lnTo>
                  <a:lnTo>
                    <a:pt x="1293452" y="550198"/>
                  </a:lnTo>
                  <a:lnTo>
                    <a:pt x="1284470" y="550198"/>
                  </a:lnTo>
                  <a:lnTo>
                    <a:pt x="1275487" y="550198"/>
                  </a:lnTo>
                  <a:lnTo>
                    <a:pt x="1266505" y="550198"/>
                  </a:lnTo>
                  <a:lnTo>
                    <a:pt x="1257523" y="550198"/>
                  </a:lnTo>
                  <a:lnTo>
                    <a:pt x="1248540" y="550198"/>
                  </a:lnTo>
                  <a:lnTo>
                    <a:pt x="1239558" y="550198"/>
                  </a:lnTo>
                  <a:lnTo>
                    <a:pt x="1230576" y="550198"/>
                  </a:lnTo>
                  <a:lnTo>
                    <a:pt x="1221594" y="550198"/>
                  </a:lnTo>
                  <a:lnTo>
                    <a:pt x="1212611" y="550198"/>
                  </a:lnTo>
                  <a:lnTo>
                    <a:pt x="1203629" y="550198"/>
                  </a:lnTo>
                  <a:lnTo>
                    <a:pt x="1194647" y="550198"/>
                  </a:lnTo>
                  <a:lnTo>
                    <a:pt x="1185664" y="550198"/>
                  </a:lnTo>
                  <a:lnTo>
                    <a:pt x="1176682" y="550198"/>
                  </a:lnTo>
                  <a:lnTo>
                    <a:pt x="1167700" y="550198"/>
                  </a:lnTo>
                  <a:lnTo>
                    <a:pt x="1158717" y="550198"/>
                  </a:lnTo>
                  <a:lnTo>
                    <a:pt x="1149735" y="550198"/>
                  </a:lnTo>
                  <a:lnTo>
                    <a:pt x="1140753" y="550198"/>
                  </a:lnTo>
                  <a:lnTo>
                    <a:pt x="1131770" y="550198"/>
                  </a:lnTo>
                  <a:lnTo>
                    <a:pt x="1122788" y="550198"/>
                  </a:lnTo>
                  <a:lnTo>
                    <a:pt x="1113806" y="550198"/>
                  </a:lnTo>
                  <a:lnTo>
                    <a:pt x="1104824" y="550198"/>
                  </a:lnTo>
                  <a:lnTo>
                    <a:pt x="1095841" y="550198"/>
                  </a:lnTo>
                  <a:lnTo>
                    <a:pt x="1086859" y="550198"/>
                  </a:lnTo>
                  <a:lnTo>
                    <a:pt x="1077877" y="550198"/>
                  </a:lnTo>
                  <a:lnTo>
                    <a:pt x="1068894" y="550198"/>
                  </a:lnTo>
                  <a:lnTo>
                    <a:pt x="1059912" y="550198"/>
                  </a:lnTo>
                  <a:lnTo>
                    <a:pt x="1050930" y="550198"/>
                  </a:lnTo>
                  <a:lnTo>
                    <a:pt x="1041947" y="550198"/>
                  </a:lnTo>
                  <a:lnTo>
                    <a:pt x="1032965" y="550198"/>
                  </a:lnTo>
                  <a:lnTo>
                    <a:pt x="1023983" y="550198"/>
                  </a:lnTo>
                  <a:lnTo>
                    <a:pt x="1015000" y="550198"/>
                  </a:lnTo>
                  <a:lnTo>
                    <a:pt x="1006018" y="550198"/>
                  </a:lnTo>
                  <a:lnTo>
                    <a:pt x="997036" y="550198"/>
                  </a:lnTo>
                  <a:lnTo>
                    <a:pt x="988054" y="550198"/>
                  </a:lnTo>
                  <a:lnTo>
                    <a:pt x="979071" y="550198"/>
                  </a:lnTo>
                  <a:lnTo>
                    <a:pt x="970089" y="550198"/>
                  </a:lnTo>
                  <a:lnTo>
                    <a:pt x="961107" y="550198"/>
                  </a:lnTo>
                  <a:lnTo>
                    <a:pt x="952124" y="550198"/>
                  </a:lnTo>
                  <a:lnTo>
                    <a:pt x="943142" y="550198"/>
                  </a:lnTo>
                  <a:lnTo>
                    <a:pt x="934160" y="550198"/>
                  </a:lnTo>
                  <a:lnTo>
                    <a:pt x="925177" y="550198"/>
                  </a:lnTo>
                  <a:lnTo>
                    <a:pt x="916195" y="550198"/>
                  </a:lnTo>
                  <a:lnTo>
                    <a:pt x="907213" y="550198"/>
                  </a:lnTo>
                  <a:lnTo>
                    <a:pt x="898230" y="550198"/>
                  </a:lnTo>
                  <a:lnTo>
                    <a:pt x="889248" y="550198"/>
                  </a:lnTo>
                  <a:lnTo>
                    <a:pt x="880266" y="550198"/>
                  </a:lnTo>
                  <a:lnTo>
                    <a:pt x="871283" y="550198"/>
                  </a:lnTo>
                  <a:lnTo>
                    <a:pt x="862301" y="550198"/>
                  </a:lnTo>
                  <a:lnTo>
                    <a:pt x="853319" y="550198"/>
                  </a:lnTo>
                  <a:lnTo>
                    <a:pt x="844337" y="550198"/>
                  </a:lnTo>
                  <a:lnTo>
                    <a:pt x="835354" y="550198"/>
                  </a:lnTo>
                  <a:lnTo>
                    <a:pt x="826372" y="550198"/>
                  </a:lnTo>
                  <a:lnTo>
                    <a:pt x="817390" y="550198"/>
                  </a:lnTo>
                  <a:lnTo>
                    <a:pt x="808407" y="550198"/>
                  </a:lnTo>
                  <a:lnTo>
                    <a:pt x="799425" y="550198"/>
                  </a:lnTo>
                  <a:lnTo>
                    <a:pt x="790443" y="550198"/>
                  </a:lnTo>
                  <a:lnTo>
                    <a:pt x="781460" y="550198"/>
                  </a:lnTo>
                  <a:lnTo>
                    <a:pt x="772478" y="550198"/>
                  </a:lnTo>
                  <a:lnTo>
                    <a:pt x="763496" y="550198"/>
                  </a:lnTo>
                  <a:lnTo>
                    <a:pt x="754513" y="550198"/>
                  </a:lnTo>
                  <a:lnTo>
                    <a:pt x="745531" y="550198"/>
                  </a:lnTo>
                  <a:lnTo>
                    <a:pt x="736549" y="550198"/>
                  </a:lnTo>
                  <a:lnTo>
                    <a:pt x="727567" y="550198"/>
                  </a:lnTo>
                  <a:lnTo>
                    <a:pt x="718584" y="550198"/>
                  </a:lnTo>
                  <a:lnTo>
                    <a:pt x="709602" y="550198"/>
                  </a:lnTo>
                  <a:lnTo>
                    <a:pt x="700620" y="550198"/>
                  </a:lnTo>
                  <a:lnTo>
                    <a:pt x="691637" y="550198"/>
                  </a:lnTo>
                  <a:lnTo>
                    <a:pt x="682655" y="550198"/>
                  </a:lnTo>
                  <a:lnTo>
                    <a:pt x="673673" y="550198"/>
                  </a:lnTo>
                  <a:lnTo>
                    <a:pt x="664690" y="550198"/>
                  </a:lnTo>
                  <a:lnTo>
                    <a:pt x="655708" y="550198"/>
                  </a:lnTo>
                  <a:lnTo>
                    <a:pt x="646726" y="550198"/>
                  </a:lnTo>
                  <a:lnTo>
                    <a:pt x="637743" y="550198"/>
                  </a:lnTo>
                  <a:lnTo>
                    <a:pt x="628761" y="550198"/>
                  </a:lnTo>
                  <a:lnTo>
                    <a:pt x="619779" y="550198"/>
                  </a:lnTo>
                  <a:lnTo>
                    <a:pt x="610797" y="550198"/>
                  </a:lnTo>
                  <a:lnTo>
                    <a:pt x="601814" y="550198"/>
                  </a:lnTo>
                  <a:lnTo>
                    <a:pt x="592832" y="550198"/>
                  </a:lnTo>
                  <a:lnTo>
                    <a:pt x="583850" y="550198"/>
                  </a:lnTo>
                  <a:lnTo>
                    <a:pt x="574867" y="550198"/>
                  </a:lnTo>
                  <a:lnTo>
                    <a:pt x="565885" y="550198"/>
                  </a:lnTo>
                  <a:lnTo>
                    <a:pt x="556903" y="550198"/>
                  </a:lnTo>
                  <a:lnTo>
                    <a:pt x="547920" y="550198"/>
                  </a:lnTo>
                  <a:lnTo>
                    <a:pt x="538938" y="550198"/>
                  </a:lnTo>
                  <a:lnTo>
                    <a:pt x="529956" y="550198"/>
                  </a:lnTo>
                  <a:lnTo>
                    <a:pt x="520973" y="550198"/>
                  </a:lnTo>
                  <a:lnTo>
                    <a:pt x="511991" y="550198"/>
                  </a:lnTo>
                  <a:lnTo>
                    <a:pt x="503009" y="550198"/>
                  </a:lnTo>
                  <a:lnTo>
                    <a:pt x="494027" y="550198"/>
                  </a:lnTo>
                  <a:lnTo>
                    <a:pt x="485044" y="550198"/>
                  </a:lnTo>
                  <a:lnTo>
                    <a:pt x="476062" y="550198"/>
                  </a:lnTo>
                  <a:lnTo>
                    <a:pt x="467080" y="550198"/>
                  </a:lnTo>
                  <a:lnTo>
                    <a:pt x="458097" y="550198"/>
                  </a:lnTo>
                  <a:lnTo>
                    <a:pt x="449115" y="550198"/>
                  </a:lnTo>
                  <a:lnTo>
                    <a:pt x="440133" y="550198"/>
                  </a:lnTo>
                  <a:lnTo>
                    <a:pt x="431150" y="550198"/>
                  </a:lnTo>
                  <a:lnTo>
                    <a:pt x="422168" y="550198"/>
                  </a:lnTo>
                  <a:lnTo>
                    <a:pt x="413186" y="550198"/>
                  </a:lnTo>
                  <a:lnTo>
                    <a:pt x="404203" y="550198"/>
                  </a:lnTo>
                  <a:lnTo>
                    <a:pt x="395221" y="550198"/>
                  </a:lnTo>
                  <a:lnTo>
                    <a:pt x="386239" y="550198"/>
                  </a:lnTo>
                  <a:lnTo>
                    <a:pt x="377256" y="550198"/>
                  </a:lnTo>
                  <a:lnTo>
                    <a:pt x="368274" y="550198"/>
                  </a:lnTo>
                  <a:lnTo>
                    <a:pt x="359292" y="550198"/>
                  </a:lnTo>
                  <a:lnTo>
                    <a:pt x="350310" y="550198"/>
                  </a:lnTo>
                  <a:lnTo>
                    <a:pt x="341327" y="550198"/>
                  </a:lnTo>
                  <a:lnTo>
                    <a:pt x="332345" y="550198"/>
                  </a:lnTo>
                  <a:lnTo>
                    <a:pt x="323363" y="550198"/>
                  </a:lnTo>
                  <a:lnTo>
                    <a:pt x="314380" y="550198"/>
                  </a:lnTo>
                  <a:lnTo>
                    <a:pt x="305398" y="550198"/>
                  </a:lnTo>
                  <a:lnTo>
                    <a:pt x="296416" y="550198"/>
                  </a:lnTo>
                  <a:lnTo>
                    <a:pt x="287433" y="550198"/>
                  </a:lnTo>
                  <a:lnTo>
                    <a:pt x="278451" y="550198"/>
                  </a:lnTo>
                  <a:lnTo>
                    <a:pt x="269469" y="550198"/>
                  </a:lnTo>
                  <a:lnTo>
                    <a:pt x="260486" y="550198"/>
                  </a:lnTo>
                  <a:lnTo>
                    <a:pt x="251504" y="550198"/>
                  </a:lnTo>
                  <a:lnTo>
                    <a:pt x="242522" y="550198"/>
                  </a:lnTo>
                  <a:lnTo>
                    <a:pt x="233540" y="550198"/>
                  </a:lnTo>
                  <a:lnTo>
                    <a:pt x="224557" y="550198"/>
                  </a:lnTo>
                  <a:lnTo>
                    <a:pt x="215575" y="550198"/>
                  </a:lnTo>
                  <a:lnTo>
                    <a:pt x="206593" y="550198"/>
                  </a:lnTo>
                  <a:lnTo>
                    <a:pt x="197610" y="550198"/>
                  </a:lnTo>
                  <a:lnTo>
                    <a:pt x="188628" y="550198"/>
                  </a:lnTo>
                  <a:lnTo>
                    <a:pt x="179646" y="550198"/>
                  </a:lnTo>
                  <a:lnTo>
                    <a:pt x="170663" y="550198"/>
                  </a:lnTo>
                  <a:lnTo>
                    <a:pt x="161681" y="550198"/>
                  </a:lnTo>
                  <a:lnTo>
                    <a:pt x="152699" y="550198"/>
                  </a:lnTo>
                  <a:lnTo>
                    <a:pt x="143716" y="550198"/>
                  </a:lnTo>
                  <a:lnTo>
                    <a:pt x="134734" y="550198"/>
                  </a:lnTo>
                  <a:lnTo>
                    <a:pt x="125752" y="550198"/>
                  </a:lnTo>
                  <a:lnTo>
                    <a:pt x="116770" y="550198"/>
                  </a:lnTo>
                  <a:lnTo>
                    <a:pt x="107787" y="550198"/>
                  </a:lnTo>
                  <a:lnTo>
                    <a:pt x="98805" y="550198"/>
                  </a:lnTo>
                  <a:lnTo>
                    <a:pt x="89823" y="550198"/>
                  </a:lnTo>
                  <a:lnTo>
                    <a:pt x="80840" y="550198"/>
                  </a:lnTo>
                  <a:lnTo>
                    <a:pt x="71858" y="550198"/>
                  </a:lnTo>
                  <a:lnTo>
                    <a:pt x="62876" y="550198"/>
                  </a:lnTo>
                  <a:lnTo>
                    <a:pt x="53893" y="550198"/>
                  </a:lnTo>
                  <a:lnTo>
                    <a:pt x="44911" y="550198"/>
                  </a:lnTo>
                  <a:lnTo>
                    <a:pt x="35929" y="550198"/>
                  </a:lnTo>
                  <a:lnTo>
                    <a:pt x="26946" y="550198"/>
                  </a:lnTo>
                  <a:lnTo>
                    <a:pt x="17964" y="550198"/>
                  </a:lnTo>
                  <a:lnTo>
                    <a:pt x="8982" y="550198"/>
                  </a:lnTo>
                  <a:lnTo>
                    <a:pt x="0" y="550198"/>
                  </a:lnTo>
                  <a:close/>
                </a:path>
              </a:pathLst>
            </a:custGeom>
            <a:solidFill>
              <a:srgbClr val="F6C445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9114203" y="3325704"/>
              <a:ext cx="1311417" cy="546428"/>
            </a:xfrm>
            <a:custGeom>
              <a:avLst/>
              <a:pathLst>
                <a:path w="1311417" h="546428">
                  <a:moveTo>
                    <a:pt x="0" y="546428"/>
                  </a:moveTo>
                  <a:lnTo>
                    <a:pt x="8982" y="545511"/>
                  </a:lnTo>
                  <a:lnTo>
                    <a:pt x="17964" y="544475"/>
                  </a:lnTo>
                  <a:lnTo>
                    <a:pt x="26946" y="543329"/>
                  </a:lnTo>
                  <a:lnTo>
                    <a:pt x="35929" y="542082"/>
                  </a:lnTo>
                  <a:lnTo>
                    <a:pt x="44911" y="540744"/>
                  </a:lnTo>
                  <a:lnTo>
                    <a:pt x="53893" y="539326"/>
                  </a:lnTo>
                  <a:lnTo>
                    <a:pt x="62876" y="537835"/>
                  </a:lnTo>
                  <a:lnTo>
                    <a:pt x="71858" y="536272"/>
                  </a:lnTo>
                  <a:lnTo>
                    <a:pt x="80840" y="534637"/>
                  </a:lnTo>
                  <a:lnTo>
                    <a:pt x="89823" y="532921"/>
                  </a:lnTo>
                  <a:lnTo>
                    <a:pt x="98805" y="531108"/>
                  </a:lnTo>
                  <a:lnTo>
                    <a:pt x="107787" y="529189"/>
                  </a:lnTo>
                  <a:lnTo>
                    <a:pt x="116770" y="527149"/>
                  </a:lnTo>
                  <a:lnTo>
                    <a:pt x="125752" y="524971"/>
                  </a:lnTo>
                  <a:lnTo>
                    <a:pt x="134734" y="522642"/>
                  </a:lnTo>
                  <a:lnTo>
                    <a:pt x="143716" y="520146"/>
                  </a:lnTo>
                  <a:lnTo>
                    <a:pt x="152699" y="517471"/>
                  </a:lnTo>
                  <a:lnTo>
                    <a:pt x="161681" y="514600"/>
                  </a:lnTo>
                  <a:lnTo>
                    <a:pt x="170663" y="511519"/>
                  </a:lnTo>
                  <a:lnTo>
                    <a:pt x="179646" y="508207"/>
                  </a:lnTo>
                  <a:lnTo>
                    <a:pt x="188628" y="504640"/>
                  </a:lnTo>
                  <a:lnTo>
                    <a:pt x="197610" y="500789"/>
                  </a:lnTo>
                  <a:lnTo>
                    <a:pt x="206593" y="496620"/>
                  </a:lnTo>
                  <a:lnTo>
                    <a:pt x="215575" y="492080"/>
                  </a:lnTo>
                  <a:lnTo>
                    <a:pt x="224557" y="487138"/>
                  </a:lnTo>
                  <a:lnTo>
                    <a:pt x="233540" y="481784"/>
                  </a:lnTo>
                  <a:lnTo>
                    <a:pt x="242522" y="476007"/>
                  </a:lnTo>
                  <a:lnTo>
                    <a:pt x="251504" y="469806"/>
                  </a:lnTo>
                  <a:lnTo>
                    <a:pt x="260486" y="463192"/>
                  </a:lnTo>
                  <a:lnTo>
                    <a:pt x="269469" y="456186"/>
                  </a:lnTo>
                  <a:lnTo>
                    <a:pt x="278451" y="448814"/>
                  </a:lnTo>
                  <a:lnTo>
                    <a:pt x="287433" y="441101"/>
                  </a:lnTo>
                  <a:lnTo>
                    <a:pt x="296416" y="433067"/>
                  </a:lnTo>
                  <a:lnTo>
                    <a:pt x="305398" y="424719"/>
                  </a:lnTo>
                  <a:lnTo>
                    <a:pt x="314380" y="416045"/>
                  </a:lnTo>
                  <a:lnTo>
                    <a:pt x="323363" y="407010"/>
                  </a:lnTo>
                  <a:lnTo>
                    <a:pt x="332345" y="397552"/>
                  </a:lnTo>
                  <a:lnTo>
                    <a:pt x="341327" y="387532"/>
                  </a:lnTo>
                  <a:lnTo>
                    <a:pt x="350310" y="376876"/>
                  </a:lnTo>
                  <a:lnTo>
                    <a:pt x="359292" y="365479"/>
                  </a:lnTo>
                  <a:lnTo>
                    <a:pt x="368274" y="353252"/>
                  </a:lnTo>
                  <a:lnTo>
                    <a:pt x="377256" y="340143"/>
                  </a:lnTo>
                  <a:lnTo>
                    <a:pt x="386239" y="326151"/>
                  </a:lnTo>
                  <a:lnTo>
                    <a:pt x="395221" y="311335"/>
                  </a:lnTo>
                  <a:lnTo>
                    <a:pt x="404203" y="295818"/>
                  </a:lnTo>
                  <a:lnTo>
                    <a:pt x="413186" y="279785"/>
                  </a:lnTo>
                  <a:lnTo>
                    <a:pt x="422168" y="263468"/>
                  </a:lnTo>
                  <a:lnTo>
                    <a:pt x="431150" y="247127"/>
                  </a:lnTo>
                  <a:lnTo>
                    <a:pt x="440133" y="231025"/>
                  </a:lnTo>
                  <a:lnTo>
                    <a:pt x="449115" y="215406"/>
                  </a:lnTo>
                  <a:lnTo>
                    <a:pt x="458097" y="200487"/>
                  </a:lnTo>
                  <a:lnTo>
                    <a:pt x="467080" y="186424"/>
                  </a:lnTo>
                  <a:lnTo>
                    <a:pt x="476062" y="173201"/>
                  </a:lnTo>
                  <a:lnTo>
                    <a:pt x="485044" y="160768"/>
                  </a:lnTo>
                  <a:lnTo>
                    <a:pt x="494027" y="149014"/>
                  </a:lnTo>
                  <a:lnTo>
                    <a:pt x="503009" y="137790"/>
                  </a:lnTo>
                  <a:lnTo>
                    <a:pt x="511991" y="126938"/>
                  </a:lnTo>
                  <a:lnTo>
                    <a:pt x="520973" y="116312"/>
                  </a:lnTo>
                  <a:lnTo>
                    <a:pt x="529956" y="105802"/>
                  </a:lnTo>
                  <a:lnTo>
                    <a:pt x="538938" y="95344"/>
                  </a:lnTo>
                  <a:lnTo>
                    <a:pt x="547920" y="84925"/>
                  </a:lnTo>
                  <a:lnTo>
                    <a:pt x="556903" y="74578"/>
                  </a:lnTo>
                  <a:lnTo>
                    <a:pt x="565885" y="64378"/>
                  </a:lnTo>
                  <a:lnTo>
                    <a:pt x="574867" y="54426"/>
                  </a:lnTo>
                  <a:lnTo>
                    <a:pt x="583850" y="44879"/>
                  </a:lnTo>
                  <a:lnTo>
                    <a:pt x="592832" y="35874"/>
                  </a:lnTo>
                  <a:lnTo>
                    <a:pt x="601814" y="27550"/>
                  </a:lnTo>
                  <a:lnTo>
                    <a:pt x="610797" y="20058"/>
                  </a:lnTo>
                  <a:lnTo>
                    <a:pt x="619779" y="13552"/>
                  </a:lnTo>
                  <a:lnTo>
                    <a:pt x="628761" y="8178"/>
                  </a:lnTo>
                  <a:lnTo>
                    <a:pt x="637743" y="4066"/>
                  </a:lnTo>
                  <a:lnTo>
                    <a:pt x="646726" y="1318"/>
                  </a:lnTo>
                  <a:lnTo>
                    <a:pt x="655708" y="0"/>
                  </a:lnTo>
                  <a:lnTo>
                    <a:pt x="664690" y="124"/>
                  </a:lnTo>
                  <a:lnTo>
                    <a:pt x="673673" y="1649"/>
                  </a:lnTo>
                  <a:lnTo>
                    <a:pt x="682655" y="4476"/>
                  </a:lnTo>
                  <a:lnTo>
                    <a:pt x="691637" y="8447"/>
                  </a:lnTo>
                  <a:lnTo>
                    <a:pt x="700620" y="13372"/>
                  </a:lnTo>
                  <a:lnTo>
                    <a:pt x="709602" y="19046"/>
                  </a:lnTo>
                  <a:lnTo>
                    <a:pt x="718584" y="25183"/>
                  </a:lnTo>
                  <a:lnTo>
                    <a:pt x="727567" y="31604"/>
                  </a:lnTo>
                  <a:lnTo>
                    <a:pt x="736549" y="38199"/>
                  </a:lnTo>
                  <a:lnTo>
                    <a:pt x="745531" y="44938"/>
                  </a:lnTo>
                  <a:lnTo>
                    <a:pt x="754513" y="51873"/>
                  </a:lnTo>
                  <a:lnTo>
                    <a:pt x="763496" y="59126"/>
                  </a:lnTo>
                  <a:lnTo>
                    <a:pt x="772478" y="66864"/>
                  </a:lnTo>
                  <a:lnTo>
                    <a:pt x="781460" y="75264"/>
                  </a:lnTo>
                  <a:lnTo>
                    <a:pt x="790443" y="84480"/>
                  </a:lnTo>
                  <a:lnTo>
                    <a:pt x="799425" y="94614"/>
                  </a:lnTo>
                  <a:lnTo>
                    <a:pt x="808407" y="105696"/>
                  </a:lnTo>
                  <a:lnTo>
                    <a:pt x="817390" y="117683"/>
                  </a:lnTo>
                  <a:lnTo>
                    <a:pt x="826372" y="130497"/>
                  </a:lnTo>
                  <a:lnTo>
                    <a:pt x="835354" y="143965"/>
                  </a:lnTo>
                  <a:lnTo>
                    <a:pt x="844337" y="157882"/>
                  </a:lnTo>
                  <a:lnTo>
                    <a:pt x="853319" y="172090"/>
                  </a:lnTo>
                  <a:lnTo>
                    <a:pt x="862301" y="186448"/>
                  </a:lnTo>
                  <a:lnTo>
                    <a:pt x="871283" y="200838"/>
                  </a:lnTo>
                  <a:lnTo>
                    <a:pt x="880266" y="215169"/>
                  </a:lnTo>
                  <a:lnTo>
                    <a:pt x="889248" y="229375"/>
                  </a:lnTo>
                  <a:lnTo>
                    <a:pt x="898230" y="243416"/>
                  </a:lnTo>
                  <a:lnTo>
                    <a:pt x="907213" y="257277"/>
                  </a:lnTo>
                  <a:lnTo>
                    <a:pt x="916195" y="270964"/>
                  </a:lnTo>
                  <a:lnTo>
                    <a:pt x="925177" y="284510"/>
                  </a:lnTo>
                  <a:lnTo>
                    <a:pt x="934160" y="297959"/>
                  </a:lnTo>
                  <a:lnTo>
                    <a:pt x="943142" y="311366"/>
                  </a:lnTo>
                  <a:lnTo>
                    <a:pt x="952124" y="324784"/>
                  </a:lnTo>
                  <a:lnTo>
                    <a:pt x="961107" y="338247"/>
                  </a:lnTo>
                  <a:lnTo>
                    <a:pt x="970089" y="351759"/>
                  </a:lnTo>
                  <a:lnTo>
                    <a:pt x="979071" y="365293"/>
                  </a:lnTo>
                  <a:lnTo>
                    <a:pt x="988054" y="378791"/>
                  </a:lnTo>
                  <a:lnTo>
                    <a:pt x="997036" y="392167"/>
                  </a:lnTo>
                  <a:lnTo>
                    <a:pt x="1006018" y="405312"/>
                  </a:lnTo>
                  <a:lnTo>
                    <a:pt x="1015000" y="418100"/>
                  </a:lnTo>
                  <a:lnTo>
                    <a:pt x="1023983" y="430398"/>
                  </a:lnTo>
                  <a:lnTo>
                    <a:pt x="1032965" y="442075"/>
                  </a:lnTo>
                  <a:lnTo>
                    <a:pt x="1041947" y="453011"/>
                  </a:lnTo>
                  <a:lnTo>
                    <a:pt x="1050930" y="463108"/>
                  </a:lnTo>
                  <a:lnTo>
                    <a:pt x="1059912" y="472297"/>
                  </a:lnTo>
                  <a:lnTo>
                    <a:pt x="1068894" y="480521"/>
                  </a:lnTo>
                  <a:lnTo>
                    <a:pt x="1077877" y="487744"/>
                  </a:lnTo>
                  <a:lnTo>
                    <a:pt x="1086859" y="494064"/>
                  </a:lnTo>
                  <a:lnTo>
                    <a:pt x="1095841" y="499541"/>
                  </a:lnTo>
                  <a:lnTo>
                    <a:pt x="1104824" y="504254"/>
                  </a:lnTo>
                  <a:lnTo>
                    <a:pt x="1113806" y="508292"/>
                  </a:lnTo>
                  <a:lnTo>
                    <a:pt x="1122788" y="511749"/>
                  </a:lnTo>
                  <a:lnTo>
                    <a:pt x="1131770" y="514723"/>
                  </a:lnTo>
                  <a:lnTo>
                    <a:pt x="1140753" y="517313"/>
                  </a:lnTo>
                  <a:lnTo>
                    <a:pt x="1149735" y="519612"/>
                  </a:lnTo>
                  <a:lnTo>
                    <a:pt x="1158717" y="521706"/>
                  </a:lnTo>
                  <a:lnTo>
                    <a:pt x="1167700" y="523669"/>
                  </a:lnTo>
                  <a:lnTo>
                    <a:pt x="1176682" y="525559"/>
                  </a:lnTo>
                  <a:lnTo>
                    <a:pt x="1185664" y="527417"/>
                  </a:lnTo>
                  <a:lnTo>
                    <a:pt x="1194647" y="529262"/>
                  </a:lnTo>
                  <a:lnTo>
                    <a:pt x="1203629" y="531094"/>
                  </a:lnTo>
                  <a:lnTo>
                    <a:pt x="1212611" y="532897"/>
                  </a:lnTo>
                  <a:lnTo>
                    <a:pt x="1221594" y="534647"/>
                  </a:lnTo>
                  <a:lnTo>
                    <a:pt x="1230576" y="536319"/>
                  </a:lnTo>
                  <a:lnTo>
                    <a:pt x="1239558" y="537890"/>
                  </a:lnTo>
                  <a:lnTo>
                    <a:pt x="1248540" y="539345"/>
                  </a:lnTo>
                  <a:lnTo>
                    <a:pt x="1257523" y="540672"/>
                  </a:lnTo>
                  <a:lnTo>
                    <a:pt x="1266505" y="541869"/>
                  </a:lnTo>
                  <a:lnTo>
                    <a:pt x="1275487" y="542938"/>
                  </a:lnTo>
                  <a:lnTo>
                    <a:pt x="1284470" y="543885"/>
                  </a:lnTo>
                  <a:lnTo>
                    <a:pt x="1293452" y="544719"/>
                  </a:lnTo>
                  <a:lnTo>
                    <a:pt x="1302434" y="545449"/>
                  </a:lnTo>
                  <a:lnTo>
                    <a:pt x="1311417" y="546086"/>
                  </a:lnTo>
                </a:path>
              </a:pathLst>
            </a:custGeom>
            <a:ln w="8130" cap="rnd">
              <a:solidFill>
                <a:srgbClr val="F6C4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9221991" y="3450990"/>
              <a:ext cx="1688674" cy="424912"/>
            </a:xfrm>
            <a:custGeom>
              <a:avLst/>
              <a:pathLst>
                <a:path w="1688674" h="424912">
                  <a:moveTo>
                    <a:pt x="0" y="421214"/>
                  </a:moveTo>
                  <a:lnTo>
                    <a:pt x="8982" y="420768"/>
                  </a:lnTo>
                  <a:lnTo>
                    <a:pt x="17964" y="420335"/>
                  </a:lnTo>
                  <a:lnTo>
                    <a:pt x="26946" y="419924"/>
                  </a:lnTo>
                  <a:lnTo>
                    <a:pt x="35929" y="419538"/>
                  </a:lnTo>
                  <a:lnTo>
                    <a:pt x="44911" y="419177"/>
                  </a:lnTo>
                  <a:lnTo>
                    <a:pt x="53893" y="418831"/>
                  </a:lnTo>
                  <a:lnTo>
                    <a:pt x="62876" y="418489"/>
                  </a:lnTo>
                  <a:lnTo>
                    <a:pt x="71858" y="418139"/>
                  </a:lnTo>
                  <a:lnTo>
                    <a:pt x="80840" y="417770"/>
                  </a:lnTo>
                  <a:lnTo>
                    <a:pt x="89823" y="417376"/>
                  </a:lnTo>
                  <a:lnTo>
                    <a:pt x="98805" y="416954"/>
                  </a:lnTo>
                  <a:lnTo>
                    <a:pt x="107787" y="416507"/>
                  </a:lnTo>
                  <a:lnTo>
                    <a:pt x="116770" y="416042"/>
                  </a:lnTo>
                  <a:lnTo>
                    <a:pt x="125752" y="415559"/>
                  </a:lnTo>
                  <a:lnTo>
                    <a:pt x="134734" y="415056"/>
                  </a:lnTo>
                  <a:lnTo>
                    <a:pt x="143716" y="414521"/>
                  </a:lnTo>
                  <a:lnTo>
                    <a:pt x="152699" y="413933"/>
                  </a:lnTo>
                  <a:lnTo>
                    <a:pt x="161681" y="413268"/>
                  </a:lnTo>
                  <a:lnTo>
                    <a:pt x="170663" y="412502"/>
                  </a:lnTo>
                  <a:lnTo>
                    <a:pt x="179646" y="411611"/>
                  </a:lnTo>
                  <a:lnTo>
                    <a:pt x="188628" y="410580"/>
                  </a:lnTo>
                  <a:lnTo>
                    <a:pt x="197610" y="409402"/>
                  </a:lnTo>
                  <a:lnTo>
                    <a:pt x="206593" y="408080"/>
                  </a:lnTo>
                  <a:lnTo>
                    <a:pt x="215575" y="406619"/>
                  </a:lnTo>
                  <a:lnTo>
                    <a:pt x="224557" y="405030"/>
                  </a:lnTo>
                  <a:lnTo>
                    <a:pt x="233540" y="403307"/>
                  </a:lnTo>
                  <a:lnTo>
                    <a:pt x="242522" y="401457"/>
                  </a:lnTo>
                  <a:lnTo>
                    <a:pt x="251504" y="399466"/>
                  </a:lnTo>
                  <a:lnTo>
                    <a:pt x="260486" y="397311"/>
                  </a:lnTo>
                  <a:lnTo>
                    <a:pt x="269469" y="394963"/>
                  </a:lnTo>
                  <a:lnTo>
                    <a:pt x="278451" y="392394"/>
                  </a:lnTo>
                  <a:lnTo>
                    <a:pt x="287433" y="389580"/>
                  </a:lnTo>
                  <a:lnTo>
                    <a:pt x="296416" y="386506"/>
                  </a:lnTo>
                  <a:lnTo>
                    <a:pt x="305398" y="383169"/>
                  </a:lnTo>
                  <a:lnTo>
                    <a:pt x="314380" y="379581"/>
                  </a:lnTo>
                  <a:lnTo>
                    <a:pt x="323363" y="375771"/>
                  </a:lnTo>
                  <a:lnTo>
                    <a:pt x="332345" y="371777"/>
                  </a:lnTo>
                  <a:lnTo>
                    <a:pt x="341327" y="367646"/>
                  </a:lnTo>
                  <a:lnTo>
                    <a:pt x="350310" y="363425"/>
                  </a:lnTo>
                  <a:lnTo>
                    <a:pt x="359292" y="359155"/>
                  </a:lnTo>
                  <a:lnTo>
                    <a:pt x="368274" y="354862"/>
                  </a:lnTo>
                  <a:lnTo>
                    <a:pt x="377256" y="350543"/>
                  </a:lnTo>
                  <a:lnTo>
                    <a:pt x="386239" y="346170"/>
                  </a:lnTo>
                  <a:lnTo>
                    <a:pt x="395221" y="341693"/>
                  </a:lnTo>
                  <a:lnTo>
                    <a:pt x="404203" y="337043"/>
                  </a:lnTo>
                  <a:lnTo>
                    <a:pt x="413186" y="332145"/>
                  </a:lnTo>
                  <a:lnTo>
                    <a:pt x="422168" y="326922"/>
                  </a:lnTo>
                  <a:lnTo>
                    <a:pt x="431150" y="321309"/>
                  </a:lnTo>
                  <a:lnTo>
                    <a:pt x="440133" y="315257"/>
                  </a:lnTo>
                  <a:lnTo>
                    <a:pt x="449115" y="308744"/>
                  </a:lnTo>
                  <a:lnTo>
                    <a:pt x="458097" y="301767"/>
                  </a:lnTo>
                  <a:lnTo>
                    <a:pt x="467080" y="294351"/>
                  </a:lnTo>
                  <a:lnTo>
                    <a:pt x="476062" y="286520"/>
                  </a:lnTo>
                  <a:lnTo>
                    <a:pt x="485044" y="278360"/>
                  </a:lnTo>
                  <a:lnTo>
                    <a:pt x="494027" y="269953"/>
                  </a:lnTo>
                  <a:lnTo>
                    <a:pt x="503009" y="261382"/>
                  </a:lnTo>
                  <a:lnTo>
                    <a:pt x="511991" y="252731"/>
                  </a:lnTo>
                  <a:lnTo>
                    <a:pt x="520973" y="244085"/>
                  </a:lnTo>
                  <a:lnTo>
                    <a:pt x="529956" y="235526"/>
                  </a:lnTo>
                  <a:lnTo>
                    <a:pt x="538938" y="227129"/>
                  </a:lnTo>
                  <a:lnTo>
                    <a:pt x="547920" y="218961"/>
                  </a:lnTo>
                  <a:lnTo>
                    <a:pt x="556903" y="211077"/>
                  </a:lnTo>
                  <a:lnTo>
                    <a:pt x="565885" y="203514"/>
                  </a:lnTo>
                  <a:lnTo>
                    <a:pt x="574867" y="196295"/>
                  </a:lnTo>
                  <a:lnTo>
                    <a:pt x="583850" y="189422"/>
                  </a:lnTo>
                  <a:lnTo>
                    <a:pt x="592832" y="182878"/>
                  </a:lnTo>
                  <a:lnTo>
                    <a:pt x="601814" y="176633"/>
                  </a:lnTo>
                  <a:lnTo>
                    <a:pt x="610797" y="170591"/>
                  </a:lnTo>
                  <a:lnTo>
                    <a:pt x="619779" y="164658"/>
                  </a:lnTo>
                  <a:lnTo>
                    <a:pt x="628761" y="158727"/>
                  </a:lnTo>
                  <a:lnTo>
                    <a:pt x="637743" y="152677"/>
                  </a:lnTo>
                  <a:lnTo>
                    <a:pt x="646726" y="146388"/>
                  </a:lnTo>
                  <a:lnTo>
                    <a:pt x="655708" y="139745"/>
                  </a:lnTo>
                  <a:lnTo>
                    <a:pt x="664690" y="132649"/>
                  </a:lnTo>
                  <a:lnTo>
                    <a:pt x="673673" y="125028"/>
                  </a:lnTo>
                  <a:lnTo>
                    <a:pt x="682655" y="116846"/>
                  </a:lnTo>
                  <a:lnTo>
                    <a:pt x="691637" y="108108"/>
                  </a:lnTo>
                  <a:lnTo>
                    <a:pt x="700620" y="98871"/>
                  </a:lnTo>
                  <a:lnTo>
                    <a:pt x="709602" y="89242"/>
                  </a:lnTo>
                  <a:lnTo>
                    <a:pt x="718584" y="79380"/>
                  </a:lnTo>
                  <a:lnTo>
                    <a:pt x="727567" y="69525"/>
                  </a:lnTo>
                  <a:lnTo>
                    <a:pt x="736549" y="59923"/>
                  </a:lnTo>
                  <a:lnTo>
                    <a:pt x="745531" y="50813"/>
                  </a:lnTo>
                  <a:lnTo>
                    <a:pt x="754513" y="42410"/>
                  </a:lnTo>
                  <a:lnTo>
                    <a:pt x="763496" y="34881"/>
                  </a:lnTo>
                  <a:lnTo>
                    <a:pt x="772478" y="28328"/>
                  </a:lnTo>
                  <a:lnTo>
                    <a:pt x="781460" y="22785"/>
                  </a:lnTo>
                  <a:lnTo>
                    <a:pt x="790443" y="18217"/>
                  </a:lnTo>
                  <a:lnTo>
                    <a:pt x="799425" y="14540"/>
                  </a:lnTo>
                  <a:lnTo>
                    <a:pt x="808407" y="11642"/>
                  </a:lnTo>
                  <a:lnTo>
                    <a:pt x="817390" y="9405"/>
                  </a:lnTo>
                  <a:lnTo>
                    <a:pt x="826372" y="7729"/>
                  </a:lnTo>
                  <a:lnTo>
                    <a:pt x="835354" y="6542"/>
                  </a:lnTo>
                  <a:lnTo>
                    <a:pt x="844337" y="5827"/>
                  </a:lnTo>
                  <a:lnTo>
                    <a:pt x="853319" y="5517"/>
                  </a:lnTo>
                  <a:lnTo>
                    <a:pt x="862301" y="5558"/>
                  </a:lnTo>
                  <a:lnTo>
                    <a:pt x="871283" y="5869"/>
                  </a:lnTo>
                  <a:lnTo>
                    <a:pt x="880266" y="6334"/>
                  </a:lnTo>
                  <a:lnTo>
                    <a:pt x="889248" y="6802"/>
                  </a:lnTo>
                  <a:lnTo>
                    <a:pt x="898230" y="7112"/>
                  </a:lnTo>
                  <a:lnTo>
                    <a:pt x="907213" y="7118"/>
                  </a:lnTo>
                  <a:lnTo>
                    <a:pt x="916195" y="6715"/>
                  </a:lnTo>
                  <a:lnTo>
                    <a:pt x="925177" y="5868"/>
                  </a:lnTo>
                  <a:lnTo>
                    <a:pt x="934160" y="4629"/>
                  </a:lnTo>
                  <a:lnTo>
                    <a:pt x="943142" y="3144"/>
                  </a:lnTo>
                  <a:lnTo>
                    <a:pt x="952124" y="1647"/>
                  </a:lnTo>
                  <a:lnTo>
                    <a:pt x="961107" y="459"/>
                  </a:lnTo>
                  <a:lnTo>
                    <a:pt x="970089" y="0"/>
                  </a:lnTo>
                  <a:lnTo>
                    <a:pt x="979071" y="604"/>
                  </a:lnTo>
                  <a:lnTo>
                    <a:pt x="988054" y="2582"/>
                  </a:lnTo>
                  <a:lnTo>
                    <a:pt x="997036" y="6163"/>
                  </a:lnTo>
                  <a:lnTo>
                    <a:pt x="1006018" y="11466"/>
                  </a:lnTo>
                  <a:lnTo>
                    <a:pt x="1015000" y="18472"/>
                  </a:lnTo>
                  <a:lnTo>
                    <a:pt x="1023983" y="27023"/>
                  </a:lnTo>
                  <a:lnTo>
                    <a:pt x="1032965" y="36825"/>
                  </a:lnTo>
                  <a:lnTo>
                    <a:pt x="1041947" y="47484"/>
                  </a:lnTo>
                  <a:lnTo>
                    <a:pt x="1050930" y="58543"/>
                  </a:lnTo>
                  <a:lnTo>
                    <a:pt x="1059912" y="69543"/>
                  </a:lnTo>
                  <a:lnTo>
                    <a:pt x="1068894" y="80083"/>
                  </a:lnTo>
                  <a:lnTo>
                    <a:pt x="1077877" y="89870"/>
                  </a:lnTo>
                  <a:lnTo>
                    <a:pt x="1086859" y="98714"/>
                  </a:lnTo>
                  <a:lnTo>
                    <a:pt x="1095841" y="106686"/>
                  </a:lnTo>
                  <a:lnTo>
                    <a:pt x="1104824" y="114010"/>
                  </a:lnTo>
                  <a:lnTo>
                    <a:pt x="1113806" y="120963"/>
                  </a:lnTo>
                  <a:lnTo>
                    <a:pt x="1122788" y="127846"/>
                  </a:lnTo>
                  <a:lnTo>
                    <a:pt x="1131770" y="134929"/>
                  </a:lnTo>
                  <a:lnTo>
                    <a:pt x="1140753" y="142406"/>
                  </a:lnTo>
                  <a:lnTo>
                    <a:pt x="1149735" y="150378"/>
                  </a:lnTo>
                  <a:lnTo>
                    <a:pt x="1158717" y="158857"/>
                  </a:lnTo>
                  <a:lnTo>
                    <a:pt x="1167700" y="167780"/>
                  </a:lnTo>
                  <a:lnTo>
                    <a:pt x="1176682" y="177050"/>
                  </a:lnTo>
                  <a:lnTo>
                    <a:pt x="1185664" y="186564"/>
                  </a:lnTo>
                  <a:lnTo>
                    <a:pt x="1194647" y="196239"/>
                  </a:lnTo>
                  <a:lnTo>
                    <a:pt x="1203629" y="206026"/>
                  </a:lnTo>
                  <a:lnTo>
                    <a:pt x="1212611" y="215908"/>
                  </a:lnTo>
                  <a:lnTo>
                    <a:pt x="1221594" y="225858"/>
                  </a:lnTo>
                  <a:lnTo>
                    <a:pt x="1230576" y="235837"/>
                  </a:lnTo>
                  <a:lnTo>
                    <a:pt x="1239558" y="245774"/>
                  </a:lnTo>
                  <a:lnTo>
                    <a:pt x="1248540" y="255563"/>
                  </a:lnTo>
                  <a:lnTo>
                    <a:pt x="1257523" y="265080"/>
                  </a:lnTo>
                  <a:lnTo>
                    <a:pt x="1266505" y="274196"/>
                  </a:lnTo>
                  <a:lnTo>
                    <a:pt x="1275487" y="282808"/>
                  </a:lnTo>
                  <a:lnTo>
                    <a:pt x="1284470" y="290849"/>
                  </a:lnTo>
                  <a:lnTo>
                    <a:pt x="1293452" y="298301"/>
                  </a:lnTo>
                  <a:lnTo>
                    <a:pt x="1302434" y="305195"/>
                  </a:lnTo>
                  <a:lnTo>
                    <a:pt x="1311417" y="311602"/>
                  </a:lnTo>
                  <a:lnTo>
                    <a:pt x="1320399" y="317612"/>
                  </a:lnTo>
                  <a:lnTo>
                    <a:pt x="1329381" y="323313"/>
                  </a:lnTo>
                  <a:lnTo>
                    <a:pt x="1338364" y="328792"/>
                  </a:lnTo>
                  <a:lnTo>
                    <a:pt x="1347346" y="334114"/>
                  </a:lnTo>
                  <a:lnTo>
                    <a:pt x="1356328" y="339308"/>
                  </a:lnTo>
                  <a:lnTo>
                    <a:pt x="1365310" y="344383"/>
                  </a:lnTo>
                  <a:lnTo>
                    <a:pt x="1374293" y="349333"/>
                  </a:lnTo>
                  <a:lnTo>
                    <a:pt x="1383275" y="354149"/>
                  </a:lnTo>
                  <a:lnTo>
                    <a:pt x="1392257" y="358818"/>
                  </a:lnTo>
                  <a:lnTo>
                    <a:pt x="1401240" y="363327"/>
                  </a:lnTo>
                  <a:lnTo>
                    <a:pt x="1410222" y="367667"/>
                  </a:lnTo>
                  <a:lnTo>
                    <a:pt x="1419204" y="371827"/>
                  </a:lnTo>
                  <a:lnTo>
                    <a:pt x="1428187" y="375797"/>
                  </a:lnTo>
                  <a:lnTo>
                    <a:pt x="1437169" y="379568"/>
                  </a:lnTo>
                  <a:lnTo>
                    <a:pt x="1446151" y="383130"/>
                  </a:lnTo>
                  <a:lnTo>
                    <a:pt x="1455134" y="386457"/>
                  </a:lnTo>
                  <a:lnTo>
                    <a:pt x="1464116" y="389551"/>
                  </a:lnTo>
                  <a:lnTo>
                    <a:pt x="1473098" y="392409"/>
                  </a:lnTo>
                  <a:lnTo>
                    <a:pt x="1482081" y="395028"/>
                  </a:lnTo>
                  <a:lnTo>
                    <a:pt x="1491063" y="397408"/>
                  </a:lnTo>
                  <a:lnTo>
                    <a:pt x="1500045" y="399553"/>
                  </a:lnTo>
                  <a:lnTo>
                    <a:pt x="1509027" y="401475"/>
                  </a:lnTo>
                  <a:lnTo>
                    <a:pt x="1518010" y="403192"/>
                  </a:lnTo>
                  <a:lnTo>
                    <a:pt x="1526992" y="404730"/>
                  </a:lnTo>
                  <a:lnTo>
                    <a:pt x="1535974" y="406120"/>
                  </a:lnTo>
                  <a:lnTo>
                    <a:pt x="1544957" y="407400"/>
                  </a:lnTo>
                  <a:lnTo>
                    <a:pt x="1553939" y="408606"/>
                  </a:lnTo>
                  <a:lnTo>
                    <a:pt x="1562921" y="409771"/>
                  </a:lnTo>
                  <a:lnTo>
                    <a:pt x="1571904" y="410921"/>
                  </a:lnTo>
                  <a:lnTo>
                    <a:pt x="1580886" y="412071"/>
                  </a:lnTo>
                  <a:lnTo>
                    <a:pt x="1589868" y="413220"/>
                  </a:lnTo>
                  <a:lnTo>
                    <a:pt x="1598851" y="414354"/>
                  </a:lnTo>
                  <a:lnTo>
                    <a:pt x="1607833" y="415453"/>
                  </a:lnTo>
                  <a:lnTo>
                    <a:pt x="1616815" y="416493"/>
                  </a:lnTo>
                  <a:lnTo>
                    <a:pt x="1625797" y="417450"/>
                  </a:lnTo>
                  <a:lnTo>
                    <a:pt x="1634780" y="418306"/>
                  </a:lnTo>
                  <a:lnTo>
                    <a:pt x="1643762" y="419050"/>
                  </a:lnTo>
                  <a:lnTo>
                    <a:pt x="1652744" y="419679"/>
                  </a:lnTo>
                  <a:lnTo>
                    <a:pt x="1661727" y="420202"/>
                  </a:lnTo>
                  <a:lnTo>
                    <a:pt x="1670709" y="420632"/>
                  </a:lnTo>
                  <a:lnTo>
                    <a:pt x="1679691" y="420988"/>
                  </a:lnTo>
                  <a:lnTo>
                    <a:pt x="1688674" y="421293"/>
                  </a:lnTo>
                  <a:lnTo>
                    <a:pt x="1688674" y="424912"/>
                  </a:lnTo>
                  <a:lnTo>
                    <a:pt x="1679691" y="424912"/>
                  </a:lnTo>
                  <a:lnTo>
                    <a:pt x="1670709" y="424912"/>
                  </a:lnTo>
                  <a:lnTo>
                    <a:pt x="1661727" y="424912"/>
                  </a:lnTo>
                  <a:lnTo>
                    <a:pt x="1652744" y="424912"/>
                  </a:lnTo>
                  <a:lnTo>
                    <a:pt x="1643762" y="424912"/>
                  </a:lnTo>
                  <a:lnTo>
                    <a:pt x="1634780" y="424912"/>
                  </a:lnTo>
                  <a:lnTo>
                    <a:pt x="1625797" y="424912"/>
                  </a:lnTo>
                  <a:lnTo>
                    <a:pt x="1616815" y="424912"/>
                  </a:lnTo>
                  <a:lnTo>
                    <a:pt x="1607833" y="424912"/>
                  </a:lnTo>
                  <a:lnTo>
                    <a:pt x="1598851" y="424912"/>
                  </a:lnTo>
                  <a:lnTo>
                    <a:pt x="1589868" y="424912"/>
                  </a:lnTo>
                  <a:lnTo>
                    <a:pt x="1580886" y="424912"/>
                  </a:lnTo>
                  <a:lnTo>
                    <a:pt x="1571904" y="424912"/>
                  </a:lnTo>
                  <a:lnTo>
                    <a:pt x="1562921" y="424912"/>
                  </a:lnTo>
                  <a:lnTo>
                    <a:pt x="1553939" y="424912"/>
                  </a:lnTo>
                  <a:lnTo>
                    <a:pt x="1544957" y="424912"/>
                  </a:lnTo>
                  <a:lnTo>
                    <a:pt x="1535974" y="424912"/>
                  </a:lnTo>
                  <a:lnTo>
                    <a:pt x="1526992" y="424912"/>
                  </a:lnTo>
                  <a:lnTo>
                    <a:pt x="1518010" y="424912"/>
                  </a:lnTo>
                  <a:lnTo>
                    <a:pt x="1509027" y="424912"/>
                  </a:lnTo>
                  <a:lnTo>
                    <a:pt x="1500045" y="424912"/>
                  </a:lnTo>
                  <a:lnTo>
                    <a:pt x="1491063" y="424912"/>
                  </a:lnTo>
                  <a:lnTo>
                    <a:pt x="1482081" y="424912"/>
                  </a:lnTo>
                  <a:lnTo>
                    <a:pt x="1473098" y="424912"/>
                  </a:lnTo>
                  <a:lnTo>
                    <a:pt x="1464116" y="424912"/>
                  </a:lnTo>
                  <a:lnTo>
                    <a:pt x="1455134" y="424912"/>
                  </a:lnTo>
                  <a:lnTo>
                    <a:pt x="1446151" y="424912"/>
                  </a:lnTo>
                  <a:lnTo>
                    <a:pt x="1437169" y="424912"/>
                  </a:lnTo>
                  <a:lnTo>
                    <a:pt x="1428187" y="424912"/>
                  </a:lnTo>
                  <a:lnTo>
                    <a:pt x="1419204" y="424912"/>
                  </a:lnTo>
                  <a:lnTo>
                    <a:pt x="1410222" y="424912"/>
                  </a:lnTo>
                  <a:lnTo>
                    <a:pt x="1401240" y="424912"/>
                  </a:lnTo>
                  <a:lnTo>
                    <a:pt x="1392257" y="424912"/>
                  </a:lnTo>
                  <a:lnTo>
                    <a:pt x="1383275" y="424912"/>
                  </a:lnTo>
                  <a:lnTo>
                    <a:pt x="1374293" y="424912"/>
                  </a:lnTo>
                  <a:lnTo>
                    <a:pt x="1365310" y="424912"/>
                  </a:lnTo>
                  <a:lnTo>
                    <a:pt x="1356328" y="424912"/>
                  </a:lnTo>
                  <a:lnTo>
                    <a:pt x="1347346" y="424912"/>
                  </a:lnTo>
                  <a:lnTo>
                    <a:pt x="1338364" y="424912"/>
                  </a:lnTo>
                  <a:lnTo>
                    <a:pt x="1329381" y="424912"/>
                  </a:lnTo>
                  <a:lnTo>
                    <a:pt x="1320399" y="424912"/>
                  </a:lnTo>
                  <a:lnTo>
                    <a:pt x="1311417" y="424912"/>
                  </a:lnTo>
                  <a:lnTo>
                    <a:pt x="1302434" y="424912"/>
                  </a:lnTo>
                  <a:lnTo>
                    <a:pt x="1293452" y="424912"/>
                  </a:lnTo>
                  <a:lnTo>
                    <a:pt x="1284470" y="424912"/>
                  </a:lnTo>
                  <a:lnTo>
                    <a:pt x="1275487" y="424912"/>
                  </a:lnTo>
                  <a:lnTo>
                    <a:pt x="1266505" y="424912"/>
                  </a:lnTo>
                  <a:lnTo>
                    <a:pt x="1257523" y="424912"/>
                  </a:lnTo>
                  <a:lnTo>
                    <a:pt x="1248540" y="424912"/>
                  </a:lnTo>
                  <a:lnTo>
                    <a:pt x="1239558" y="424912"/>
                  </a:lnTo>
                  <a:lnTo>
                    <a:pt x="1230576" y="424912"/>
                  </a:lnTo>
                  <a:lnTo>
                    <a:pt x="1221594" y="424912"/>
                  </a:lnTo>
                  <a:lnTo>
                    <a:pt x="1212611" y="424912"/>
                  </a:lnTo>
                  <a:lnTo>
                    <a:pt x="1203629" y="424912"/>
                  </a:lnTo>
                  <a:lnTo>
                    <a:pt x="1194647" y="424912"/>
                  </a:lnTo>
                  <a:lnTo>
                    <a:pt x="1185664" y="424912"/>
                  </a:lnTo>
                  <a:lnTo>
                    <a:pt x="1176682" y="424912"/>
                  </a:lnTo>
                  <a:lnTo>
                    <a:pt x="1167700" y="424912"/>
                  </a:lnTo>
                  <a:lnTo>
                    <a:pt x="1158717" y="424912"/>
                  </a:lnTo>
                  <a:lnTo>
                    <a:pt x="1149735" y="424912"/>
                  </a:lnTo>
                  <a:lnTo>
                    <a:pt x="1140753" y="424912"/>
                  </a:lnTo>
                  <a:lnTo>
                    <a:pt x="1131770" y="424912"/>
                  </a:lnTo>
                  <a:lnTo>
                    <a:pt x="1122788" y="424912"/>
                  </a:lnTo>
                  <a:lnTo>
                    <a:pt x="1113806" y="424912"/>
                  </a:lnTo>
                  <a:lnTo>
                    <a:pt x="1104824" y="424912"/>
                  </a:lnTo>
                  <a:lnTo>
                    <a:pt x="1095841" y="424912"/>
                  </a:lnTo>
                  <a:lnTo>
                    <a:pt x="1086859" y="424912"/>
                  </a:lnTo>
                  <a:lnTo>
                    <a:pt x="1077877" y="424912"/>
                  </a:lnTo>
                  <a:lnTo>
                    <a:pt x="1068894" y="424912"/>
                  </a:lnTo>
                  <a:lnTo>
                    <a:pt x="1059912" y="424912"/>
                  </a:lnTo>
                  <a:lnTo>
                    <a:pt x="1050930" y="424912"/>
                  </a:lnTo>
                  <a:lnTo>
                    <a:pt x="1041947" y="424912"/>
                  </a:lnTo>
                  <a:lnTo>
                    <a:pt x="1032965" y="424912"/>
                  </a:lnTo>
                  <a:lnTo>
                    <a:pt x="1023983" y="424912"/>
                  </a:lnTo>
                  <a:lnTo>
                    <a:pt x="1015000" y="424912"/>
                  </a:lnTo>
                  <a:lnTo>
                    <a:pt x="1006018" y="424912"/>
                  </a:lnTo>
                  <a:lnTo>
                    <a:pt x="997036" y="424912"/>
                  </a:lnTo>
                  <a:lnTo>
                    <a:pt x="988054" y="424912"/>
                  </a:lnTo>
                  <a:lnTo>
                    <a:pt x="979071" y="424912"/>
                  </a:lnTo>
                  <a:lnTo>
                    <a:pt x="970089" y="424912"/>
                  </a:lnTo>
                  <a:lnTo>
                    <a:pt x="961107" y="424912"/>
                  </a:lnTo>
                  <a:lnTo>
                    <a:pt x="952124" y="424912"/>
                  </a:lnTo>
                  <a:lnTo>
                    <a:pt x="943142" y="424912"/>
                  </a:lnTo>
                  <a:lnTo>
                    <a:pt x="934160" y="424912"/>
                  </a:lnTo>
                  <a:lnTo>
                    <a:pt x="925177" y="424912"/>
                  </a:lnTo>
                  <a:lnTo>
                    <a:pt x="916195" y="424912"/>
                  </a:lnTo>
                  <a:lnTo>
                    <a:pt x="907213" y="424912"/>
                  </a:lnTo>
                  <a:lnTo>
                    <a:pt x="898230" y="424912"/>
                  </a:lnTo>
                  <a:lnTo>
                    <a:pt x="889248" y="424912"/>
                  </a:lnTo>
                  <a:lnTo>
                    <a:pt x="880266" y="424912"/>
                  </a:lnTo>
                  <a:lnTo>
                    <a:pt x="871283" y="424912"/>
                  </a:lnTo>
                  <a:lnTo>
                    <a:pt x="862301" y="424912"/>
                  </a:lnTo>
                  <a:lnTo>
                    <a:pt x="853319" y="424912"/>
                  </a:lnTo>
                  <a:lnTo>
                    <a:pt x="844337" y="424912"/>
                  </a:lnTo>
                  <a:lnTo>
                    <a:pt x="835354" y="424912"/>
                  </a:lnTo>
                  <a:lnTo>
                    <a:pt x="826372" y="424912"/>
                  </a:lnTo>
                  <a:lnTo>
                    <a:pt x="817390" y="424912"/>
                  </a:lnTo>
                  <a:lnTo>
                    <a:pt x="808407" y="424912"/>
                  </a:lnTo>
                  <a:lnTo>
                    <a:pt x="799425" y="424912"/>
                  </a:lnTo>
                  <a:lnTo>
                    <a:pt x="790443" y="424912"/>
                  </a:lnTo>
                  <a:lnTo>
                    <a:pt x="781460" y="424912"/>
                  </a:lnTo>
                  <a:lnTo>
                    <a:pt x="772478" y="424912"/>
                  </a:lnTo>
                  <a:lnTo>
                    <a:pt x="763496" y="424912"/>
                  </a:lnTo>
                  <a:lnTo>
                    <a:pt x="754513" y="424912"/>
                  </a:lnTo>
                  <a:lnTo>
                    <a:pt x="745531" y="424912"/>
                  </a:lnTo>
                  <a:lnTo>
                    <a:pt x="736549" y="424912"/>
                  </a:lnTo>
                  <a:lnTo>
                    <a:pt x="727567" y="424912"/>
                  </a:lnTo>
                  <a:lnTo>
                    <a:pt x="718584" y="424912"/>
                  </a:lnTo>
                  <a:lnTo>
                    <a:pt x="709602" y="424912"/>
                  </a:lnTo>
                  <a:lnTo>
                    <a:pt x="700620" y="424912"/>
                  </a:lnTo>
                  <a:lnTo>
                    <a:pt x="691637" y="424912"/>
                  </a:lnTo>
                  <a:lnTo>
                    <a:pt x="682655" y="424912"/>
                  </a:lnTo>
                  <a:lnTo>
                    <a:pt x="673673" y="424912"/>
                  </a:lnTo>
                  <a:lnTo>
                    <a:pt x="664690" y="424912"/>
                  </a:lnTo>
                  <a:lnTo>
                    <a:pt x="655708" y="424912"/>
                  </a:lnTo>
                  <a:lnTo>
                    <a:pt x="646726" y="424912"/>
                  </a:lnTo>
                  <a:lnTo>
                    <a:pt x="637743" y="424912"/>
                  </a:lnTo>
                  <a:lnTo>
                    <a:pt x="628761" y="424912"/>
                  </a:lnTo>
                  <a:lnTo>
                    <a:pt x="619779" y="424912"/>
                  </a:lnTo>
                  <a:lnTo>
                    <a:pt x="610797" y="424912"/>
                  </a:lnTo>
                  <a:lnTo>
                    <a:pt x="601814" y="424912"/>
                  </a:lnTo>
                  <a:lnTo>
                    <a:pt x="592832" y="424912"/>
                  </a:lnTo>
                  <a:lnTo>
                    <a:pt x="583850" y="424912"/>
                  </a:lnTo>
                  <a:lnTo>
                    <a:pt x="574867" y="424912"/>
                  </a:lnTo>
                  <a:lnTo>
                    <a:pt x="565885" y="424912"/>
                  </a:lnTo>
                  <a:lnTo>
                    <a:pt x="556903" y="424912"/>
                  </a:lnTo>
                  <a:lnTo>
                    <a:pt x="547920" y="424912"/>
                  </a:lnTo>
                  <a:lnTo>
                    <a:pt x="538938" y="424912"/>
                  </a:lnTo>
                  <a:lnTo>
                    <a:pt x="529956" y="424912"/>
                  </a:lnTo>
                  <a:lnTo>
                    <a:pt x="520973" y="424912"/>
                  </a:lnTo>
                  <a:lnTo>
                    <a:pt x="511991" y="424912"/>
                  </a:lnTo>
                  <a:lnTo>
                    <a:pt x="503009" y="424912"/>
                  </a:lnTo>
                  <a:lnTo>
                    <a:pt x="494027" y="424912"/>
                  </a:lnTo>
                  <a:lnTo>
                    <a:pt x="485044" y="424912"/>
                  </a:lnTo>
                  <a:lnTo>
                    <a:pt x="476062" y="424912"/>
                  </a:lnTo>
                  <a:lnTo>
                    <a:pt x="467080" y="424912"/>
                  </a:lnTo>
                  <a:lnTo>
                    <a:pt x="458097" y="424912"/>
                  </a:lnTo>
                  <a:lnTo>
                    <a:pt x="449115" y="424912"/>
                  </a:lnTo>
                  <a:lnTo>
                    <a:pt x="440133" y="424912"/>
                  </a:lnTo>
                  <a:lnTo>
                    <a:pt x="431150" y="424912"/>
                  </a:lnTo>
                  <a:lnTo>
                    <a:pt x="422168" y="424912"/>
                  </a:lnTo>
                  <a:lnTo>
                    <a:pt x="413186" y="424912"/>
                  </a:lnTo>
                  <a:lnTo>
                    <a:pt x="404203" y="424912"/>
                  </a:lnTo>
                  <a:lnTo>
                    <a:pt x="395221" y="424912"/>
                  </a:lnTo>
                  <a:lnTo>
                    <a:pt x="386239" y="424912"/>
                  </a:lnTo>
                  <a:lnTo>
                    <a:pt x="377256" y="424912"/>
                  </a:lnTo>
                  <a:lnTo>
                    <a:pt x="368274" y="424912"/>
                  </a:lnTo>
                  <a:lnTo>
                    <a:pt x="359292" y="424912"/>
                  </a:lnTo>
                  <a:lnTo>
                    <a:pt x="350310" y="424912"/>
                  </a:lnTo>
                  <a:lnTo>
                    <a:pt x="341327" y="424912"/>
                  </a:lnTo>
                  <a:lnTo>
                    <a:pt x="332345" y="424912"/>
                  </a:lnTo>
                  <a:lnTo>
                    <a:pt x="323363" y="424912"/>
                  </a:lnTo>
                  <a:lnTo>
                    <a:pt x="314380" y="424912"/>
                  </a:lnTo>
                  <a:lnTo>
                    <a:pt x="305398" y="424912"/>
                  </a:lnTo>
                  <a:lnTo>
                    <a:pt x="296416" y="424912"/>
                  </a:lnTo>
                  <a:lnTo>
                    <a:pt x="287433" y="424912"/>
                  </a:lnTo>
                  <a:lnTo>
                    <a:pt x="278451" y="424912"/>
                  </a:lnTo>
                  <a:lnTo>
                    <a:pt x="269469" y="424912"/>
                  </a:lnTo>
                  <a:lnTo>
                    <a:pt x="260486" y="424912"/>
                  </a:lnTo>
                  <a:lnTo>
                    <a:pt x="251504" y="424912"/>
                  </a:lnTo>
                  <a:lnTo>
                    <a:pt x="242522" y="424912"/>
                  </a:lnTo>
                  <a:lnTo>
                    <a:pt x="233540" y="424912"/>
                  </a:lnTo>
                  <a:lnTo>
                    <a:pt x="224557" y="424912"/>
                  </a:lnTo>
                  <a:lnTo>
                    <a:pt x="215575" y="424912"/>
                  </a:lnTo>
                  <a:lnTo>
                    <a:pt x="206593" y="424912"/>
                  </a:lnTo>
                  <a:lnTo>
                    <a:pt x="197610" y="424912"/>
                  </a:lnTo>
                  <a:lnTo>
                    <a:pt x="188628" y="424912"/>
                  </a:lnTo>
                  <a:lnTo>
                    <a:pt x="179646" y="424912"/>
                  </a:lnTo>
                  <a:lnTo>
                    <a:pt x="170663" y="424912"/>
                  </a:lnTo>
                  <a:lnTo>
                    <a:pt x="161681" y="424912"/>
                  </a:lnTo>
                  <a:lnTo>
                    <a:pt x="152699" y="424912"/>
                  </a:lnTo>
                  <a:lnTo>
                    <a:pt x="143716" y="424912"/>
                  </a:lnTo>
                  <a:lnTo>
                    <a:pt x="134734" y="424912"/>
                  </a:lnTo>
                  <a:lnTo>
                    <a:pt x="125752" y="424912"/>
                  </a:lnTo>
                  <a:lnTo>
                    <a:pt x="116770" y="424912"/>
                  </a:lnTo>
                  <a:lnTo>
                    <a:pt x="107787" y="424912"/>
                  </a:lnTo>
                  <a:lnTo>
                    <a:pt x="98805" y="424912"/>
                  </a:lnTo>
                  <a:lnTo>
                    <a:pt x="89823" y="424912"/>
                  </a:lnTo>
                  <a:lnTo>
                    <a:pt x="80840" y="424912"/>
                  </a:lnTo>
                  <a:lnTo>
                    <a:pt x="71858" y="424912"/>
                  </a:lnTo>
                  <a:lnTo>
                    <a:pt x="62876" y="424912"/>
                  </a:lnTo>
                  <a:lnTo>
                    <a:pt x="53893" y="424912"/>
                  </a:lnTo>
                  <a:lnTo>
                    <a:pt x="44911" y="424912"/>
                  </a:lnTo>
                  <a:lnTo>
                    <a:pt x="35929" y="424912"/>
                  </a:lnTo>
                  <a:lnTo>
                    <a:pt x="26946" y="424912"/>
                  </a:lnTo>
                  <a:lnTo>
                    <a:pt x="17964" y="424912"/>
                  </a:lnTo>
                  <a:lnTo>
                    <a:pt x="8982" y="424912"/>
                  </a:lnTo>
                  <a:lnTo>
                    <a:pt x="0" y="424912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9221991" y="3450990"/>
              <a:ext cx="1688674" cy="421293"/>
            </a:xfrm>
            <a:custGeom>
              <a:avLst/>
              <a:pathLst>
                <a:path w="1688674" h="421293">
                  <a:moveTo>
                    <a:pt x="0" y="421214"/>
                  </a:moveTo>
                  <a:lnTo>
                    <a:pt x="8982" y="420768"/>
                  </a:lnTo>
                  <a:lnTo>
                    <a:pt x="17964" y="420335"/>
                  </a:lnTo>
                  <a:lnTo>
                    <a:pt x="26946" y="419924"/>
                  </a:lnTo>
                  <a:lnTo>
                    <a:pt x="35929" y="419538"/>
                  </a:lnTo>
                  <a:lnTo>
                    <a:pt x="44911" y="419177"/>
                  </a:lnTo>
                  <a:lnTo>
                    <a:pt x="53893" y="418831"/>
                  </a:lnTo>
                  <a:lnTo>
                    <a:pt x="62876" y="418489"/>
                  </a:lnTo>
                  <a:lnTo>
                    <a:pt x="71858" y="418139"/>
                  </a:lnTo>
                  <a:lnTo>
                    <a:pt x="80840" y="417770"/>
                  </a:lnTo>
                  <a:lnTo>
                    <a:pt x="89823" y="417376"/>
                  </a:lnTo>
                  <a:lnTo>
                    <a:pt x="98805" y="416954"/>
                  </a:lnTo>
                  <a:lnTo>
                    <a:pt x="107787" y="416507"/>
                  </a:lnTo>
                  <a:lnTo>
                    <a:pt x="116770" y="416042"/>
                  </a:lnTo>
                  <a:lnTo>
                    <a:pt x="125752" y="415559"/>
                  </a:lnTo>
                  <a:lnTo>
                    <a:pt x="134734" y="415056"/>
                  </a:lnTo>
                  <a:lnTo>
                    <a:pt x="143716" y="414521"/>
                  </a:lnTo>
                  <a:lnTo>
                    <a:pt x="152699" y="413933"/>
                  </a:lnTo>
                  <a:lnTo>
                    <a:pt x="161681" y="413268"/>
                  </a:lnTo>
                  <a:lnTo>
                    <a:pt x="170663" y="412502"/>
                  </a:lnTo>
                  <a:lnTo>
                    <a:pt x="179646" y="411611"/>
                  </a:lnTo>
                  <a:lnTo>
                    <a:pt x="188628" y="410580"/>
                  </a:lnTo>
                  <a:lnTo>
                    <a:pt x="197610" y="409402"/>
                  </a:lnTo>
                  <a:lnTo>
                    <a:pt x="206593" y="408080"/>
                  </a:lnTo>
                  <a:lnTo>
                    <a:pt x="215575" y="406619"/>
                  </a:lnTo>
                  <a:lnTo>
                    <a:pt x="224557" y="405030"/>
                  </a:lnTo>
                  <a:lnTo>
                    <a:pt x="233540" y="403307"/>
                  </a:lnTo>
                  <a:lnTo>
                    <a:pt x="242522" y="401457"/>
                  </a:lnTo>
                  <a:lnTo>
                    <a:pt x="251504" y="399466"/>
                  </a:lnTo>
                  <a:lnTo>
                    <a:pt x="260486" y="397311"/>
                  </a:lnTo>
                  <a:lnTo>
                    <a:pt x="269469" y="394963"/>
                  </a:lnTo>
                  <a:lnTo>
                    <a:pt x="278451" y="392394"/>
                  </a:lnTo>
                  <a:lnTo>
                    <a:pt x="287433" y="389580"/>
                  </a:lnTo>
                  <a:lnTo>
                    <a:pt x="296416" y="386506"/>
                  </a:lnTo>
                  <a:lnTo>
                    <a:pt x="305398" y="383169"/>
                  </a:lnTo>
                  <a:lnTo>
                    <a:pt x="314380" y="379581"/>
                  </a:lnTo>
                  <a:lnTo>
                    <a:pt x="323363" y="375771"/>
                  </a:lnTo>
                  <a:lnTo>
                    <a:pt x="332345" y="371777"/>
                  </a:lnTo>
                  <a:lnTo>
                    <a:pt x="341327" y="367646"/>
                  </a:lnTo>
                  <a:lnTo>
                    <a:pt x="350310" y="363425"/>
                  </a:lnTo>
                  <a:lnTo>
                    <a:pt x="359292" y="359155"/>
                  </a:lnTo>
                  <a:lnTo>
                    <a:pt x="368274" y="354862"/>
                  </a:lnTo>
                  <a:lnTo>
                    <a:pt x="377256" y="350543"/>
                  </a:lnTo>
                  <a:lnTo>
                    <a:pt x="386239" y="346170"/>
                  </a:lnTo>
                  <a:lnTo>
                    <a:pt x="395221" y="341693"/>
                  </a:lnTo>
                  <a:lnTo>
                    <a:pt x="404203" y="337043"/>
                  </a:lnTo>
                  <a:lnTo>
                    <a:pt x="413186" y="332145"/>
                  </a:lnTo>
                  <a:lnTo>
                    <a:pt x="422168" y="326922"/>
                  </a:lnTo>
                  <a:lnTo>
                    <a:pt x="431150" y="321309"/>
                  </a:lnTo>
                  <a:lnTo>
                    <a:pt x="440133" y="315257"/>
                  </a:lnTo>
                  <a:lnTo>
                    <a:pt x="449115" y="308744"/>
                  </a:lnTo>
                  <a:lnTo>
                    <a:pt x="458097" y="301767"/>
                  </a:lnTo>
                  <a:lnTo>
                    <a:pt x="467080" y="294351"/>
                  </a:lnTo>
                  <a:lnTo>
                    <a:pt x="476062" y="286520"/>
                  </a:lnTo>
                  <a:lnTo>
                    <a:pt x="485044" y="278360"/>
                  </a:lnTo>
                  <a:lnTo>
                    <a:pt x="494027" y="269953"/>
                  </a:lnTo>
                  <a:lnTo>
                    <a:pt x="503009" y="261382"/>
                  </a:lnTo>
                  <a:lnTo>
                    <a:pt x="511991" y="252731"/>
                  </a:lnTo>
                  <a:lnTo>
                    <a:pt x="520973" y="244085"/>
                  </a:lnTo>
                  <a:lnTo>
                    <a:pt x="529956" y="235526"/>
                  </a:lnTo>
                  <a:lnTo>
                    <a:pt x="538938" y="227129"/>
                  </a:lnTo>
                  <a:lnTo>
                    <a:pt x="547920" y="218961"/>
                  </a:lnTo>
                  <a:lnTo>
                    <a:pt x="556903" y="211077"/>
                  </a:lnTo>
                  <a:lnTo>
                    <a:pt x="565885" y="203514"/>
                  </a:lnTo>
                  <a:lnTo>
                    <a:pt x="574867" y="196295"/>
                  </a:lnTo>
                  <a:lnTo>
                    <a:pt x="583850" y="189422"/>
                  </a:lnTo>
                  <a:lnTo>
                    <a:pt x="592832" y="182878"/>
                  </a:lnTo>
                  <a:lnTo>
                    <a:pt x="601814" y="176633"/>
                  </a:lnTo>
                  <a:lnTo>
                    <a:pt x="610797" y="170591"/>
                  </a:lnTo>
                  <a:lnTo>
                    <a:pt x="619779" y="164658"/>
                  </a:lnTo>
                  <a:lnTo>
                    <a:pt x="628761" y="158727"/>
                  </a:lnTo>
                  <a:lnTo>
                    <a:pt x="637743" y="152677"/>
                  </a:lnTo>
                  <a:lnTo>
                    <a:pt x="646726" y="146388"/>
                  </a:lnTo>
                  <a:lnTo>
                    <a:pt x="655708" y="139745"/>
                  </a:lnTo>
                  <a:lnTo>
                    <a:pt x="664690" y="132649"/>
                  </a:lnTo>
                  <a:lnTo>
                    <a:pt x="673673" y="125028"/>
                  </a:lnTo>
                  <a:lnTo>
                    <a:pt x="682655" y="116846"/>
                  </a:lnTo>
                  <a:lnTo>
                    <a:pt x="691637" y="108108"/>
                  </a:lnTo>
                  <a:lnTo>
                    <a:pt x="700620" y="98871"/>
                  </a:lnTo>
                  <a:lnTo>
                    <a:pt x="709602" y="89242"/>
                  </a:lnTo>
                  <a:lnTo>
                    <a:pt x="718584" y="79380"/>
                  </a:lnTo>
                  <a:lnTo>
                    <a:pt x="727567" y="69525"/>
                  </a:lnTo>
                  <a:lnTo>
                    <a:pt x="736549" y="59923"/>
                  </a:lnTo>
                  <a:lnTo>
                    <a:pt x="745531" y="50813"/>
                  </a:lnTo>
                  <a:lnTo>
                    <a:pt x="754513" y="42410"/>
                  </a:lnTo>
                  <a:lnTo>
                    <a:pt x="763496" y="34881"/>
                  </a:lnTo>
                  <a:lnTo>
                    <a:pt x="772478" y="28328"/>
                  </a:lnTo>
                  <a:lnTo>
                    <a:pt x="781460" y="22785"/>
                  </a:lnTo>
                  <a:lnTo>
                    <a:pt x="790443" y="18217"/>
                  </a:lnTo>
                  <a:lnTo>
                    <a:pt x="799425" y="14540"/>
                  </a:lnTo>
                  <a:lnTo>
                    <a:pt x="808407" y="11642"/>
                  </a:lnTo>
                  <a:lnTo>
                    <a:pt x="817390" y="9405"/>
                  </a:lnTo>
                  <a:lnTo>
                    <a:pt x="826372" y="7729"/>
                  </a:lnTo>
                  <a:lnTo>
                    <a:pt x="835354" y="6542"/>
                  </a:lnTo>
                  <a:lnTo>
                    <a:pt x="844337" y="5827"/>
                  </a:lnTo>
                  <a:lnTo>
                    <a:pt x="853319" y="5517"/>
                  </a:lnTo>
                  <a:lnTo>
                    <a:pt x="862301" y="5558"/>
                  </a:lnTo>
                  <a:lnTo>
                    <a:pt x="871283" y="5869"/>
                  </a:lnTo>
                  <a:lnTo>
                    <a:pt x="880266" y="6334"/>
                  </a:lnTo>
                  <a:lnTo>
                    <a:pt x="889248" y="6802"/>
                  </a:lnTo>
                  <a:lnTo>
                    <a:pt x="898230" y="7112"/>
                  </a:lnTo>
                  <a:lnTo>
                    <a:pt x="907213" y="7118"/>
                  </a:lnTo>
                  <a:lnTo>
                    <a:pt x="916195" y="6715"/>
                  </a:lnTo>
                  <a:lnTo>
                    <a:pt x="925177" y="5868"/>
                  </a:lnTo>
                  <a:lnTo>
                    <a:pt x="934160" y="4629"/>
                  </a:lnTo>
                  <a:lnTo>
                    <a:pt x="943142" y="3144"/>
                  </a:lnTo>
                  <a:lnTo>
                    <a:pt x="952124" y="1647"/>
                  </a:lnTo>
                  <a:lnTo>
                    <a:pt x="961107" y="459"/>
                  </a:lnTo>
                  <a:lnTo>
                    <a:pt x="970089" y="0"/>
                  </a:lnTo>
                  <a:lnTo>
                    <a:pt x="979071" y="604"/>
                  </a:lnTo>
                  <a:lnTo>
                    <a:pt x="988054" y="2582"/>
                  </a:lnTo>
                  <a:lnTo>
                    <a:pt x="997036" y="6163"/>
                  </a:lnTo>
                  <a:lnTo>
                    <a:pt x="1006018" y="11466"/>
                  </a:lnTo>
                  <a:lnTo>
                    <a:pt x="1015000" y="18472"/>
                  </a:lnTo>
                  <a:lnTo>
                    <a:pt x="1023983" y="27023"/>
                  </a:lnTo>
                  <a:lnTo>
                    <a:pt x="1032965" y="36825"/>
                  </a:lnTo>
                  <a:lnTo>
                    <a:pt x="1041947" y="47484"/>
                  </a:lnTo>
                  <a:lnTo>
                    <a:pt x="1050930" y="58543"/>
                  </a:lnTo>
                  <a:lnTo>
                    <a:pt x="1059912" y="69543"/>
                  </a:lnTo>
                  <a:lnTo>
                    <a:pt x="1068894" y="80083"/>
                  </a:lnTo>
                  <a:lnTo>
                    <a:pt x="1077877" y="89870"/>
                  </a:lnTo>
                  <a:lnTo>
                    <a:pt x="1086859" y="98714"/>
                  </a:lnTo>
                  <a:lnTo>
                    <a:pt x="1095841" y="106686"/>
                  </a:lnTo>
                  <a:lnTo>
                    <a:pt x="1104824" y="114010"/>
                  </a:lnTo>
                  <a:lnTo>
                    <a:pt x="1113806" y="120963"/>
                  </a:lnTo>
                  <a:lnTo>
                    <a:pt x="1122788" y="127846"/>
                  </a:lnTo>
                  <a:lnTo>
                    <a:pt x="1131770" y="134929"/>
                  </a:lnTo>
                  <a:lnTo>
                    <a:pt x="1140753" y="142406"/>
                  </a:lnTo>
                  <a:lnTo>
                    <a:pt x="1149735" y="150378"/>
                  </a:lnTo>
                  <a:lnTo>
                    <a:pt x="1158717" y="158857"/>
                  </a:lnTo>
                  <a:lnTo>
                    <a:pt x="1167700" y="167780"/>
                  </a:lnTo>
                  <a:lnTo>
                    <a:pt x="1176682" y="177050"/>
                  </a:lnTo>
                  <a:lnTo>
                    <a:pt x="1185664" y="186564"/>
                  </a:lnTo>
                  <a:lnTo>
                    <a:pt x="1194647" y="196239"/>
                  </a:lnTo>
                  <a:lnTo>
                    <a:pt x="1203629" y="206026"/>
                  </a:lnTo>
                  <a:lnTo>
                    <a:pt x="1212611" y="215908"/>
                  </a:lnTo>
                  <a:lnTo>
                    <a:pt x="1221594" y="225858"/>
                  </a:lnTo>
                  <a:lnTo>
                    <a:pt x="1230576" y="235837"/>
                  </a:lnTo>
                  <a:lnTo>
                    <a:pt x="1239558" y="245774"/>
                  </a:lnTo>
                  <a:lnTo>
                    <a:pt x="1248540" y="255563"/>
                  </a:lnTo>
                  <a:lnTo>
                    <a:pt x="1257523" y="265080"/>
                  </a:lnTo>
                  <a:lnTo>
                    <a:pt x="1266505" y="274196"/>
                  </a:lnTo>
                  <a:lnTo>
                    <a:pt x="1275487" y="282808"/>
                  </a:lnTo>
                  <a:lnTo>
                    <a:pt x="1284470" y="290849"/>
                  </a:lnTo>
                  <a:lnTo>
                    <a:pt x="1293452" y="298301"/>
                  </a:lnTo>
                  <a:lnTo>
                    <a:pt x="1302434" y="305195"/>
                  </a:lnTo>
                  <a:lnTo>
                    <a:pt x="1311417" y="311602"/>
                  </a:lnTo>
                  <a:lnTo>
                    <a:pt x="1320399" y="317612"/>
                  </a:lnTo>
                  <a:lnTo>
                    <a:pt x="1329381" y="323313"/>
                  </a:lnTo>
                  <a:lnTo>
                    <a:pt x="1338364" y="328792"/>
                  </a:lnTo>
                  <a:lnTo>
                    <a:pt x="1347346" y="334114"/>
                  </a:lnTo>
                  <a:lnTo>
                    <a:pt x="1356328" y="339308"/>
                  </a:lnTo>
                  <a:lnTo>
                    <a:pt x="1365310" y="344383"/>
                  </a:lnTo>
                  <a:lnTo>
                    <a:pt x="1374293" y="349333"/>
                  </a:lnTo>
                  <a:lnTo>
                    <a:pt x="1383275" y="354149"/>
                  </a:lnTo>
                  <a:lnTo>
                    <a:pt x="1392257" y="358818"/>
                  </a:lnTo>
                  <a:lnTo>
                    <a:pt x="1401240" y="363327"/>
                  </a:lnTo>
                  <a:lnTo>
                    <a:pt x="1410222" y="367667"/>
                  </a:lnTo>
                  <a:lnTo>
                    <a:pt x="1419204" y="371827"/>
                  </a:lnTo>
                  <a:lnTo>
                    <a:pt x="1428187" y="375797"/>
                  </a:lnTo>
                  <a:lnTo>
                    <a:pt x="1437169" y="379568"/>
                  </a:lnTo>
                  <a:lnTo>
                    <a:pt x="1446151" y="383130"/>
                  </a:lnTo>
                  <a:lnTo>
                    <a:pt x="1455134" y="386457"/>
                  </a:lnTo>
                  <a:lnTo>
                    <a:pt x="1464116" y="389551"/>
                  </a:lnTo>
                  <a:lnTo>
                    <a:pt x="1473098" y="392409"/>
                  </a:lnTo>
                  <a:lnTo>
                    <a:pt x="1482081" y="395028"/>
                  </a:lnTo>
                  <a:lnTo>
                    <a:pt x="1491063" y="397408"/>
                  </a:lnTo>
                  <a:lnTo>
                    <a:pt x="1500045" y="399553"/>
                  </a:lnTo>
                  <a:lnTo>
                    <a:pt x="1509027" y="401475"/>
                  </a:lnTo>
                  <a:lnTo>
                    <a:pt x="1518010" y="403192"/>
                  </a:lnTo>
                  <a:lnTo>
                    <a:pt x="1526992" y="404730"/>
                  </a:lnTo>
                  <a:lnTo>
                    <a:pt x="1535974" y="406120"/>
                  </a:lnTo>
                  <a:lnTo>
                    <a:pt x="1544957" y="407400"/>
                  </a:lnTo>
                  <a:lnTo>
                    <a:pt x="1553939" y="408606"/>
                  </a:lnTo>
                  <a:lnTo>
                    <a:pt x="1562921" y="409771"/>
                  </a:lnTo>
                  <a:lnTo>
                    <a:pt x="1571904" y="410921"/>
                  </a:lnTo>
                  <a:lnTo>
                    <a:pt x="1580886" y="412071"/>
                  </a:lnTo>
                  <a:lnTo>
                    <a:pt x="1589868" y="413220"/>
                  </a:lnTo>
                  <a:lnTo>
                    <a:pt x="1598851" y="414354"/>
                  </a:lnTo>
                  <a:lnTo>
                    <a:pt x="1607833" y="415453"/>
                  </a:lnTo>
                  <a:lnTo>
                    <a:pt x="1616815" y="416493"/>
                  </a:lnTo>
                  <a:lnTo>
                    <a:pt x="1625797" y="417450"/>
                  </a:lnTo>
                  <a:lnTo>
                    <a:pt x="1634780" y="418306"/>
                  </a:lnTo>
                  <a:lnTo>
                    <a:pt x="1643762" y="419050"/>
                  </a:lnTo>
                  <a:lnTo>
                    <a:pt x="1652744" y="419679"/>
                  </a:lnTo>
                  <a:lnTo>
                    <a:pt x="1661727" y="420202"/>
                  </a:lnTo>
                  <a:lnTo>
                    <a:pt x="1670709" y="420632"/>
                  </a:lnTo>
                  <a:lnTo>
                    <a:pt x="1679691" y="420988"/>
                  </a:lnTo>
                  <a:lnTo>
                    <a:pt x="1688674" y="421293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9042345" y="3311648"/>
              <a:ext cx="1374293" cy="564254"/>
            </a:xfrm>
            <a:custGeom>
              <a:avLst/>
              <a:pathLst>
                <a:path w="1374293" h="564254">
                  <a:moveTo>
                    <a:pt x="0" y="560451"/>
                  </a:moveTo>
                  <a:lnTo>
                    <a:pt x="8982" y="560113"/>
                  </a:lnTo>
                  <a:lnTo>
                    <a:pt x="17964" y="559810"/>
                  </a:lnTo>
                  <a:lnTo>
                    <a:pt x="26946" y="559542"/>
                  </a:lnTo>
                  <a:lnTo>
                    <a:pt x="35929" y="559299"/>
                  </a:lnTo>
                  <a:lnTo>
                    <a:pt x="44911" y="559062"/>
                  </a:lnTo>
                  <a:lnTo>
                    <a:pt x="53893" y="558803"/>
                  </a:lnTo>
                  <a:lnTo>
                    <a:pt x="62876" y="558491"/>
                  </a:lnTo>
                  <a:lnTo>
                    <a:pt x="71858" y="558087"/>
                  </a:lnTo>
                  <a:lnTo>
                    <a:pt x="80840" y="557554"/>
                  </a:lnTo>
                  <a:lnTo>
                    <a:pt x="89823" y="556853"/>
                  </a:lnTo>
                  <a:lnTo>
                    <a:pt x="98805" y="555953"/>
                  </a:lnTo>
                  <a:lnTo>
                    <a:pt x="107787" y="554827"/>
                  </a:lnTo>
                  <a:lnTo>
                    <a:pt x="116770" y="553463"/>
                  </a:lnTo>
                  <a:lnTo>
                    <a:pt x="125752" y="551861"/>
                  </a:lnTo>
                  <a:lnTo>
                    <a:pt x="134734" y="550035"/>
                  </a:lnTo>
                  <a:lnTo>
                    <a:pt x="143716" y="548008"/>
                  </a:lnTo>
                  <a:lnTo>
                    <a:pt x="152699" y="545809"/>
                  </a:lnTo>
                  <a:lnTo>
                    <a:pt x="161681" y="543465"/>
                  </a:lnTo>
                  <a:lnTo>
                    <a:pt x="170663" y="540990"/>
                  </a:lnTo>
                  <a:lnTo>
                    <a:pt x="179646" y="538397"/>
                  </a:lnTo>
                  <a:lnTo>
                    <a:pt x="188628" y="535675"/>
                  </a:lnTo>
                  <a:lnTo>
                    <a:pt x="197610" y="532803"/>
                  </a:lnTo>
                  <a:lnTo>
                    <a:pt x="206593" y="529749"/>
                  </a:lnTo>
                  <a:lnTo>
                    <a:pt x="215575" y="526482"/>
                  </a:lnTo>
                  <a:lnTo>
                    <a:pt x="224557" y="522972"/>
                  </a:lnTo>
                  <a:lnTo>
                    <a:pt x="233540" y="519194"/>
                  </a:lnTo>
                  <a:lnTo>
                    <a:pt x="242522" y="515126"/>
                  </a:lnTo>
                  <a:lnTo>
                    <a:pt x="251504" y="510750"/>
                  </a:lnTo>
                  <a:lnTo>
                    <a:pt x="260486" y="506045"/>
                  </a:lnTo>
                  <a:lnTo>
                    <a:pt x="269469" y="500988"/>
                  </a:lnTo>
                  <a:lnTo>
                    <a:pt x="278451" y="495547"/>
                  </a:lnTo>
                  <a:lnTo>
                    <a:pt x="287433" y="489666"/>
                  </a:lnTo>
                  <a:lnTo>
                    <a:pt x="296416" y="483314"/>
                  </a:lnTo>
                  <a:lnTo>
                    <a:pt x="305398" y="476481"/>
                  </a:lnTo>
                  <a:lnTo>
                    <a:pt x="314380" y="469153"/>
                  </a:lnTo>
                  <a:lnTo>
                    <a:pt x="323363" y="461328"/>
                  </a:lnTo>
                  <a:lnTo>
                    <a:pt x="332345" y="453014"/>
                  </a:lnTo>
                  <a:lnTo>
                    <a:pt x="341327" y="444219"/>
                  </a:lnTo>
                  <a:lnTo>
                    <a:pt x="350310" y="434946"/>
                  </a:lnTo>
                  <a:lnTo>
                    <a:pt x="359292" y="425187"/>
                  </a:lnTo>
                  <a:lnTo>
                    <a:pt x="368274" y="414916"/>
                  </a:lnTo>
                  <a:lnTo>
                    <a:pt x="377256" y="404098"/>
                  </a:lnTo>
                  <a:lnTo>
                    <a:pt x="386239" y="392690"/>
                  </a:lnTo>
                  <a:lnTo>
                    <a:pt x="395221" y="380661"/>
                  </a:lnTo>
                  <a:lnTo>
                    <a:pt x="404203" y="368004"/>
                  </a:lnTo>
                  <a:lnTo>
                    <a:pt x="413186" y="354714"/>
                  </a:lnTo>
                  <a:lnTo>
                    <a:pt x="422168" y="340947"/>
                  </a:lnTo>
                  <a:lnTo>
                    <a:pt x="431150" y="326863"/>
                  </a:lnTo>
                  <a:lnTo>
                    <a:pt x="440133" y="312661"/>
                  </a:lnTo>
                  <a:lnTo>
                    <a:pt x="449115" y="298560"/>
                  </a:lnTo>
                  <a:lnTo>
                    <a:pt x="458097" y="284766"/>
                  </a:lnTo>
                  <a:lnTo>
                    <a:pt x="467080" y="271452"/>
                  </a:lnTo>
                  <a:lnTo>
                    <a:pt x="476062" y="258726"/>
                  </a:lnTo>
                  <a:lnTo>
                    <a:pt x="485044" y="246620"/>
                  </a:lnTo>
                  <a:lnTo>
                    <a:pt x="494027" y="235087"/>
                  </a:lnTo>
                  <a:lnTo>
                    <a:pt x="503009" y="224010"/>
                  </a:lnTo>
                  <a:lnTo>
                    <a:pt x="511991" y="213228"/>
                  </a:lnTo>
                  <a:lnTo>
                    <a:pt x="520973" y="202554"/>
                  </a:lnTo>
                  <a:lnTo>
                    <a:pt x="529956" y="191803"/>
                  </a:lnTo>
                  <a:lnTo>
                    <a:pt x="538938" y="180808"/>
                  </a:lnTo>
                  <a:lnTo>
                    <a:pt x="547920" y="169478"/>
                  </a:lnTo>
                  <a:lnTo>
                    <a:pt x="556903" y="157766"/>
                  </a:lnTo>
                  <a:lnTo>
                    <a:pt x="565885" y="145665"/>
                  </a:lnTo>
                  <a:lnTo>
                    <a:pt x="574867" y="133209"/>
                  </a:lnTo>
                  <a:lnTo>
                    <a:pt x="583850" y="120470"/>
                  </a:lnTo>
                  <a:lnTo>
                    <a:pt x="592832" y="107557"/>
                  </a:lnTo>
                  <a:lnTo>
                    <a:pt x="601814" y="94616"/>
                  </a:lnTo>
                  <a:lnTo>
                    <a:pt x="610797" y="81829"/>
                  </a:lnTo>
                  <a:lnTo>
                    <a:pt x="619779" y="69402"/>
                  </a:lnTo>
                  <a:lnTo>
                    <a:pt x="628761" y="57551"/>
                  </a:lnTo>
                  <a:lnTo>
                    <a:pt x="637743" y="46489"/>
                  </a:lnTo>
                  <a:lnTo>
                    <a:pt x="646726" y="36399"/>
                  </a:lnTo>
                  <a:lnTo>
                    <a:pt x="655708" y="27499"/>
                  </a:lnTo>
                  <a:lnTo>
                    <a:pt x="664690" y="19840"/>
                  </a:lnTo>
                  <a:lnTo>
                    <a:pt x="673673" y="13430"/>
                  </a:lnTo>
                  <a:lnTo>
                    <a:pt x="682655" y="8274"/>
                  </a:lnTo>
                  <a:lnTo>
                    <a:pt x="691637" y="4363"/>
                  </a:lnTo>
                  <a:lnTo>
                    <a:pt x="700620" y="1685"/>
                  </a:lnTo>
                  <a:lnTo>
                    <a:pt x="709602" y="231"/>
                  </a:lnTo>
                  <a:lnTo>
                    <a:pt x="718584" y="0"/>
                  </a:lnTo>
                  <a:lnTo>
                    <a:pt x="727567" y="995"/>
                  </a:lnTo>
                  <a:lnTo>
                    <a:pt x="736549" y="3224"/>
                  </a:lnTo>
                  <a:lnTo>
                    <a:pt x="745531" y="6688"/>
                  </a:lnTo>
                  <a:lnTo>
                    <a:pt x="754513" y="11390"/>
                  </a:lnTo>
                  <a:lnTo>
                    <a:pt x="763496" y="17324"/>
                  </a:lnTo>
                  <a:lnTo>
                    <a:pt x="772478" y="24489"/>
                  </a:lnTo>
                  <a:lnTo>
                    <a:pt x="781460" y="32926"/>
                  </a:lnTo>
                  <a:lnTo>
                    <a:pt x="790443" y="42479"/>
                  </a:lnTo>
                  <a:lnTo>
                    <a:pt x="799425" y="53045"/>
                  </a:lnTo>
                  <a:lnTo>
                    <a:pt x="808407" y="64483"/>
                  </a:lnTo>
                  <a:lnTo>
                    <a:pt x="817390" y="76616"/>
                  </a:lnTo>
                  <a:lnTo>
                    <a:pt x="826372" y="89251"/>
                  </a:lnTo>
                  <a:lnTo>
                    <a:pt x="835354" y="102201"/>
                  </a:lnTo>
                  <a:lnTo>
                    <a:pt x="844337" y="115314"/>
                  </a:lnTo>
                  <a:lnTo>
                    <a:pt x="853319" y="128496"/>
                  </a:lnTo>
                  <a:lnTo>
                    <a:pt x="862301" y="141734"/>
                  </a:lnTo>
                  <a:lnTo>
                    <a:pt x="871283" y="155097"/>
                  </a:lnTo>
                  <a:lnTo>
                    <a:pt x="880266" y="168719"/>
                  </a:lnTo>
                  <a:lnTo>
                    <a:pt x="889248" y="182776"/>
                  </a:lnTo>
                  <a:lnTo>
                    <a:pt x="898230" y="197465"/>
                  </a:lnTo>
                  <a:lnTo>
                    <a:pt x="907213" y="212903"/>
                  </a:lnTo>
                  <a:lnTo>
                    <a:pt x="916195" y="229045"/>
                  </a:lnTo>
                  <a:lnTo>
                    <a:pt x="925177" y="245756"/>
                  </a:lnTo>
                  <a:lnTo>
                    <a:pt x="934160" y="262789"/>
                  </a:lnTo>
                  <a:lnTo>
                    <a:pt x="943142" y="279821"/>
                  </a:lnTo>
                  <a:lnTo>
                    <a:pt x="952124" y="296493"/>
                  </a:lnTo>
                  <a:lnTo>
                    <a:pt x="961107" y="312470"/>
                  </a:lnTo>
                  <a:lnTo>
                    <a:pt x="970089" y="327479"/>
                  </a:lnTo>
                  <a:lnTo>
                    <a:pt x="979071" y="341348"/>
                  </a:lnTo>
                  <a:lnTo>
                    <a:pt x="988054" y="354018"/>
                  </a:lnTo>
                  <a:lnTo>
                    <a:pt x="997036" y="365538"/>
                  </a:lnTo>
                  <a:lnTo>
                    <a:pt x="1006018" y="376046"/>
                  </a:lnTo>
                  <a:lnTo>
                    <a:pt x="1015000" y="385734"/>
                  </a:lnTo>
                  <a:lnTo>
                    <a:pt x="1023983" y="394783"/>
                  </a:lnTo>
                  <a:lnTo>
                    <a:pt x="1032965" y="403446"/>
                  </a:lnTo>
                  <a:lnTo>
                    <a:pt x="1041947" y="411878"/>
                  </a:lnTo>
                  <a:lnTo>
                    <a:pt x="1050930" y="420190"/>
                  </a:lnTo>
                  <a:lnTo>
                    <a:pt x="1059912" y="428453"/>
                  </a:lnTo>
                  <a:lnTo>
                    <a:pt x="1068894" y="436708"/>
                  </a:lnTo>
                  <a:lnTo>
                    <a:pt x="1077877" y="444973"/>
                  </a:lnTo>
                  <a:lnTo>
                    <a:pt x="1086859" y="453252"/>
                  </a:lnTo>
                  <a:lnTo>
                    <a:pt x="1095841" y="461531"/>
                  </a:lnTo>
                  <a:lnTo>
                    <a:pt x="1104824" y="469783"/>
                  </a:lnTo>
                  <a:lnTo>
                    <a:pt x="1113806" y="477959"/>
                  </a:lnTo>
                  <a:lnTo>
                    <a:pt x="1122788" y="485989"/>
                  </a:lnTo>
                  <a:lnTo>
                    <a:pt x="1131770" y="493785"/>
                  </a:lnTo>
                  <a:lnTo>
                    <a:pt x="1140753" y="501229"/>
                  </a:lnTo>
                  <a:lnTo>
                    <a:pt x="1149735" y="508182"/>
                  </a:lnTo>
                  <a:lnTo>
                    <a:pt x="1158717" y="514569"/>
                  </a:lnTo>
                  <a:lnTo>
                    <a:pt x="1167700" y="520319"/>
                  </a:lnTo>
                  <a:lnTo>
                    <a:pt x="1176682" y="525393"/>
                  </a:lnTo>
                  <a:lnTo>
                    <a:pt x="1185664" y="529787"/>
                  </a:lnTo>
                  <a:lnTo>
                    <a:pt x="1194647" y="533533"/>
                  </a:lnTo>
                  <a:lnTo>
                    <a:pt x="1203629" y="536689"/>
                  </a:lnTo>
                  <a:lnTo>
                    <a:pt x="1212611" y="539334"/>
                  </a:lnTo>
                  <a:lnTo>
                    <a:pt x="1221594" y="541556"/>
                  </a:lnTo>
                  <a:lnTo>
                    <a:pt x="1230576" y="543445"/>
                  </a:lnTo>
                  <a:lnTo>
                    <a:pt x="1239558" y="545082"/>
                  </a:lnTo>
                  <a:lnTo>
                    <a:pt x="1248540" y="546537"/>
                  </a:lnTo>
                  <a:lnTo>
                    <a:pt x="1257523" y="547866"/>
                  </a:lnTo>
                  <a:lnTo>
                    <a:pt x="1266505" y="549102"/>
                  </a:lnTo>
                  <a:lnTo>
                    <a:pt x="1275487" y="550272"/>
                  </a:lnTo>
                  <a:lnTo>
                    <a:pt x="1284470" y="551388"/>
                  </a:lnTo>
                  <a:lnTo>
                    <a:pt x="1293452" y="552453"/>
                  </a:lnTo>
                  <a:lnTo>
                    <a:pt x="1302434" y="553469"/>
                  </a:lnTo>
                  <a:lnTo>
                    <a:pt x="1311417" y="554435"/>
                  </a:lnTo>
                  <a:lnTo>
                    <a:pt x="1320399" y="555354"/>
                  </a:lnTo>
                  <a:lnTo>
                    <a:pt x="1329381" y="556231"/>
                  </a:lnTo>
                  <a:lnTo>
                    <a:pt x="1338364" y="557071"/>
                  </a:lnTo>
                  <a:lnTo>
                    <a:pt x="1347346" y="557879"/>
                  </a:lnTo>
                  <a:lnTo>
                    <a:pt x="1356328" y="558659"/>
                  </a:lnTo>
                  <a:lnTo>
                    <a:pt x="1365310" y="559410"/>
                  </a:lnTo>
                  <a:lnTo>
                    <a:pt x="1374293" y="560127"/>
                  </a:lnTo>
                  <a:lnTo>
                    <a:pt x="1374293" y="564254"/>
                  </a:lnTo>
                  <a:lnTo>
                    <a:pt x="1365310" y="564254"/>
                  </a:lnTo>
                  <a:lnTo>
                    <a:pt x="1356328" y="564254"/>
                  </a:lnTo>
                  <a:lnTo>
                    <a:pt x="1347346" y="564254"/>
                  </a:lnTo>
                  <a:lnTo>
                    <a:pt x="1338364" y="564254"/>
                  </a:lnTo>
                  <a:lnTo>
                    <a:pt x="1329381" y="564254"/>
                  </a:lnTo>
                  <a:lnTo>
                    <a:pt x="1320399" y="564254"/>
                  </a:lnTo>
                  <a:lnTo>
                    <a:pt x="1311417" y="564254"/>
                  </a:lnTo>
                  <a:lnTo>
                    <a:pt x="1302434" y="564254"/>
                  </a:lnTo>
                  <a:lnTo>
                    <a:pt x="1293452" y="564254"/>
                  </a:lnTo>
                  <a:lnTo>
                    <a:pt x="1284470" y="564254"/>
                  </a:lnTo>
                  <a:lnTo>
                    <a:pt x="1275487" y="564254"/>
                  </a:lnTo>
                  <a:lnTo>
                    <a:pt x="1266505" y="564254"/>
                  </a:lnTo>
                  <a:lnTo>
                    <a:pt x="1257523" y="564254"/>
                  </a:lnTo>
                  <a:lnTo>
                    <a:pt x="1248540" y="564254"/>
                  </a:lnTo>
                  <a:lnTo>
                    <a:pt x="1239558" y="564254"/>
                  </a:lnTo>
                  <a:lnTo>
                    <a:pt x="1230576" y="564254"/>
                  </a:lnTo>
                  <a:lnTo>
                    <a:pt x="1221594" y="564254"/>
                  </a:lnTo>
                  <a:lnTo>
                    <a:pt x="1212611" y="564254"/>
                  </a:lnTo>
                  <a:lnTo>
                    <a:pt x="1203629" y="564254"/>
                  </a:lnTo>
                  <a:lnTo>
                    <a:pt x="1194647" y="564254"/>
                  </a:lnTo>
                  <a:lnTo>
                    <a:pt x="1185664" y="564254"/>
                  </a:lnTo>
                  <a:lnTo>
                    <a:pt x="1176682" y="564254"/>
                  </a:lnTo>
                  <a:lnTo>
                    <a:pt x="1167700" y="564254"/>
                  </a:lnTo>
                  <a:lnTo>
                    <a:pt x="1158717" y="564254"/>
                  </a:lnTo>
                  <a:lnTo>
                    <a:pt x="1149735" y="564254"/>
                  </a:lnTo>
                  <a:lnTo>
                    <a:pt x="1140753" y="564254"/>
                  </a:lnTo>
                  <a:lnTo>
                    <a:pt x="1131770" y="564254"/>
                  </a:lnTo>
                  <a:lnTo>
                    <a:pt x="1122788" y="564254"/>
                  </a:lnTo>
                  <a:lnTo>
                    <a:pt x="1113806" y="564254"/>
                  </a:lnTo>
                  <a:lnTo>
                    <a:pt x="1104824" y="564254"/>
                  </a:lnTo>
                  <a:lnTo>
                    <a:pt x="1095841" y="564254"/>
                  </a:lnTo>
                  <a:lnTo>
                    <a:pt x="1086859" y="564254"/>
                  </a:lnTo>
                  <a:lnTo>
                    <a:pt x="1077877" y="564254"/>
                  </a:lnTo>
                  <a:lnTo>
                    <a:pt x="1068894" y="564254"/>
                  </a:lnTo>
                  <a:lnTo>
                    <a:pt x="1059912" y="564254"/>
                  </a:lnTo>
                  <a:lnTo>
                    <a:pt x="1050930" y="564254"/>
                  </a:lnTo>
                  <a:lnTo>
                    <a:pt x="1041947" y="564254"/>
                  </a:lnTo>
                  <a:lnTo>
                    <a:pt x="1032965" y="564254"/>
                  </a:lnTo>
                  <a:lnTo>
                    <a:pt x="1023983" y="564254"/>
                  </a:lnTo>
                  <a:lnTo>
                    <a:pt x="1015000" y="564254"/>
                  </a:lnTo>
                  <a:lnTo>
                    <a:pt x="1006018" y="564254"/>
                  </a:lnTo>
                  <a:lnTo>
                    <a:pt x="997036" y="564254"/>
                  </a:lnTo>
                  <a:lnTo>
                    <a:pt x="988054" y="564254"/>
                  </a:lnTo>
                  <a:lnTo>
                    <a:pt x="979071" y="564254"/>
                  </a:lnTo>
                  <a:lnTo>
                    <a:pt x="970089" y="564254"/>
                  </a:lnTo>
                  <a:lnTo>
                    <a:pt x="961107" y="564254"/>
                  </a:lnTo>
                  <a:lnTo>
                    <a:pt x="952124" y="564254"/>
                  </a:lnTo>
                  <a:lnTo>
                    <a:pt x="943142" y="564254"/>
                  </a:lnTo>
                  <a:lnTo>
                    <a:pt x="934160" y="564254"/>
                  </a:lnTo>
                  <a:lnTo>
                    <a:pt x="925177" y="564254"/>
                  </a:lnTo>
                  <a:lnTo>
                    <a:pt x="916195" y="564254"/>
                  </a:lnTo>
                  <a:lnTo>
                    <a:pt x="907213" y="564254"/>
                  </a:lnTo>
                  <a:lnTo>
                    <a:pt x="898230" y="564254"/>
                  </a:lnTo>
                  <a:lnTo>
                    <a:pt x="889248" y="564254"/>
                  </a:lnTo>
                  <a:lnTo>
                    <a:pt x="880266" y="564254"/>
                  </a:lnTo>
                  <a:lnTo>
                    <a:pt x="871283" y="564254"/>
                  </a:lnTo>
                  <a:lnTo>
                    <a:pt x="862301" y="564254"/>
                  </a:lnTo>
                  <a:lnTo>
                    <a:pt x="853319" y="564254"/>
                  </a:lnTo>
                  <a:lnTo>
                    <a:pt x="844337" y="564254"/>
                  </a:lnTo>
                  <a:lnTo>
                    <a:pt x="835354" y="564254"/>
                  </a:lnTo>
                  <a:lnTo>
                    <a:pt x="826372" y="564254"/>
                  </a:lnTo>
                  <a:lnTo>
                    <a:pt x="817390" y="564254"/>
                  </a:lnTo>
                  <a:lnTo>
                    <a:pt x="808407" y="564254"/>
                  </a:lnTo>
                  <a:lnTo>
                    <a:pt x="799425" y="564254"/>
                  </a:lnTo>
                  <a:lnTo>
                    <a:pt x="790443" y="564254"/>
                  </a:lnTo>
                  <a:lnTo>
                    <a:pt x="781460" y="564254"/>
                  </a:lnTo>
                  <a:lnTo>
                    <a:pt x="772478" y="564254"/>
                  </a:lnTo>
                  <a:lnTo>
                    <a:pt x="763496" y="564254"/>
                  </a:lnTo>
                  <a:lnTo>
                    <a:pt x="754513" y="564254"/>
                  </a:lnTo>
                  <a:lnTo>
                    <a:pt x="745531" y="564254"/>
                  </a:lnTo>
                  <a:lnTo>
                    <a:pt x="736549" y="564254"/>
                  </a:lnTo>
                  <a:lnTo>
                    <a:pt x="727567" y="564254"/>
                  </a:lnTo>
                  <a:lnTo>
                    <a:pt x="718584" y="564254"/>
                  </a:lnTo>
                  <a:lnTo>
                    <a:pt x="709602" y="564254"/>
                  </a:lnTo>
                  <a:lnTo>
                    <a:pt x="700620" y="564254"/>
                  </a:lnTo>
                  <a:lnTo>
                    <a:pt x="691637" y="564254"/>
                  </a:lnTo>
                  <a:lnTo>
                    <a:pt x="682655" y="564254"/>
                  </a:lnTo>
                  <a:lnTo>
                    <a:pt x="673673" y="564254"/>
                  </a:lnTo>
                  <a:lnTo>
                    <a:pt x="664690" y="564254"/>
                  </a:lnTo>
                  <a:lnTo>
                    <a:pt x="655708" y="564254"/>
                  </a:lnTo>
                  <a:lnTo>
                    <a:pt x="646726" y="564254"/>
                  </a:lnTo>
                  <a:lnTo>
                    <a:pt x="637743" y="564254"/>
                  </a:lnTo>
                  <a:lnTo>
                    <a:pt x="628761" y="564254"/>
                  </a:lnTo>
                  <a:lnTo>
                    <a:pt x="619779" y="564254"/>
                  </a:lnTo>
                  <a:lnTo>
                    <a:pt x="610797" y="564254"/>
                  </a:lnTo>
                  <a:lnTo>
                    <a:pt x="601814" y="564254"/>
                  </a:lnTo>
                  <a:lnTo>
                    <a:pt x="592832" y="564254"/>
                  </a:lnTo>
                  <a:lnTo>
                    <a:pt x="583850" y="564254"/>
                  </a:lnTo>
                  <a:lnTo>
                    <a:pt x="574867" y="564254"/>
                  </a:lnTo>
                  <a:lnTo>
                    <a:pt x="565885" y="564254"/>
                  </a:lnTo>
                  <a:lnTo>
                    <a:pt x="556903" y="564254"/>
                  </a:lnTo>
                  <a:lnTo>
                    <a:pt x="547920" y="564254"/>
                  </a:lnTo>
                  <a:lnTo>
                    <a:pt x="538938" y="564254"/>
                  </a:lnTo>
                  <a:lnTo>
                    <a:pt x="529956" y="564254"/>
                  </a:lnTo>
                  <a:lnTo>
                    <a:pt x="520973" y="564254"/>
                  </a:lnTo>
                  <a:lnTo>
                    <a:pt x="511991" y="564254"/>
                  </a:lnTo>
                  <a:lnTo>
                    <a:pt x="503009" y="564254"/>
                  </a:lnTo>
                  <a:lnTo>
                    <a:pt x="494027" y="564254"/>
                  </a:lnTo>
                  <a:lnTo>
                    <a:pt x="485044" y="564254"/>
                  </a:lnTo>
                  <a:lnTo>
                    <a:pt x="476062" y="564254"/>
                  </a:lnTo>
                  <a:lnTo>
                    <a:pt x="467080" y="564254"/>
                  </a:lnTo>
                  <a:lnTo>
                    <a:pt x="458097" y="564254"/>
                  </a:lnTo>
                  <a:lnTo>
                    <a:pt x="449115" y="564254"/>
                  </a:lnTo>
                  <a:lnTo>
                    <a:pt x="440133" y="564254"/>
                  </a:lnTo>
                  <a:lnTo>
                    <a:pt x="431150" y="564254"/>
                  </a:lnTo>
                  <a:lnTo>
                    <a:pt x="422168" y="564254"/>
                  </a:lnTo>
                  <a:lnTo>
                    <a:pt x="413186" y="564254"/>
                  </a:lnTo>
                  <a:lnTo>
                    <a:pt x="404203" y="564254"/>
                  </a:lnTo>
                  <a:lnTo>
                    <a:pt x="395221" y="564254"/>
                  </a:lnTo>
                  <a:lnTo>
                    <a:pt x="386239" y="564254"/>
                  </a:lnTo>
                  <a:lnTo>
                    <a:pt x="377256" y="564254"/>
                  </a:lnTo>
                  <a:lnTo>
                    <a:pt x="368274" y="564254"/>
                  </a:lnTo>
                  <a:lnTo>
                    <a:pt x="359292" y="564254"/>
                  </a:lnTo>
                  <a:lnTo>
                    <a:pt x="350310" y="564254"/>
                  </a:lnTo>
                  <a:lnTo>
                    <a:pt x="341327" y="564254"/>
                  </a:lnTo>
                  <a:lnTo>
                    <a:pt x="332345" y="564254"/>
                  </a:lnTo>
                  <a:lnTo>
                    <a:pt x="323363" y="564254"/>
                  </a:lnTo>
                  <a:lnTo>
                    <a:pt x="314380" y="564254"/>
                  </a:lnTo>
                  <a:lnTo>
                    <a:pt x="305398" y="564254"/>
                  </a:lnTo>
                  <a:lnTo>
                    <a:pt x="296416" y="564254"/>
                  </a:lnTo>
                  <a:lnTo>
                    <a:pt x="287433" y="564254"/>
                  </a:lnTo>
                  <a:lnTo>
                    <a:pt x="278451" y="564254"/>
                  </a:lnTo>
                  <a:lnTo>
                    <a:pt x="269469" y="564254"/>
                  </a:lnTo>
                  <a:lnTo>
                    <a:pt x="260486" y="564254"/>
                  </a:lnTo>
                  <a:lnTo>
                    <a:pt x="251504" y="564254"/>
                  </a:lnTo>
                  <a:lnTo>
                    <a:pt x="242522" y="564254"/>
                  </a:lnTo>
                  <a:lnTo>
                    <a:pt x="233540" y="564254"/>
                  </a:lnTo>
                  <a:lnTo>
                    <a:pt x="224557" y="564254"/>
                  </a:lnTo>
                  <a:lnTo>
                    <a:pt x="215575" y="564254"/>
                  </a:lnTo>
                  <a:lnTo>
                    <a:pt x="206593" y="564254"/>
                  </a:lnTo>
                  <a:lnTo>
                    <a:pt x="197610" y="564254"/>
                  </a:lnTo>
                  <a:lnTo>
                    <a:pt x="188628" y="564254"/>
                  </a:lnTo>
                  <a:lnTo>
                    <a:pt x="179646" y="564254"/>
                  </a:lnTo>
                  <a:lnTo>
                    <a:pt x="170663" y="564254"/>
                  </a:lnTo>
                  <a:lnTo>
                    <a:pt x="161681" y="564254"/>
                  </a:lnTo>
                  <a:lnTo>
                    <a:pt x="152699" y="564254"/>
                  </a:lnTo>
                  <a:lnTo>
                    <a:pt x="143716" y="564254"/>
                  </a:lnTo>
                  <a:lnTo>
                    <a:pt x="134734" y="564254"/>
                  </a:lnTo>
                  <a:lnTo>
                    <a:pt x="125752" y="564254"/>
                  </a:lnTo>
                  <a:lnTo>
                    <a:pt x="116770" y="564254"/>
                  </a:lnTo>
                  <a:lnTo>
                    <a:pt x="107787" y="564254"/>
                  </a:lnTo>
                  <a:lnTo>
                    <a:pt x="98805" y="564254"/>
                  </a:lnTo>
                  <a:lnTo>
                    <a:pt x="89823" y="564254"/>
                  </a:lnTo>
                  <a:lnTo>
                    <a:pt x="80840" y="564254"/>
                  </a:lnTo>
                  <a:lnTo>
                    <a:pt x="71858" y="564254"/>
                  </a:lnTo>
                  <a:lnTo>
                    <a:pt x="62876" y="564254"/>
                  </a:lnTo>
                  <a:lnTo>
                    <a:pt x="53893" y="564254"/>
                  </a:lnTo>
                  <a:lnTo>
                    <a:pt x="44911" y="564254"/>
                  </a:lnTo>
                  <a:lnTo>
                    <a:pt x="35929" y="564254"/>
                  </a:lnTo>
                  <a:lnTo>
                    <a:pt x="26946" y="564254"/>
                  </a:lnTo>
                  <a:lnTo>
                    <a:pt x="17964" y="564254"/>
                  </a:lnTo>
                  <a:lnTo>
                    <a:pt x="8982" y="564254"/>
                  </a:lnTo>
                  <a:lnTo>
                    <a:pt x="0" y="564254"/>
                  </a:lnTo>
                  <a:close/>
                </a:path>
              </a:pathLst>
            </a:custGeom>
            <a:solidFill>
              <a:srgbClr val="2C7FB8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9042345" y="3311648"/>
              <a:ext cx="1374293" cy="560451"/>
            </a:xfrm>
            <a:custGeom>
              <a:avLst/>
              <a:pathLst>
                <a:path w="1374293" h="560451">
                  <a:moveTo>
                    <a:pt x="0" y="560451"/>
                  </a:moveTo>
                  <a:lnTo>
                    <a:pt x="8982" y="560113"/>
                  </a:lnTo>
                  <a:lnTo>
                    <a:pt x="17964" y="559810"/>
                  </a:lnTo>
                  <a:lnTo>
                    <a:pt x="26946" y="559542"/>
                  </a:lnTo>
                  <a:lnTo>
                    <a:pt x="35929" y="559299"/>
                  </a:lnTo>
                  <a:lnTo>
                    <a:pt x="44911" y="559062"/>
                  </a:lnTo>
                  <a:lnTo>
                    <a:pt x="53893" y="558803"/>
                  </a:lnTo>
                  <a:lnTo>
                    <a:pt x="62876" y="558491"/>
                  </a:lnTo>
                  <a:lnTo>
                    <a:pt x="71858" y="558087"/>
                  </a:lnTo>
                  <a:lnTo>
                    <a:pt x="80840" y="557554"/>
                  </a:lnTo>
                  <a:lnTo>
                    <a:pt x="89823" y="556853"/>
                  </a:lnTo>
                  <a:lnTo>
                    <a:pt x="98805" y="555953"/>
                  </a:lnTo>
                  <a:lnTo>
                    <a:pt x="107787" y="554827"/>
                  </a:lnTo>
                  <a:lnTo>
                    <a:pt x="116770" y="553463"/>
                  </a:lnTo>
                  <a:lnTo>
                    <a:pt x="125752" y="551861"/>
                  </a:lnTo>
                  <a:lnTo>
                    <a:pt x="134734" y="550035"/>
                  </a:lnTo>
                  <a:lnTo>
                    <a:pt x="143716" y="548008"/>
                  </a:lnTo>
                  <a:lnTo>
                    <a:pt x="152699" y="545809"/>
                  </a:lnTo>
                  <a:lnTo>
                    <a:pt x="161681" y="543465"/>
                  </a:lnTo>
                  <a:lnTo>
                    <a:pt x="170663" y="540990"/>
                  </a:lnTo>
                  <a:lnTo>
                    <a:pt x="179646" y="538397"/>
                  </a:lnTo>
                  <a:lnTo>
                    <a:pt x="188628" y="535675"/>
                  </a:lnTo>
                  <a:lnTo>
                    <a:pt x="197610" y="532803"/>
                  </a:lnTo>
                  <a:lnTo>
                    <a:pt x="206593" y="529749"/>
                  </a:lnTo>
                  <a:lnTo>
                    <a:pt x="215575" y="526482"/>
                  </a:lnTo>
                  <a:lnTo>
                    <a:pt x="224557" y="522972"/>
                  </a:lnTo>
                  <a:lnTo>
                    <a:pt x="233540" y="519194"/>
                  </a:lnTo>
                  <a:lnTo>
                    <a:pt x="242522" y="515126"/>
                  </a:lnTo>
                  <a:lnTo>
                    <a:pt x="251504" y="510750"/>
                  </a:lnTo>
                  <a:lnTo>
                    <a:pt x="260486" y="506045"/>
                  </a:lnTo>
                  <a:lnTo>
                    <a:pt x="269469" y="500988"/>
                  </a:lnTo>
                  <a:lnTo>
                    <a:pt x="278451" y="495547"/>
                  </a:lnTo>
                  <a:lnTo>
                    <a:pt x="287433" y="489666"/>
                  </a:lnTo>
                  <a:lnTo>
                    <a:pt x="296416" y="483314"/>
                  </a:lnTo>
                  <a:lnTo>
                    <a:pt x="305398" y="476481"/>
                  </a:lnTo>
                  <a:lnTo>
                    <a:pt x="314380" y="469153"/>
                  </a:lnTo>
                  <a:lnTo>
                    <a:pt x="323363" y="461328"/>
                  </a:lnTo>
                  <a:lnTo>
                    <a:pt x="332345" y="453014"/>
                  </a:lnTo>
                  <a:lnTo>
                    <a:pt x="341327" y="444219"/>
                  </a:lnTo>
                  <a:lnTo>
                    <a:pt x="350310" y="434946"/>
                  </a:lnTo>
                  <a:lnTo>
                    <a:pt x="359292" y="425187"/>
                  </a:lnTo>
                  <a:lnTo>
                    <a:pt x="368274" y="414916"/>
                  </a:lnTo>
                  <a:lnTo>
                    <a:pt x="377256" y="404098"/>
                  </a:lnTo>
                  <a:lnTo>
                    <a:pt x="386239" y="392690"/>
                  </a:lnTo>
                  <a:lnTo>
                    <a:pt x="395221" y="380661"/>
                  </a:lnTo>
                  <a:lnTo>
                    <a:pt x="404203" y="368004"/>
                  </a:lnTo>
                  <a:lnTo>
                    <a:pt x="413186" y="354714"/>
                  </a:lnTo>
                  <a:lnTo>
                    <a:pt x="422168" y="340947"/>
                  </a:lnTo>
                  <a:lnTo>
                    <a:pt x="431150" y="326863"/>
                  </a:lnTo>
                  <a:lnTo>
                    <a:pt x="440133" y="312661"/>
                  </a:lnTo>
                  <a:lnTo>
                    <a:pt x="449115" y="298560"/>
                  </a:lnTo>
                  <a:lnTo>
                    <a:pt x="458097" y="284766"/>
                  </a:lnTo>
                  <a:lnTo>
                    <a:pt x="467080" y="271452"/>
                  </a:lnTo>
                  <a:lnTo>
                    <a:pt x="476062" y="258726"/>
                  </a:lnTo>
                  <a:lnTo>
                    <a:pt x="485044" y="246620"/>
                  </a:lnTo>
                  <a:lnTo>
                    <a:pt x="494027" y="235087"/>
                  </a:lnTo>
                  <a:lnTo>
                    <a:pt x="503009" y="224010"/>
                  </a:lnTo>
                  <a:lnTo>
                    <a:pt x="511991" y="213228"/>
                  </a:lnTo>
                  <a:lnTo>
                    <a:pt x="520973" y="202554"/>
                  </a:lnTo>
                  <a:lnTo>
                    <a:pt x="529956" y="191803"/>
                  </a:lnTo>
                  <a:lnTo>
                    <a:pt x="538938" y="180808"/>
                  </a:lnTo>
                  <a:lnTo>
                    <a:pt x="547920" y="169478"/>
                  </a:lnTo>
                  <a:lnTo>
                    <a:pt x="556903" y="157766"/>
                  </a:lnTo>
                  <a:lnTo>
                    <a:pt x="565885" y="145665"/>
                  </a:lnTo>
                  <a:lnTo>
                    <a:pt x="574867" y="133209"/>
                  </a:lnTo>
                  <a:lnTo>
                    <a:pt x="583850" y="120470"/>
                  </a:lnTo>
                  <a:lnTo>
                    <a:pt x="592832" y="107557"/>
                  </a:lnTo>
                  <a:lnTo>
                    <a:pt x="601814" y="94616"/>
                  </a:lnTo>
                  <a:lnTo>
                    <a:pt x="610797" y="81829"/>
                  </a:lnTo>
                  <a:lnTo>
                    <a:pt x="619779" y="69402"/>
                  </a:lnTo>
                  <a:lnTo>
                    <a:pt x="628761" y="57551"/>
                  </a:lnTo>
                  <a:lnTo>
                    <a:pt x="637743" y="46489"/>
                  </a:lnTo>
                  <a:lnTo>
                    <a:pt x="646726" y="36399"/>
                  </a:lnTo>
                  <a:lnTo>
                    <a:pt x="655708" y="27499"/>
                  </a:lnTo>
                  <a:lnTo>
                    <a:pt x="664690" y="19840"/>
                  </a:lnTo>
                  <a:lnTo>
                    <a:pt x="673673" y="13430"/>
                  </a:lnTo>
                  <a:lnTo>
                    <a:pt x="682655" y="8274"/>
                  </a:lnTo>
                  <a:lnTo>
                    <a:pt x="691637" y="4363"/>
                  </a:lnTo>
                  <a:lnTo>
                    <a:pt x="700620" y="1685"/>
                  </a:lnTo>
                  <a:lnTo>
                    <a:pt x="709602" y="231"/>
                  </a:lnTo>
                  <a:lnTo>
                    <a:pt x="718584" y="0"/>
                  </a:lnTo>
                  <a:lnTo>
                    <a:pt x="727567" y="995"/>
                  </a:lnTo>
                  <a:lnTo>
                    <a:pt x="736549" y="3224"/>
                  </a:lnTo>
                  <a:lnTo>
                    <a:pt x="745531" y="6688"/>
                  </a:lnTo>
                  <a:lnTo>
                    <a:pt x="754513" y="11390"/>
                  </a:lnTo>
                  <a:lnTo>
                    <a:pt x="763496" y="17324"/>
                  </a:lnTo>
                  <a:lnTo>
                    <a:pt x="772478" y="24489"/>
                  </a:lnTo>
                  <a:lnTo>
                    <a:pt x="781460" y="32926"/>
                  </a:lnTo>
                  <a:lnTo>
                    <a:pt x="790443" y="42479"/>
                  </a:lnTo>
                  <a:lnTo>
                    <a:pt x="799425" y="53045"/>
                  </a:lnTo>
                  <a:lnTo>
                    <a:pt x="808407" y="64483"/>
                  </a:lnTo>
                  <a:lnTo>
                    <a:pt x="817390" y="76616"/>
                  </a:lnTo>
                  <a:lnTo>
                    <a:pt x="826372" y="89251"/>
                  </a:lnTo>
                  <a:lnTo>
                    <a:pt x="835354" y="102201"/>
                  </a:lnTo>
                  <a:lnTo>
                    <a:pt x="844337" y="115314"/>
                  </a:lnTo>
                  <a:lnTo>
                    <a:pt x="853319" y="128496"/>
                  </a:lnTo>
                  <a:lnTo>
                    <a:pt x="862301" y="141734"/>
                  </a:lnTo>
                  <a:lnTo>
                    <a:pt x="871283" y="155097"/>
                  </a:lnTo>
                  <a:lnTo>
                    <a:pt x="880266" y="168719"/>
                  </a:lnTo>
                  <a:lnTo>
                    <a:pt x="889248" y="182776"/>
                  </a:lnTo>
                  <a:lnTo>
                    <a:pt x="898230" y="197465"/>
                  </a:lnTo>
                  <a:lnTo>
                    <a:pt x="907213" y="212903"/>
                  </a:lnTo>
                  <a:lnTo>
                    <a:pt x="916195" y="229045"/>
                  </a:lnTo>
                  <a:lnTo>
                    <a:pt x="925177" y="245756"/>
                  </a:lnTo>
                  <a:lnTo>
                    <a:pt x="934160" y="262789"/>
                  </a:lnTo>
                  <a:lnTo>
                    <a:pt x="943142" y="279821"/>
                  </a:lnTo>
                  <a:lnTo>
                    <a:pt x="952124" y="296493"/>
                  </a:lnTo>
                  <a:lnTo>
                    <a:pt x="961107" y="312470"/>
                  </a:lnTo>
                  <a:lnTo>
                    <a:pt x="970089" y="327479"/>
                  </a:lnTo>
                  <a:lnTo>
                    <a:pt x="979071" y="341348"/>
                  </a:lnTo>
                  <a:lnTo>
                    <a:pt x="988054" y="354018"/>
                  </a:lnTo>
                  <a:lnTo>
                    <a:pt x="997036" y="365538"/>
                  </a:lnTo>
                  <a:lnTo>
                    <a:pt x="1006018" y="376046"/>
                  </a:lnTo>
                  <a:lnTo>
                    <a:pt x="1015000" y="385734"/>
                  </a:lnTo>
                  <a:lnTo>
                    <a:pt x="1023983" y="394783"/>
                  </a:lnTo>
                  <a:lnTo>
                    <a:pt x="1032965" y="403446"/>
                  </a:lnTo>
                  <a:lnTo>
                    <a:pt x="1041947" y="411878"/>
                  </a:lnTo>
                  <a:lnTo>
                    <a:pt x="1050930" y="420190"/>
                  </a:lnTo>
                  <a:lnTo>
                    <a:pt x="1059912" y="428453"/>
                  </a:lnTo>
                  <a:lnTo>
                    <a:pt x="1068894" y="436708"/>
                  </a:lnTo>
                  <a:lnTo>
                    <a:pt x="1077877" y="444973"/>
                  </a:lnTo>
                  <a:lnTo>
                    <a:pt x="1086859" y="453252"/>
                  </a:lnTo>
                  <a:lnTo>
                    <a:pt x="1095841" y="461531"/>
                  </a:lnTo>
                  <a:lnTo>
                    <a:pt x="1104824" y="469783"/>
                  </a:lnTo>
                  <a:lnTo>
                    <a:pt x="1113806" y="477959"/>
                  </a:lnTo>
                  <a:lnTo>
                    <a:pt x="1122788" y="485989"/>
                  </a:lnTo>
                  <a:lnTo>
                    <a:pt x="1131770" y="493785"/>
                  </a:lnTo>
                  <a:lnTo>
                    <a:pt x="1140753" y="501229"/>
                  </a:lnTo>
                  <a:lnTo>
                    <a:pt x="1149735" y="508182"/>
                  </a:lnTo>
                  <a:lnTo>
                    <a:pt x="1158717" y="514569"/>
                  </a:lnTo>
                  <a:lnTo>
                    <a:pt x="1167700" y="520319"/>
                  </a:lnTo>
                  <a:lnTo>
                    <a:pt x="1176682" y="525393"/>
                  </a:lnTo>
                  <a:lnTo>
                    <a:pt x="1185664" y="529787"/>
                  </a:lnTo>
                  <a:lnTo>
                    <a:pt x="1194647" y="533533"/>
                  </a:lnTo>
                  <a:lnTo>
                    <a:pt x="1203629" y="536689"/>
                  </a:lnTo>
                  <a:lnTo>
                    <a:pt x="1212611" y="539334"/>
                  </a:lnTo>
                  <a:lnTo>
                    <a:pt x="1221594" y="541556"/>
                  </a:lnTo>
                  <a:lnTo>
                    <a:pt x="1230576" y="543445"/>
                  </a:lnTo>
                  <a:lnTo>
                    <a:pt x="1239558" y="545082"/>
                  </a:lnTo>
                  <a:lnTo>
                    <a:pt x="1248540" y="546537"/>
                  </a:lnTo>
                  <a:lnTo>
                    <a:pt x="1257523" y="547866"/>
                  </a:lnTo>
                  <a:lnTo>
                    <a:pt x="1266505" y="549102"/>
                  </a:lnTo>
                  <a:lnTo>
                    <a:pt x="1275487" y="550272"/>
                  </a:lnTo>
                  <a:lnTo>
                    <a:pt x="1284470" y="551388"/>
                  </a:lnTo>
                  <a:lnTo>
                    <a:pt x="1293452" y="552453"/>
                  </a:lnTo>
                  <a:lnTo>
                    <a:pt x="1302434" y="553469"/>
                  </a:lnTo>
                  <a:lnTo>
                    <a:pt x="1311417" y="554435"/>
                  </a:lnTo>
                  <a:lnTo>
                    <a:pt x="1320399" y="555354"/>
                  </a:lnTo>
                  <a:lnTo>
                    <a:pt x="1329381" y="556231"/>
                  </a:lnTo>
                  <a:lnTo>
                    <a:pt x="1338364" y="557071"/>
                  </a:lnTo>
                  <a:lnTo>
                    <a:pt x="1347346" y="557879"/>
                  </a:lnTo>
                  <a:lnTo>
                    <a:pt x="1356328" y="558659"/>
                  </a:lnTo>
                  <a:lnTo>
                    <a:pt x="1365310" y="559410"/>
                  </a:lnTo>
                  <a:lnTo>
                    <a:pt x="1374293" y="560127"/>
                  </a:lnTo>
                </a:path>
              </a:pathLst>
            </a:custGeom>
            <a:ln w="813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9248938" y="3839693"/>
              <a:ext cx="1410222" cy="496041"/>
            </a:xfrm>
            <a:custGeom>
              <a:avLst/>
              <a:pathLst>
                <a:path w="1410222" h="496041">
                  <a:moveTo>
                    <a:pt x="0" y="492146"/>
                  </a:moveTo>
                  <a:lnTo>
                    <a:pt x="8982" y="491826"/>
                  </a:lnTo>
                  <a:lnTo>
                    <a:pt x="17964" y="491494"/>
                  </a:lnTo>
                  <a:lnTo>
                    <a:pt x="26946" y="491124"/>
                  </a:lnTo>
                  <a:lnTo>
                    <a:pt x="35929" y="490684"/>
                  </a:lnTo>
                  <a:lnTo>
                    <a:pt x="44911" y="490138"/>
                  </a:lnTo>
                  <a:lnTo>
                    <a:pt x="53893" y="489449"/>
                  </a:lnTo>
                  <a:lnTo>
                    <a:pt x="62876" y="488582"/>
                  </a:lnTo>
                  <a:lnTo>
                    <a:pt x="71858" y="487509"/>
                  </a:lnTo>
                  <a:lnTo>
                    <a:pt x="80840" y="486201"/>
                  </a:lnTo>
                  <a:lnTo>
                    <a:pt x="89823" y="484655"/>
                  </a:lnTo>
                  <a:lnTo>
                    <a:pt x="98805" y="482886"/>
                  </a:lnTo>
                  <a:lnTo>
                    <a:pt x="107787" y="480908"/>
                  </a:lnTo>
                  <a:lnTo>
                    <a:pt x="116770" y="478742"/>
                  </a:lnTo>
                  <a:lnTo>
                    <a:pt x="125752" y="476403"/>
                  </a:lnTo>
                  <a:lnTo>
                    <a:pt x="134734" y="473899"/>
                  </a:lnTo>
                  <a:lnTo>
                    <a:pt x="143716" y="471221"/>
                  </a:lnTo>
                  <a:lnTo>
                    <a:pt x="152699" y="468345"/>
                  </a:lnTo>
                  <a:lnTo>
                    <a:pt x="161681" y="465228"/>
                  </a:lnTo>
                  <a:lnTo>
                    <a:pt x="170663" y="461816"/>
                  </a:lnTo>
                  <a:lnTo>
                    <a:pt x="179646" y="458046"/>
                  </a:lnTo>
                  <a:lnTo>
                    <a:pt x="188628" y="453861"/>
                  </a:lnTo>
                  <a:lnTo>
                    <a:pt x="197610" y="449213"/>
                  </a:lnTo>
                  <a:lnTo>
                    <a:pt x="206593" y="444031"/>
                  </a:lnTo>
                  <a:lnTo>
                    <a:pt x="215575" y="438347"/>
                  </a:lnTo>
                  <a:lnTo>
                    <a:pt x="224557" y="432177"/>
                  </a:lnTo>
                  <a:lnTo>
                    <a:pt x="233540" y="425549"/>
                  </a:lnTo>
                  <a:lnTo>
                    <a:pt x="242522" y="418498"/>
                  </a:lnTo>
                  <a:lnTo>
                    <a:pt x="251504" y="411065"/>
                  </a:lnTo>
                  <a:lnTo>
                    <a:pt x="260486" y="403293"/>
                  </a:lnTo>
                  <a:lnTo>
                    <a:pt x="269469" y="395223"/>
                  </a:lnTo>
                  <a:lnTo>
                    <a:pt x="278451" y="386898"/>
                  </a:lnTo>
                  <a:lnTo>
                    <a:pt x="287433" y="378360"/>
                  </a:lnTo>
                  <a:lnTo>
                    <a:pt x="296416" y="369647"/>
                  </a:lnTo>
                  <a:lnTo>
                    <a:pt x="305398" y="360794"/>
                  </a:lnTo>
                  <a:lnTo>
                    <a:pt x="314380" y="351827"/>
                  </a:lnTo>
                  <a:lnTo>
                    <a:pt x="323363" y="342758"/>
                  </a:lnTo>
                  <a:lnTo>
                    <a:pt x="332345" y="333590"/>
                  </a:lnTo>
                  <a:lnTo>
                    <a:pt x="341327" y="324326"/>
                  </a:lnTo>
                  <a:lnTo>
                    <a:pt x="350310" y="314963"/>
                  </a:lnTo>
                  <a:lnTo>
                    <a:pt x="359292" y="305509"/>
                  </a:lnTo>
                  <a:lnTo>
                    <a:pt x="368274" y="295985"/>
                  </a:lnTo>
                  <a:lnTo>
                    <a:pt x="377256" y="286421"/>
                  </a:lnTo>
                  <a:lnTo>
                    <a:pt x="386239" y="276856"/>
                  </a:lnTo>
                  <a:lnTo>
                    <a:pt x="395221" y="267317"/>
                  </a:lnTo>
                  <a:lnTo>
                    <a:pt x="404203" y="257811"/>
                  </a:lnTo>
                  <a:lnTo>
                    <a:pt x="413186" y="248307"/>
                  </a:lnTo>
                  <a:lnTo>
                    <a:pt x="422168" y="238730"/>
                  </a:lnTo>
                  <a:lnTo>
                    <a:pt x="431150" y="228960"/>
                  </a:lnTo>
                  <a:lnTo>
                    <a:pt x="440133" y="218848"/>
                  </a:lnTo>
                  <a:lnTo>
                    <a:pt x="449115" y="208197"/>
                  </a:lnTo>
                  <a:lnTo>
                    <a:pt x="458097" y="196893"/>
                  </a:lnTo>
                  <a:lnTo>
                    <a:pt x="467080" y="184897"/>
                  </a:lnTo>
                  <a:lnTo>
                    <a:pt x="476062" y="172248"/>
                  </a:lnTo>
                  <a:lnTo>
                    <a:pt x="485044" y="159071"/>
                  </a:lnTo>
                  <a:lnTo>
                    <a:pt x="494027" y="145567"/>
                  </a:lnTo>
                  <a:lnTo>
                    <a:pt x="503009" y="131988"/>
                  </a:lnTo>
                  <a:lnTo>
                    <a:pt x="511991" y="118602"/>
                  </a:lnTo>
                  <a:lnTo>
                    <a:pt x="520973" y="105661"/>
                  </a:lnTo>
                  <a:lnTo>
                    <a:pt x="529956" y="93369"/>
                  </a:lnTo>
                  <a:lnTo>
                    <a:pt x="538938" y="81863"/>
                  </a:lnTo>
                  <a:lnTo>
                    <a:pt x="547920" y="71209"/>
                  </a:lnTo>
                  <a:lnTo>
                    <a:pt x="556903" y="61409"/>
                  </a:lnTo>
                  <a:lnTo>
                    <a:pt x="565885" y="52424"/>
                  </a:lnTo>
                  <a:lnTo>
                    <a:pt x="574867" y="44230"/>
                  </a:lnTo>
                  <a:lnTo>
                    <a:pt x="583850" y="36704"/>
                  </a:lnTo>
                  <a:lnTo>
                    <a:pt x="592832" y="29813"/>
                  </a:lnTo>
                  <a:lnTo>
                    <a:pt x="601814" y="23559"/>
                  </a:lnTo>
                  <a:lnTo>
                    <a:pt x="610797" y="17971"/>
                  </a:lnTo>
                  <a:lnTo>
                    <a:pt x="619779" y="13101"/>
                  </a:lnTo>
                  <a:lnTo>
                    <a:pt x="628761" y="8998"/>
                  </a:lnTo>
                  <a:lnTo>
                    <a:pt x="637743" y="5697"/>
                  </a:lnTo>
                  <a:lnTo>
                    <a:pt x="646726" y="3203"/>
                  </a:lnTo>
                  <a:lnTo>
                    <a:pt x="655708" y="1477"/>
                  </a:lnTo>
                  <a:lnTo>
                    <a:pt x="664690" y="444"/>
                  </a:lnTo>
                  <a:lnTo>
                    <a:pt x="673673" y="0"/>
                  </a:lnTo>
                  <a:lnTo>
                    <a:pt x="682655" y="26"/>
                  </a:lnTo>
                  <a:lnTo>
                    <a:pt x="691637" y="426"/>
                  </a:lnTo>
                  <a:lnTo>
                    <a:pt x="700620" y="1110"/>
                  </a:lnTo>
                  <a:lnTo>
                    <a:pt x="709602" y="2029"/>
                  </a:lnTo>
                  <a:lnTo>
                    <a:pt x="718584" y="3184"/>
                  </a:lnTo>
                  <a:lnTo>
                    <a:pt x="727567" y="4605"/>
                  </a:lnTo>
                  <a:lnTo>
                    <a:pt x="736549" y="6335"/>
                  </a:lnTo>
                  <a:lnTo>
                    <a:pt x="745531" y="8424"/>
                  </a:lnTo>
                  <a:lnTo>
                    <a:pt x="754513" y="10920"/>
                  </a:lnTo>
                  <a:lnTo>
                    <a:pt x="763496" y="13871"/>
                  </a:lnTo>
                  <a:lnTo>
                    <a:pt x="772478" y="17331"/>
                  </a:lnTo>
                  <a:lnTo>
                    <a:pt x="781460" y="21368"/>
                  </a:lnTo>
                  <a:lnTo>
                    <a:pt x="790443" y="26075"/>
                  </a:lnTo>
                  <a:lnTo>
                    <a:pt x="799425" y="31570"/>
                  </a:lnTo>
                  <a:lnTo>
                    <a:pt x="808407" y="37991"/>
                  </a:lnTo>
                  <a:lnTo>
                    <a:pt x="817390" y="45571"/>
                  </a:lnTo>
                  <a:lnTo>
                    <a:pt x="826372" y="54361"/>
                  </a:lnTo>
                  <a:lnTo>
                    <a:pt x="835354" y="64394"/>
                  </a:lnTo>
                  <a:lnTo>
                    <a:pt x="844337" y="75638"/>
                  </a:lnTo>
                  <a:lnTo>
                    <a:pt x="853319" y="87973"/>
                  </a:lnTo>
                  <a:lnTo>
                    <a:pt x="862301" y="101205"/>
                  </a:lnTo>
                  <a:lnTo>
                    <a:pt x="871283" y="115085"/>
                  </a:lnTo>
                  <a:lnTo>
                    <a:pt x="880266" y="129344"/>
                  </a:lnTo>
                  <a:lnTo>
                    <a:pt x="889248" y="143722"/>
                  </a:lnTo>
                  <a:lnTo>
                    <a:pt x="898230" y="157999"/>
                  </a:lnTo>
                  <a:lnTo>
                    <a:pt x="907213" y="172012"/>
                  </a:lnTo>
                  <a:lnTo>
                    <a:pt x="916195" y="185670"/>
                  </a:lnTo>
                  <a:lnTo>
                    <a:pt x="925177" y="198943"/>
                  </a:lnTo>
                  <a:lnTo>
                    <a:pt x="934160" y="211851"/>
                  </a:lnTo>
                  <a:lnTo>
                    <a:pt x="943142" y="224454"/>
                  </a:lnTo>
                  <a:lnTo>
                    <a:pt x="952124" y="236854"/>
                  </a:lnTo>
                  <a:lnTo>
                    <a:pt x="961107" y="249121"/>
                  </a:lnTo>
                  <a:lnTo>
                    <a:pt x="970089" y="261310"/>
                  </a:lnTo>
                  <a:lnTo>
                    <a:pt x="979071" y="273449"/>
                  </a:lnTo>
                  <a:lnTo>
                    <a:pt x="988054" y="285541"/>
                  </a:lnTo>
                  <a:lnTo>
                    <a:pt x="997036" y="297564"/>
                  </a:lnTo>
                  <a:lnTo>
                    <a:pt x="1006018" y="309474"/>
                  </a:lnTo>
                  <a:lnTo>
                    <a:pt x="1015000" y="321210"/>
                  </a:lnTo>
                  <a:lnTo>
                    <a:pt x="1023983" y="332695"/>
                  </a:lnTo>
                  <a:lnTo>
                    <a:pt x="1032965" y="343848"/>
                  </a:lnTo>
                  <a:lnTo>
                    <a:pt x="1041947" y="354579"/>
                  </a:lnTo>
                  <a:lnTo>
                    <a:pt x="1050930" y="364803"/>
                  </a:lnTo>
                  <a:lnTo>
                    <a:pt x="1059912" y="374402"/>
                  </a:lnTo>
                  <a:lnTo>
                    <a:pt x="1068894" y="383322"/>
                  </a:lnTo>
                  <a:lnTo>
                    <a:pt x="1077877" y="391545"/>
                  </a:lnTo>
                  <a:lnTo>
                    <a:pt x="1086859" y="399065"/>
                  </a:lnTo>
                  <a:lnTo>
                    <a:pt x="1095841" y="405907"/>
                  </a:lnTo>
                  <a:lnTo>
                    <a:pt x="1104824" y="412121"/>
                  </a:lnTo>
                  <a:lnTo>
                    <a:pt x="1113806" y="417780"/>
                  </a:lnTo>
                  <a:lnTo>
                    <a:pt x="1122788" y="422969"/>
                  </a:lnTo>
                  <a:lnTo>
                    <a:pt x="1131770" y="427777"/>
                  </a:lnTo>
                  <a:lnTo>
                    <a:pt x="1140753" y="432283"/>
                  </a:lnTo>
                  <a:lnTo>
                    <a:pt x="1149735" y="436555"/>
                  </a:lnTo>
                  <a:lnTo>
                    <a:pt x="1158717" y="440640"/>
                  </a:lnTo>
                  <a:lnTo>
                    <a:pt x="1167700" y="444569"/>
                  </a:lnTo>
                  <a:lnTo>
                    <a:pt x="1176682" y="448354"/>
                  </a:lnTo>
                  <a:lnTo>
                    <a:pt x="1185664" y="451987"/>
                  </a:lnTo>
                  <a:lnTo>
                    <a:pt x="1194647" y="455476"/>
                  </a:lnTo>
                  <a:lnTo>
                    <a:pt x="1203629" y="458817"/>
                  </a:lnTo>
                  <a:lnTo>
                    <a:pt x="1212611" y="462006"/>
                  </a:lnTo>
                  <a:lnTo>
                    <a:pt x="1221594" y="465041"/>
                  </a:lnTo>
                  <a:lnTo>
                    <a:pt x="1230576" y="467915"/>
                  </a:lnTo>
                  <a:lnTo>
                    <a:pt x="1239558" y="470624"/>
                  </a:lnTo>
                  <a:lnTo>
                    <a:pt x="1248540" y="473155"/>
                  </a:lnTo>
                  <a:lnTo>
                    <a:pt x="1257523" y="475495"/>
                  </a:lnTo>
                  <a:lnTo>
                    <a:pt x="1266505" y="477631"/>
                  </a:lnTo>
                  <a:lnTo>
                    <a:pt x="1275487" y="479551"/>
                  </a:lnTo>
                  <a:lnTo>
                    <a:pt x="1284470" y="481249"/>
                  </a:lnTo>
                  <a:lnTo>
                    <a:pt x="1293452" y="482728"/>
                  </a:lnTo>
                  <a:lnTo>
                    <a:pt x="1302434" y="483993"/>
                  </a:lnTo>
                  <a:lnTo>
                    <a:pt x="1311417" y="485068"/>
                  </a:lnTo>
                  <a:lnTo>
                    <a:pt x="1320399" y="485996"/>
                  </a:lnTo>
                  <a:lnTo>
                    <a:pt x="1329381" y="486810"/>
                  </a:lnTo>
                  <a:lnTo>
                    <a:pt x="1338364" y="487543"/>
                  </a:lnTo>
                  <a:lnTo>
                    <a:pt x="1347346" y="488221"/>
                  </a:lnTo>
                  <a:lnTo>
                    <a:pt x="1356328" y="488865"/>
                  </a:lnTo>
                  <a:lnTo>
                    <a:pt x="1365310" y="489484"/>
                  </a:lnTo>
                  <a:lnTo>
                    <a:pt x="1374293" y="490078"/>
                  </a:lnTo>
                  <a:lnTo>
                    <a:pt x="1383275" y="490643"/>
                  </a:lnTo>
                  <a:lnTo>
                    <a:pt x="1392257" y="491171"/>
                  </a:lnTo>
                  <a:lnTo>
                    <a:pt x="1401240" y="491654"/>
                  </a:lnTo>
                  <a:lnTo>
                    <a:pt x="1410222" y="492090"/>
                  </a:lnTo>
                  <a:lnTo>
                    <a:pt x="1410222" y="496041"/>
                  </a:lnTo>
                  <a:lnTo>
                    <a:pt x="1401240" y="496041"/>
                  </a:lnTo>
                  <a:lnTo>
                    <a:pt x="1392257" y="496041"/>
                  </a:lnTo>
                  <a:lnTo>
                    <a:pt x="1383275" y="496041"/>
                  </a:lnTo>
                  <a:lnTo>
                    <a:pt x="1374293" y="496041"/>
                  </a:lnTo>
                  <a:lnTo>
                    <a:pt x="1365310" y="496041"/>
                  </a:lnTo>
                  <a:lnTo>
                    <a:pt x="1356328" y="496041"/>
                  </a:lnTo>
                  <a:lnTo>
                    <a:pt x="1347346" y="496041"/>
                  </a:lnTo>
                  <a:lnTo>
                    <a:pt x="1338364" y="496041"/>
                  </a:lnTo>
                  <a:lnTo>
                    <a:pt x="1329381" y="496041"/>
                  </a:lnTo>
                  <a:lnTo>
                    <a:pt x="1320399" y="496041"/>
                  </a:lnTo>
                  <a:lnTo>
                    <a:pt x="1311417" y="496041"/>
                  </a:lnTo>
                  <a:lnTo>
                    <a:pt x="1302434" y="496041"/>
                  </a:lnTo>
                  <a:lnTo>
                    <a:pt x="1293452" y="496041"/>
                  </a:lnTo>
                  <a:lnTo>
                    <a:pt x="1284470" y="496041"/>
                  </a:lnTo>
                  <a:lnTo>
                    <a:pt x="1275487" y="496041"/>
                  </a:lnTo>
                  <a:lnTo>
                    <a:pt x="1266505" y="496041"/>
                  </a:lnTo>
                  <a:lnTo>
                    <a:pt x="1257523" y="496041"/>
                  </a:lnTo>
                  <a:lnTo>
                    <a:pt x="1248540" y="496041"/>
                  </a:lnTo>
                  <a:lnTo>
                    <a:pt x="1239558" y="496041"/>
                  </a:lnTo>
                  <a:lnTo>
                    <a:pt x="1230576" y="496041"/>
                  </a:lnTo>
                  <a:lnTo>
                    <a:pt x="1221594" y="496041"/>
                  </a:lnTo>
                  <a:lnTo>
                    <a:pt x="1212611" y="496041"/>
                  </a:lnTo>
                  <a:lnTo>
                    <a:pt x="1203629" y="496041"/>
                  </a:lnTo>
                  <a:lnTo>
                    <a:pt x="1194647" y="496041"/>
                  </a:lnTo>
                  <a:lnTo>
                    <a:pt x="1185664" y="496041"/>
                  </a:lnTo>
                  <a:lnTo>
                    <a:pt x="1176682" y="496041"/>
                  </a:lnTo>
                  <a:lnTo>
                    <a:pt x="1167700" y="496041"/>
                  </a:lnTo>
                  <a:lnTo>
                    <a:pt x="1158717" y="496041"/>
                  </a:lnTo>
                  <a:lnTo>
                    <a:pt x="1149735" y="496041"/>
                  </a:lnTo>
                  <a:lnTo>
                    <a:pt x="1140753" y="496041"/>
                  </a:lnTo>
                  <a:lnTo>
                    <a:pt x="1131770" y="496041"/>
                  </a:lnTo>
                  <a:lnTo>
                    <a:pt x="1122788" y="496041"/>
                  </a:lnTo>
                  <a:lnTo>
                    <a:pt x="1113806" y="496041"/>
                  </a:lnTo>
                  <a:lnTo>
                    <a:pt x="1104824" y="496041"/>
                  </a:lnTo>
                  <a:lnTo>
                    <a:pt x="1095841" y="496041"/>
                  </a:lnTo>
                  <a:lnTo>
                    <a:pt x="1086859" y="496041"/>
                  </a:lnTo>
                  <a:lnTo>
                    <a:pt x="1077877" y="496041"/>
                  </a:lnTo>
                  <a:lnTo>
                    <a:pt x="1068894" y="496041"/>
                  </a:lnTo>
                  <a:lnTo>
                    <a:pt x="1059912" y="496041"/>
                  </a:lnTo>
                  <a:lnTo>
                    <a:pt x="1050930" y="496041"/>
                  </a:lnTo>
                  <a:lnTo>
                    <a:pt x="1041947" y="496041"/>
                  </a:lnTo>
                  <a:lnTo>
                    <a:pt x="1032965" y="496041"/>
                  </a:lnTo>
                  <a:lnTo>
                    <a:pt x="1023983" y="496041"/>
                  </a:lnTo>
                  <a:lnTo>
                    <a:pt x="1015000" y="496041"/>
                  </a:lnTo>
                  <a:lnTo>
                    <a:pt x="1006018" y="496041"/>
                  </a:lnTo>
                  <a:lnTo>
                    <a:pt x="997036" y="496041"/>
                  </a:lnTo>
                  <a:lnTo>
                    <a:pt x="988054" y="496041"/>
                  </a:lnTo>
                  <a:lnTo>
                    <a:pt x="979071" y="496041"/>
                  </a:lnTo>
                  <a:lnTo>
                    <a:pt x="970089" y="496041"/>
                  </a:lnTo>
                  <a:lnTo>
                    <a:pt x="961107" y="496041"/>
                  </a:lnTo>
                  <a:lnTo>
                    <a:pt x="952124" y="496041"/>
                  </a:lnTo>
                  <a:lnTo>
                    <a:pt x="943142" y="496041"/>
                  </a:lnTo>
                  <a:lnTo>
                    <a:pt x="934160" y="496041"/>
                  </a:lnTo>
                  <a:lnTo>
                    <a:pt x="925177" y="496041"/>
                  </a:lnTo>
                  <a:lnTo>
                    <a:pt x="916195" y="496041"/>
                  </a:lnTo>
                  <a:lnTo>
                    <a:pt x="907213" y="496041"/>
                  </a:lnTo>
                  <a:lnTo>
                    <a:pt x="898230" y="496041"/>
                  </a:lnTo>
                  <a:lnTo>
                    <a:pt x="889248" y="496041"/>
                  </a:lnTo>
                  <a:lnTo>
                    <a:pt x="880266" y="496041"/>
                  </a:lnTo>
                  <a:lnTo>
                    <a:pt x="871283" y="496041"/>
                  </a:lnTo>
                  <a:lnTo>
                    <a:pt x="862301" y="496041"/>
                  </a:lnTo>
                  <a:lnTo>
                    <a:pt x="853319" y="496041"/>
                  </a:lnTo>
                  <a:lnTo>
                    <a:pt x="844337" y="496041"/>
                  </a:lnTo>
                  <a:lnTo>
                    <a:pt x="835354" y="496041"/>
                  </a:lnTo>
                  <a:lnTo>
                    <a:pt x="826372" y="496041"/>
                  </a:lnTo>
                  <a:lnTo>
                    <a:pt x="817390" y="496041"/>
                  </a:lnTo>
                  <a:lnTo>
                    <a:pt x="808407" y="496041"/>
                  </a:lnTo>
                  <a:lnTo>
                    <a:pt x="799425" y="496041"/>
                  </a:lnTo>
                  <a:lnTo>
                    <a:pt x="790443" y="496041"/>
                  </a:lnTo>
                  <a:lnTo>
                    <a:pt x="781460" y="496041"/>
                  </a:lnTo>
                  <a:lnTo>
                    <a:pt x="772478" y="496041"/>
                  </a:lnTo>
                  <a:lnTo>
                    <a:pt x="763496" y="496041"/>
                  </a:lnTo>
                  <a:lnTo>
                    <a:pt x="754513" y="496041"/>
                  </a:lnTo>
                  <a:lnTo>
                    <a:pt x="745531" y="496041"/>
                  </a:lnTo>
                  <a:lnTo>
                    <a:pt x="736549" y="496041"/>
                  </a:lnTo>
                  <a:lnTo>
                    <a:pt x="727567" y="496041"/>
                  </a:lnTo>
                  <a:lnTo>
                    <a:pt x="718584" y="496041"/>
                  </a:lnTo>
                  <a:lnTo>
                    <a:pt x="709602" y="496041"/>
                  </a:lnTo>
                  <a:lnTo>
                    <a:pt x="700620" y="496041"/>
                  </a:lnTo>
                  <a:lnTo>
                    <a:pt x="691637" y="496041"/>
                  </a:lnTo>
                  <a:lnTo>
                    <a:pt x="682655" y="496041"/>
                  </a:lnTo>
                  <a:lnTo>
                    <a:pt x="673673" y="496041"/>
                  </a:lnTo>
                  <a:lnTo>
                    <a:pt x="664690" y="496041"/>
                  </a:lnTo>
                  <a:lnTo>
                    <a:pt x="655708" y="496041"/>
                  </a:lnTo>
                  <a:lnTo>
                    <a:pt x="646726" y="496041"/>
                  </a:lnTo>
                  <a:lnTo>
                    <a:pt x="637743" y="496041"/>
                  </a:lnTo>
                  <a:lnTo>
                    <a:pt x="628761" y="496041"/>
                  </a:lnTo>
                  <a:lnTo>
                    <a:pt x="619779" y="496041"/>
                  </a:lnTo>
                  <a:lnTo>
                    <a:pt x="610797" y="496041"/>
                  </a:lnTo>
                  <a:lnTo>
                    <a:pt x="601814" y="496041"/>
                  </a:lnTo>
                  <a:lnTo>
                    <a:pt x="592832" y="496041"/>
                  </a:lnTo>
                  <a:lnTo>
                    <a:pt x="583850" y="496041"/>
                  </a:lnTo>
                  <a:lnTo>
                    <a:pt x="574867" y="496041"/>
                  </a:lnTo>
                  <a:lnTo>
                    <a:pt x="565885" y="496041"/>
                  </a:lnTo>
                  <a:lnTo>
                    <a:pt x="556903" y="496041"/>
                  </a:lnTo>
                  <a:lnTo>
                    <a:pt x="547920" y="496041"/>
                  </a:lnTo>
                  <a:lnTo>
                    <a:pt x="538938" y="496041"/>
                  </a:lnTo>
                  <a:lnTo>
                    <a:pt x="529956" y="496041"/>
                  </a:lnTo>
                  <a:lnTo>
                    <a:pt x="520973" y="496041"/>
                  </a:lnTo>
                  <a:lnTo>
                    <a:pt x="511991" y="496041"/>
                  </a:lnTo>
                  <a:lnTo>
                    <a:pt x="503009" y="496041"/>
                  </a:lnTo>
                  <a:lnTo>
                    <a:pt x="494027" y="496041"/>
                  </a:lnTo>
                  <a:lnTo>
                    <a:pt x="485044" y="496041"/>
                  </a:lnTo>
                  <a:lnTo>
                    <a:pt x="476062" y="496041"/>
                  </a:lnTo>
                  <a:lnTo>
                    <a:pt x="467080" y="496041"/>
                  </a:lnTo>
                  <a:lnTo>
                    <a:pt x="458097" y="496041"/>
                  </a:lnTo>
                  <a:lnTo>
                    <a:pt x="449115" y="496041"/>
                  </a:lnTo>
                  <a:lnTo>
                    <a:pt x="440133" y="496041"/>
                  </a:lnTo>
                  <a:lnTo>
                    <a:pt x="431150" y="496041"/>
                  </a:lnTo>
                  <a:lnTo>
                    <a:pt x="422168" y="496041"/>
                  </a:lnTo>
                  <a:lnTo>
                    <a:pt x="413186" y="496041"/>
                  </a:lnTo>
                  <a:lnTo>
                    <a:pt x="404203" y="496041"/>
                  </a:lnTo>
                  <a:lnTo>
                    <a:pt x="395221" y="496041"/>
                  </a:lnTo>
                  <a:lnTo>
                    <a:pt x="386239" y="496041"/>
                  </a:lnTo>
                  <a:lnTo>
                    <a:pt x="377256" y="496041"/>
                  </a:lnTo>
                  <a:lnTo>
                    <a:pt x="368274" y="496041"/>
                  </a:lnTo>
                  <a:lnTo>
                    <a:pt x="359292" y="496041"/>
                  </a:lnTo>
                  <a:lnTo>
                    <a:pt x="350310" y="496041"/>
                  </a:lnTo>
                  <a:lnTo>
                    <a:pt x="341327" y="496041"/>
                  </a:lnTo>
                  <a:lnTo>
                    <a:pt x="332345" y="496041"/>
                  </a:lnTo>
                  <a:lnTo>
                    <a:pt x="323363" y="496041"/>
                  </a:lnTo>
                  <a:lnTo>
                    <a:pt x="314380" y="496041"/>
                  </a:lnTo>
                  <a:lnTo>
                    <a:pt x="305398" y="496041"/>
                  </a:lnTo>
                  <a:lnTo>
                    <a:pt x="296416" y="496041"/>
                  </a:lnTo>
                  <a:lnTo>
                    <a:pt x="287433" y="496041"/>
                  </a:lnTo>
                  <a:lnTo>
                    <a:pt x="278451" y="496041"/>
                  </a:lnTo>
                  <a:lnTo>
                    <a:pt x="269469" y="496041"/>
                  </a:lnTo>
                  <a:lnTo>
                    <a:pt x="260486" y="496041"/>
                  </a:lnTo>
                  <a:lnTo>
                    <a:pt x="251504" y="496041"/>
                  </a:lnTo>
                  <a:lnTo>
                    <a:pt x="242522" y="496041"/>
                  </a:lnTo>
                  <a:lnTo>
                    <a:pt x="233540" y="496041"/>
                  </a:lnTo>
                  <a:lnTo>
                    <a:pt x="224557" y="496041"/>
                  </a:lnTo>
                  <a:lnTo>
                    <a:pt x="215575" y="496041"/>
                  </a:lnTo>
                  <a:lnTo>
                    <a:pt x="206593" y="496041"/>
                  </a:lnTo>
                  <a:lnTo>
                    <a:pt x="197610" y="496041"/>
                  </a:lnTo>
                  <a:lnTo>
                    <a:pt x="188628" y="496041"/>
                  </a:lnTo>
                  <a:lnTo>
                    <a:pt x="179646" y="496041"/>
                  </a:lnTo>
                  <a:lnTo>
                    <a:pt x="170663" y="496041"/>
                  </a:lnTo>
                  <a:lnTo>
                    <a:pt x="161681" y="496041"/>
                  </a:lnTo>
                  <a:lnTo>
                    <a:pt x="152699" y="496041"/>
                  </a:lnTo>
                  <a:lnTo>
                    <a:pt x="143716" y="496041"/>
                  </a:lnTo>
                  <a:lnTo>
                    <a:pt x="134734" y="496041"/>
                  </a:lnTo>
                  <a:lnTo>
                    <a:pt x="125752" y="496041"/>
                  </a:lnTo>
                  <a:lnTo>
                    <a:pt x="116770" y="496041"/>
                  </a:lnTo>
                  <a:lnTo>
                    <a:pt x="107787" y="496041"/>
                  </a:lnTo>
                  <a:lnTo>
                    <a:pt x="98805" y="496041"/>
                  </a:lnTo>
                  <a:lnTo>
                    <a:pt x="89823" y="496041"/>
                  </a:lnTo>
                  <a:lnTo>
                    <a:pt x="80840" y="496041"/>
                  </a:lnTo>
                  <a:lnTo>
                    <a:pt x="71858" y="496041"/>
                  </a:lnTo>
                  <a:lnTo>
                    <a:pt x="62876" y="496041"/>
                  </a:lnTo>
                  <a:lnTo>
                    <a:pt x="53893" y="496041"/>
                  </a:lnTo>
                  <a:lnTo>
                    <a:pt x="44911" y="496041"/>
                  </a:lnTo>
                  <a:lnTo>
                    <a:pt x="35929" y="496041"/>
                  </a:lnTo>
                  <a:lnTo>
                    <a:pt x="26946" y="496041"/>
                  </a:lnTo>
                  <a:lnTo>
                    <a:pt x="17964" y="496041"/>
                  </a:lnTo>
                  <a:lnTo>
                    <a:pt x="8982" y="496041"/>
                  </a:lnTo>
                  <a:lnTo>
                    <a:pt x="0" y="496041"/>
                  </a:lnTo>
                  <a:close/>
                </a:path>
              </a:pathLst>
            </a:custGeom>
            <a:solidFill>
              <a:srgbClr val="F6C445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9248938" y="3839693"/>
              <a:ext cx="1410222" cy="492146"/>
            </a:xfrm>
            <a:custGeom>
              <a:avLst/>
              <a:pathLst>
                <a:path w="1410222" h="492146">
                  <a:moveTo>
                    <a:pt x="0" y="492146"/>
                  </a:moveTo>
                  <a:lnTo>
                    <a:pt x="8982" y="491826"/>
                  </a:lnTo>
                  <a:lnTo>
                    <a:pt x="17964" y="491494"/>
                  </a:lnTo>
                  <a:lnTo>
                    <a:pt x="26946" y="491124"/>
                  </a:lnTo>
                  <a:lnTo>
                    <a:pt x="35929" y="490684"/>
                  </a:lnTo>
                  <a:lnTo>
                    <a:pt x="44911" y="490138"/>
                  </a:lnTo>
                  <a:lnTo>
                    <a:pt x="53893" y="489449"/>
                  </a:lnTo>
                  <a:lnTo>
                    <a:pt x="62876" y="488582"/>
                  </a:lnTo>
                  <a:lnTo>
                    <a:pt x="71858" y="487509"/>
                  </a:lnTo>
                  <a:lnTo>
                    <a:pt x="80840" y="486201"/>
                  </a:lnTo>
                  <a:lnTo>
                    <a:pt x="89823" y="484655"/>
                  </a:lnTo>
                  <a:lnTo>
                    <a:pt x="98805" y="482886"/>
                  </a:lnTo>
                  <a:lnTo>
                    <a:pt x="107787" y="480908"/>
                  </a:lnTo>
                  <a:lnTo>
                    <a:pt x="116770" y="478742"/>
                  </a:lnTo>
                  <a:lnTo>
                    <a:pt x="125752" y="476403"/>
                  </a:lnTo>
                  <a:lnTo>
                    <a:pt x="134734" y="473899"/>
                  </a:lnTo>
                  <a:lnTo>
                    <a:pt x="143716" y="471221"/>
                  </a:lnTo>
                  <a:lnTo>
                    <a:pt x="152699" y="468345"/>
                  </a:lnTo>
                  <a:lnTo>
                    <a:pt x="161681" y="465228"/>
                  </a:lnTo>
                  <a:lnTo>
                    <a:pt x="170663" y="461816"/>
                  </a:lnTo>
                  <a:lnTo>
                    <a:pt x="179646" y="458046"/>
                  </a:lnTo>
                  <a:lnTo>
                    <a:pt x="188628" y="453861"/>
                  </a:lnTo>
                  <a:lnTo>
                    <a:pt x="197610" y="449213"/>
                  </a:lnTo>
                  <a:lnTo>
                    <a:pt x="206593" y="444031"/>
                  </a:lnTo>
                  <a:lnTo>
                    <a:pt x="215575" y="438347"/>
                  </a:lnTo>
                  <a:lnTo>
                    <a:pt x="224557" y="432177"/>
                  </a:lnTo>
                  <a:lnTo>
                    <a:pt x="233540" y="425549"/>
                  </a:lnTo>
                  <a:lnTo>
                    <a:pt x="242522" y="418498"/>
                  </a:lnTo>
                  <a:lnTo>
                    <a:pt x="251504" y="411065"/>
                  </a:lnTo>
                  <a:lnTo>
                    <a:pt x="260486" y="403293"/>
                  </a:lnTo>
                  <a:lnTo>
                    <a:pt x="269469" y="395223"/>
                  </a:lnTo>
                  <a:lnTo>
                    <a:pt x="278451" y="386898"/>
                  </a:lnTo>
                  <a:lnTo>
                    <a:pt x="287433" y="378360"/>
                  </a:lnTo>
                  <a:lnTo>
                    <a:pt x="296416" y="369647"/>
                  </a:lnTo>
                  <a:lnTo>
                    <a:pt x="305398" y="360794"/>
                  </a:lnTo>
                  <a:lnTo>
                    <a:pt x="314380" y="351827"/>
                  </a:lnTo>
                  <a:lnTo>
                    <a:pt x="323363" y="342758"/>
                  </a:lnTo>
                  <a:lnTo>
                    <a:pt x="332345" y="333590"/>
                  </a:lnTo>
                  <a:lnTo>
                    <a:pt x="341327" y="324326"/>
                  </a:lnTo>
                  <a:lnTo>
                    <a:pt x="350310" y="314963"/>
                  </a:lnTo>
                  <a:lnTo>
                    <a:pt x="359292" y="305509"/>
                  </a:lnTo>
                  <a:lnTo>
                    <a:pt x="368274" y="295985"/>
                  </a:lnTo>
                  <a:lnTo>
                    <a:pt x="377256" y="286421"/>
                  </a:lnTo>
                  <a:lnTo>
                    <a:pt x="386239" y="276856"/>
                  </a:lnTo>
                  <a:lnTo>
                    <a:pt x="395221" y="267317"/>
                  </a:lnTo>
                  <a:lnTo>
                    <a:pt x="404203" y="257811"/>
                  </a:lnTo>
                  <a:lnTo>
                    <a:pt x="413186" y="248307"/>
                  </a:lnTo>
                  <a:lnTo>
                    <a:pt x="422168" y="238730"/>
                  </a:lnTo>
                  <a:lnTo>
                    <a:pt x="431150" y="228960"/>
                  </a:lnTo>
                  <a:lnTo>
                    <a:pt x="440133" y="218848"/>
                  </a:lnTo>
                  <a:lnTo>
                    <a:pt x="449115" y="208197"/>
                  </a:lnTo>
                  <a:lnTo>
                    <a:pt x="458097" y="196893"/>
                  </a:lnTo>
                  <a:lnTo>
                    <a:pt x="467080" y="184897"/>
                  </a:lnTo>
                  <a:lnTo>
                    <a:pt x="476062" y="172248"/>
                  </a:lnTo>
                  <a:lnTo>
                    <a:pt x="485044" y="159071"/>
                  </a:lnTo>
                  <a:lnTo>
                    <a:pt x="494027" y="145567"/>
                  </a:lnTo>
                  <a:lnTo>
                    <a:pt x="503009" y="131988"/>
                  </a:lnTo>
                  <a:lnTo>
                    <a:pt x="511991" y="118602"/>
                  </a:lnTo>
                  <a:lnTo>
                    <a:pt x="520973" y="105661"/>
                  </a:lnTo>
                  <a:lnTo>
                    <a:pt x="529956" y="93369"/>
                  </a:lnTo>
                  <a:lnTo>
                    <a:pt x="538938" y="81863"/>
                  </a:lnTo>
                  <a:lnTo>
                    <a:pt x="547920" y="71209"/>
                  </a:lnTo>
                  <a:lnTo>
                    <a:pt x="556903" y="61409"/>
                  </a:lnTo>
                  <a:lnTo>
                    <a:pt x="565885" y="52424"/>
                  </a:lnTo>
                  <a:lnTo>
                    <a:pt x="574867" y="44230"/>
                  </a:lnTo>
                  <a:lnTo>
                    <a:pt x="583850" y="36704"/>
                  </a:lnTo>
                  <a:lnTo>
                    <a:pt x="592832" y="29813"/>
                  </a:lnTo>
                  <a:lnTo>
                    <a:pt x="601814" y="23559"/>
                  </a:lnTo>
                  <a:lnTo>
                    <a:pt x="610797" y="17971"/>
                  </a:lnTo>
                  <a:lnTo>
                    <a:pt x="619779" y="13101"/>
                  </a:lnTo>
                  <a:lnTo>
                    <a:pt x="628761" y="8998"/>
                  </a:lnTo>
                  <a:lnTo>
                    <a:pt x="637743" y="5697"/>
                  </a:lnTo>
                  <a:lnTo>
                    <a:pt x="646726" y="3203"/>
                  </a:lnTo>
                  <a:lnTo>
                    <a:pt x="655708" y="1477"/>
                  </a:lnTo>
                  <a:lnTo>
                    <a:pt x="664690" y="444"/>
                  </a:lnTo>
                  <a:lnTo>
                    <a:pt x="673673" y="0"/>
                  </a:lnTo>
                  <a:lnTo>
                    <a:pt x="682655" y="26"/>
                  </a:lnTo>
                  <a:lnTo>
                    <a:pt x="691637" y="426"/>
                  </a:lnTo>
                  <a:lnTo>
                    <a:pt x="700620" y="1110"/>
                  </a:lnTo>
                  <a:lnTo>
                    <a:pt x="709602" y="2029"/>
                  </a:lnTo>
                  <a:lnTo>
                    <a:pt x="718584" y="3184"/>
                  </a:lnTo>
                  <a:lnTo>
                    <a:pt x="727567" y="4605"/>
                  </a:lnTo>
                  <a:lnTo>
                    <a:pt x="736549" y="6335"/>
                  </a:lnTo>
                  <a:lnTo>
                    <a:pt x="745531" y="8424"/>
                  </a:lnTo>
                  <a:lnTo>
                    <a:pt x="754513" y="10920"/>
                  </a:lnTo>
                  <a:lnTo>
                    <a:pt x="763496" y="13871"/>
                  </a:lnTo>
                  <a:lnTo>
                    <a:pt x="772478" y="17331"/>
                  </a:lnTo>
                  <a:lnTo>
                    <a:pt x="781460" y="21368"/>
                  </a:lnTo>
                  <a:lnTo>
                    <a:pt x="790443" y="26075"/>
                  </a:lnTo>
                  <a:lnTo>
                    <a:pt x="799425" y="31570"/>
                  </a:lnTo>
                  <a:lnTo>
                    <a:pt x="808407" y="37991"/>
                  </a:lnTo>
                  <a:lnTo>
                    <a:pt x="817390" y="45571"/>
                  </a:lnTo>
                  <a:lnTo>
                    <a:pt x="826372" y="54361"/>
                  </a:lnTo>
                  <a:lnTo>
                    <a:pt x="835354" y="64394"/>
                  </a:lnTo>
                  <a:lnTo>
                    <a:pt x="844337" y="75638"/>
                  </a:lnTo>
                  <a:lnTo>
                    <a:pt x="853319" y="87973"/>
                  </a:lnTo>
                  <a:lnTo>
                    <a:pt x="862301" y="101205"/>
                  </a:lnTo>
                  <a:lnTo>
                    <a:pt x="871283" y="115085"/>
                  </a:lnTo>
                  <a:lnTo>
                    <a:pt x="880266" y="129344"/>
                  </a:lnTo>
                  <a:lnTo>
                    <a:pt x="889248" y="143722"/>
                  </a:lnTo>
                  <a:lnTo>
                    <a:pt x="898230" y="157999"/>
                  </a:lnTo>
                  <a:lnTo>
                    <a:pt x="907213" y="172012"/>
                  </a:lnTo>
                  <a:lnTo>
                    <a:pt x="916195" y="185670"/>
                  </a:lnTo>
                  <a:lnTo>
                    <a:pt x="925177" y="198943"/>
                  </a:lnTo>
                  <a:lnTo>
                    <a:pt x="934160" y="211851"/>
                  </a:lnTo>
                  <a:lnTo>
                    <a:pt x="943142" y="224454"/>
                  </a:lnTo>
                  <a:lnTo>
                    <a:pt x="952124" y="236854"/>
                  </a:lnTo>
                  <a:lnTo>
                    <a:pt x="961107" y="249121"/>
                  </a:lnTo>
                  <a:lnTo>
                    <a:pt x="970089" y="261310"/>
                  </a:lnTo>
                  <a:lnTo>
                    <a:pt x="979071" y="273449"/>
                  </a:lnTo>
                  <a:lnTo>
                    <a:pt x="988054" y="285541"/>
                  </a:lnTo>
                  <a:lnTo>
                    <a:pt x="997036" y="297564"/>
                  </a:lnTo>
                  <a:lnTo>
                    <a:pt x="1006018" y="309474"/>
                  </a:lnTo>
                  <a:lnTo>
                    <a:pt x="1015000" y="321210"/>
                  </a:lnTo>
                  <a:lnTo>
                    <a:pt x="1023983" y="332695"/>
                  </a:lnTo>
                  <a:lnTo>
                    <a:pt x="1032965" y="343848"/>
                  </a:lnTo>
                  <a:lnTo>
                    <a:pt x="1041947" y="354579"/>
                  </a:lnTo>
                  <a:lnTo>
                    <a:pt x="1050930" y="364803"/>
                  </a:lnTo>
                  <a:lnTo>
                    <a:pt x="1059912" y="374402"/>
                  </a:lnTo>
                  <a:lnTo>
                    <a:pt x="1068894" y="383322"/>
                  </a:lnTo>
                  <a:lnTo>
                    <a:pt x="1077877" y="391545"/>
                  </a:lnTo>
                  <a:lnTo>
                    <a:pt x="1086859" y="399065"/>
                  </a:lnTo>
                  <a:lnTo>
                    <a:pt x="1095841" y="405907"/>
                  </a:lnTo>
                  <a:lnTo>
                    <a:pt x="1104824" y="412121"/>
                  </a:lnTo>
                  <a:lnTo>
                    <a:pt x="1113806" y="417780"/>
                  </a:lnTo>
                  <a:lnTo>
                    <a:pt x="1122788" y="422969"/>
                  </a:lnTo>
                  <a:lnTo>
                    <a:pt x="1131770" y="427777"/>
                  </a:lnTo>
                  <a:lnTo>
                    <a:pt x="1140753" y="432283"/>
                  </a:lnTo>
                  <a:lnTo>
                    <a:pt x="1149735" y="436555"/>
                  </a:lnTo>
                  <a:lnTo>
                    <a:pt x="1158717" y="440640"/>
                  </a:lnTo>
                  <a:lnTo>
                    <a:pt x="1167700" y="444569"/>
                  </a:lnTo>
                  <a:lnTo>
                    <a:pt x="1176682" y="448354"/>
                  </a:lnTo>
                  <a:lnTo>
                    <a:pt x="1185664" y="451987"/>
                  </a:lnTo>
                  <a:lnTo>
                    <a:pt x="1194647" y="455476"/>
                  </a:lnTo>
                  <a:lnTo>
                    <a:pt x="1203629" y="458817"/>
                  </a:lnTo>
                  <a:lnTo>
                    <a:pt x="1212611" y="462006"/>
                  </a:lnTo>
                  <a:lnTo>
                    <a:pt x="1221594" y="465041"/>
                  </a:lnTo>
                  <a:lnTo>
                    <a:pt x="1230576" y="467915"/>
                  </a:lnTo>
                  <a:lnTo>
                    <a:pt x="1239558" y="470624"/>
                  </a:lnTo>
                  <a:lnTo>
                    <a:pt x="1248540" y="473155"/>
                  </a:lnTo>
                  <a:lnTo>
                    <a:pt x="1257523" y="475495"/>
                  </a:lnTo>
                  <a:lnTo>
                    <a:pt x="1266505" y="477631"/>
                  </a:lnTo>
                  <a:lnTo>
                    <a:pt x="1275487" y="479551"/>
                  </a:lnTo>
                  <a:lnTo>
                    <a:pt x="1284470" y="481249"/>
                  </a:lnTo>
                  <a:lnTo>
                    <a:pt x="1293452" y="482728"/>
                  </a:lnTo>
                  <a:lnTo>
                    <a:pt x="1302434" y="483993"/>
                  </a:lnTo>
                  <a:lnTo>
                    <a:pt x="1311417" y="485068"/>
                  </a:lnTo>
                  <a:lnTo>
                    <a:pt x="1320399" y="485996"/>
                  </a:lnTo>
                  <a:lnTo>
                    <a:pt x="1329381" y="486810"/>
                  </a:lnTo>
                  <a:lnTo>
                    <a:pt x="1338364" y="487543"/>
                  </a:lnTo>
                  <a:lnTo>
                    <a:pt x="1347346" y="488221"/>
                  </a:lnTo>
                  <a:lnTo>
                    <a:pt x="1356328" y="488865"/>
                  </a:lnTo>
                  <a:lnTo>
                    <a:pt x="1365310" y="489484"/>
                  </a:lnTo>
                  <a:lnTo>
                    <a:pt x="1374293" y="490078"/>
                  </a:lnTo>
                  <a:lnTo>
                    <a:pt x="1383275" y="490643"/>
                  </a:lnTo>
                  <a:lnTo>
                    <a:pt x="1392257" y="491171"/>
                  </a:lnTo>
                  <a:lnTo>
                    <a:pt x="1401240" y="491654"/>
                  </a:lnTo>
                  <a:lnTo>
                    <a:pt x="1410222" y="492090"/>
                  </a:lnTo>
                </a:path>
              </a:pathLst>
            </a:custGeom>
            <a:ln w="8130" cap="rnd">
              <a:solidFill>
                <a:srgbClr val="F6C44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9105221" y="4332118"/>
              <a:ext cx="8982" cy="3616"/>
            </a:xfrm>
            <a:custGeom>
              <a:avLst/>
              <a:pathLst>
                <a:path w="8982" h="3616">
                  <a:moveTo>
                    <a:pt x="0" y="0"/>
                  </a:moveTo>
                  <a:lnTo>
                    <a:pt x="8982" y="3"/>
                  </a:lnTo>
                  <a:lnTo>
                    <a:pt x="8982" y="3616"/>
                  </a:lnTo>
                  <a:lnTo>
                    <a:pt x="0" y="3616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9186062" y="3969835"/>
              <a:ext cx="1958143" cy="365899"/>
            </a:xfrm>
            <a:custGeom>
              <a:avLst/>
              <a:pathLst>
                <a:path w="1958143" h="365899">
                  <a:moveTo>
                    <a:pt x="0" y="362209"/>
                  </a:moveTo>
                  <a:lnTo>
                    <a:pt x="8982" y="361836"/>
                  </a:lnTo>
                  <a:lnTo>
                    <a:pt x="17964" y="361329"/>
                  </a:lnTo>
                  <a:lnTo>
                    <a:pt x="26946" y="360683"/>
                  </a:lnTo>
                  <a:lnTo>
                    <a:pt x="35929" y="359913"/>
                  </a:lnTo>
                  <a:lnTo>
                    <a:pt x="44911" y="359028"/>
                  </a:lnTo>
                  <a:lnTo>
                    <a:pt x="53893" y="358038"/>
                  </a:lnTo>
                  <a:lnTo>
                    <a:pt x="62876" y="356955"/>
                  </a:lnTo>
                  <a:lnTo>
                    <a:pt x="71858" y="355792"/>
                  </a:lnTo>
                  <a:lnTo>
                    <a:pt x="80840" y="354566"/>
                  </a:lnTo>
                  <a:lnTo>
                    <a:pt x="89823" y="353294"/>
                  </a:lnTo>
                  <a:lnTo>
                    <a:pt x="98805" y="351996"/>
                  </a:lnTo>
                  <a:lnTo>
                    <a:pt x="107787" y="350690"/>
                  </a:lnTo>
                  <a:lnTo>
                    <a:pt x="116770" y="349392"/>
                  </a:lnTo>
                  <a:lnTo>
                    <a:pt x="125752" y="348108"/>
                  </a:lnTo>
                  <a:lnTo>
                    <a:pt x="134734" y="346836"/>
                  </a:lnTo>
                  <a:lnTo>
                    <a:pt x="143716" y="345555"/>
                  </a:lnTo>
                  <a:lnTo>
                    <a:pt x="152699" y="344229"/>
                  </a:lnTo>
                  <a:lnTo>
                    <a:pt x="161681" y="342812"/>
                  </a:lnTo>
                  <a:lnTo>
                    <a:pt x="170663" y="341251"/>
                  </a:lnTo>
                  <a:lnTo>
                    <a:pt x="179646" y="339499"/>
                  </a:lnTo>
                  <a:lnTo>
                    <a:pt x="188628" y="337514"/>
                  </a:lnTo>
                  <a:lnTo>
                    <a:pt x="197610" y="335278"/>
                  </a:lnTo>
                  <a:lnTo>
                    <a:pt x="206593" y="332792"/>
                  </a:lnTo>
                  <a:lnTo>
                    <a:pt x="215575" y="330089"/>
                  </a:lnTo>
                  <a:lnTo>
                    <a:pt x="224557" y="327224"/>
                  </a:lnTo>
                  <a:lnTo>
                    <a:pt x="233540" y="324276"/>
                  </a:lnTo>
                  <a:lnTo>
                    <a:pt x="242522" y="321333"/>
                  </a:lnTo>
                  <a:lnTo>
                    <a:pt x="251504" y="318481"/>
                  </a:lnTo>
                  <a:lnTo>
                    <a:pt x="260486" y="315791"/>
                  </a:lnTo>
                  <a:lnTo>
                    <a:pt x="269469" y="313329"/>
                  </a:lnTo>
                  <a:lnTo>
                    <a:pt x="278451" y="311084"/>
                  </a:lnTo>
                  <a:lnTo>
                    <a:pt x="287433" y="309027"/>
                  </a:lnTo>
                  <a:lnTo>
                    <a:pt x="296416" y="307102"/>
                  </a:lnTo>
                  <a:lnTo>
                    <a:pt x="305398" y="305238"/>
                  </a:lnTo>
                  <a:lnTo>
                    <a:pt x="314380" y="303356"/>
                  </a:lnTo>
                  <a:lnTo>
                    <a:pt x="323363" y="301377"/>
                  </a:lnTo>
                  <a:lnTo>
                    <a:pt x="332345" y="299227"/>
                  </a:lnTo>
                  <a:lnTo>
                    <a:pt x="341327" y="296844"/>
                  </a:lnTo>
                  <a:lnTo>
                    <a:pt x="350310" y="294178"/>
                  </a:lnTo>
                  <a:lnTo>
                    <a:pt x="359292" y="291191"/>
                  </a:lnTo>
                  <a:lnTo>
                    <a:pt x="368274" y="287867"/>
                  </a:lnTo>
                  <a:lnTo>
                    <a:pt x="377256" y="284205"/>
                  </a:lnTo>
                  <a:lnTo>
                    <a:pt x="386239" y="280225"/>
                  </a:lnTo>
                  <a:lnTo>
                    <a:pt x="395221" y="275985"/>
                  </a:lnTo>
                  <a:lnTo>
                    <a:pt x="404203" y="271590"/>
                  </a:lnTo>
                  <a:lnTo>
                    <a:pt x="413186" y="267144"/>
                  </a:lnTo>
                  <a:lnTo>
                    <a:pt x="422168" y="262762"/>
                  </a:lnTo>
                  <a:lnTo>
                    <a:pt x="431150" y="258544"/>
                  </a:lnTo>
                  <a:lnTo>
                    <a:pt x="440133" y="254568"/>
                  </a:lnTo>
                  <a:lnTo>
                    <a:pt x="449115" y="250869"/>
                  </a:lnTo>
                  <a:lnTo>
                    <a:pt x="458097" y="247429"/>
                  </a:lnTo>
                  <a:lnTo>
                    <a:pt x="467080" y="244181"/>
                  </a:lnTo>
                  <a:lnTo>
                    <a:pt x="476062" y="241008"/>
                  </a:lnTo>
                  <a:lnTo>
                    <a:pt x="485044" y="237762"/>
                  </a:lnTo>
                  <a:lnTo>
                    <a:pt x="494027" y="234284"/>
                  </a:lnTo>
                  <a:lnTo>
                    <a:pt x="503009" y="230427"/>
                  </a:lnTo>
                  <a:lnTo>
                    <a:pt x="511991" y="226041"/>
                  </a:lnTo>
                  <a:lnTo>
                    <a:pt x="520973" y="221080"/>
                  </a:lnTo>
                  <a:lnTo>
                    <a:pt x="529956" y="215553"/>
                  </a:lnTo>
                  <a:lnTo>
                    <a:pt x="538938" y="209500"/>
                  </a:lnTo>
                  <a:lnTo>
                    <a:pt x="547920" y="202990"/>
                  </a:lnTo>
                  <a:lnTo>
                    <a:pt x="556903" y="196105"/>
                  </a:lnTo>
                  <a:lnTo>
                    <a:pt x="565885" y="188928"/>
                  </a:lnTo>
                  <a:lnTo>
                    <a:pt x="574867" y="181537"/>
                  </a:lnTo>
                  <a:lnTo>
                    <a:pt x="583850" y="173996"/>
                  </a:lnTo>
                  <a:lnTo>
                    <a:pt x="592832" y="166363"/>
                  </a:lnTo>
                  <a:lnTo>
                    <a:pt x="601814" y="158687"/>
                  </a:lnTo>
                  <a:lnTo>
                    <a:pt x="610797" y="151009"/>
                  </a:lnTo>
                  <a:lnTo>
                    <a:pt x="619779" y="143369"/>
                  </a:lnTo>
                  <a:lnTo>
                    <a:pt x="628761" y="135799"/>
                  </a:lnTo>
                  <a:lnTo>
                    <a:pt x="637743" y="128330"/>
                  </a:lnTo>
                  <a:lnTo>
                    <a:pt x="646726" y="120967"/>
                  </a:lnTo>
                  <a:lnTo>
                    <a:pt x="655708" y="113715"/>
                  </a:lnTo>
                  <a:lnTo>
                    <a:pt x="664690" y="106575"/>
                  </a:lnTo>
                  <a:lnTo>
                    <a:pt x="673673" y="99554"/>
                  </a:lnTo>
                  <a:lnTo>
                    <a:pt x="682655" y="92670"/>
                  </a:lnTo>
                  <a:lnTo>
                    <a:pt x="691637" y="85953"/>
                  </a:lnTo>
                  <a:lnTo>
                    <a:pt x="700620" y="79448"/>
                  </a:lnTo>
                  <a:lnTo>
                    <a:pt x="709602" y="73211"/>
                  </a:lnTo>
                  <a:lnTo>
                    <a:pt x="718584" y="67306"/>
                  </a:lnTo>
                  <a:lnTo>
                    <a:pt x="727567" y="61799"/>
                  </a:lnTo>
                  <a:lnTo>
                    <a:pt x="736549" y="56749"/>
                  </a:lnTo>
                  <a:lnTo>
                    <a:pt x="745531" y="52208"/>
                  </a:lnTo>
                  <a:lnTo>
                    <a:pt x="754513" y="48234"/>
                  </a:lnTo>
                  <a:lnTo>
                    <a:pt x="763496" y="44831"/>
                  </a:lnTo>
                  <a:lnTo>
                    <a:pt x="772478" y="41941"/>
                  </a:lnTo>
                  <a:lnTo>
                    <a:pt x="781460" y="39492"/>
                  </a:lnTo>
                  <a:lnTo>
                    <a:pt x="790443" y="37372"/>
                  </a:lnTo>
                  <a:lnTo>
                    <a:pt x="799425" y="35435"/>
                  </a:lnTo>
                  <a:lnTo>
                    <a:pt x="808407" y="33520"/>
                  </a:lnTo>
                  <a:lnTo>
                    <a:pt x="817390" y="31465"/>
                  </a:lnTo>
                  <a:lnTo>
                    <a:pt x="826372" y="29133"/>
                  </a:lnTo>
                  <a:lnTo>
                    <a:pt x="835354" y="26437"/>
                  </a:lnTo>
                  <a:lnTo>
                    <a:pt x="844337" y="23348"/>
                  </a:lnTo>
                  <a:lnTo>
                    <a:pt x="853319" y="19912"/>
                  </a:lnTo>
                  <a:lnTo>
                    <a:pt x="862301" y="16245"/>
                  </a:lnTo>
                  <a:lnTo>
                    <a:pt x="871283" y="12515"/>
                  </a:lnTo>
                  <a:lnTo>
                    <a:pt x="880266" y="8959"/>
                  </a:lnTo>
                  <a:lnTo>
                    <a:pt x="889248" y="5795"/>
                  </a:lnTo>
                  <a:lnTo>
                    <a:pt x="898230" y="3207"/>
                  </a:lnTo>
                  <a:lnTo>
                    <a:pt x="907213" y="1332"/>
                  </a:lnTo>
                  <a:lnTo>
                    <a:pt x="916195" y="254"/>
                  </a:lnTo>
                  <a:lnTo>
                    <a:pt x="925177" y="0"/>
                  </a:lnTo>
                  <a:lnTo>
                    <a:pt x="934160" y="542"/>
                  </a:lnTo>
                  <a:lnTo>
                    <a:pt x="943142" y="1814"/>
                  </a:lnTo>
                  <a:lnTo>
                    <a:pt x="952124" y="3717"/>
                  </a:lnTo>
                  <a:lnTo>
                    <a:pt x="961107" y="6141"/>
                  </a:lnTo>
                  <a:lnTo>
                    <a:pt x="970089" y="8974"/>
                  </a:lnTo>
                  <a:lnTo>
                    <a:pt x="979071" y="12117"/>
                  </a:lnTo>
                  <a:lnTo>
                    <a:pt x="988054" y="15488"/>
                  </a:lnTo>
                  <a:lnTo>
                    <a:pt x="997036" y="19022"/>
                  </a:lnTo>
                  <a:lnTo>
                    <a:pt x="1006018" y="22669"/>
                  </a:lnTo>
                  <a:lnTo>
                    <a:pt x="1015000" y="26381"/>
                  </a:lnTo>
                  <a:lnTo>
                    <a:pt x="1023983" y="30125"/>
                  </a:lnTo>
                  <a:lnTo>
                    <a:pt x="1032965" y="33871"/>
                  </a:lnTo>
                  <a:lnTo>
                    <a:pt x="1041947" y="37601"/>
                  </a:lnTo>
                  <a:lnTo>
                    <a:pt x="1050930" y="41312"/>
                  </a:lnTo>
                  <a:lnTo>
                    <a:pt x="1059912" y="45026"/>
                  </a:lnTo>
                  <a:lnTo>
                    <a:pt x="1068894" y="48796"/>
                  </a:lnTo>
                  <a:lnTo>
                    <a:pt x="1077877" y="52708"/>
                  </a:lnTo>
                  <a:lnTo>
                    <a:pt x="1086859" y="56867"/>
                  </a:lnTo>
                  <a:lnTo>
                    <a:pt x="1095841" y="61391"/>
                  </a:lnTo>
                  <a:lnTo>
                    <a:pt x="1104824" y="66379"/>
                  </a:lnTo>
                  <a:lnTo>
                    <a:pt x="1113806" y="71887"/>
                  </a:lnTo>
                  <a:lnTo>
                    <a:pt x="1122788" y="77922"/>
                  </a:lnTo>
                  <a:lnTo>
                    <a:pt x="1131770" y="84346"/>
                  </a:lnTo>
                  <a:lnTo>
                    <a:pt x="1140753" y="90941"/>
                  </a:lnTo>
                  <a:lnTo>
                    <a:pt x="1149735" y="97452"/>
                  </a:lnTo>
                  <a:lnTo>
                    <a:pt x="1158717" y="103608"/>
                  </a:lnTo>
                  <a:lnTo>
                    <a:pt x="1167700" y="109167"/>
                  </a:lnTo>
                  <a:lnTo>
                    <a:pt x="1176682" y="113961"/>
                  </a:lnTo>
                  <a:lnTo>
                    <a:pt x="1185664" y="117920"/>
                  </a:lnTo>
                  <a:lnTo>
                    <a:pt x="1194647" y="121088"/>
                  </a:lnTo>
                  <a:lnTo>
                    <a:pt x="1203629" y="123620"/>
                  </a:lnTo>
                  <a:lnTo>
                    <a:pt x="1212611" y="125761"/>
                  </a:lnTo>
                  <a:lnTo>
                    <a:pt x="1221594" y="127807"/>
                  </a:lnTo>
                  <a:lnTo>
                    <a:pt x="1230576" y="130068"/>
                  </a:lnTo>
                  <a:lnTo>
                    <a:pt x="1239558" y="132826"/>
                  </a:lnTo>
                  <a:lnTo>
                    <a:pt x="1248540" y="136364"/>
                  </a:lnTo>
                  <a:lnTo>
                    <a:pt x="1257523" y="140739"/>
                  </a:lnTo>
                  <a:lnTo>
                    <a:pt x="1266505" y="145960"/>
                  </a:lnTo>
                  <a:lnTo>
                    <a:pt x="1275487" y="151951"/>
                  </a:lnTo>
                  <a:lnTo>
                    <a:pt x="1284470" y="158574"/>
                  </a:lnTo>
                  <a:lnTo>
                    <a:pt x="1293452" y="165648"/>
                  </a:lnTo>
                  <a:lnTo>
                    <a:pt x="1302434" y="172976"/>
                  </a:lnTo>
                  <a:lnTo>
                    <a:pt x="1311417" y="180365"/>
                  </a:lnTo>
                  <a:lnTo>
                    <a:pt x="1320399" y="187645"/>
                  </a:lnTo>
                  <a:lnTo>
                    <a:pt x="1329381" y="194683"/>
                  </a:lnTo>
                  <a:lnTo>
                    <a:pt x="1338364" y="201395"/>
                  </a:lnTo>
                  <a:lnTo>
                    <a:pt x="1347346" y="207747"/>
                  </a:lnTo>
                  <a:lnTo>
                    <a:pt x="1356328" y="213755"/>
                  </a:lnTo>
                  <a:lnTo>
                    <a:pt x="1365310" y="219467"/>
                  </a:lnTo>
                  <a:lnTo>
                    <a:pt x="1374293" y="224971"/>
                  </a:lnTo>
                  <a:lnTo>
                    <a:pt x="1383275" y="230362"/>
                  </a:lnTo>
                  <a:lnTo>
                    <a:pt x="1392257" y="235705"/>
                  </a:lnTo>
                  <a:lnTo>
                    <a:pt x="1401240" y="241032"/>
                  </a:lnTo>
                  <a:lnTo>
                    <a:pt x="1410222" y="246343"/>
                  </a:lnTo>
                  <a:lnTo>
                    <a:pt x="1419204" y="251605"/>
                  </a:lnTo>
                  <a:lnTo>
                    <a:pt x="1428187" y="256762"/>
                  </a:lnTo>
                  <a:lnTo>
                    <a:pt x="1437169" y="261750"/>
                  </a:lnTo>
                  <a:lnTo>
                    <a:pt x="1446151" y="266509"/>
                  </a:lnTo>
                  <a:lnTo>
                    <a:pt x="1455134" y="271000"/>
                  </a:lnTo>
                  <a:lnTo>
                    <a:pt x="1464116" y="275210"/>
                  </a:lnTo>
                  <a:lnTo>
                    <a:pt x="1473098" y="279159"/>
                  </a:lnTo>
                  <a:lnTo>
                    <a:pt x="1482081" y="282888"/>
                  </a:lnTo>
                  <a:lnTo>
                    <a:pt x="1491063" y="286451"/>
                  </a:lnTo>
                  <a:lnTo>
                    <a:pt x="1500045" y="289919"/>
                  </a:lnTo>
                  <a:lnTo>
                    <a:pt x="1509027" y="293335"/>
                  </a:lnTo>
                  <a:lnTo>
                    <a:pt x="1518010" y="296718"/>
                  </a:lnTo>
                  <a:lnTo>
                    <a:pt x="1526992" y="300064"/>
                  </a:lnTo>
                  <a:lnTo>
                    <a:pt x="1535974" y="303353"/>
                  </a:lnTo>
                  <a:lnTo>
                    <a:pt x="1544957" y="306554"/>
                  </a:lnTo>
                  <a:lnTo>
                    <a:pt x="1553939" y="309637"/>
                  </a:lnTo>
                  <a:lnTo>
                    <a:pt x="1562921" y="312574"/>
                  </a:lnTo>
                  <a:lnTo>
                    <a:pt x="1571904" y="315348"/>
                  </a:lnTo>
                  <a:lnTo>
                    <a:pt x="1580886" y="317951"/>
                  </a:lnTo>
                  <a:lnTo>
                    <a:pt x="1589868" y="320385"/>
                  </a:lnTo>
                  <a:lnTo>
                    <a:pt x="1598851" y="322661"/>
                  </a:lnTo>
                  <a:lnTo>
                    <a:pt x="1607833" y="324794"/>
                  </a:lnTo>
                  <a:lnTo>
                    <a:pt x="1616815" y="326809"/>
                  </a:lnTo>
                  <a:lnTo>
                    <a:pt x="1625797" y="328748"/>
                  </a:lnTo>
                  <a:lnTo>
                    <a:pt x="1634780" y="330648"/>
                  </a:lnTo>
                  <a:lnTo>
                    <a:pt x="1643762" y="332547"/>
                  </a:lnTo>
                  <a:lnTo>
                    <a:pt x="1652744" y="334474"/>
                  </a:lnTo>
                  <a:lnTo>
                    <a:pt x="1661727" y="336442"/>
                  </a:lnTo>
                  <a:lnTo>
                    <a:pt x="1670709" y="338448"/>
                  </a:lnTo>
                  <a:lnTo>
                    <a:pt x="1679691" y="340470"/>
                  </a:lnTo>
                  <a:lnTo>
                    <a:pt x="1688674" y="342468"/>
                  </a:lnTo>
                  <a:lnTo>
                    <a:pt x="1697656" y="344393"/>
                  </a:lnTo>
                  <a:lnTo>
                    <a:pt x="1706638" y="346196"/>
                  </a:lnTo>
                  <a:lnTo>
                    <a:pt x="1715621" y="347835"/>
                  </a:lnTo>
                  <a:lnTo>
                    <a:pt x="1724603" y="349289"/>
                  </a:lnTo>
                  <a:lnTo>
                    <a:pt x="1733585" y="350548"/>
                  </a:lnTo>
                  <a:lnTo>
                    <a:pt x="1742567" y="351638"/>
                  </a:lnTo>
                  <a:lnTo>
                    <a:pt x="1751550" y="352602"/>
                  </a:lnTo>
                  <a:lnTo>
                    <a:pt x="1760532" y="353478"/>
                  </a:lnTo>
                  <a:lnTo>
                    <a:pt x="1769514" y="354299"/>
                  </a:lnTo>
                  <a:lnTo>
                    <a:pt x="1778497" y="355087"/>
                  </a:lnTo>
                  <a:lnTo>
                    <a:pt x="1787479" y="355849"/>
                  </a:lnTo>
                  <a:lnTo>
                    <a:pt x="1796461" y="356580"/>
                  </a:lnTo>
                  <a:lnTo>
                    <a:pt x="1805444" y="357270"/>
                  </a:lnTo>
                  <a:lnTo>
                    <a:pt x="1814426" y="357901"/>
                  </a:lnTo>
                  <a:lnTo>
                    <a:pt x="1823408" y="358459"/>
                  </a:lnTo>
                  <a:lnTo>
                    <a:pt x="1832391" y="358938"/>
                  </a:lnTo>
                  <a:lnTo>
                    <a:pt x="1841373" y="359334"/>
                  </a:lnTo>
                  <a:lnTo>
                    <a:pt x="1850355" y="359656"/>
                  </a:lnTo>
                  <a:lnTo>
                    <a:pt x="1859337" y="359911"/>
                  </a:lnTo>
                  <a:lnTo>
                    <a:pt x="1868320" y="360120"/>
                  </a:lnTo>
                  <a:lnTo>
                    <a:pt x="1877302" y="360300"/>
                  </a:lnTo>
                  <a:lnTo>
                    <a:pt x="1886284" y="360464"/>
                  </a:lnTo>
                  <a:lnTo>
                    <a:pt x="1895267" y="360625"/>
                  </a:lnTo>
                  <a:lnTo>
                    <a:pt x="1904249" y="360791"/>
                  </a:lnTo>
                  <a:lnTo>
                    <a:pt x="1913231" y="360970"/>
                  </a:lnTo>
                  <a:lnTo>
                    <a:pt x="1922214" y="361165"/>
                  </a:lnTo>
                  <a:lnTo>
                    <a:pt x="1931196" y="361376"/>
                  </a:lnTo>
                  <a:lnTo>
                    <a:pt x="1940178" y="361602"/>
                  </a:lnTo>
                  <a:lnTo>
                    <a:pt x="1949161" y="361838"/>
                  </a:lnTo>
                  <a:lnTo>
                    <a:pt x="1958143" y="362081"/>
                  </a:lnTo>
                  <a:lnTo>
                    <a:pt x="1958143" y="365899"/>
                  </a:lnTo>
                  <a:lnTo>
                    <a:pt x="1949161" y="365899"/>
                  </a:lnTo>
                  <a:lnTo>
                    <a:pt x="1940178" y="365899"/>
                  </a:lnTo>
                  <a:lnTo>
                    <a:pt x="1931196" y="365899"/>
                  </a:lnTo>
                  <a:lnTo>
                    <a:pt x="1922214" y="365899"/>
                  </a:lnTo>
                  <a:lnTo>
                    <a:pt x="1913231" y="365899"/>
                  </a:lnTo>
                  <a:lnTo>
                    <a:pt x="1904249" y="365899"/>
                  </a:lnTo>
                  <a:lnTo>
                    <a:pt x="1895267" y="365899"/>
                  </a:lnTo>
                  <a:lnTo>
                    <a:pt x="1886284" y="365899"/>
                  </a:lnTo>
                  <a:lnTo>
                    <a:pt x="1877302" y="365899"/>
                  </a:lnTo>
                  <a:lnTo>
                    <a:pt x="1868320" y="365899"/>
                  </a:lnTo>
                  <a:lnTo>
                    <a:pt x="1859337" y="365899"/>
                  </a:lnTo>
                  <a:lnTo>
                    <a:pt x="1850355" y="365899"/>
                  </a:lnTo>
                  <a:lnTo>
                    <a:pt x="1841373" y="365899"/>
                  </a:lnTo>
                  <a:lnTo>
                    <a:pt x="1832391" y="365899"/>
                  </a:lnTo>
                  <a:lnTo>
                    <a:pt x="1823408" y="365899"/>
                  </a:lnTo>
                  <a:lnTo>
                    <a:pt x="1814426" y="365899"/>
                  </a:lnTo>
                  <a:lnTo>
                    <a:pt x="1805444" y="365899"/>
                  </a:lnTo>
                  <a:lnTo>
                    <a:pt x="1796461" y="365899"/>
                  </a:lnTo>
                  <a:lnTo>
                    <a:pt x="1787479" y="365899"/>
                  </a:lnTo>
                  <a:lnTo>
                    <a:pt x="1778497" y="365899"/>
                  </a:lnTo>
                  <a:lnTo>
                    <a:pt x="1769514" y="365899"/>
                  </a:lnTo>
                  <a:lnTo>
                    <a:pt x="1760532" y="365899"/>
                  </a:lnTo>
                  <a:lnTo>
                    <a:pt x="1751550" y="365899"/>
                  </a:lnTo>
                  <a:lnTo>
                    <a:pt x="1742567" y="365899"/>
                  </a:lnTo>
                  <a:lnTo>
                    <a:pt x="1733585" y="365899"/>
                  </a:lnTo>
                  <a:lnTo>
                    <a:pt x="1724603" y="365899"/>
                  </a:lnTo>
                  <a:lnTo>
                    <a:pt x="1715621" y="365899"/>
                  </a:lnTo>
                  <a:lnTo>
                    <a:pt x="1706638" y="365899"/>
                  </a:lnTo>
                  <a:lnTo>
                    <a:pt x="1697656" y="365899"/>
                  </a:lnTo>
                  <a:lnTo>
                    <a:pt x="1688674" y="365899"/>
                  </a:lnTo>
                  <a:lnTo>
                    <a:pt x="1679691" y="365899"/>
                  </a:lnTo>
                  <a:lnTo>
                    <a:pt x="1670709" y="365899"/>
                  </a:lnTo>
                  <a:lnTo>
                    <a:pt x="1661727" y="365899"/>
                  </a:lnTo>
                  <a:lnTo>
                    <a:pt x="1652744" y="365899"/>
                  </a:lnTo>
                  <a:lnTo>
                    <a:pt x="1643762" y="365899"/>
                  </a:lnTo>
                  <a:lnTo>
                    <a:pt x="1634780" y="365899"/>
                  </a:lnTo>
                  <a:lnTo>
                    <a:pt x="1625797" y="365899"/>
                  </a:lnTo>
                  <a:lnTo>
                    <a:pt x="1616815" y="365899"/>
                  </a:lnTo>
                  <a:lnTo>
                    <a:pt x="1607833" y="365899"/>
                  </a:lnTo>
                  <a:lnTo>
                    <a:pt x="1598851" y="365899"/>
                  </a:lnTo>
                  <a:lnTo>
                    <a:pt x="1589868" y="365899"/>
                  </a:lnTo>
                  <a:lnTo>
                    <a:pt x="1580886" y="365899"/>
                  </a:lnTo>
                  <a:lnTo>
                    <a:pt x="1571904" y="365899"/>
                  </a:lnTo>
                  <a:lnTo>
                    <a:pt x="1562921" y="365899"/>
                  </a:lnTo>
                  <a:lnTo>
                    <a:pt x="1553939" y="365899"/>
                  </a:lnTo>
                  <a:lnTo>
                    <a:pt x="1544957" y="365899"/>
                  </a:lnTo>
                  <a:lnTo>
                    <a:pt x="1535974" y="365899"/>
                  </a:lnTo>
                  <a:lnTo>
                    <a:pt x="1526992" y="365899"/>
                  </a:lnTo>
                  <a:lnTo>
                    <a:pt x="1518010" y="365899"/>
                  </a:lnTo>
                  <a:lnTo>
                    <a:pt x="1509027" y="365899"/>
                  </a:lnTo>
                  <a:lnTo>
                    <a:pt x="1500045" y="365899"/>
                  </a:lnTo>
                  <a:lnTo>
                    <a:pt x="1491063" y="365899"/>
                  </a:lnTo>
                  <a:lnTo>
                    <a:pt x="1482081" y="365899"/>
                  </a:lnTo>
                  <a:lnTo>
                    <a:pt x="1473098" y="365899"/>
                  </a:lnTo>
                  <a:lnTo>
                    <a:pt x="1464116" y="365899"/>
                  </a:lnTo>
                  <a:lnTo>
                    <a:pt x="1455134" y="365899"/>
                  </a:lnTo>
                  <a:lnTo>
                    <a:pt x="1446151" y="365899"/>
                  </a:lnTo>
                  <a:lnTo>
                    <a:pt x="1437169" y="365899"/>
                  </a:lnTo>
                  <a:lnTo>
                    <a:pt x="1428187" y="365899"/>
                  </a:lnTo>
                  <a:lnTo>
                    <a:pt x="1419204" y="365899"/>
                  </a:lnTo>
                  <a:lnTo>
                    <a:pt x="1410222" y="365899"/>
                  </a:lnTo>
                  <a:lnTo>
                    <a:pt x="1401240" y="365899"/>
                  </a:lnTo>
                  <a:lnTo>
                    <a:pt x="1392257" y="365899"/>
                  </a:lnTo>
                  <a:lnTo>
                    <a:pt x="1383275" y="365899"/>
                  </a:lnTo>
                  <a:lnTo>
                    <a:pt x="1374293" y="365899"/>
                  </a:lnTo>
                  <a:lnTo>
                    <a:pt x="1365310" y="365899"/>
                  </a:lnTo>
                  <a:lnTo>
                    <a:pt x="1356328" y="365899"/>
                  </a:lnTo>
                  <a:lnTo>
                    <a:pt x="1347346" y="365899"/>
                  </a:lnTo>
                  <a:lnTo>
                    <a:pt x="1338364" y="365899"/>
                  </a:lnTo>
                  <a:lnTo>
                    <a:pt x="1329381" y="365899"/>
                  </a:lnTo>
                  <a:lnTo>
                    <a:pt x="1320399" y="365899"/>
                  </a:lnTo>
                  <a:lnTo>
                    <a:pt x="1311417" y="365899"/>
                  </a:lnTo>
                  <a:lnTo>
                    <a:pt x="1302434" y="365899"/>
                  </a:lnTo>
                  <a:lnTo>
                    <a:pt x="1293452" y="365899"/>
                  </a:lnTo>
                  <a:lnTo>
                    <a:pt x="1284470" y="365899"/>
                  </a:lnTo>
                  <a:lnTo>
                    <a:pt x="1275487" y="365899"/>
                  </a:lnTo>
                  <a:lnTo>
                    <a:pt x="1266505" y="365899"/>
                  </a:lnTo>
                  <a:lnTo>
                    <a:pt x="1257523" y="365899"/>
                  </a:lnTo>
                  <a:lnTo>
                    <a:pt x="1248540" y="365899"/>
                  </a:lnTo>
                  <a:lnTo>
                    <a:pt x="1239558" y="365899"/>
                  </a:lnTo>
                  <a:lnTo>
                    <a:pt x="1230576" y="365899"/>
                  </a:lnTo>
                  <a:lnTo>
                    <a:pt x="1221594" y="365899"/>
                  </a:lnTo>
                  <a:lnTo>
                    <a:pt x="1212611" y="365899"/>
                  </a:lnTo>
                  <a:lnTo>
                    <a:pt x="1203629" y="365899"/>
                  </a:lnTo>
                  <a:lnTo>
                    <a:pt x="1194647" y="365899"/>
                  </a:lnTo>
                  <a:lnTo>
                    <a:pt x="1185664" y="365899"/>
                  </a:lnTo>
                  <a:lnTo>
                    <a:pt x="1176682" y="365899"/>
                  </a:lnTo>
                  <a:lnTo>
                    <a:pt x="1167700" y="365899"/>
                  </a:lnTo>
                  <a:lnTo>
                    <a:pt x="1158717" y="365899"/>
                  </a:lnTo>
                  <a:lnTo>
                    <a:pt x="1149735" y="365899"/>
                  </a:lnTo>
                  <a:lnTo>
                    <a:pt x="1140753" y="365899"/>
                  </a:lnTo>
                  <a:lnTo>
                    <a:pt x="1131770" y="365899"/>
                  </a:lnTo>
                  <a:lnTo>
                    <a:pt x="1122788" y="365899"/>
                  </a:lnTo>
                  <a:lnTo>
                    <a:pt x="1113806" y="365899"/>
                  </a:lnTo>
                  <a:lnTo>
                    <a:pt x="1104824" y="365899"/>
                  </a:lnTo>
                  <a:lnTo>
                    <a:pt x="1095841" y="365899"/>
                  </a:lnTo>
                  <a:lnTo>
                    <a:pt x="1086859" y="365899"/>
                  </a:lnTo>
                  <a:lnTo>
                    <a:pt x="1077877" y="365899"/>
                  </a:lnTo>
                  <a:lnTo>
                    <a:pt x="1068894" y="365899"/>
                  </a:lnTo>
                  <a:lnTo>
                    <a:pt x="1059912" y="365899"/>
                  </a:lnTo>
                  <a:lnTo>
                    <a:pt x="1050930" y="365899"/>
                  </a:lnTo>
                  <a:lnTo>
                    <a:pt x="1041947" y="365899"/>
                  </a:lnTo>
                  <a:lnTo>
                    <a:pt x="1032965" y="365899"/>
                  </a:lnTo>
                  <a:lnTo>
                    <a:pt x="1023983" y="365899"/>
                  </a:lnTo>
                  <a:lnTo>
                    <a:pt x="1015000" y="365899"/>
                  </a:lnTo>
                  <a:lnTo>
                    <a:pt x="1006018" y="365899"/>
                  </a:lnTo>
                  <a:lnTo>
                    <a:pt x="997036" y="365899"/>
                  </a:lnTo>
                  <a:lnTo>
                    <a:pt x="988054" y="365899"/>
                  </a:lnTo>
                  <a:lnTo>
                    <a:pt x="979071" y="365899"/>
                  </a:lnTo>
                  <a:lnTo>
                    <a:pt x="970089" y="365899"/>
                  </a:lnTo>
                  <a:lnTo>
                    <a:pt x="961107" y="365899"/>
                  </a:lnTo>
                  <a:lnTo>
                    <a:pt x="952124" y="365899"/>
                  </a:lnTo>
                  <a:lnTo>
                    <a:pt x="943142" y="365899"/>
                  </a:lnTo>
                  <a:lnTo>
                    <a:pt x="934160" y="365899"/>
                  </a:lnTo>
                  <a:lnTo>
                    <a:pt x="925177" y="365899"/>
                  </a:lnTo>
                  <a:lnTo>
                    <a:pt x="916195" y="365899"/>
                  </a:lnTo>
                  <a:lnTo>
                    <a:pt x="907213" y="365899"/>
                  </a:lnTo>
                  <a:lnTo>
                    <a:pt x="898230" y="365899"/>
                  </a:lnTo>
                  <a:lnTo>
                    <a:pt x="889248" y="365899"/>
                  </a:lnTo>
                  <a:lnTo>
                    <a:pt x="880266" y="365899"/>
                  </a:lnTo>
                  <a:lnTo>
                    <a:pt x="871283" y="365899"/>
                  </a:lnTo>
                  <a:lnTo>
                    <a:pt x="862301" y="365899"/>
                  </a:lnTo>
                  <a:lnTo>
                    <a:pt x="853319" y="365899"/>
                  </a:lnTo>
                  <a:lnTo>
                    <a:pt x="844337" y="365899"/>
                  </a:lnTo>
                  <a:lnTo>
                    <a:pt x="835354" y="365899"/>
                  </a:lnTo>
                  <a:lnTo>
                    <a:pt x="826372" y="365899"/>
                  </a:lnTo>
                  <a:lnTo>
                    <a:pt x="817390" y="365899"/>
                  </a:lnTo>
                  <a:lnTo>
                    <a:pt x="808407" y="365899"/>
                  </a:lnTo>
                  <a:lnTo>
                    <a:pt x="799425" y="365899"/>
                  </a:lnTo>
                  <a:lnTo>
                    <a:pt x="790443" y="365899"/>
                  </a:lnTo>
                  <a:lnTo>
                    <a:pt x="781460" y="365899"/>
                  </a:lnTo>
                  <a:lnTo>
                    <a:pt x="772478" y="365899"/>
                  </a:lnTo>
                  <a:lnTo>
                    <a:pt x="763496" y="365899"/>
                  </a:lnTo>
                  <a:lnTo>
                    <a:pt x="754513" y="365899"/>
                  </a:lnTo>
                  <a:lnTo>
                    <a:pt x="745531" y="365899"/>
                  </a:lnTo>
                  <a:lnTo>
                    <a:pt x="736549" y="365899"/>
                  </a:lnTo>
                  <a:lnTo>
                    <a:pt x="727567" y="365899"/>
                  </a:lnTo>
                  <a:lnTo>
                    <a:pt x="718584" y="365899"/>
                  </a:lnTo>
                  <a:lnTo>
                    <a:pt x="709602" y="365899"/>
                  </a:lnTo>
                  <a:lnTo>
                    <a:pt x="700620" y="365899"/>
                  </a:lnTo>
                  <a:lnTo>
                    <a:pt x="691637" y="365899"/>
                  </a:lnTo>
                  <a:lnTo>
                    <a:pt x="682655" y="365899"/>
                  </a:lnTo>
                  <a:lnTo>
                    <a:pt x="673673" y="365899"/>
                  </a:lnTo>
                  <a:lnTo>
                    <a:pt x="664690" y="365899"/>
                  </a:lnTo>
                  <a:lnTo>
                    <a:pt x="655708" y="365899"/>
                  </a:lnTo>
                  <a:lnTo>
                    <a:pt x="646726" y="365899"/>
                  </a:lnTo>
                  <a:lnTo>
                    <a:pt x="637743" y="365899"/>
                  </a:lnTo>
                  <a:lnTo>
                    <a:pt x="628761" y="365899"/>
                  </a:lnTo>
                  <a:lnTo>
                    <a:pt x="619779" y="365899"/>
                  </a:lnTo>
                  <a:lnTo>
                    <a:pt x="610797" y="365899"/>
                  </a:lnTo>
                  <a:lnTo>
                    <a:pt x="601814" y="365899"/>
                  </a:lnTo>
                  <a:lnTo>
                    <a:pt x="592832" y="365899"/>
                  </a:lnTo>
                  <a:lnTo>
                    <a:pt x="583850" y="365899"/>
                  </a:lnTo>
                  <a:lnTo>
                    <a:pt x="574867" y="365899"/>
                  </a:lnTo>
                  <a:lnTo>
                    <a:pt x="565885" y="365899"/>
                  </a:lnTo>
                  <a:lnTo>
                    <a:pt x="556903" y="365899"/>
                  </a:lnTo>
                  <a:lnTo>
                    <a:pt x="547920" y="365899"/>
                  </a:lnTo>
                  <a:lnTo>
                    <a:pt x="538938" y="365899"/>
                  </a:lnTo>
                  <a:lnTo>
                    <a:pt x="529956" y="365899"/>
                  </a:lnTo>
                  <a:lnTo>
                    <a:pt x="520973" y="365899"/>
                  </a:lnTo>
                  <a:lnTo>
                    <a:pt x="511991" y="365899"/>
                  </a:lnTo>
                  <a:lnTo>
                    <a:pt x="503009" y="365899"/>
                  </a:lnTo>
                  <a:lnTo>
                    <a:pt x="494027" y="365899"/>
                  </a:lnTo>
                  <a:lnTo>
                    <a:pt x="485044" y="365899"/>
                  </a:lnTo>
                  <a:lnTo>
                    <a:pt x="476062" y="365899"/>
                  </a:lnTo>
                  <a:lnTo>
                    <a:pt x="467080" y="365899"/>
                  </a:lnTo>
                  <a:lnTo>
                    <a:pt x="458097" y="365899"/>
                  </a:lnTo>
                  <a:lnTo>
                    <a:pt x="449115" y="365899"/>
                  </a:lnTo>
                  <a:lnTo>
                    <a:pt x="440133" y="365899"/>
                  </a:lnTo>
                  <a:lnTo>
                    <a:pt x="431150" y="365899"/>
                  </a:lnTo>
                  <a:lnTo>
                    <a:pt x="422168" y="365899"/>
                  </a:lnTo>
                  <a:lnTo>
                    <a:pt x="413186" y="365899"/>
                  </a:lnTo>
                  <a:lnTo>
                    <a:pt x="404203" y="365899"/>
                  </a:lnTo>
                  <a:lnTo>
                    <a:pt x="395221" y="365899"/>
                  </a:lnTo>
                  <a:lnTo>
                    <a:pt x="386239" y="365899"/>
                  </a:lnTo>
                  <a:lnTo>
                    <a:pt x="377256" y="365899"/>
                  </a:lnTo>
                  <a:lnTo>
                    <a:pt x="368274" y="365899"/>
                  </a:lnTo>
                  <a:lnTo>
                    <a:pt x="359292" y="365899"/>
                  </a:lnTo>
                  <a:lnTo>
                    <a:pt x="350310" y="365899"/>
                  </a:lnTo>
                  <a:lnTo>
                    <a:pt x="341327" y="365899"/>
                  </a:lnTo>
                  <a:lnTo>
                    <a:pt x="332345" y="365899"/>
                  </a:lnTo>
                  <a:lnTo>
                    <a:pt x="323363" y="365899"/>
                  </a:lnTo>
                  <a:lnTo>
                    <a:pt x="314380" y="365899"/>
                  </a:lnTo>
                  <a:lnTo>
                    <a:pt x="305398" y="365899"/>
                  </a:lnTo>
                  <a:lnTo>
                    <a:pt x="296416" y="365899"/>
                  </a:lnTo>
                  <a:lnTo>
                    <a:pt x="287433" y="365899"/>
                  </a:lnTo>
                  <a:lnTo>
                    <a:pt x="278451" y="365899"/>
                  </a:lnTo>
                  <a:lnTo>
                    <a:pt x="269469" y="365899"/>
                  </a:lnTo>
                  <a:lnTo>
                    <a:pt x="260486" y="365899"/>
                  </a:lnTo>
                  <a:lnTo>
                    <a:pt x="251504" y="365899"/>
                  </a:lnTo>
                  <a:lnTo>
                    <a:pt x="242522" y="365899"/>
                  </a:lnTo>
                  <a:lnTo>
                    <a:pt x="233540" y="365899"/>
                  </a:lnTo>
                  <a:lnTo>
                    <a:pt x="224557" y="365899"/>
                  </a:lnTo>
                  <a:lnTo>
                    <a:pt x="215575" y="365899"/>
                  </a:lnTo>
                  <a:lnTo>
                    <a:pt x="206593" y="365899"/>
                  </a:lnTo>
                  <a:lnTo>
                    <a:pt x="197610" y="365899"/>
                  </a:lnTo>
                  <a:lnTo>
                    <a:pt x="188628" y="365899"/>
                  </a:lnTo>
                  <a:lnTo>
                    <a:pt x="179646" y="365899"/>
                  </a:lnTo>
                  <a:lnTo>
                    <a:pt x="170663" y="365899"/>
                  </a:lnTo>
                  <a:lnTo>
                    <a:pt x="161681" y="365899"/>
                  </a:lnTo>
                  <a:lnTo>
                    <a:pt x="152699" y="365899"/>
                  </a:lnTo>
                  <a:lnTo>
                    <a:pt x="143716" y="365899"/>
                  </a:lnTo>
                  <a:lnTo>
                    <a:pt x="134734" y="365899"/>
                  </a:lnTo>
                  <a:lnTo>
                    <a:pt x="125752" y="365899"/>
                  </a:lnTo>
                  <a:lnTo>
                    <a:pt x="116770" y="365899"/>
                  </a:lnTo>
                  <a:lnTo>
                    <a:pt x="107787" y="365899"/>
                  </a:lnTo>
                  <a:lnTo>
                    <a:pt x="98805" y="365899"/>
                  </a:lnTo>
                  <a:lnTo>
                    <a:pt x="89823" y="365899"/>
                  </a:lnTo>
                  <a:lnTo>
                    <a:pt x="80840" y="365899"/>
                  </a:lnTo>
                  <a:lnTo>
                    <a:pt x="71858" y="365899"/>
                  </a:lnTo>
                  <a:lnTo>
                    <a:pt x="62876" y="365899"/>
                  </a:lnTo>
                  <a:lnTo>
                    <a:pt x="53893" y="365899"/>
                  </a:lnTo>
                  <a:lnTo>
                    <a:pt x="44911" y="365899"/>
                  </a:lnTo>
                  <a:lnTo>
                    <a:pt x="35929" y="365899"/>
                  </a:lnTo>
                  <a:lnTo>
                    <a:pt x="26946" y="365899"/>
                  </a:lnTo>
                  <a:lnTo>
                    <a:pt x="17964" y="365899"/>
                  </a:lnTo>
                  <a:lnTo>
                    <a:pt x="8982" y="365899"/>
                  </a:lnTo>
                  <a:lnTo>
                    <a:pt x="0" y="365899"/>
                  </a:lnTo>
                  <a:close/>
                </a:path>
              </a:pathLst>
            </a:custGeom>
            <a:solidFill>
              <a:srgbClr val="F4A582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9105221" y="4332118"/>
              <a:ext cx="8982" cy="3"/>
            </a:xfrm>
            <a:custGeom>
              <a:avLst/>
              <a:pathLst>
                <a:path w="8982" h="3">
                  <a:moveTo>
                    <a:pt x="0" y="0"/>
                  </a:moveTo>
                  <a:lnTo>
                    <a:pt x="8982" y="3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9186062" y="3969835"/>
              <a:ext cx="1958143" cy="362209"/>
            </a:xfrm>
            <a:custGeom>
              <a:avLst/>
              <a:pathLst>
                <a:path w="1958143" h="362209">
                  <a:moveTo>
                    <a:pt x="0" y="362209"/>
                  </a:moveTo>
                  <a:lnTo>
                    <a:pt x="8982" y="361836"/>
                  </a:lnTo>
                  <a:lnTo>
                    <a:pt x="17964" y="361329"/>
                  </a:lnTo>
                  <a:lnTo>
                    <a:pt x="26946" y="360683"/>
                  </a:lnTo>
                  <a:lnTo>
                    <a:pt x="35929" y="359913"/>
                  </a:lnTo>
                  <a:lnTo>
                    <a:pt x="44911" y="359028"/>
                  </a:lnTo>
                  <a:lnTo>
                    <a:pt x="53893" y="358038"/>
                  </a:lnTo>
                  <a:lnTo>
                    <a:pt x="62876" y="356955"/>
                  </a:lnTo>
                  <a:lnTo>
                    <a:pt x="71858" y="355792"/>
                  </a:lnTo>
                  <a:lnTo>
                    <a:pt x="80840" y="354566"/>
                  </a:lnTo>
                  <a:lnTo>
                    <a:pt x="89823" y="353294"/>
                  </a:lnTo>
                  <a:lnTo>
                    <a:pt x="98805" y="351996"/>
                  </a:lnTo>
                  <a:lnTo>
                    <a:pt x="107787" y="350690"/>
                  </a:lnTo>
                  <a:lnTo>
                    <a:pt x="116770" y="349392"/>
                  </a:lnTo>
                  <a:lnTo>
                    <a:pt x="125752" y="348108"/>
                  </a:lnTo>
                  <a:lnTo>
                    <a:pt x="134734" y="346836"/>
                  </a:lnTo>
                  <a:lnTo>
                    <a:pt x="143716" y="345555"/>
                  </a:lnTo>
                  <a:lnTo>
                    <a:pt x="152699" y="344229"/>
                  </a:lnTo>
                  <a:lnTo>
                    <a:pt x="161681" y="342812"/>
                  </a:lnTo>
                  <a:lnTo>
                    <a:pt x="170663" y="341251"/>
                  </a:lnTo>
                  <a:lnTo>
                    <a:pt x="179646" y="339499"/>
                  </a:lnTo>
                  <a:lnTo>
                    <a:pt x="188628" y="337514"/>
                  </a:lnTo>
                  <a:lnTo>
                    <a:pt x="197610" y="335278"/>
                  </a:lnTo>
                  <a:lnTo>
                    <a:pt x="206593" y="332792"/>
                  </a:lnTo>
                  <a:lnTo>
                    <a:pt x="215575" y="330089"/>
                  </a:lnTo>
                  <a:lnTo>
                    <a:pt x="224557" y="327224"/>
                  </a:lnTo>
                  <a:lnTo>
                    <a:pt x="233540" y="324276"/>
                  </a:lnTo>
                  <a:lnTo>
                    <a:pt x="242522" y="321333"/>
                  </a:lnTo>
                  <a:lnTo>
                    <a:pt x="251504" y="318481"/>
                  </a:lnTo>
                  <a:lnTo>
                    <a:pt x="260486" y="315791"/>
                  </a:lnTo>
                  <a:lnTo>
                    <a:pt x="269469" y="313329"/>
                  </a:lnTo>
                  <a:lnTo>
                    <a:pt x="278451" y="311084"/>
                  </a:lnTo>
                  <a:lnTo>
                    <a:pt x="287433" y="309027"/>
                  </a:lnTo>
                  <a:lnTo>
                    <a:pt x="296416" y="307102"/>
                  </a:lnTo>
                  <a:lnTo>
                    <a:pt x="305398" y="305238"/>
                  </a:lnTo>
                  <a:lnTo>
                    <a:pt x="314380" y="303356"/>
                  </a:lnTo>
                  <a:lnTo>
                    <a:pt x="323363" y="301377"/>
                  </a:lnTo>
                  <a:lnTo>
                    <a:pt x="332345" y="299227"/>
                  </a:lnTo>
                  <a:lnTo>
                    <a:pt x="341327" y="296844"/>
                  </a:lnTo>
                  <a:lnTo>
                    <a:pt x="350310" y="294178"/>
                  </a:lnTo>
                  <a:lnTo>
                    <a:pt x="359292" y="291191"/>
                  </a:lnTo>
                  <a:lnTo>
                    <a:pt x="368274" y="287867"/>
                  </a:lnTo>
                  <a:lnTo>
                    <a:pt x="377256" y="284205"/>
                  </a:lnTo>
                  <a:lnTo>
                    <a:pt x="386239" y="280225"/>
                  </a:lnTo>
                  <a:lnTo>
                    <a:pt x="395221" y="275985"/>
                  </a:lnTo>
                  <a:lnTo>
                    <a:pt x="404203" y="271590"/>
                  </a:lnTo>
                  <a:lnTo>
                    <a:pt x="413186" y="267144"/>
                  </a:lnTo>
                  <a:lnTo>
                    <a:pt x="422168" y="262762"/>
                  </a:lnTo>
                  <a:lnTo>
                    <a:pt x="431150" y="258544"/>
                  </a:lnTo>
                  <a:lnTo>
                    <a:pt x="440133" y="254568"/>
                  </a:lnTo>
                  <a:lnTo>
                    <a:pt x="449115" y="250869"/>
                  </a:lnTo>
                  <a:lnTo>
                    <a:pt x="458097" y="247429"/>
                  </a:lnTo>
                  <a:lnTo>
                    <a:pt x="467080" y="244181"/>
                  </a:lnTo>
                  <a:lnTo>
                    <a:pt x="476062" y="241008"/>
                  </a:lnTo>
                  <a:lnTo>
                    <a:pt x="485044" y="237762"/>
                  </a:lnTo>
                  <a:lnTo>
                    <a:pt x="494027" y="234284"/>
                  </a:lnTo>
                  <a:lnTo>
                    <a:pt x="503009" y="230427"/>
                  </a:lnTo>
                  <a:lnTo>
                    <a:pt x="511991" y="226041"/>
                  </a:lnTo>
                  <a:lnTo>
                    <a:pt x="520973" y="221080"/>
                  </a:lnTo>
                  <a:lnTo>
                    <a:pt x="529956" y="215553"/>
                  </a:lnTo>
                  <a:lnTo>
                    <a:pt x="538938" y="209500"/>
                  </a:lnTo>
                  <a:lnTo>
                    <a:pt x="547920" y="202990"/>
                  </a:lnTo>
                  <a:lnTo>
                    <a:pt x="556903" y="196105"/>
                  </a:lnTo>
                  <a:lnTo>
                    <a:pt x="565885" y="188928"/>
                  </a:lnTo>
                  <a:lnTo>
                    <a:pt x="574867" y="181537"/>
                  </a:lnTo>
                  <a:lnTo>
                    <a:pt x="583850" y="173996"/>
                  </a:lnTo>
                  <a:lnTo>
                    <a:pt x="592832" y="166363"/>
                  </a:lnTo>
                  <a:lnTo>
                    <a:pt x="601814" y="158687"/>
                  </a:lnTo>
                  <a:lnTo>
                    <a:pt x="610797" y="151009"/>
                  </a:lnTo>
                  <a:lnTo>
                    <a:pt x="619779" y="143369"/>
                  </a:lnTo>
                  <a:lnTo>
                    <a:pt x="628761" y="135799"/>
                  </a:lnTo>
                  <a:lnTo>
                    <a:pt x="637743" y="128330"/>
                  </a:lnTo>
                  <a:lnTo>
                    <a:pt x="646726" y="120967"/>
                  </a:lnTo>
                  <a:lnTo>
                    <a:pt x="655708" y="113715"/>
                  </a:lnTo>
                  <a:lnTo>
                    <a:pt x="664690" y="106575"/>
                  </a:lnTo>
                  <a:lnTo>
                    <a:pt x="673673" y="99554"/>
                  </a:lnTo>
                  <a:lnTo>
                    <a:pt x="682655" y="92670"/>
                  </a:lnTo>
                  <a:lnTo>
                    <a:pt x="691637" y="85953"/>
                  </a:lnTo>
                  <a:lnTo>
                    <a:pt x="700620" y="79448"/>
                  </a:lnTo>
                  <a:lnTo>
                    <a:pt x="709602" y="73211"/>
                  </a:lnTo>
                  <a:lnTo>
                    <a:pt x="718584" y="67306"/>
                  </a:lnTo>
                  <a:lnTo>
                    <a:pt x="727567" y="61799"/>
                  </a:lnTo>
                  <a:lnTo>
                    <a:pt x="736549" y="56749"/>
                  </a:lnTo>
                  <a:lnTo>
                    <a:pt x="745531" y="52208"/>
                  </a:lnTo>
                  <a:lnTo>
                    <a:pt x="754513" y="48234"/>
                  </a:lnTo>
                  <a:lnTo>
                    <a:pt x="763496" y="44831"/>
                  </a:lnTo>
                  <a:lnTo>
                    <a:pt x="772478" y="41941"/>
                  </a:lnTo>
                  <a:lnTo>
                    <a:pt x="781460" y="39492"/>
                  </a:lnTo>
                  <a:lnTo>
                    <a:pt x="790443" y="37372"/>
                  </a:lnTo>
                  <a:lnTo>
                    <a:pt x="799425" y="35435"/>
                  </a:lnTo>
                  <a:lnTo>
                    <a:pt x="808407" y="33520"/>
                  </a:lnTo>
                  <a:lnTo>
                    <a:pt x="817390" y="31465"/>
                  </a:lnTo>
                  <a:lnTo>
                    <a:pt x="826372" y="29133"/>
                  </a:lnTo>
                  <a:lnTo>
                    <a:pt x="835354" y="26437"/>
                  </a:lnTo>
                  <a:lnTo>
                    <a:pt x="844337" y="23348"/>
                  </a:lnTo>
                  <a:lnTo>
                    <a:pt x="853319" y="19912"/>
                  </a:lnTo>
                  <a:lnTo>
                    <a:pt x="862301" y="16245"/>
                  </a:lnTo>
                  <a:lnTo>
                    <a:pt x="871283" y="12515"/>
                  </a:lnTo>
                  <a:lnTo>
                    <a:pt x="880266" y="8959"/>
                  </a:lnTo>
                  <a:lnTo>
                    <a:pt x="889248" y="5795"/>
                  </a:lnTo>
                  <a:lnTo>
                    <a:pt x="898230" y="3207"/>
                  </a:lnTo>
                  <a:lnTo>
                    <a:pt x="907213" y="1332"/>
                  </a:lnTo>
                  <a:lnTo>
                    <a:pt x="916195" y="254"/>
                  </a:lnTo>
                  <a:lnTo>
                    <a:pt x="925177" y="0"/>
                  </a:lnTo>
                  <a:lnTo>
                    <a:pt x="934160" y="542"/>
                  </a:lnTo>
                  <a:lnTo>
                    <a:pt x="943142" y="1814"/>
                  </a:lnTo>
                  <a:lnTo>
                    <a:pt x="952124" y="3717"/>
                  </a:lnTo>
                  <a:lnTo>
                    <a:pt x="961107" y="6141"/>
                  </a:lnTo>
                  <a:lnTo>
                    <a:pt x="970089" y="8974"/>
                  </a:lnTo>
                  <a:lnTo>
                    <a:pt x="979071" y="12117"/>
                  </a:lnTo>
                  <a:lnTo>
                    <a:pt x="988054" y="15488"/>
                  </a:lnTo>
                  <a:lnTo>
                    <a:pt x="997036" y="19022"/>
                  </a:lnTo>
                  <a:lnTo>
                    <a:pt x="1006018" y="22669"/>
                  </a:lnTo>
                  <a:lnTo>
                    <a:pt x="1015000" y="26381"/>
                  </a:lnTo>
                  <a:lnTo>
                    <a:pt x="1023983" y="30125"/>
                  </a:lnTo>
                  <a:lnTo>
                    <a:pt x="1032965" y="33871"/>
                  </a:lnTo>
                  <a:lnTo>
                    <a:pt x="1041947" y="37601"/>
                  </a:lnTo>
                  <a:lnTo>
                    <a:pt x="1050930" y="41312"/>
                  </a:lnTo>
                  <a:lnTo>
                    <a:pt x="1059912" y="45026"/>
                  </a:lnTo>
                  <a:lnTo>
                    <a:pt x="1068894" y="48796"/>
                  </a:lnTo>
                  <a:lnTo>
                    <a:pt x="1077877" y="52708"/>
                  </a:lnTo>
                  <a:lnTo>
                    <a:pt x="1086859" y="56867"/>
                  </a:lnTo>
                  <a:lnTo>
                    <a:pt x="1095841" y="61391"/>
                  </a:lnTo>
                  <a:lnTo>
                    <a:pt x="1104824" y="66379"/>
                  </a:lnTo>
                  <a:lnTo>
                    <a:pt x="1113806" y="71887"/>
                  </a:lnTo>
                  <a:lnTo>
                    <a:pt x="1122788" y="77922"/>
                  </a:lnTo>
                  <a:lnTo>
                    <a:pt x="1131770" y="84346"/>
                  </a:lnTo>
                  <a:lnTo>
                    <a:pt x="1140753" y="90941"/>
                  </a:lnTo>
                  <a:lnTo>
                    <a:pt x="1149735" y="97452"/>
                  </a:lnTo>
                  <a:lnTo>
                    <a:pt x="1158717" y="103608"/>
                  </a:lnTo>
                  <a:lnTo>
                    <a:pt x="1167700" y="109167"/>
                  </a:lnTo>
                  <a:lnTo>
                    <a:pt x="1176682" y="113961"/>
                  </a:lnTo>
                  <a:lnTo>
                    <a:pt x="1185664" y="117920"/>
                  </a:lnTo>
                  <a:lnTo>
                    <a:pt x="1194647" y="121088"/>
                  </a:lnTo>
                  <a:lnTo>
                    <a:pt x="1203629" y="123620"/>
                  </a:lnTo>
                  <a:lnTo>
                    <a:pt x="1212611" y="125761"/>
                  </a:lnTo>
                  <a:lnTo>
                    <a:pt x="1221594" y="127807"/>
                  </a:lnTo>
                  <a:lnTo>
                    <a:pt x="1230576" y="130068"/>
                  </a:lnTo>
                  <a:lnTo>
                    <a:pt x="1239558" y="132826"/>
                  </a:lnTo>
                  <a:lnTo>
                    <a:pt x="1248540" y="136364"/>
                  </a:lnTo>
                  <a:lnTo>
                    <a:pt x="1257523" y="140739"/>
                  </a:lnTo>
                  <a:lnTo>
                    <a:pt x="1266505" y="145960"/>
                  </a:lnTo>
                  <a:lnTo>
                    <a:pt x="1275487" y="151951"/>
                  </a:lnTo>
                  <a:lnTo>
                    <a:pt x="1284470" y="158574"/>
                  </a:lnTo>
                  <a:lnTo>
                    <a:pt x="1293452" y="165648"/>
                  </a:lnTo>
                  <a:lnTo>
                    <a:pt x="1302434" y="172976"/>
                  </a:lnTo>
                  <a:lnTo>
                    <a:pt x="1311417" y="180365"/>
                  </a:lnTo>
                  <a:lnTo>
                    <a:pt x="1320399" y="187645"/>
                  </a:lnTo>
                  <a:lnTo>
                    <a:pt x="1329381" y="194683"/>
                  </a:lnTo>
                  <a:lnTo>
                    <a:pt x="1338364" y="201395"/>
                  </a:lnTo>
                  <a:lnTo>
                    <a:pt x="1347346" y="207747"/>
                  </a:lnTo>
                  <a:lnTo>
                    <a:pt x="1356328" y="213755"/>
                  </a:lnTo>
                  <a:lnTo>
                    <a:pt x="1365310" y="219467"/>
                  </a:lnTo>
                  <a:lnTo>
                    <a:pt x="1374293" y="224971"/>
                  </a:lnTo>
                  <a:lnTo>
                    <a:pt x="1383275" y="230362"/>
                  </a:lnTo>
                  <a:lnTo>
                    <a:pt x="1392257" y="235705"/>
                  </a:lnTo>
                  <a:lnTo>
                    <a:pt x="1401240" y="241032"/>
                  </a:lnTo>
                  <a:lnTo>
                    <a:pt x="1410222" y="246343"/>
                  </a:lnTo>
                  <a:lnTo>
                    <a:pt x="1419204" y="251605"/>
                  </a:lnTo>
                  <a:lnTo>
                    <a:pt x="1428187" y="256762"/>
                  </a:lnTo>
                  <a:lnTo>
                    <a:pt x="1437169" y="261750"/>
                  </a:lnTo>
                  <a:lnTo>
                    <a:pt x="1446151" y="266509"/>
                  </a:lnTo>
                  <a:lnTo>
                    <a:pt x="1455134" y="271000"/>
                  </a:lnTo>
                  <a:lnTo>
                    <a:pt x="1464116" y="275210"/>
                  </a:lnTo>
                  <a:lnTo>
                    <a:pt x="1473098" y="279159"/>
                  </a:lnTo>
                  <a:lnTo>
                    <a:pt x="1482081" y="282888"/>
                  </a:lnTo>
                  <a:lnTo>
                    <a:pt x="1491063" y="286451"/>
                  </a:lnTo>
                  <a:lnTo>
                    <a:pt x="1500045" y="289919"/>
                  </a:lnTo>
                  <a:lnTo>
                    <a:pt x="1509027" y="293335"/>
                  </a:lnTo>
                  <a:lnTo>
                    <a:pt x="1518010" y="296718"/>
                  </a:lnTo>
                  <a:lnTo>
                    <a:pt x="1526992" y="300064"/>
                  </a:lnTo>
                  <a:lnTo>
                    <a:pt x="1535974" y="303353"/>
                  </a:lnTo>
                  <a:lnTo>
                    <a:pt x="1544957" y="306554"/>
                  </a:lnTo>
                  <a:lnTo>
                    <a:pt x="1553939" y="309637"/>
                  </a:lnTo>
                  <a:lnTo>
                    <a:pt x="1562921" y="312574"/>
                  </a:lnTo>
                  <a:lnTo>
                    <a:pt x="1571904" y="315348"/>
                  </a:lnTo>
                  <a:lnTo>
                    <a:pt x="1580886" y="317951"/>
                  </a:lnTo>
                  <a:lnTo>
                    <a:pt x="1589868" y="320385"/>
                  </a:lnTo>
                  <a:lnTo>
                    <a:pt x="1598851" y="322661"/>
                  </a:lnTo>
                  <a:lnTo>
                    <a:pt x="1607833" y="324794"/>
                  </a:lnTo>
                  <a:lnTo>
                    <a:pt x="1616815" y="326809"/>
                  </a:lnTo>
                  <a:lnTo>
                    <a:pt x="1625797" y="328748"/>
                  </a:lnTo>
                  <a:lnTo>
                    <a:pt x="1634780" y="330648"/>
                  </a:lnTo>
                  <a:lnTo>
                    <a:pt x="1643762" y="332547"/>
                  </a:lnTo>
                  <a:lnTo>
                    <a:pt x="1652744" y="334474"/>
                  </a:lnTo>
                  <a:lnTo>
                    <a:pt x="1661727" y="336442"/>
                  </a:lnTo>
                  <a:lnTo>
                    <a:pt x="1670709" y="338448"/>
                  </a:lnTo>
                  <a:lnTo>
                    <a:pt x="1679691" y="340470"/>
                  </a:lnTo>
                  <a:lnTo>
                    <a:pt x="1688674" y="342468"/>
                  </a:lnTo>
                  <a:lnTo>
                    <a:pt x="1697656" y="344393"/>
                  </a:lnTo>
                  <a:lnTo>
                    <a:pt x="1706638" y="346196"/>
                  </a:lnTo>
                  <a:lnTo>
                    <a:pt x="1715621" y="347835"/>
                  </a:lnTo>
                  <a:lnTo>
                    <a:pt x="1724603" y="349289"/>
                  </a:lnTo>
                  <a:lnTo>
                    <a:pt x="1733585" y="350548"/>
                  </a:lnTo>
                  <a:lnTo>
                    <a:pt x="1742567" y="351638"/>
                  </a:lnTo>
                  <a:lnTo>
                    <a:pt x="1751550" y="352602"/>
                  </a:lnTo>
                  <a:lnTo>
                    <a:pt x="1760532" y="353478"/>
                  </a:lnTo>
                  <a:lnTo>
                    <a:pt x="1769514" y="354299"/>
                  </a:lnTo>
                  <a:lnTo>
                    <a:pt x="1778497" y="355087"/>
                  </a:lnTo>
                  <a:lnTo>
                    <a:pt x="1787479" y="355849"/>
                  </a:lnTo>
                  <a:lnTo>
                    <a:pt x="1796461" y="356580"/>
                  </a:lnTo>
                  <a:lnTo>
                    <a:pt x="1805444" y="357270"/>
                  </a:lnTo>
                  <a:lnTo>
                    <a:pt x="1814426" y="357901"/>
                  </a:lnTo>
                  <a:lnTo>
                    <a:pt x="1823408" y="358459"/>
                  </a:lnTo>
                  <a:lnTo>
                    <a:pt x="1832391" y="358938"/>
                  </a:lnTo>
                  <a:lnTo>
                    <a:pt x="1841373" y="359334"/>
                  </a:lnTo>
                  <a:lnTo>
                    <a:pt x="1850355" y="359656"/>
                  </a:lnTo>
                  <a:lnTo>
                    <a:pt x="1859337" y="359911"/>
                  </a:lnTo>
                  <a:lnTo>
                    <a:pt x="1868320" y="360120"/>
                  </a:lnTo>
                  <a:lnTo>
                    <a:pt x="1877302" y="360300"/>
                  </a:lnTo>
                  <a:lnTo>
                    <a:pt x="1886284" y="360464"/>
                  </a:lnTo>
                  <a:lnTo>
                    <a:pt x="1895267" y="360625"/>
                  </a:lnTo>
                  <a:lnTo>
                    <a:pt x="1904249" y="360791"/>
                  </a:lnTo>
                  <a:lnTo>
                    <a:pt x="1913231" y="360970"/>
                  </a:lnTo>
                  <a:lnTo>
                    <a:pt x="1922214" y="361165"/>
                  </a:lnTo>
                  <a:lnTo>
                    <a:pt x="1931196" y="361376"/>
                  </a:lnTo>
                  <a:lnTo>
                    <a:pt x="1940178" y="361602"/>
                  </a:lnTo>
                  <a:lnTo>
                    <a:pt x="1949161" y="361838"/>
                  </a:lnTo>
                  <a:lnTo>
                    <a:pt x="1958143" y="362081"/>
                  </a:lnTo>
                </a:path>
              </a:pathLst>
            </a:custGeom>
            <a:ln w="8130" cap="rnd">
              <a:solidFill>
                <a:srgbClr val="F4A5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9329779" y="3808902"/>
              <a:ext cx="1482081" cy="526832"/>
            </a:xfrm>
            <a:custGeom>
              <a:avLst/>
              <a:pathLst>
                <a:path w="1482081" h="526832">
                  <a:moveTo>
                    <a:pt x="0" y="523098"/>
                  </a:moveTo>
                  <a:lnTo>
                    <a:pt x="8982" y="522493"/>
                  </a:lnTo>
                  <a:lnTo>
                    <a:pt x="17964" y="521867"/>
                  </a:lnTo>
                  <a:lnTo>
                    <a:pt x="26946" y="521224"/>
                  </a:lnTo>
                  <a:lnTo>
                    <a:pt x="35929" y="520565"/>
                  </a:lnTo>
                  <a:lnTo>
                    <a:pt x="44911" y="519890"/>
                  </a:lnTo>
                  <a:lnTo>
                    <a:pt x="53893" y="519198"/>
                  </a:lnTo>
                  <a:lnTo>
                    <a:pt x="62876" y="518486"/>
                  </a:lnTo>
                  <a:lnTo>
                    <a:pt x="71858" y="517752"/>
                  </a:lnTo>
                  <a:lnTo>
                    <a:pt x="80840" y="516991"/>
                  </a:lnTo>
                  <a:lnTo>
                    <a:pt x="89823" y="516202"/>
                  </a:lnTo>
                  <a:lnTo>
                    <a:pt x="98805" y="515381"/>
                  </a:lnTo>
                  <a:lnTo>
                    <a:pt x="107787" y="514527"/>
                  </a:lnTo>
                  <a:lnTo>
                    <a:pt x="116770" y="513637"/>
                  </a:lnTo>
                  <a:lnTo>
                    <a:pt x="125752" y="512705"/>
                  </a:lnTo>
                  <a:lnTo>
                    <a:pt x="134734" y="511729"/>
                  </a:lnTo>
                  <a:lnTo>
                    <a:pt x="143716" y="510695"/>
                  </a:lnTo>
                  <a:lnTo>
                    <a:pt x="152699" y="509584"/>
                  </a:lnTo>
                  <a:lnTo>
                    <a:pt x="161681" y="508364"/>
                  </a:lnTo>
                  <a:lnTo>
                    <a:pt x="170663" y="506992"/>
                  </a:lnTo>
                  <a:lnTo>
                    <a:pt x="179646" y="505413"/>
                  </a:lnTo>
                  <a:lnTo>
                    <a:pt x="188628" y="503561"/>
                  </a:lnTo>
                  <a:lnTo>
                    <a:pt x="197610" y="501366"/>
                  </a:lnTo>
                  <a:lnTo>
                    <a:pt x="206593" y="498760"/>
                  </a:lnTo>
                  <a:lnTo>
                    <a:pt x="215575" y="495686"/>
                  </a:lnTo>
                  <a:lnTo>
                    <a:pt x="224557" y="492103"/>
                  </a:lnTo>
                  <a:lnTo>
                    <a:pt x="233540" y="487998"/>
                  </a:lnTo>
                  <a:lnTo>
                    <a:pt x="242522" y="483371"/>
                  </a:lnTo>
                  <a:lnTo>
                    <a:pt x="251504" y="478262"/>
                  </a:lnTo>
                  <a:lnTo>
                    <a:pt x="260486" y="472770"/>
                  </a:lnTo>
                  <a:lnTo>
                    <a:pt x="269469" y="466974"/>
                  </a:lnTo>
                  <a:lnTo>
                    <a:pt x="278451" y="460949"/>
                  </a:lnTo>
                  <a:lnTo>
                    <a:pt x="287433" y="454756"/>
                  </a:lnTo>
                  <a:lnTo>
                    <a:pt x="296416" y="448430"/>
                  </a:lnTo>
                  <a:lnTo>
                    <a:pt x="305398" y="441985"/>
                  </a:lnTo>
                  <a:lnTo>
                    <a:pt x="314380" y="435408"/>
                  </a:lnTo>
                  <a:lnTo>
                    <a:pt x="323363" y="428669"/>
                  </a:lnTo>
                  <a:lnTo>
                    <a:pt x="332345" y="421731"/>
                  </a:lnTo>
                  <a:lnTo>
                    <a:pt x="341327" y="414559"/>
                  </a:lnTo>
                  <a:lnTo>
                    <a:pt x="350310" y="407124"/>
                  </a:lnTo>
                  <a:lnTo>
                    <a:pt x="359292" y="399415"/>
                  </a:lnTo>
                  <a:lnTo>
                    <a:pt x="368274" y="391413"/>
                  </a:lnTo>
                  <a:lnTo>
                    <a:pt x="377256" y="383142"/>
                  </a:lnTo>
                  <a:lnTo>
                    <a:pt x="386239" y="374623"/>
                  </a:lnTo>
                  <a:lnTo>
                    <a:pt x="395221" y="365870"/>
                  </a:lnTo>
                  <a:lnTo>
                    <a:pt x="404203" y="356887"/>
                  </a:lnTo>
                  <a:lnTo>
                    <a:pt x="413186" y="347676"/>
                  </a:lnTo>
                  <a:lnTo>
                    <a:pt x="422168" y="338229"/>
                  </a:lnTo>
                  <a:lnTo>
                    <a:pt x="431150" y="328540"/>
                  </a:lnTo>
                  <a:lnTo>
                    <a:pt x="440133" y="318602"/>
                  </a:lnTo>
                  <a:lnTo>
                    <a:pt x="449115" y="308418"/>
                  </a:lnTo>
                  <a:lnTo>
                    <a:pt x="458097" y="297999"/>
                  </a:lnTo>
                  <a:lnTo>
                    <a:pt x="467080" y="287369"/>
                  </a:lnTo>
                  <a:lnTo>
                    <a:pt x="476062" y="276559"/>
                  </a:lnTo>
                  <a:lnTo>
                    <a:pt x="485044" y="265602"/>
                  </a:lnTo>
                  <a:lnTo>
                    <a:pt x="494027" y="254520"/>
                  </a:lnTo>
                  <a:lnTo>
                    <a:pt x="503009" y="243332"/>
                  </a:lnTo>
                  <a:lnTo>
                    <a:pt x="511991" y="232025"/>
                  </a:lnTo>
                  <a:lnTo>
                    <a:pt x="520973" y="220571"/>
                  </a:lnTo>
                  <a:lnTo>
                    <a:pt x="529956" y="208932"/>
                  </a:lnTo>
                  <a:lnTo>
                    <a:pt x="538938" y="197074"/>
                  </a:lnTo>
                  <a:lnTo>
                    <a:pt x="547920" y="184973"/>
                  </a:lnTo>
                  <a:lnTo>
                    <a:pt x="556903" y="172626"/>
                  </a:lnTo>
                  <a:lnTo>
                    <a:pt x="565885" y="160049"/>
                  </a:lnTo>
                  <a:lnTo>
                    <a:pt x="574867" y="147280"/>
                  </a:lnTo>
                  <a:lnTo>
                    <a:pt x="583850" y="134372"/>
                  </a:lnTo>
                  <a:lnTo>
                    <a:pt x="592832" y="121391"/>
                  </a:lnTo>
                  <a:lnTo>
                    <a:pt x="601814" y="108417"/>
                  </a:lnTo>
                  <a:lnTo>
                    <a:pt x="610797" y="95561"/>
                  </a:lnTo>
                  <a:lnTo>
                    <a:pt x="619779" y="82964"/>
                  </a:lnTo>
                  <a:lnTo>
                    <a:pt x="628761" y="70772"/>
                  </a:lnTo>
                  <a:lnTo>
                    <a:pt x="637743" y="59155"/>
                  </a:lnTo>
                  <a:lnTo>
                    <a:pt x="646726" y="48288"/>
                  </a:lnTo>
                  <a:lnTo>
                    <a:pt x="655708" y="38334"/>
                  </a:lnTo>
                  <a:lnTo>
                    <a:pt x="664690" y="29431"/>
                  </a:lnTo>
                  <a:lnTo>
                    <a:pt x="673673" y="21681"/>
                  </a:lnTo>
                  <a:lnTo>
                    <a:pt x="682655" y="15142"/>
                  </a:lnTo>
                  <a:lnTo>
                    <a:pt x="691637" y="9832"/>
                  </a:lnTo>
                  <a:lnTo>
                    <a:pt x="700620" y="5727"/>
                  </a:lnTo>
                  <a:lnTo>
                    <a:pt x="709602" y="2776"/>
                  </a:lnTo>
                  <a:lnTo>
                    <a:pt x="718584" y="899"/>
                  </a:lnTo>
                  <a:lnTo>
                    <a:pt x="727567" y="0"/>
                  </a:lnTo>
                  <a:lnTo>
                    <a:pt x="736549" y="23"/>
                  </a:lnTo>
                  <a:lnTo>
                    <a:pt x="745531" y="785"/>
                  </a:lnTo>
                  <a:lnTo>
                    <a:pt x="754513" y="2171"/>
                  </a:lnTo>
                  <a:lnTo>
                    <a:pt x="763496" y="4097"/>
                  </a:lnTo>
                  <a:lnTo>
                    <a:pt x="772478" y="6515"/>
                  </a:lnTo>
                  <a:lnTo>
                    <a:pt x="781460" y="9424"/>
                  </a:lnTo>
                  <a:lnTo>
                    <a:pt x="790443" y="12872"/>
                  </a:lnTo>
                  <a:lnTo>
                    <a:pt x="799425" y="16953"/>
                  </a:lnTo>
                  <a:lnTo>
                    <a:pt x="808407" y="21788"/>
                  </a:lnTo>
                  <a:lnTo>
                    <a:pt x="817390" y="27509"/>
                  </a:lnTo>
                  <a:lnTo>
                    <a:pt x="826372" y="34227"/>
                  </a:lnTo>
                  <a:lnTo>
                    <a:pt x="835354" y="42013"/>
                  </a:lnTo>
                  <a:lnTo>
                    <a:pt x="844337" y="50874"/>
                  </a:lnTo>
                  <a:lnTo>
                    <a:pt x="853319" y="60768"/>
                  </a:lnTo>
                  <a:lnTo>
                    <a:pt x="862301" y="71581"/>
                  </a:lnTo>
                  <a:lnTo>
                    <a:pt x="871283" y="83070"/>
                  </a:lnTo>
                  <a:lnTo>
                    <a:pt x="880266" y="95047"/>
                  </a:lnTo>
                  <a:lnTo>
                    <a:pt x="889248" y="107345"/>
                  </a:lnTo>
                  <a:lnTo>
                    <a:pt x="898230" y="119831"/>
                  </a:lnTo>
                  <a:lnTo>
                    <a:pt x="907213" y="132427"/>
                  </a:lnTo>
                  <a:lnTo>
                    <a:pt x="916195" y="145102"/>
                  </a:lnTo>
                  <a:lnTo>
                    <a:pt x="925177" y="157868"/>
                  </a:lnTo>
                  <a:lnTo>
                    <a:pt x="934160" y="170761"/>
                  </a:lnTo>
                  <a:lnTo>
                    <a:pt x="943142" y="183822"/>
                  </a:lnTo>
                  <a:lnTo>
                    <a:pt x="952124" y="197079"/>
                  </a:lnTo>
                  <a:lnTo>
                    <a:pt x="961107" y="210533"/>
                  </a:lnTo>
                  <a:lnTo>
                    <a:pt x="970089" y="224147"/>
                  </a:lnTo>
                  <a:lnTo>
                    <a:pt x="979071" y="237851"/>
                  </a:lnTo>
                  <a:lnTo>
                    <a:pt x="988054" y="251525"/>
                  </a:lnTo>
                  <a:lnTo>
                    <a:pt x="997036" y="265054"/>
                  </a:lnTo>
                  <a:lnTo>
                    <a:pt x="1006018" y="278327"/>
                  </a:lnTo>
                  <a:lnTo>
                    <a:pt x="1015000" y="291250"/>
                  </a:lnTo>
                  <a:lnTo>
                    <a:pt x="1023983" y="303752"/>
                  </a:lnTo>
                  <a:lnTo>
                    <a:pt x="1032965" y="315792"/>
                  </a:lnTo>
                  <a:lnTo>
                    <a:pt x="1041947" y="327352"/>
                  </a:lnTo>
                  <a:lnTo>
                    <a:pt x="1050930" y="338439"/>
                  </a:lnTo>
                  <a:lnTo>
                    <a:pt x="1059912" y="349076"/>
                  </a:lnTo>
                  <a:lnTo>
                    <a:pt x="1068894" y="359296"/>
                  </a:lnTo>
                  <a:lnTo>
                    <a:pt x="1077877" y="369134"/>
                  </a:lnTo>
                  <a:lnTo>
                    <a:pt x="1086859" y="378623"/>
                  </a:lnTo>
                  <a:lnTo>
                    <a:pt x="1095841" y="387783"/>
                  </a:lnTo>
                  <a:lnTo>
                    <a:pt x="1104824" y="396596"/>
                  </a:lnTo>
                  <a:lnTo>
                    <a:pt x="1113806" y="405079"/>
                  </a:lnTo>
                  <a:lnTo>
                    <a:pt x="1122788" y="413213"/>
                  </a:lnTo>
                  <a:lnTo>
                    <a:pt x="1131770" y="420976"/>
                  </a:lnTo>
                  <a:lnTo>
                    <a:pt x="1140753" y="428355"/>
                  </a:lnTo>
                  <a:lnTo>
                    <a:pt x="1149735" y="435355"/>
                  </a:lnTo>
                  <a:lnTo>
                    <a:pt x="1158717" y="441995"/>
                  </a:lnTo>
                  <a:lnTo>
                    <a:pt x="1167700" y="448315"/>
                  </a:lnTo>
                  <a:lnTo>
                    <a:pt x="1176682" y="454362"/>
                  </a:lnTo>
                  <a:lnTo>
                    <a:pt x="1185664" y="460186"/>
                  </a:lnTo>
                  <a:lnTo>
                    <a:pt x="1194647" y="465820"/>
                  </a:lnTo>
                  <a:lnTo>
                    <a:pt x="1203629" y="471279"/>
                  </a:lnTo>
                  <a:lnTo>
                    <a:pt x="1212611" y="476551"/>
                  </a:lnTo>
                  <a:lnTo>
                    <a:pt x="1221594" y="481587"/>
                  </a:lnTo>
                  <a:lnTo>
                    <a:pt x="1230576" y="486324"/>
                  </a:lnTo>
                  <a:lnTo>
                    <a:pt x="1239558" y="490715"/>
                  </a:lnTo>
                  <a:lnTo>
                    <a:pt x="1248540" y="494715"/>
                  </a:lnTo>
                  <a:lnTo>
                    <a:pt x="1257523" y="498301"/>
                  </a:lnTo>
                  <a:lnTo>
                    <a:pt x="1266505" y="501470"/>
                  </a:lnTo>
                  <a:lnTo>
                    <a:pt x="1275487" y="504244"/>
                  </a:lnTo>
                  <a:lnTo>
                    <a:pt x="1284470" y="506659"/>
                  </a:lnTo>
                  <a:lnTo>
                    <a:pt x="1293452" y="508765"/>
                  </a:lnTo>
                  <a:lnTo>
                    <a:pt x="1302434" y="510611"/>
                  </a:lnTo>
                  <a:lnTo>
                    <a:pt x="1311417" y="512244"/>
                  </a:lnTo>
                  <a:lnTo>
                    <a:pt x="1320399" y="513699"/>
                  </a:lnTo>
                  <a:lnTo>
                    <a:pt x="1329381" y="515001"/>
                  </a:lnTo>
                  <a:lnTo>
                    <a:pt x="1338364" y="516163"/>
                  </a:lnTo>
                  <a:lnTo>
                    <a:pt x="1347346" y="517181"/>
                  </a:lnTo>
                  <a:lnTo>
                    <a:pt x="1356328" y="518060"/>
                  </a:lnTo>
                  <a:lnTo>
                    <a:pt x="1365310" y="518807"/>
                  </a:lnTo>
                  <a:lnTo>
                    <a:pt x="1374293" y="519427"/>
                  </a:lnTo>
                  <a:lnTo>
                    <a:pt x="1383275" y="519935"/>
                  </a:lnTo>
                  <a:lnTo>
                    <a:pt x="1392257" y="520350"/>
                  </a:lnTo>
                  <a:lnTo>
                    <a:pt x="1401240" y="520695"/>
                  </a:lnTo>
                  <a:lnTo>
                    <a:pt x="1410222" y="520996"/>
                  </a:lnTo>
                  <a:lnTo>
                    <a:pt x="1419204" y="521272"/>
                  </a:lnTo>
                  <a:lnTo>
                    <a:pt x="1428187" y="521541"/>
                  </a:lnTo>
                  <a:lnTo>
                    <a:pt x="1437169" y="521814"/>
                  </a:lnTo>
                  <a:lnTo>
                    <a:pt x="1446151" y="522094"/>
                  </a:lnTo>
                  <a:lnTo>
                    <a:pt x="1455134" y="522380"/>
                  </a:lnTo>
                  <a:lnTo>
                    <a:pt x="1464116" y="522670"/>
                  </a:lnTo>
                  <a:lnTo>
                    <a:pt x="1473098" y="522958"/>
                  </a:lnTo>
                  <a:lnTo>
                    <a:pt x="1482081" y="523241"/>
                  </a:lnTo>
                  <a:lnTo>
                    <a:pt x="1482081" y="526832"/>
                  </a:lnTo>
                  <a:lnTo>
                    <a:pt x="1473098" y="526832"/>
                  </a:lnTo>
                  <a:lnTo>
                    <a:pt x="1464116" y="526832"/>
                  </a:lnTo>
                  <a:lnTo>
                    <a:pt x="1455134" y="526832"/>
                  </a:lnTo>
                  <a:lnTo>
                    <a:pt x="1446151" y="526832"/>
                  </a:lnTo>
                  <a:lnTo>
                    <a:pt x="1437169" y="526832"/>
                  </a:lnTo>
                  <a:lnTo>
                    <a:pt x="1428187" y="526832"/>
                  </a:lnTo>
                  <a:lnTo>
                    <a:pt x="1419204" y="526832"/>
                  </a:lnTo>
                  <a:lnTo>
                    <a:pt x="1410222" y="526832"/>
                  </a:lnTo>
                  <a:lnTo>
                    <a:pt x="1401240" y="526832"/>
                  </a:lnTo>
                  <a:lnTo>
                    <a:pt x="1392257" y="526832"/>
                  </a:lnTo>
                  <a:lnTo>
                    <a:pt x="1383275" y="526832"/>
                  </a:lnTo>
                  <a:lnTo>
                    <a:pt x="1374293" y="526832"/>
                  </a:lnTo>
                  <a:lnTo>
                    <a:pt x="1365310" y="526832"/>
                  </a:lnTo>
                  <a:lnTo>
                    <a:pt x="1356328" y="526832"/>
                  </a:lnTo>
                  <a:lnTo>
                    <a:pt x="1347346" y="526832"/>
                  </a:lnTo>
                  <a:lnTo>
                    <a:pt x="1338364" y="526832"/>
                  </a:lnTo>
                  <a:lnTo>
                    <a:pt x="1329381" y="526832"/>
                  </a:lnTo>
                  <a:lnTo>
                    <a:pt x="1320399" y="526832"/>
                  </a:lnTo>
                  <a:lnTo>
                    <a:pt x="1311417" y="526832"/>
                  </a:lnTo>
                  <a:lnTo>
                    <a:pt x="1302434" y="526832"/>
                  </a:lnTo>
                  <a:lnTo>
                    <a:pt x="1293452" y="526832"/>
                  </a:lnTo>
                  <a:lnTo>
                    <a:pt x="1284470" y="526832"/>
                  </a:lnTo>
                  <a:lnTo>
                    <a:pt x="1275487" y="526832"/>
                  </a:lnTo>
                  <a:lnTo>
                    <a:pt x="1266505" y="526832"/>
                  </a:lnTo>
                  <a:lnTo>
                    <a:pt x="1257523" y="526832"/>
                  </a:lnTo>
                  <a:lnTo>
                    <a:pt x="1248540" y="526832"/>
                  </a:lnTo>
                  <a:lnTo>
                    <a:pt x="1239558" y="526832"/>
                  </a:lnTo>
                  <a:lnTo>
                    <a:pt x="1230576" y="526832"/>
                  </a:lnTo>
                  <a:lnTo>
                    <a:pt x="1221594" y="526832"/>
                  </a:lnTo>
                  <a:lnTo>
                    <a:pt x="1212611" y="526832"/>
                  </a:lnTo>
                  <a:lnTo>
                    <a:pt x="1203629" y="526832"/>
                  </a:lnTo>
                  <a:lnTo>
                    <a:pt x="1194647" y="526832"/>
                  </a:lnTo>
                  <a:lnTo>
                    <a:pt x="1185664" y="526832"/>
                  </a:lnTo>
                  <a:lnTo>
                    <a:pt x="1176682" y="526832"/>
                  </a:lnTo>
                  <a:lnTo>
                    <a:pt x="1167700" y="526832"/>
                  </a:lnTo>
                  <a:lnTo>
                    <a:pt x="1158717" y="526832"/>
                  </a:lnTo>
                  <a:lnTo>
                    <a:pt x="1149735" y="526832"/>
                  </a:lnTo>
                  <a:lnTo>
                    <a:pt x="1140753" y="526832"/>
                  </a:lnTo>
                  <a:lnTo>
                    <a:pt x="1131770" y="526832"/>
                  </a:lnTo>
                  <a:lnTo>
                    <a:pt x="1122788" y="526832"/>
                  </a:lnTo>
                  <a:lnTo>
                    <a:pt x="1113806" y="526832"/>
                  </a:lnTo>
                  <a:lnTo>
                    <a:pt x="1104824" y="526832"/>
                  </a:lnTo>
                  <a:lnTo>
                    <a:pt x="1095841" y="526832"/>
                  </a:lnTo>
                  <a:lnTo>
                    <a:pt x="1086859" y="526832"/>
                  </a:lnTo>
                  <a:lnTo>
                    <a:pt x="1077877" y="526832"/>
                  </a:lnTo>
                  <a:lnTo>
                    <a:pt x="1068894" y="526832"/>
                  </a:lnTo>
                  <a:lnTo>
                    <a:pt x="1059912" y="526832"/>
                  </a:lnTo>
                  <a:lnTo>
                    <a:pt x="1050930" y="526832"/>
                  </a:lnTo>
                  <a:lnTo>
                    <a:pt x="1041947" y="526832"/>
                  </a:lnTo>
                  <a:lnTo>
                    <a:pt x="1032965" y="526832"/>
                  </a:lnTo>
                  <a:lnTo>
                    <a:pt x="1023983" y="526832"/>
                  </a:lnTo>
                  <a:lnTo>
                    <a:pt x="1015000" y="526832"/>
                  </a:lnTo>
                  <a:lnTo>
                    <a:pt x="1006018" y="526832"/>
                  </a:lnTo>
                  <a:lnTo>
                    <a:pt x="997036" y="526832"/>
                  </a:lnTo>
                  <a:lnTo>
                    <a:pt x="988054" y="526832"/>
                  </a:lnTo>
                  <a:lnTo>
                    <a:pt x="979071" y="526832"/>
                  </a:lnTo>
                  <a:lnTo>
                    <a:pt x="970089" y="526832"/>
                  </a:lnTo>
                  <a:lnTo>
                    <a:pt x="961107" y="526832"/>
                  </a:lnTo>
                  <a:lnTo>
                    <a:pt x="952124" y="526832"/>
                  </a:lnTo>
                  <a:lnTo>
                    <a:pt x="943142" y="526832"/>
                  </a:lnTo>
                  <a:lnTo>
                    <a:pt x="934160" y="526832"/>
                  </a:lnTo>
                  <a:lnTo>
                    <a:pt x="925177" y="526832"/>
                  </a:lnTo>
                  <a:lnTo>
                    <a:pt x="916195" y="526832"/>
                  </a:lnTo>
                  <a:lnTo>
                    <a:pt x="907213" y="526832"/>
                  </a:lnTo>
                  <a:lnTo>
                    <a:pt x="898230" y="526832"/>
                  </a:lnTo>
                  <a:lnTo>
                    <a:pt x="889248" y="526832"/>
                  </a:lnTo>
                  <a:lnTo>
                    <a:pt x="880266" y="526832"/>
                  </a:lnTo>
                  <a:lnTo>
                    <a:pt x="871283" y="526832"/>
                  </a:lnTo>
                  <a:lnTo>
                    <a:pt x="862301" y="526832"/>
                  </a:lnTo>
                  <a:lnTo>
                    <a:pt x="853319" y="526832"/>
                  </a:lnTo>
                  <a:lnTo>
                    <a:pt x="844337" y="526832"/>
                  </a:lnTo>
                  <a:lnTo>
                    <a:pt x="835354" y="526832"/>
                  </a:lnTo>
                  <a:lnTo>
                    <a:pt x="826372" y="526832"/>
                  </a:lnTo>
                  <a:lnTo>
                    <a:pt x="817390" y="526832"/>
                  </a:lnTo>
                  <a:lnTo>
                    <a:pt x="808407" y="526832"/>
                  </a:lnTo>
                  <a:lnTo>
                    <a:pt x="799425" y="526832"/>
                  </a:lnTo>
                  <a:lnTo>
                    <a:pt x="790443" y="526832"/>
                  </a:lnTo>
                  <a:lnTo>
                    <a:pt x="781460" y="526832"/>
                  </a:lnTo>
                  <a:lnTo>
                    <a:pt x="772478" y="526832"/>
                  </a:lnTo>
                  <a:lnTo>
                    <a:pt x="763496" y="526832"/>
                  </a:lnTo>
                  <a:lnTo>
                    <a:pt x="754513" y="526832"/>
                  </a:lnTo>
                  <a:lnTo>
                    <a:pt x="745531" y="526832"/>
                  </a:lnTo>
                  <a:lnTo>
                    <a:pt x="736549" y="526832"/>
                  </a:lnTo>
                  <a:lnTo>
                    <a:pt x="727567" y="526832"/>
                  </a:lnTo>
                  <a:lnTo>
                    <a:pt x="718584" y="526832"/>
                  </a:lnTo>
                  <a:lnTo>
                    <a:pt x="709602" y="526832"/>
                  </a:lnTo>
                  <a:lnTo>
                    <a:pt x="700620" y="526832"/>
                  </a:lnTo>
                  <a:lnTo>
                    <a:pt x="691637" y="526832"/>
                  </a:lnTo>
                  <a:lnTo>
                    <a:pt x="682655" y="526832"/>
                  </a:lnTo>
                  <a:lnTo>
                    <a:pt x="673673" y="526832"/>
                  </a:lnTo>
                  <a:lnTo>
                    <a:pt x="664690" y="526832"/>
                  </a:lnTo>
                  <a:lnTo>
                    <a:pt x="655708" y="526832"/>
                  </a:lnTo>
                  <a:lnTo>
                    <a:pt x="646726" y="526832"/>
                  </a:lnTo>
                  <a:lnTo>
                    <a:pt x="637743" y="526832"/>
                  </a:lnTo>
                  <a:lnTo>
                    <a:pt x="628761" y="526832"/>
                  </a:lnTo>
                  <a:lnTo>
                    <a:pt x="619779" y="526832"/>
                  </a:lnTo>
                  <a:lnTo>
                    <a:pt x="610797" y="526832"/>
                  </a:lnTo>
                  <a:lnTo>
                    <a:pt x="601814" y="526832"/>
                  </a:lnTo>
                  <a:lnTo>
                    <a:pt x="592832" y="526832"/>
                  </a:lnTo>
                  <a:lnTo>
                    <a:pt x="583850" y="526832"/>
                  </a:lnTo>
                  <a:lnTo>
                    <a:pt x="574867" y="526832"/>
                  </a:lnTo>
                  <a:lnTo>
                    <a:pt x="565885" y="526832"/>
                  </a:lnTo>
                  <a:lnTo>
                    <a:pt x="556903" y="526832"/>
                  </a:lnTo>
                  <a:lnTo>
                    <a:pt x="547920" y="526832"/>
                  </a:lnTo>
                  <a:lnTo>
                    <a:pt x="538938" y="526832"/>
                  </a:lnTo>
                  <a:lnTo>
                    <a:pt x="529956" y="526832"/>
                  </a:lnTo>
                  <a:lnTo>
                    <a:pt x="520973" y="526832"/>
                  </a:lnTo>
                  <a:lnTo>
                    <a:pt x="511991" y="526832"/>
                  </a:lnTo>
                  <a:lnTo>
                    <a:pt x="503009" y="526832"/>
                  </a:lnTo>
                  <a:lnTo>
                    <a:pt x="494027" y="526832"/>
                  </a:lnTo>
                  <a:lnTo>
                    <a:pt x="485044" y="526832"/>
                  </a:lnTo>
                  <a:lnTo>
                    <a:pt x="476062" y="526832"/>
                  </a:lnTo>
                  <a:lnTo>
                    <a:pt x="467080" y="526832"/>
                  </a:lnTo>
                  <a:lnTo>
                    <a:pt x="458097" y="526832"/>
                  </a:lnTo>
                  <a:lnTo>
                    <a:pt x="449115" y="526832"/>
                  </a:lnTo>
                  <a:lnTo>
                    <a:pt x="440133" y="526832"/>
                  </a:lnTo>
                  <a:lnTo>
                    <a:pt x="431150" y="526832"/>
                  </a:lnTo>
                  <a:lnTo>
                    <a:pt x="422168" y="526832"/>
                  </a:lnTo>
                  <a:lnTo>
                    <a:pt x="413186" y="526832"/>
                  </a:lnTo>
                  <a:lnTo>
                    <a:pt x="404203" y="526832"/>
                  </a:lnTo>
                  <a:lnTo>
                    <a:pt x="395221" y="526832"/>
                  </a:lnTo>
                  <a:lnTo>
                    <a:pt x="386239" y="526832"/>
                  </a:lnTo>
                  <a:lnTo>
                    <a:pt x="377256" y="526832"/>
                  </a:lnTo>
                  <a:lnTo>
                    <a:pt x="368274" y="526832"/>
                  </a:lnTo>
                  <a:lnTo>
                    <a:pt x="359292" y="526832"/>
                  </a:lnTo>
                  <a:lnTo>
                    <a:pt x="350310" y="526832"/>
                  </a:lnTo>
                  <a:lnTo>
                    <a:pt x="341327" y="526832"/>
                  </a:lnTo>
                  <a:lnTo>
                    <a:pt x="332345" y="526832"/>
                  </a:lnTo>
                  <a:lnTo>
                    <a:pt x="323363" y="526832"/>
                  </a:lnTo>
                  <a:lnTo>
                    <a:pt x="314380" y="526832"/>
                  </a:lnTo>
                  <a:lnTo>
                    <a:pt x="305398" y="526832"/>
                  </a:lnTo>
                  <a:lnTo>
                    <a:pt x="296416" y="526832"/>
                  </a:lnTo>
                  <a:lnTo>
                    <a:pt x="287433" y="526832"/>
                  </a:lnTo>
                  <a:lnTo>
                    <a:pt x="278451" y="526832"/>
                  </a:lnTo>
                  <a:lnTo>
                    <a:pt x="269469" y="526832"/>
                  </a:lnTo>
                  <a:lnTo>
                    <a:pt x="260486" y="526832"/>
                  </a:lnTo>
                  <a:lnTo>
                    <a:pt x="251504" y="526832"/>
                  </a:lnTo>
                  <a:lnTo>
                    <a:pt x="242522" y="526832"/>
                  </a:lnTo>
                  <a:lnTo>
                    <a:pt x="233540" y="526832"/>
                  </a:lnTo>
                  <a:lnTo>
                    <a:pt x="224557" y="526832"/>
                  </a:lnTo>
                  <a:lnTo>
                    <a:pt x="215575" y="526832"/>
                  </a:lnTo>
                  <a:lnTo>
                    <a:pt x="206593" y="526832"/>
                  </a:lnTo>
                  <a:lnTo>
                    <a:pt x="197610" y="526832"/>
                  </a:lnTo>
                  <a:lnTo>
                    <a:pt x="188628" y="526832"/>
                  </a:lnTo>
                  <a:lnTo>
                    <a:pt x="179646" y="526832"/>
                  </a:lnTo>
                  <a:lnTo>
                    <a:pt x="170663" y="526832"/>
                  </a:lnTo>
                  <a:lnTo>
                    <a:pt x="161681" y="526832"/>
                  </a:lnTo>
                  <a:lnTo>
                    <a:pt x="152699" y="526832"/>
                  </a:lnTo>
                  <a:lnTo>
                    <a:pt x="143716" y="526832"/>
                  </a:lnTo>
                  <a:lnTo>
                    <a:pt x="134734" y="526832"/>
                  </a:lnTo>
                  <a:lnTo>
                    <a:pt x="125752" y="526832"/>
                  </a:lnTo>
                  <a:lnTo>
                    <a:pt x="116770" y="526832"/>
                  </a:lnTo>
                  <a:lnTo>
                    <a:pt x="107787" y="526832"/>
                  </a:lnTo>
                  <a:lnTo>
                    <a:pt x="98805" y="526832"/>
                  </a:lnTo>
                  <a:lnTo>
                    <a:pt x="89823" y="526832"/>
                  </a:lnTo>
                  <a:lnTo>
                    <a:pt x="80840" y="526832"/>
                  </a:lnTo>
                  <a:lnTo>
                    <a:pt x="71858" y="526832"/>
                  </a:lnTo>
                  <a:lnTo>
                    <a:pt x="62876" y="526832"/>
                  </a:lnTo>
                  <a:lnTo>
                    <a:pt x="53893" y="526832"/>
                  </a:lnTo>
                  <a:lnTo>
                    <a:pt x="44911" y="526832"/>
                  </a:lnTo>
                  <a:lnTo>
                    <a:pt x="35929" y="526832"/>
                  </a:lnTo>
                  <a:lnTo>
                    <a:pt x="26946" y="526832"/>
                  </a:lnTo>
                  <a:lnTo>
                    <a:pt x="17964" y="526832"/>
                  </a:lnTo>
                  <a:lnTo>
                    <a:pt x="8982" y="526832"/>
                  </a:lnTo>
                  <a:lnTo>
                    <a:pt x="0" y="526832"/>
                  </a:lnTo>
                  <a:close/>
                </a:path>
              </a:pathLst>
            </a:custGeom>
            <a:solidFill>
              <a:srgbClr val="2C7FB8">
                <a:alpha val="54901"/>
              </a:srgbClr>
            </a:solidFill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9329779" y="3808902"/>
              <a:ext cx="1482081" cy="523241"/>
            </a:xfrm>
            <a:custGeom>
              <a:avLst/>
              <a:pathLst>
                <a:path w="1482081" h="523241">
                  <a:moveTo>
                    <a:pt x="0" y="523098"/>
                  </a:moveTo>
                  <a:lnTo>
                    <a:pt x="8982" y="522493"/>
                  </a:lnTo>
                  <a:lnTo>
                    <a:pt x="17964" y="521867"/>
                  </a:lnTo>
                  <a:lnTo>
                    <a:pt x="26946" y="521224"/>
                  </a:lnTo>
                  <a:lnTo>
                    <a:pt x="35929" y="520565"/>
                  </a:lnTo>
                  <a:lnTo>
                    <a:pt x="44911" y="519890"/>
                  </a:lnTo>
                  <a:lnTo>
                    <a:pt x="53893" y="519198"/>
                  </a:lnTo>
                  <a:lnTo>
                    <a:pt x="62876" y="518486"/>
                  </a:lnTo>
                  <a:lnTo>
                    <a:pt x="71858" y="517752"/>
                  </a:lnTo>
                  <a:lnTo>
                    <a:pt x="80840" y="516991"/>
                  </a:lnTo>
                  <a:lnTo>
                    <a:pt x="89823" y="516202"/>
                  </a:lnTo>
                  <a:lnTo>
                    <a:pt x="98805" y="515381"/>
                  </a:lnTo>
                  <a:lnTo>
                    <a:pt x="107787" y="514527"/>
                  </a:lnTo>
                  <a:lnTo>
                    <a:pt x="116770" y="513637"/>
                  </a:lnTo>
                  <a:lnTo>
                    <a:pt x="125752" y="512705"/>
                  </a:lnTo>
                  <a:lnTo>
                    <a:pt x="134734" y="511729"/>
                  </a:lnTo>
                  <a:lnTo>
                    <a:pt x="143716" y="510695"/>
                  </a:lnTo>
                  <a:lnTo>
                    <a:pt x="152699" y="509584"/>
                  </a:lnTo>
                  <a:lnTo>
                    <a:pt x="161681" y="508364"/>
                  </a:lnTo>
                  <a:lnTo>
                    <a:pt x="170663" y="506992"/>
                  </a:lnTo>
                  <a:lnTo>
                    <a:pt x="179646" y="505413"/>
                  </a:lnTo>
                  <a:lnTo>
                    <a:pt x="188628" y="503561"/>
                  </a:lnTo>
                  <a:lnTo>
                    <a:pt x="197610" y="501366"/>
                  </a:lnTo>
                  <a:lnTo>
                    <a:pt x="206593" y="498760"/>
                  </a:lnTo>
                  <a:lnTo>
                    <a:pt x="215575" y="495686"/>
                  </a:lnTo>
                  <a:lnTo>
                    <a:pt x="224557" y="492103"/>
                  </a:lnTo>
                  <a:lnTo>
                    <a:pt x="233540" y="487998"/>
                  </a:lnTo>
                  <a:lnTo>
                    <a:pt x="242522" y="483371"/>
                  </a:lnTo>
                  <a:lnTo>
                    <a:pt x="251504" y="478262"/>
                  </a:lnTo>
                  <a:lnTo>
                    <a:pt x="260486" y="472770"/>
                  </a:lnTo>
                  <a:lnTo>
                    <a:pt x="269469" y="466974"/>
                  </a:lnTo>
                  <a:lnTo>
                    <a:pt x="278451" y="460949"/>
                  </a:lnTo>
                  <a:lnTo>
                    <a:pt x="287433" y="454756"/>
                  </a:lnTo>
                  <a:lnTo>
                    <a:pt x="296416" y="448430"/>
                  </a:lnTo>
                  <a:lnTo>
                    <a:pt x="305398" y="441985"/>
                  </a:lnTo>
                  <a:lnTo>
                    <a:pt x="314380" y="435408"/>
                  </a:lnTo>
                  <a:lnTo>
                    <a:pt x="323363" y="428669"/>
                  </a:lnTo>
                  <a:lnTo>
                    <a:pt x="332345" y="421731"/>
                  </a:lnTo>
                  <a:lnTo>
                    <a:pt x="341327" y="414559"/>
                  </a:lnTo>
                  <a:lnTo>
                    <a:pt x="350310" y="407124"/>
                  </a:lnTo>
                  <a:lnTo>
                    <a:pt x="359292" y="399415"/>
                  </a:lnTo>
                  <a:lnTo>
                    <a:pt x="368274" y="391413"/>
                  </a:lnTo>
                  <a:lnTo>
                    <a:pt x="377256" y="383142"/>
                  </a:lnTo>
                  <a:lnTo>
                    <a:pt x="386239" y="374623"/>
                  </a:lnTo>
                  <a:lnTo>
                    <a:pt x="395221" y="365870"/>
                  </a:lnTo>
                  <a:lnTo>
                    <a:pt x="404203" y="356887"/>
                  </a:lnTo>
                  <a:lnTo>
                    <a:pt x="413186" y="347676"/>
                  </a:lnTo>
                  <a:lnTo>
                    <a:pt x="422168" y="338229"/>
                  </a:lnTo>
                  <a:lnTo>
                    <a:pt x="431150" y="328540"/>
                  </a:lnTo>
                  <a:lnTo>
                    <a:pt x="440133" y="318602"/>
                  </a:lnTo>
                  <a:lnTo>
                    <a:pt x="449115" y="308418"/>
                  </a:lnTo>
                  <a:lnTo>
                    <a:pt x="458097" y="297999"/>
                  </a:lnTo>
                  <a:lnTo>
                    <a:pt x="467080" y="287369"/>
                  </a:lnTo>
                  <a:lnTo>
                    <a:pt x="476062" y="276559"/>
                  </a:lnTo>
                  <a:lnTo>
                    <a:pt x="485044" y="265602"/>
                  </a:lnTo>
                  <a:lnTo>
                    <a:pt x="494027" y="254520"/>
                  </a:lnTo>
                  <a:lnTo>
                    <a:pt x="503009" y="243332"/>
                  </a:lnTo>
                  <a:lnTo>
                    <a:pt x="511991" y="232025"/>
                  </a:lnTo>
                  <a:lnTo>
                    <a:pt x="520973" y="220571"/>
                  </a:lnTo>
                  <a:lnTo>
                    <a:pt x="529956" y="208932"/>
                  </a:lnTo>
                  <a:lnTo>
                    <a:pt x="538938" y="197074"/>
                  </a:lnTo>
                  <a:lnTo>
                    <a:pt x="547920" y="184973"/>
                  </a:lnTo>
                  <a:lnTo>
                    <a:pt x="556903" y="172626"/>
                  </a:lnTo>
                  <a:lnTo>
                    <a:pt x="565885" y="160049"/>
                  </a:lnTo>
                  <a:lnTo>
                    <a:pt x="574867" y="147280"/>
                  </a:lnTo>
                  <a:lnTo>
                    <a:pt x="583850" y="134372"/>
                  </a:lnTo>
                  <a:lnTo>
                    <a:pt x="592832" y="121391"/>
                  </a:lnTo>
                  <a:lnTo>
                    <a:pt x="601814" y="108417"/>
                  </a:lnTo>
                  <a:lnTo>
                    <a:pt x="610797" y="95561"/>
                  </a:lnTo>
                  <a:lnTo>
                    <a:pt x="619779" y="82964"/>
                  </a:lnTo>
                  <a:lnTo>
                    <a:pt x="628761" y="70772"/>
                  </a:lnTo>
                  <a:lnTo>
                    <a:pt x="637743" y="59155"/>
                  </a:lnTo>
                  <a:lnTo>
                    <a:pt x="646726" y="48288"/>
                  </a:lnTo>
                  <a:lnTo>
                    <a:pt x="655708" y="38334"/>
                  </a:lnTo>
                  <a:lnTo>
                    <a:pt x="664690" y="29431"/>
                  </a:lnTo>
                  <a:lnTo>
                    <a:pt x="673673" y="21681"/>
                  </a:lnTo>
                  <a:lnTo>
                    <a:pt x="682655" y="15142"/>
                  </a:lnTo>
                  <a:lnTo>
                    <a:pt x="691637" y="9832"/>
                  </a:lnTo>
                  <a:lnTo>
                    <a:pt x="700620" y="5727"/>
                  </a:lnTo>
                  <a:lnTo>
                    <a:pt x="709602" y="2776"/>
                  </a:lnTo>
                  <a:lnTo>
                    <a:pt x="718584" y="899"/>
                  </a:lnTo>
                  <a:lnTo>
                    <a:pt x="727567" y="0"/>
                  </a:lnTo>
                  <a:lnTo>
                    <a:pt x="736549" y="23"/>
                  </a:lnTo>
                  <a:lnTo>
                    <a:pt x="745531" y="785"/>
                  </a:lnTo>
                  <a:lnTo>
                    <a:pt x="754513" y="2171"/>
                  </a:lnTo>
                  <a:lnTo>
                    <a:pt x="763496" y="4097"/>
                  </a:lnTo>
                  <a:lnTo>
                    <a:pt x="772478" y="6515"/>
                  </a:lnTo>
                  <a:lnTo>
                    <a:pt x="781460" y="9424"/>
                  </a:lnTo>
                  <a:lnTo>
                    <a:pt x="790443" y="12872"/>
                  </a:lnTo>
                  <a:lnTo>
                    <a:pt x="799425" y="16953"/>
                  </a:lnTo>
                  <a:lnTo>
                    <a:pt x="808407" y="21788"/>
                  </a:lnTo>
                  <a:lnTo>
                    <a:pt x="817390" y="27509"/>
                  </a:lnTo>
                  <a:lnTo>
                    <a:pt x="826372" y="34227"/>
                  </a:lnTo>
                  <a:lnTo>
                    <a:pt x="835354" y="42013"/>
                  </a:lnTo>
                  <a:lnTo>
                    <a:pt x="844337" y="50874"/>
                  </a:lnTo>
                  <a:lnTo>
                    <a:pt x="853319" y="60768"/>
                  </a:lnTo>
                  <a:lnTo>
                    <a:pt x="862301" y="71581"/>
                  </a:lnTo>
                  <a:lnTo>
                    <a:pt x="871283" y="83070"/>
                  </a:lnTo>
                  <a:lnTo>
                    <a:pt x="880266" y="95047"/>
                  </a:lnTo>
                  <a:lnTo>
                    <a:pt x="889248" y="107345"/>
                  </a:lnTo>
                  <a:lnTo>
                    <a:pt x="898230" y="119831"/>
                  </a:lnTo>
                  <a:lnTo>
                    <a:pt x="907213" y="132427"/>
                  </a:lnTo>
                  <a:lnTo>
                    <a:pt x="916195" y="145102"/>
                  </a:lnTo>
                  <a:lnTo>
                    <a:pt x="925177" y="157868"/>
                  </a:lnTo>
                  <a:lnTo>
                    <a:pt x="934160" y="170761"/>
                  </a:lnTo>
                  <a:lnTo>
                    <a:pt x="943142" y="183822"/>
                  </a:lnTo>
                  <a:lnTo>
                    <a:pt x="952124" y="197079"/>
                  </a:lnTo>
                  <a:lnTo>
                    <a:pt x="961107" y="210533"/>
                  </a:lnTo>
                  <a:lnTo>
                    <a:pt x="970089" y="224147"/>
                  </a:lnTo>
                  <a:lnTo>
                    <a:pt x="979071" y="237851"/>
                  </a:lnTo>
                  <a:lnTo>
                    <a:pt x="988054" y="251525"/>
                  </a:lnTo>
                  <a:lnTo>
                    <a:pt x="997036" y="265054"/>
                  </a:lnTo>
                  <a:lnTo>
                    <a:pt x="1006018" y="278327"/>
                  </a:lnTo>
                  <a:lnTo>
                    <a:pt x="1015000" y="291250"/>
                  </a:lnTo>
                  <a:lnTo>
                    <a:pt x="1023983" y="303752"/>
                  </a:lnTo>
                  <a:lnTo>
                    <a:pt x="1032965" y="315792"/>
                  </a:lnTo>
                  <a:lnTo>
                    <a:pt x="1041947" y="327352"/>
                  </a:lnTo>
                  <a:lnTo>
                    <a:pt x="1050930" y="338439"/>
                  </a:lnTo>
                  <a:lnTo>
                    <a:pt x="1059912" y="349076"/>
                  </a:lnTo>
                  <a:lnTo>
                    <a:pt x="1068894" y="359296"/>
                  </a:lnTo>
                  <a:lnTo>
                    <a:pt x="1077877" y="369134"/>
                  </a:lnTo>
                  <a:lnTo>
                    <a:pt x="1086859" y="378623"/>
                  </a:lnTo>
                  <a:lnTo>
                    <a:pt x="1095841" y="387783"/>
                  </a:lnTo>
                  <a:lnTo>
                    <a:pt x="1104824" y="396596"/>
                  </a:lnTo>
                  <a:lnTo>
                    <a:pt x="1113806" y="405079"/>
                  </a:lnTo>
                  <a:lnTo>
                    <a:pt x="1122788" y="413213"/>
                  </a:lnTo>
                  <a:lnTo>
                    <a:pt x="1131770" y="420976"/>
                  </a:lnTo>
                  <a:lnTo>
                    <a:pt x="1140753" y="428355"/>
                  </a:lnTo>
                  <a:lnTo>
                    <a:pt x="1149735" y="435355"/>
                  </a:lnTo>
                  <a:lnTo>
                    <a:pt x="1158717" y="441995"/>
                  </a:lnTo>
                  <a:lnTo>
                    <a:pt x="1167700" y="448315"/>
                  </a:lnTo>
                  <a:lnTo>
                    <a:pt x="1176682" y="454362"/>
                  </a:lnTo>
                  <a:lnTo>
                    <a:pt x="1185664" y="460186"/>
                  </a:lnTo>
                  <a:lnTo>
                    <a:pt x="1194647" y="465820"/>
                  </a:lnTo>
                  <a:lnTo>
                    <a:pt x="1203629" y="471279"/>
                  </a:lnTo>
                  <a:lnTo>
                    <a:pt x="1212611" y="476551"/>
                  </a:lnTo>
                  <a:lnTo>
                    <a:pt x="1221594" y="481587"/>
                  </a:lnTo>
                  <a:lnTo>
                    <a:pt x="1230576" y="486324"/>
                  </a:lnTo>
                  <a:lnTo>
                    <a:pt x="1239558" y="490715"/>
                  </a:lnTo>
                  <a:lnTo>
                    <a:pt x="1248540" y="494715"/>
                  </a:lnTo>
                  <a:lnTo>
                    <a:pt x="1257523" y="498301"/>
                  </a:lnTo>
                  <a:lnTo>
                    <a:pt x="1266505" y="501470"/>
                  </a:lnTo>
                  <a:lnTo>
                    <a:pt x="1275487" y="504244"/>
                  </a:lnTo>
                  <a:lnTo>
                    <a:pt x="1284470" y="506659"/>
                  </a:lnTo>
                  <a:lnTo>
                    <a:pt x="1293452" y="508765"/>
                  </a:lnTo>
                  <a:lnTo>
                    <a:pt x="1302434" y="510611"/>
                  </a:lnTo>
                  <a:lnTo>
                    <a:pt x="1311417" y="512244"/>
                  </a:lnTo>
                  <a:lnTo>
                    <a:pt x="1320399" y="513699"/>
                  </a:lnTo>
                  <a:lnTo>
                    <a:pt x="1329381" y="515001"/>
                  </a:lnTo>
                  <a:lnTo>
                    <a:pt x="1338364" y="516163"/>
                  </a:lnTo>
                  <a:lnTo>
                    <a:pt x="1347346" y="517181"/>
                  </a:lnTo>
                  <a:lnTo>
                    <a:pt x="1356328" y="518060"/>
                  </a:lnTo>
                  <a:lnTo>
                    <a:pt x="1365310" y="518807"/>
                  </a:lnTo>
                  <a:lnTo>
                    <a:pt x="1374293" y="519427"/>
                  </a:lnTo>
                  <a:lnTo>
                    <a:pt x="1383275" y="519935"/>
                  </a:lnTo>
                  <a:lnTo>
                    <a:pt x="1392257" y="520350"/>
                  </a:lnTo>
                  <a:lnTo>
                    <a:pt x="1401240" y="520695"/>
                  </a:lnTo>
                  <a:lnTo>
                    <a:pt x="1410222" y="520996"/>
                  </a:lnTo>
                  <a:lnTo>
                    <a:pt x="1419204" y="521272"/>
                  </a:lnTo>
                  <a:lnTo>
                    <a:pt x="1428187" y="521541"/>
                  </a:lnTo>
                  <a:lnTo>
                    <a:pt x="1437169" y="521814"/>
                  </a:lnTo>
                  <a:lnTo>
                    <a:pt x="1446151" y="522094"/>
                  </a:lnTo>
                  <a:lnTo>
                    <a:pt x="1455134" y="522380"/>
                  </a:lnTo>
                  <a:lnTo>
                    <a:pt x="1464116" y="522670"/>
                  </a:lnTo>
                  <a:lnTo>
                    <a:pt x="1473098" y="522958"/>
                  </a:lnTo>
                  <a:lnTo>
                    <a:pt x="1482081" y="523241"/>
                  </a:lnTo>
                </a:path>
              </a:pathLst>
            </a:custGeom>
            <a:ln w="8130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7411607" y="1092818"/>
              <a:ext cx="5048955" cy="3518815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tx161"/>
            <p:cNvSpPr/>
            <p:nvPr/>
          </p:nvSpPr>
          <p:spPr>
            <a:xfrm>
              <a:off x="6863296" y="4303045"/>
              <a:ext cx="49706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Diet breadth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6736469" y="3843213"/>
              <a:ext cx="62389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Habitat breadth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6665511" y="3383381"/>
              <a:ext cx="694852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No. of congeners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6914045" y="2923549"/>
              <a:ext cx="446318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Clutch size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6680599" y="2463717"/>
              <a:ext cx="679764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Hand-wing index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6909016" y="2003886"/>
              <a:ext cx="4513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Body mass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6903804" y="1544054"/>
              <a:ext cx="45655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Range size</a:t>
              </a:r>
            </a:p>
          </p:txBody>
        </p:sp>
        <p:sp>
          <p:nvSpPr>
            <p:cNvPr id="168" name="pl168"/>
            <p:cNvSpPr/>
            <p:nvPr/>
          </p:nvSpPr>
          <p:spPr>
            <a:xfrm>
              <a:off x="7383138" y="433573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7383138" y="387590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7383138" y="341607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7383138" y="2956239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7383138" y="249640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7383138" y="203657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7383138" y="157674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7498999" y="461163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8352662" y="461163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9206325" y="461163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10059988" y="461163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10913651" y="461163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11767314" y="461163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tx181"/>
            <p:cNvSpPr/>
            <p:nvPr/>
          </p:nvSpPr>
          <p:spPr>
            <a:xfrm>
              <a:off x="7420406" y="4662877"/>
              <a:ext cx="15718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-1.5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8274069" y="4662877"/>
              <a:ext cx="15718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9127732" y="4662877"/>
              <a:ext cx="157185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9996574" y="4662877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10850237" y="4662877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11703900" y="4662877"/>
              <a:ext cx="12682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9440708" y="4775835"/>
              <a:ext cx="99075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Estimate (log-odds)</a:t>
              </a:r>
            </a:p>
          </p:txBody>
        </p:sp>
        <p:sp>
          <p:nvSpPr>
            <p:cNvPr id="188" name="tx188"/>
            <p:cNvSpPr/>
            <p:nvPr/>
          </p:nvSpPr>
          <p:spPr>
            <a:xfrm rot="-5400000">
              <a:off x="6314946" y="2811306"/>
              <a:ext cx="51444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Predictors</a:t>
              </a:r>
            </a:p>
          </p:txBody>
        </p:sp>
        <p:sp>
          <p:nvSpPr>
            <p:cNvPr id="189" name="rc189"/>
            <p:cNvSpPr/>
            <p:nvPr/>
          </p:nvSpPr>
          <p:spPr>
            <a:xfrm>
              <a:off x="7313205" y="808135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7318605" y="813535"/>
              <a:ext cx="103072" cy="103072"/>
            </a:xfrm>
            <a:prstGeom prst="rect">
              <a:avLst/>
            </a:prstGeom>
            <a:solidFill>
              <a:srgbClr val="F6C445">
                <a:alpha val="54901"/>
              </a:srgbClr>
            </a:solidFill>
            <a:ln w="8130" cap="rnd">
              <a:solidFill>
                <a:srgbClr val="F6C445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9012221" y="808135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9017621" y="813535"/>
              <a:ext cx="103072" cy="103072"/>
            </a:xfrm>
            <a:prstGeom prst="rect">
              <a:avLst/>
            </a:prstGeom>
            <a:solidFill>
              <a:srgbClr val="F4A582">
                <a:alpha val="54901"/>
              </a:srgbClr>
            </a:solidFill>
            <a:ln w="8130" cap="rnd">
              <a:solidFill>
                <a:srgbClr val="F4A582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10890642" y="808135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10896042" y="813535"/>
              <a:ext cx="103072" cy="103072"/>
            </a:xfrm>
            <a:prstGeom prst="rect">
              <a:avLst/>
            </a:prstGeom>
            <a:solidFill>
              <a:srgbClr val="2C7FB8">
                <a:alpha val="54901"/>
              </a:srgbClr>
            </a:solidFill>
            <a:ln w="8130" cap="rnd">
              <a:solidFill>
                <a:srgbClr val="2C7FB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tx195"/>
            <p:cNvSpPr/>
            <p:nvPr/>
          </p:nvSpPr>
          <p:spPr>
            <a:xfrm>
              <a:off x="7484015" y="833251"/>
              <a:ext cx="1471269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Resident (567 spp., 116 with records)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9183030" y="833251"/>
              <a:ext cx="165067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Partial migrant (228 spp., 91 with records)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1061451" y="833251"/>
              <a:ext cx="149751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Migratory (503 spp., 127 with records)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7411607" y="490351"/>
              <a:ext cx="211802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Same models fitted within each migratory class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7411607" y="315731"/>
              <a:ext cx="2796235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Species-level predictors by migratory strategy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6559742" y="357032"/>
              <a:ext cx="8531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201" name="rc201"/>
            <p:cNvSpPr/>
            <p:nvPr/>
          </p:nvSpPr>
          <p:spPr>
            <a:xfrm>
              <a:off x="1305155" y="5520701"/>
              <a:ext cx="11155407" cy="439851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1305155" y="5520701"/>
              <a:ext cx="3718469" cy="22688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5023624" y="5520701"/>
              <a:ext cx="3718469" cy="22688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8742093" y="5520701"/>
              <a:ext cx="3718469" cy="22688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1305155" y="7789550"/>
              <a:ext cx="3718469" cy="21296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5023624" y="7789550"/>
              <a:ext cx="3718469" cy="212967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1782227" y="6038362"/>
              <a:ext cx="3152829" cy="15521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782227" y="7590554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782227" y="7086360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782227" y="6582166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782227" y="6077972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2642090" y="6038362"/>
              <a:ext cx="0" cy="1552191"/>
            </a:xfrm>
            <a:custGeom>
              <a:avLst/>
              <a:pathLst>
                <a:path w="0" h="1552191">
                  <a:moveTo>
                    <a:pt x="0" y="15521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4075194" y="6038362"/>
              <a:ext cx="0" cy="1552191"/>
            </a:xfrm>
            <a:custGeom>
              <a:avLst/>
              <a:pathLst>
                <a:path w="0" h="1552191">
                  <a:moveTo>
                    <a:pt x="0" y="15521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2212158" y="6497461"/>
              <a:ext cx="859862" cy="420497"/>
            </a:xfrm>
            <a:prstGeom prst="rect">
              <a:avLst/>
            </a:prstGeom>
            <a:solidFill>
              <a:srgbClr val="B8E3DE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2212158" y="6917959"/>
              <a:ext cx="859862" cy="145207"/>
            </a:xfrm>
            <a:prstGeom prst="rect">
              <a:avLst/>
            </a:prstGeom>
            <a:solidFill>
              <a:srgbClr val="7FC7C0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2212158" y="7063167"/>
              <a:ext cx="859862" cy="527387"/>
            </a:xfrm>
            <a:prstGeom prst="rect">
              <a:avLst/>
            </a:prstGeom>
            <a:solidFill>
              <a:srgbClr val="2E8B84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3645263" y="7226526"/>
              <a:ext cx="859862" cy="139157"/>
            </a:xfrm>
            <a:prstGeom prst="rect">
              <a:avLst/>
            </a:prstGeom>
            <a:solidFill>
              <a:srgbClr val="B8E3DE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3645263" y="7365684"/>
              <a:ext cx="859862" cy="95796"/>
            </a:xfrm>
            <a:prstGeom prst="rect">
              <a:avLst/>
            </a:prstGeom>
            <a:solidFill>
              <a:srgbClr val="7FC7C0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3645263" y="7461481"/>
              <a:ext cx="859862" cy="129073"/>
            </a:xfrm>
            <a:prstGeom prst="rect">
              <a:avLst/>
            </a:prstGeom>
            <a:solidFill>
              <a:srgbClr val="2E8B84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1853882" y="6069527"/>
              <a:ext cx="86657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Chi-sq (df = 2), p = 6.7e-09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853882" y="6173596"/>
              <a:ext cx="158474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Partial migrant: std. resid. = 5.77, adj. p = 2.3e-08</a:t>
              </a:r>
            </a:p>
          </p:txBody>
        </p:sp>
        <p:sp>
          <p:nvSpPr>
            <p:cNvPr id="222" name="rc222"/>
            <p:cNvSpPr/>
            <p:nvPr/>
          </p:nvSpPr>
          <p:spPr>
            <a:xfrm>
              <a:off x="1782227" y="6038362"/>
              <a:ext cx="3152829" cy="1552191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tx223"/>
            <p:cNvSpPr/>
            <p:nvPr/>
          </p:nvSpPr>
          <p:spPr>
            <a:xfrm>
              <a:off x="1680235" y="7557865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578737" y="7053670"/>
              <a:ext cx="1522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527987" y="6549476"/>
              <a:ext cx="20299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527987" y="6045282"/>
              <a:ext cx="20299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1500</a:t>
              </a:r>
            </a:p>
          </p:txBody>
        </p:sp>
        <p:sp>
          <p:nvSpPr>
            <p:cNvPr id="227" name="pl227"/>
            <p:cNvSpPr/>
            <p:nvPr/>
          </p:nvSpPr>
          <p:spPr>
            <a:xfrm>
              <a:off x="1753759" y="759055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1753759" y="708636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1753759" y="658216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1753759" y="607797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2642090" y="759055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4075194" y="759055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tx233"/>
            <p:cNvSpPr/>
            <p:nvPr/>
          </p:nvSpPr>
          <p:spPr>
            <a:xfrm>
              <a:off x="2331468" y="7641797"/>
              <a:ext cx="62124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New record = 0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3764572" y="7641797"/>
              <a:ext cx="62124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New record = 1</a:t>
              </a:r>
            </a:p>
          </p:txBody>
        </p:sp>
        <p:sp>
          <p:nvSpPr>
            <p:cNvPr id="235" name="tx235"/>
            <p:cNvSpPr/>
            <p:nvPr/>
          </p:nvSpPr>
          <p:spPr>
            <a:xfrm rot="-5400000">
              <a:off x="958286" y="6773539"/>
              <a:ext cx="95271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species</a:t>
              </a:r>
            </a:p>
          </p:txBody>
        </p:sp>
        <p:sp>
          <p:nvSpPr>
            <p:cNvPr id="236" name="rc236"/>
            <p:cNvSpPr/>
            <p:nvPr/>
          </p:nvSpPr>
          <p:spPr>
            <a:xfrm>
              <a:off x="2538629" y="581061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2542589" y="5814577"/>
              <a:ext cx="74321" cy="74321"/>
            </a:xfrm>
            <a:prstGeom prst="rect">
              <a:avLst/>
            </a:prstGeom>
            <a:solidFill>
              <a:srgbClr val="B8E3DE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3052040" y="581061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3056000" y="5814577"/>
              <a:ext cx="74321" cy="74321"/>
            </a:xfrm>
            <a:prstGeom prst="rect">
              <a:avLst/>
            </a:prstGeom>
            <a:solidFill>
              <a:srgbClr val="7FC7C0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3738913" y="581061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3742873" y="5814577"/>
              <a:ext cx="74321" cy="74321"/>
            </a:xfrm>
            <a:prstGeom prst="rect">
              <a:avLst/>
            </a:prstGeom>
            <a:solidFill>
              <a:srgbClr val="2E8B84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2" name="tx242"/>
            <p:cNvSpPr/>
            <p:nvPr/>
          </p:nvSpPr>
          <p:spPr>
            <a:xfrm>
              <a:off x="2677807" y="5824442"/>
              <a:ext cx="317296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Migratory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3191218" y="5824442"/>
              <a:ext cx="490758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Partial migrant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3878091" y="5824442"/>
              <a:ext cx="300563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Resident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2887543" y="5583964"/>
              <a:ext cx="942197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Migratory strategy</a:t>
              </a:r>
            </a:p>
          </p:txBody>
        </p:sp>
        <p:sp>
          <p:nvSpPr>
            <p:cNvPr id="246" name="rc246"/>
            <p:cNvSpPr/>
            <p:nvPr/>
          </p:nvSpPr>
          <p:spPr>
            <a:xfrm>
              <a:off x="5500696" y="6038362"/>
              <a:ext cx="3152829" cy="15521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5500696" y="7590554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5500696" y="7086360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5500696" y="6582166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5500696" y="6077972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6360559" y="6038362"/>
              <a:ext cx="0" cy="1552191"/>
            </a:xfrm>
            <a:custGeom>
              <a:avLst/>
              <a:pathLst>
                <a:path w="0" h="1552191">
                  <a:moveTo>
                    <a:pt x="0" y="15521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7793663" y="6038362"/>
              <a:ext cx="0" cy="1552191"/>
            </a:xfrm>
            <a:custGeom>
              <a:avLst/>
              <a:pathLst>
                <a:path w="0" h="1552191">
                  <a:moveTo>
                    <a:pt x="0" y="15521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5930627" y="6497461"/>
              <a:ext cx="859862" cy="185543"/>
            </a:xfrm>
            <a:prstGeom prst="rect">
              <a:avLst/>
            </a:prstGeom>
            <a:solidFill>
              <a:srgbClr val="C6DBEF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5930627" y="6683005"/>
              <a:ext cx="859862" cy="45377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5930627" y="6728382"/>
              <a:ext cx="859862" cy="72603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5930627" y="6800986"/>
              <a:ext cx="859862" cy="48402"/>
            </a:xfrm>
            <a:prstGeom prst="rect">
              <a:avLst/>
            </a:prstGeom>
            <a:solidFill>
              <a:srgbClr val="4292C6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5930627" y="6849389"/>
              <a:ext cx="859862" cy="484026"/>
            </a:xfrm>
            <a:prstGeom prst="rect">
              <a:avLst/>
            </a:prstGeom>
            <a:solidFill>
              <a:srgbClr val="2171B5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5930627" y="7333415"/>
              <a:ext cx="859862" cy="212769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5930627" y="7546185"/>
              <a:ext cx="859862" cy="44369"/>
            </a:xfrm>
            <a:prstGeom prst="rect">
              <a:avLst/>
            </a:prstGeom>
            <a:solidFill>
              <a:srgbClr val="08306B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7363732" y="7226526"/>
              <a:ext cx="859862" cy="47394"/>
            </a:xfrm>
            <a:prstGeom prst="rect">
              <a:avLst/>
            </a:prstGeom>
            <a:solidFill>
              <a:srgbClr val="C6DBEF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7363732" y="7273920"/>
              <a:ext cx="859862" cy="12100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7363732" y="7286021"/>
              <a:ext cx="859862" cy="21176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7363732" y="7307197"/>
              <a:ext cx="859862" cy="14117"/>
            </a:xfrm>
            <a:prstGeom prst="rect">
              <a:avLst/>
            </a:prstGeom>
            <a:solidFill>
              <a:srgbClr val="4292C6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7363732" y="7321315"/>
              <a:ext cx="859862" cy="185543"/>
            </a:xfrm>
            <a:prstGeom prst="rect">
              <a:avLst/>
            </a:prstGeom>
            <a:solidFill>
              <a:srgbClr val="2171B5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7363732" y="7506858"/>
              <a:ext cx="859862" cy="59494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7363732" y="7566353"/>
              <a:ext cx="859862" cy="24201"/>
            </a:xfrm>
            <a:prstGeom prst="rect">
              <a:avLst/>
            </a:prstGeom>
            <a:solidFill>
              <a:srgbClr val="08306B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7" name="tx267"/>
            <p:cNvSpPr/>
            <p:nvPr/>
          </p:nvSpPr>
          <p:spPr>
            <a:xfrm>
              <a:off x="5572351" y="6048713"/>
              <a:ext cx="802386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Chi-sq (df = 6), p = 0.074</a:t>
              </a:r>
            </a:p>
          </p:txBody>
        </p:sp>
        <p:sp>
          <p:nvSpPr>
            <p:cNvPr id="268" name="rc268"/>
            <p:cNvSpPr/>
            <p:nvPr/>
          </p:nvSpPr>
          <p:spPr>
            <a:xfrm>
              <a:off x="5500696" y="6038362"/>
              <a:ext cx="3152829" cy="1552191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tx269"/>
            <p:cNvSpPr/>
            <p:nvPr/>
          </p:nvSpPr>
          <p:spPr>
            <a:xfrm>
              <a:off x="5398704" y="7557865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5297206" y="7053670"/>
              <a:ext cx="1522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5246457" y="6549476"/>
              <a:ext cx="20299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5246457" y="6045282"/>
              <a:ext cx="20299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1500</a:t>
              </a:r>
            </a:p>
          </p:txBody>
        </p:sp>
        <p:sp>
          <p:nvSpPr>
            <p:cNvPr id="273" name="pl273"/>
            <p:cNvSpPr/>
            <p:nvPr/>
          </p:nvSpPr>
          <p:spPr>
            <a:xfrm>
              <a:off x="5472228" y="759055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5472228" y="708636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5472228" y="658216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5472228" y="607797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6360559" y="759055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7793663" y="759055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tx279"/>
            <p:cNvSpPr/>
            <p:nvPr/>
          </p:nvSpPr>
          <p:spPr>
            <a:xfrm>
              <a:off x="6049937" y="7641797"/>
              <a:ext cx="62124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New record = 0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7483041" y="7641797"/>
              <a:ext cx="62124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New record = 1</a:t>
              </a:r>
            </a:p>
          </p:txBody>
        </p:sp>
        <p:sp>
          <p:nvSpPr>
            <p:cNvPr id="281" name="tx281"/>
            <p:cNvSpPr/>
            <p:nvPr/>
          </p:nvSpPr>
          <p:spPr>
            <a:xfrm rot="-5400000">
              <a:off x="4676755" y="6773539"/>
              <a:ext cx="95271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species</a:t>
              </a:r>
            </a:p>
          </p:txBody>
        </p:sp>
        <p:sp>
          <p:nvSpPr>
            <p:cNvPr id="282" name="rc282"/>
            <p:cNvSpPr/>
            <p:nvPr/>
          </p:nvSpPr>
          <p:spPr>
            <a:xfrm>
              <a:off x="5659595" y="574102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5663555" y="5744987"/>
              <a:ext cx="74321" cy="74321"/>
            </a:xfrm>
            <a:prstGeom prst="rect">
              <a:avLst/>
            </a:prstGeom>
            <a:solidFill>
              <a:srgbClr val="C6DBEF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5659595" y="5880206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5663555" y="5884166"/>
              <a:ext cx="74321" cy="74321"/>
            </a:xfrm>
            <a:prstGeom prst="rect">
              <a:avLst/>
            </a:prstGeom>
            <a:solidFill>
              <a:srgbClr val="9ECAE1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6587779" y="574102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6591739" y="5744987"/>
              <a:ext cx="74321" cy="74321"/>
            </a:xfrm>
            <a:prstGeom prst="rect">
              <a:avLst/>
            </a:prstGeom>
            <a:solidFill>
              <a:srgbClr val="6BAED6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6587779" y="5880206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6591739" y="5884166"/>
              <a:ext cx="74321" cy="74321"/>
            </a:xfrm>
            <a:prstGeom prst="rect">
              <a:avLst/>
            </a:prstGeom>
            <a:solidFill>
              <a:srgbClr val="4292C6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7118198" y="574102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7122158" y="5744987"/>
              <a:ext cx="74321" cy="74321"/>
            </a:xfrm>
            <a:prstGeom prst="rect">
              <a:avLst/>
            </a:prstGeom>
            <a:solidFill>
              <a:srgbClr val="2171B5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7118198" y="5880206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7122158" y="5884166"/>
              <a:ext cx="74321" cy="74321"/>
            </a:xfrm>
            <a:prstGeom prst="rect">
              <a:avLst/>
            </a:prstGeom>
            <a:solidFill>
              <a:srgbClr val="08519C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7669740" y="574102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7673700" y="5744987"/>
              <a:ext cx="74321" cy="74321"/>
            </a:xfrm>
            <a:prstGeom prst="rect">
              <a:avLst/>
            </a:prstGeom>
            <a:solidFill>
              <a:srgbClr val="08306B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6" name="tx296"/>
            <p:cNvSpPr/>
            <p:nvPr/>
          </p:nvSpPr>
          <p:spPr>
            <a:xfrm>
              <a:off x="5798773" y="5754853"/>
              <a:ext cx="558606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Aquatic predator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5798773" y="5894032"/>
              <a:ext cx="732068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Frugivore/Nectarivore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6726957" y="5754853"/>
              <a:ext cx="334304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Granivore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6726957" y="5894032"/>
              <a:ext cx="330098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Herbivore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7257376" y="5754853"/>
              <a:ext cx="355427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Invertivore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7257376" y="5894032"/>
              <a:ext cx="330098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Omnivore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7808918" y="5754853"/>
              <a:ext cx="685708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Vertivore/Scavenger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6726164" y="5583964"/>
              <a:ext cx="70189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Trophic niche</a:t>
              </a:r>
            </a:p>
          </p:txBody>
        </p:sp>
        <p:sp>
          <p:nvSpPr>
            <p:cNvPr id="304" name="rc304"/>
            <p:cNvSpPr/>
            <p:nvPr/>
          </p:nvSpPr>
          <p:spPr>
            <a:xfrm>
              <a:off x="9219165" y="6038362"/>
              <a:ext cx="3152829" cy="15521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9219165" y="7590554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9219165" y="7086360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9219165" y="6582166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9219165" y="6077972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10079028" y="6038362"/>
              <a:ext cx="0" cy="1552191"/>
            </a:xfrm>
            <a:custGeom>
              <a:avLst/>
              <a:pathLst>
                <a:path w="0" h="1552191">
                  <a:moveTo>
                    <a:pt x="0" y="15521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11512132" y="6038362"/>
              <a:ext cx="0" cy="1552191"/>
            </a:xfrm>
            <a:custGeom>
              <a:avLst/>
              <a:pathLst>
                <a:path w="0" h="1552191">
                  <a:moveTo>
                    <a:pt x="0" y="15521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9649097" y="6497461"/>
              <a:ext cx="859862" cy="390246"/>
            </a:xfrm>
            <a:prstGeom prst="rect">
              <a:avLst/>
            </a:prstGeom>
            <a:solidFill>
              <a:srgbClr val="FDD0A2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9649097" y="6887708"/>
              <a:ext cx="859862" cy="401338"/>
            </a:xfrm>
            <a:prstGeom prst="rect">
              <a:avLst/>
            </a:prstGeom>
            <a:solidFill>
              <a:srgbClr val="FD8D3C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9649097" y="7289046"/>
              <a:ext cx="859862" cy="301508"/>
            </a:xfrm>
            <a:prstGeom prst="rect">
              <a:avLst/>
            </a:prstGeom>
            <a:solidFill>
              <a:srgbClr val="A63603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11082201" y="7226526"/>
              <a:ext cx="859862" cy="134115"/>
            </a:xfrm>
            <a:prstGeom prst="rect">
              <a:avLst/>
            </a:prstGeom>
            <a:solidFill>
              <a:srgbClr val="FDD0A2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11082201" y="7360642"/>
              <a:ext cx="859862" cy="118989"/>
            </a:xfrm>
            <a:prstGeom prst="rect">
              <a:avLst/>
            </a:prstGeom>
            <a:solidFill>
              <a:srgbClr val="FD8D3C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11082201" y="7479632"/>
              <a:ext cx="859862" cy="110922"/>
            </a:xfrm>
            <a:prstGeom prst="rect">
              <a:avLst/>
            </a:prstGeom>
            <a:solidFill>
              <a:srgbClr val="A63603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7" name="tx317"/>
            <p:cNvSpPr/>
            <p:nvPr/>
          </p:nvSpPr>
          <p:spPr>
            <a:xfrm>
              <a:off x="9290820" y="6048713"/>
              <a:ext cx="762243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Chi-sq (df = 2), p = 0.35</a:t>
              </a:r>
            </a:p>
          </p:txBody>
        </p:sp>
        <p:sp>
          <p:nvSpPr>
            <p:cNvPr id="318" name="rc318"/>
            <p:cNvSpPr/>
            <p:nvPr/>
          </p:nvSpPr>
          <p:spPr>
            <a:xfrm>
              <a:off x="9219165" y="6038362"/>
              <a:ext cx="3152829" cy="1552191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tx319"/>
            <p:cNvSpPr/>
            <p:nvPr/>
          </p:nvSpPr>
          <p:spPr>
            <a:xfrm>
              <a:off x="9117173" y="7557865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0" name="tx320"/>
            <p:cNvSpPr/>
            <p:nvPr/>
          </p:nvSpPr>
          <p:spPr>
            <a:xfrm>
              <a:off x="9015675" y="7053670"/>
              <a:ext cx="1522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8964926" y="6549476"/>
              <a:ext cx="20299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322" name="tx322"/>
            <p:cNvSpPr/>
            <p:nvPr/>
          </p:nvSpPr>
          <p:spPr>
            <a:xfrm>
              <a:off x="8964926" y="6045282"/>
              <a:ext cx="20299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1500</a:t>
              </a:r>
            </a:p>
          </p:txBody>
        </p:sp>
        <p:sp>
          <p:nvSpPr>
            <p:cNvPr id="323" name="pl323"/>
            <p:cNvSpPr/>
            <p:nvPr/>
          </p:nvSpPr>
          <p:spPr>
            <a:xfrm>
              <a:off x="9190697" y="7590554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9190697" y="7086360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9190697" y="6582166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9190697" y="6077972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10079028" y="759055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11512132" y="7590554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tx329"/>
            <p:cNvSpPr/>
            <p:nvPr/>
          </p:nvSpPr>
          <p:spPr>
            <a:xfrm>
              <a:off x="9768406" y="7641797"/>
              <a:ext cx="62124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New record = 0</a:t>
              </a:r>
            </a:p>
          </p:txBody>
        </p:sp>
        <p:sp>
          <p:nvSpPr>
            <p:cNvPr id="330" name="tx330"/>
            <p:cNvSpPr/>
            <p:nvPr/>
          </p:nvSpPr>
          <p:spPr>
            <a:xfrm>
              <a:off x="11201510" y="7641797"/>
              <a:ext cx="62124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New record = 1</a:t>
              </a:r>
            </a:p>
          </p:txBody>
        </p:sp>
        <p:sp>
          <p:nvSpPr>
            <p:cNvPr id="331" name="tx331"/>
            <p:cNvSpPr/>
            <p:nvPr/>
          </p:nvSpPr>
          <p:spPr>
            <a:xfrm rot="-5400000">
              <a:off x="8395224" y="6773539"/>
              <a:ext cx="95271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species</a:t>
              </a:r>
            </a:p>
          </p:txBody>
        </p:sp>
        <p:sp>
          <p:nvSpPr>
            <p:cNvPr id="332" name="rc332"/>
            <p:cNvSpPr/>
            <p:nvPr/>
          </p:nvSpPr>
          <p:spPr>
            <a:xfrm>
              <a:off x="10142537" y="581061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10146497" y="5814577"/>
              <a:ext cx="74321" cy="74321"/>
            </a:xfrm>
            <a:prstGeom prst="rect">
              <a:avLst/>
            </a:prstGeom>
            <a:solidFill>
              <a:srgbClr val="FDD0A2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10558839" y="581061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10562799" y="5814577"/>
              <a:ext cx="74321" cy="74321"/>
            </a:xfrm>
            <a:prstGeom prst="rect">
              <a:avLst/>
            </a:prstGeom>
            <a:solidFill>
              <a:srgbClr val="FD8D3C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10941216" y="581061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10945176" y="5814577"/>
              <a:ext cx="74321" cy="74321"/>
            </a:xfrm>
            <a:prstGeom prst="rect">
              <a:avLst/>
            </a:prstGeom>
            <a:solidFill>
              <a:srgbClr val="A63603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8" name="tx338"/>
            <p:cNvSpPr/>
            <p:nvPr/>
          </p:nvSpPr>
          <p:spPr>
            <a:xfrm>
              <a:off x="10281715" y="5824442"/>
              <a:ext cx="220187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Dense</a:t>
              </a:r>
            </a:p>
          </p:txBody>
        </p:sp>
        <p:sp>
          <p:nvSpPr>
            <p:cNvPr id="339" name="tx339"/>
            <p:cNvSpPr/>
            <p:nvPr/>
          </p:nvSpPr>
          <p:spPr>
            <a:xfrm>
              <a:off x="10698017" y="5824442"/>
              <a:ext cx="186263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Open</a:t>
              </a:r>
            </a:p>
          </p:txBody>
        </p:sp>
        <p:sp>
          <p:nvSpPr>
            <p:cNvPr id="340" name="tx340"/>
            <p:cNvSpPr/>
            <p:nvPr/>
          </p:nvSpPr>
          <p:spPr>
            <a:xfrm>
              <a:off x="11080395" y="5824442"/>
              <a:ext cx="368228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Semi-open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10408606" y="5583964"/>
              <a:ext cx="77394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Habitat density</a:t>
              </a:r>
            </a:p>
          </p:txBody>
        </p:sp>
        <p:sp>
          <p:nvSpPr>
            <p:cNvPr id="342" name="rc342"/>
            <p:cNvSpPr/>
            <p:nvPr/>
          </p:nvSpPr>
          <p:spPr>
            <a:xfrm>
              <a:off x="1782227" y="8168033"/>
              <a:ext cx="3152829" cy="15521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1782227" y="9720225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1782227" y="9216031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782227" y="8711837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782227" y="8207643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2642090" y="8168033"/>
              <a:ext cx="0" cy="1552191"/>
            </a:xfrm>
            <a:custGeom>
              <a:avLst/>
              <a:pathLst>
                <a:path w="0" h="1552191">
                  <a:moveTo>
                    <a:pt x="0" y="15521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4075194" y="8168033"/>
              <a:ext cx="0" cy="1552191"/>
            </a:xfrm>
            <a:custGeom>
              <a:avLst/>
              <a:pathLst>
                <a:path w="0" h="1552191">
                  <a:moveTo>
                    <a:pt x="0" y="15521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2212158" y="8627132"/>
              <a:ext cx="859862" cy="937801"/>
            </a:xfrm>
            <a:prstGeom prst="rect">
              <a:avLst/>
            </a:prstGeom>
            <a:solidFill>
              <a:srgbClr val="FCBBA1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2212158" y="9564933"/>
              <a:ext cx="859862" cy="62520"/>
            </a:xfrm>
            <a:prstGeom prst="rect">
              <a:avLst/>
            </a:prstGeom>
            <a:solidFill>
              <a:srgbClr val="FB6A4A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2212158" y="9627454"/>
              <a:ext cx="859862" cy="92771"/>
            </a:xfrm>
            <a:prstGeom prst="rect">
              <a:avLst/>
            </a:prstGeom>
            <a:solidFill>
              <a:srgbClr val="A50F15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3645263" y="9356197"/>
              <a:ext cx="859862" cy="322684"/>
            </a:xfrm>
            <a:prstGeom prst="rect">
              <a:avLst/>
            </a:prstGeom>
            <a:solidFill>
              <a:srgbClr val="FCBBA1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3645263" y="9678881"/>
              <a:ext cx="859862" cy="18150"/>
            </a:xfrm>
            <a:prstGeom prst="rect">
              <a:avLst/>
            </a:prstGeom>
            <a:solidFill>
              <a:srgbClr val="FB6A4A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3645263" y="9697032"/>
              <a:ext cx="859862" cy="23192"/>
            </a:xfrm>
            <a:prstGeom prst="rect">
              <a:avLst/>
            </a:prstGeom>
            <a:solidFill>
              <a:srgbClr val="A50F15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5" name="tx355"/>
            <p:cNvSpPr/>
            <p:nvPr/>
          </p:nvSpPr>
          <p:spPr>
            <a:xfrm>
              <a:off x="1853882" y="8178384"/>
              <a:ext cx="762243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Chi-sq (df = 2), p = 0.36</a:t>
              </a:r>
            </a:p>
          </p:txBody>
        </p:sp>
        <p:sp>
          <p:nvSpPr>
            <p:cNvPr id="356" name="rc356"/>
            <p:cNvSpPr/>
            <p:nvPr/>
          </p:nvSpPr>
          <p:spPr>
            <a:xfrm>
              <a:off x="1782227" y="8168033"/>
              <a:ext cx="3152829" cy="1552191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tx357"/>
            <p:cNvSpPr/>
            <p:nvPr/>
          </p:nvSpPr>
          <p:spPr>
            <a:xfrm>
              <a:off x="1680235" y="9687535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1578737" y="9183341"/>
              <a:ext cx="1522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1527987" y="8679147"/>
              <a:ext cx="20299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1527987" y="8174953"/>
              <a:ext cx="20299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1500</a:t>
              </a:r>
            </a:p>
          </p:txBody>
        </p:sp>
        <p:sp>
          <p:nvSpPr>
            <p:cNvPr id="361" name="pl361"/>
            <p:cNvSpPr/>
            <p:nvPr/>
          </p:nvSpPr>
          <p:spPr>
            <a:xfrm>
              <a:off x="1753759" y="972022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1753759" y="921603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1753759" y="871183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1753759" y="820764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2642090" y="972022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4075194" y="972022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tx367"/>
            <p:cNvSpPr/>
            <p:nvPr/>
          </p:nvSpPr>
          <p:spPr>
            <a:xfrm>
              <a:off x="2331468" y="9771468"/>
              <a:ext cx="62124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New record = 0</a:t>
              </a:r>
            </a:p>
          </p:txBody>
        </p:sp>
        <p:sp>
          <p:nvSpPr>
            <p:cNvPr id="368" name="tx368"/>
            <p:cNvSpPr/>
            <p:nvPr/>
          </p:nvSpPr>
          <p:spPr>
            <a:xfrm>
              <a:off x="3764572" y="9771468"/>
              <a:ext cx="62124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New record = 1</a:t>
              </a:r>
            </a:p>
          </p:txBody>
        </p:sp>
        <p:sp>
          <p:nvSpPr>
            <p:cNvPr id="369" name="tx369"/>
            <p:cNvSpPr/>
            <p:nvPr/>
          </p:nvSpPr>
          <p:spPr>
            <a:xfrm rot="-5400000">
              <a:off x="958286" y="8903210"/>
              <a:ext cx="95271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species</a:t>
              </a:r>
            </a:p>
          </p:txBody>
        </p:sp>
        <p:sp>
          <p:nvSpPr>
            <p:cNvPr id="370" name="rc370"/>
            <p:cNvSpPr/>
            <p:nvPr/>
          </p:nvSpPr>
          <p:spPr>
            <a:xfrm>
              <a:off x="2363567" y="800987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2367527" y="8013837"/>
              <a:ext cx="74321" cy="74321"/>
            </a:xfrm>
            <a:prstGeom prst="rect">
              <a:avLst/>
            </a:prstGeom>
            <a:solidFill>
              <a:srgbClr val="FCBBA1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3054921" y="800987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3058881" y="8013837"/>
              <a:ext cx="74321" cy="74321"/>
            </a:xfrm>
            <a:prstGeom prst="rect">
              <a:avLst/>
            </a:prstGeom>
            <a:solidFill>
              <a:srgbClr val="FB6A4A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3825187" y="800987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3829147" y="8013837"/>
              <a:ext cx="74321" cy="74321"/>
            </a:xfrm>
            <a:prstGeom prst="rect">
              <a:avLst/>
            </a:prstGeom>
            <a:solidFill>
              <a:srgbClr val="A50F15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6" name="tx376"/>
            <p:cNvSpPr/>
            <p:nvPr/>
          </p:nvSpPr>
          <p:spPr>
            <a:xfrm>
              <a:off x="2502745" y="8023702"/>
              <a:ext cx="495239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Least Concern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3194099" y="8023702"/>
              <a:ext cx="574151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Near Threatened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3964365" y="8023702"/>
              <a:ext cx="389351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Threatened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2824678" y="7852813"/>
              <a:ext cx="1067927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IUCN Red List status</a:t>
              </a:r>
            </a:p>
          </p:txBody>
        </p:sp>
        <p:sp>
          <p:nvSpPr>
            <p:cNvPr id="380" name="rc380"/>
            <p:cNvSpPr/>
            <p:nvPr/>
          </p:nvSpPr>
          <p:spPr>
            <a:xfrm>
              <a:off x="5500696" y="8168033"/>
              <a:ext cx="3152829" cy="15521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5500696" y="9720225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5500696" y="9216031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5500696" y="8711837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5500696" y="8207643"/>
              <a:ext cx="3152829" cy="0"/>
            </a:xfrm>
            <a:custGeom>
              <a:avLst/>
              <a:pathLst>
                <a:path w="3152829" h="0">
                  <a:moveTo>
                    <a:pt x="0" y="0"/>
                  </a:moveTo>
                  <a:lnTo>
                    <a:pt x="3152829" y="0"/>
                  </a:lnTo>
                  <a:lnTo>
                    <a:pt x="3152829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6360559" y="8168033"/>
              <a:ext cx="0" cy="1552191"/>
            </a:xfrm>
            <a:custGeom>
              <a:avLst/>
              <a:pathLst>
                <a:path w="0" h="1552191">
                  <a:moveTo>
                    <a:pt x="0" y="15521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7793663" y="8168033"/>
              <a:ext cx="0" cy="1552191"/>
            </a:xfrm>
            <a:custGeom>
              <a:avLst/>
              <a:pathLst>
                <a:path w="0" h="1552191">
                  <a:moveTo>
                    <a:pt x="0" y="15521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962" cap="flat">
              <a:solidFill>
                <a:srgbClr val="E5E5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5930627" y="8627132"/>
              <a:ext cx="859862" cy="76637"/>
            </a:xfrm>
            <a:prstGeom prst="rect">
              <a:avLst/>
            </a:prstGeom>
            <a:solidFill>
              <a:srgbClr val="DADAEB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5930627" y="8703770"/>
              <a:ext cx="859862" cy="1016455"/>
            </a:xfrm>
            <a:prstGeom prst="rect">
              <a:avLst/>
            </a:prstGeom>
            <a:solidFill>
              <a:srgbClr val="807DBA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7363732" y="9356197"/>
              <a:ext cx="859862" cy="16134"/>
            </a:xfrm>
            <a:prstGeom prst="rect">
              <a:avLst/>
            </a:prstGeom>
            <a:solidFill>
              <a:srgbClr val="DADAEB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7363732" y="9372331"/>
              <a:ext cx="859862" cy="347893"/>
            </a:xfrm>
            <a:prstGeom prst="rect">
              <a:avLst/>
            </a:prstGeom>
            <a:solidFill>
              <a:srgbClr val="807DBA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1" name="tx391"/>
            <p:cNvSpPr/>
            <p:nvPr/>
          </p:nvSpPr>
          <p:spPr>
            <a:xfrm>
              <a:off x="5572351" y="8178384"/>
              <a:ext cx="756848" cy="517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1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Chi-sq (df = 1), p = 0.11</a:t>
              </a:r>
            </a:p>
          </p:txBody>
        </p:sp>
        <p:sp>
          <p:nvSpPr>
            <p:cNvPr id="392" name="rc392"/>
            <p:cNvSpPr/>
            <p:nvPr/>
          </p:nvSpPr>
          <p:spPr>
            <a:xfrm>
              <a:off x="5500696" y="8168033"/>
              <a:ext cx="3152829" cy="1552191"/>
            </a:xfrm>
            <a:prstGeom prst="rect">
              <a:avLst/>
            </a:prstGeom>
            <a:noFill/>
            <a:ln w="10840" cap="rnd">
              <a:solidFill>
                <a:srgbClr val="5959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tx393"/>
            <p:cNvSpPr/>
            <p:nvPr/>
          </p:nvSpPr>
          <p:spPr>
            <a:xfrm>
              <a:off x="5398704" y="9687535"/>
              <a:ext cx="50749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5297206" y="9183341"/>
              <a:ext cx="152247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5246457" y="8679147"/>
              <a:ext cx="20299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5246457" y="8174953"/>
              <a:ext cx="202996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1500</a:t>
              </a:r>
            </a:p>
          </p:txBody>
        </p:sp>
        <p:sp>
          <p:nvSpPr>
            <p:cNvPr id="397" name="pl397"/>
            <p:cNvSpPr/>
            <p:nvPr/>
          </p:nvSpPr>
          <p:spPr>
            <a:xfrm>
              <a:off x="5472228" y="9720225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5472228" y="9216031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5472228" y="8711837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5472228" y="8207643"/>
              <a:ext cx="28468" cy="0"/>
            </a:xfrm>
            <a:custGeom>
              <a:avLst/>
              <a:pathLst>
                <a:path w="28468" h="0">
                  <a:moveTo>
                    <a:pt x="0" y="0"/>
                  </a:moveTo>
                  <a:lnTo>
                    <a:pt x="28468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6360559" y="972022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7793663" y="9720225"/>
              <a:ext cx="0" cy="28468"/>
            </a:xfrm>
            <a:custGeom>
              <a:avLst/>
              <a:pathLst>
                <a:path w="0" h="28468">
                  <a:moveTo>
                    <a:pt x="0" y="28468"/>
                  </a:moveTo>
                  <a:lnTo>
                    <a:pt x="0" y="0"/>
                  </a:lnTo>
                </a:path>
              </a:pathLst>
            </a:custGeom>
            <a:ln w="11086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tx403"/>
            <p:cNvSpPr/>
            <p:nvPr/>
          </p:nvSpPr>
          <p:spPr>
            <a:xfrm>
              <a:off x="6049937" y="9771468"/>
              <a:ext cx="62124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New record = 0</a:t>
              </a:r>
            </a:p>
          </p:txBody>
        </p:sp>
        <p:sp>
          <p:nvSpPr>
            <p:cNvPr id="404" name="tx404"/>
            <p:cNvSpPr/>
            <p:nvPr/>
          </p:nvSpPr>
          <p:spPr>
            <a:xfrm>
              <a:off x="7483041" y="9771468"/>
              <a:ext cx="621243" cy="653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2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New record = 1</a:t>
              </a:r>
            </a:p>
          </p:txBody>
        </p:sp>
        <p:sp>
          <p:nvSpPr>
            <p:cNvPr id="405" name="tx405"/>
            <p:cNvSpPr/>
            <p:nvPr/>
          </p:nvSpPr>
          <p:spPr>
            <a:xfrm rot="-5400000">
              <a:off x="4676755" y="8903210"/>
              <a:ext cx="95271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species</a:t>
              </a:r>
            </a:p>
          </p:txBody>
        </p:sp>
        <p:sp>
          <p:nvSpPr>
            <p:cNvPr id="406" name="rc406"/>
            <p:cNvSpPr/>
            <p:nvPr/>
          </p:nvSpPr>
          <p:spPr>
            <a:xfrm>
              <a:off x="6534835" y="800987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6538795" y="8013837"/>
              <a:ext cx="74321" cy="74321"/>
            </a:xfrm>
            <a:prstGeom prst="rect">
              <a:avLst/>
            </a:prstGeom>
            <a:solidFill>
              <a:srgbClr val="DADAEB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7027306" y="8009877"/>
              <a:ext cx="82241" cy="8224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7031266" y="8013837"/>
              <a:ext cx="74321" cy="74321"/>
            </a:xfrm>
            <a:prstGeom prst="rect">
              <a:avLst/>
            </a:prstGeom>
            <a:solidFill>
              <a:srgbClr val="807DBA">
                <a:alpha val="100000"/>
              </a:srgbClr>
            </a:solidFill>
            <a:ln w="5962" cap="flat">
              <a:solidFill>
                <a:srgbClr val="4D4D4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0" name="tx410"/>
            <p:cNvSpPr/>
            <p:nvPr/>
          </p:nvSpPr>
          <p:spPr>
            <a:xfrm>
              <a:off x="6674013" y="8023702"/>
              <a:ext cx="296357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Endemic</a:t>
              </a:r>
            </a:p>
          </p:txBody>
        </p:sp>
        <p:sp>
          <p:nvSpPr>
            <p:cNvPr id="411" name="tx411"/>
            <p:cNvSpPr/>
            <p:nvPr/>
          </p:nvSpPr>
          <p:spPr>
            <a:xfrm>
              <a:off x="7166485" y="8023702"/>
              <a:ext cx="452902" cy="545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Non-endemic</a:t>
              </a:r>
            </a:p>
          </p:txBody>
        </p:sp>
        <p:sp>
          <p:nvSpPr>
            <p:cNvPr id="412" name="tx412"/>
            <p:cNvSpPr/>
            <p:nvPr/>
          </p:nvSpPr>
          <p:spPr>
            <a:xfrm>
              <a:off x="6804071" y="7852813"/>
              <a:ext cx="546079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Endemism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305155" y="5169657"/>
              <a:ext cx="318403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Categorical traits and the occurrence of new records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305155" y="5356929"/>
              <a:ext cx="443173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Pearson chi-square or Fisher exact tests; Holm-adjusted standardised residuals &gt; 1.96 are flagged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341036" y="5032085"/>
              <a:ext cx="83759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2026-07-27T13:38:06Z</dcterms:modified>
  <cp:category/>
</cp:coreProperties>
</file>