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9692640"/>
            <a:chOff x="182880" y="182880"/>
            <a:chExt cx="10058400" cy="96926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9692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400" cy="9692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4788885"/>
              <a:ext cx="9919221" cy="50170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9919221" cy="45364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14573" y="1092818"/>
              <a:ext cx="8768549" cy="336280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14573" y="4189934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4573" y="3747117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14573" y="3304300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314573" y="2861482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314573" y="2418665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14573" y="1975848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14573" y="1533030"/>
              <a:ext cx="8768549" cy="0"/>
            </a:xfrm>
            <a:custGeom>
              <a:avLst/>
              <a:pathLst>
                <a:path w="8768549" h="0">
                  <a:moveTo>
                    <a:pt x="0" y="0"/>
                  </a:moveTo>
                  <a:lnTo>
                    <a:pt x="8768549" y="0"/>
                  </a:lnTo>
                  <a:lnTo>
                    <a:pt x="876854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291734" y="1092818"/>
              <a:ext cx="0" cy="3362806"/>
            </a:xfrm>
            <a:custGeom>
              <a:avLst/>
              <a:pathLst>
                <a:path w="0" h="3362806">
                  <a:moveTo>
                    <a:pt x="0" y="336280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463080" y="1092818"/>
              <a:ext cx="0" cy="3362806"/>
            </a:xfrm>
            <a:custGeom>
              <a:avLst/>
              <a:pathLst>
                <a:path w="0" h="3362806">
                  <a:moveTo>
                    <a:pt x="0" y="336280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634427" y="1092818"/>
              <a:ext cx="0" cy="3362806"/>
            </a:xfrm>
            <a:custGeom>
              <a:avLst/>
              <a:pathLst>
                <a:path w="0" h="3362806">
                  <a:moveTo>
                    <a:pt x="0" y="336280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805774" y="1092818"/>
              <a:ext cx="0" cy="3362806"/>
            </a:xfrm>
            <a:custGeom>
              <a:avLst/>
              <a:pathLst>
                <a:path w="0" h="3362806">
                  <a:moveTo>
                    <a:pt x="0" y="336280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463080" y="1092818"/>
              <a:ext cx="0" cy="3362806"/>
            </a:xfrm>
            <a:custGeom>
              <a:avLst/>
              <a:pathLst>
                <a:path w="0" h="3362806">
                  <a:moveTo>
                    <a:pt x="0" y="336280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129462" y="1114800"/>
              <a:ext cx="3244721" cy="418230"/>
            </a:xfrm>
            <a:custGeom>
              <a:avLst/>
              <a:pathLst>
                <a:path w="3244721" h="418230">
                  <a:moveTo>
                    <a:pt x="0" y="414612"/>
                  </a:moveTo>
                  <a:lnTo>
                    <a:pt x="15599" y="414322"/>
                  </a:lnTo>
                  <a:lnTo>
                    <a:pt x="31199" y="413948"/>
                  </a:lnTo>
                  <a:lnTo>
                    <a:pt x="46798" y="413472"/>
                  </a:lnTo>
                  <a:lnTo>
                    <a:pt x="62398" y="412881"/>
                  </a:lnTo>
                  <a:lnTo>
                    <a:pt x="77998" y="412166"/>
                  </a:lnTo>
                  <a:lnTo>
                    <a:pt x="93597" y="411326"/>
                  </a:lnTo>
                  <a:lnTo>
                    <a:pt x="109197" y="410370"/>
                  </a:lnTo>
                  <a:lnTo>
                    <a:pt x="124796" y="409310"/>
                  </a:lnTo>
                  <a:lnTo>
                    <a:pt x="140396" y="408169"/>
                  </a:lnTo>
                  <a:lnTo>
                    <a:pt x="155996" y="406972"/>
                  </a:lnTo>
                  <a:lnTo>
                    <a:pt x="171595" y="405747"/>
                  </a:lnTo>
                  <a:lnTo>
                    <a:pt x="187195" y="404520"/>
                  </a:lnTo>
                  <a:lnTo>
                    <a:pt x="202795" y="403311"/>
                  </a:lnTo>
                  <a:lnTo>
                    <a:pt x="218394" y="402128"/>
                  </a:lnTo>
                  <a:lnTo>
                    <a:pt x="233994" y="400966"/>
                  </a:lnTo>
                  <a:lnTo>
                    <a:pt x="249593" y="399813"/>
                  </a:lnTo>
                  <a:lnTo>
                    <a:pt x="265193" y="398645"/>
                  </a:lnTo>
                  <a:lnTo>
                    <a:pt x="280793" y="397435"/>
                  </a:lnTo>
                  <a:lnTo>
                    <a:pt x="296392" y="396153"/>
                  </a:lnTo>
                  <a:lnTo>
                    <a:pt x="311992" y="394770"/>
                  </a:lnTo>
                  <a:lnTo>
                    <a:pt x="327592" y="393262"/>
                  </a:lnTo>
                  <a:lnTo>
                    <a:pt x="343191" y="391610"/>
                  </a:lnTo>
                  <a:lnTo>
                    <a:pt x="358791" y="389804"/>
                  </a:lnTo>
                  <a:lnTo>
                    <a:pt x="374390" y="387839"/>
                  </a:lnTo>
                  <a:lnTo>
                    <a:pt x="389990" y="385708"/>
                  </a:lnTo>
                  <a:lnTo>
                    <a:pt x="405590" y="383432"/>
                  </a:lnTo>
                  <a:lnTo>
                    <a:pt x="421189" y="381020"/>
                  </a:lnTo>
                  <a:lnTo>
                    <a:pt x="436789" y="378476"/>
                  </a:lnTo>
                  <a:lnTo>
                    <a:pt x="452389" y="375802"/>
                  </a:lnTo>
                  <a:lnTo>
                    <a:pt x="467988" y="372992"/>
                  </a:lnTo>
                  <a:lnTo>
                    <a:pt x="483588" y="370031"/>
                  </a:lnTo>
                  <a:lnTo>
                    <a:pt x="499187" y="366899"/>
                  </a:lnTo>
                  <a:lnTo>
                    <a:pt x="514787" y="363567"/>
                  </a:lnTo>
                  <a:lnTo>
                    <a:pt x="530387" y="359997"/>
                  </a:lnTo>
                  <a:lnTo>
                    <a:pt x="545986" y="356153"/>
                  </a:lnTo>
                  <a:lnTo>
                    <a:pt x="561586" y="351995"/>
                  </a:lnTo>
                  <a:lnTo>
                    <a:pt x="577186" y="347469"/>
                  </a:lnTo>
                  <a:lnTo>
                    <a:pt x="592785" y="342547"/>
                  </a:lnTo>
                  <a:lnTo>
                    <a:pt x="608385" y="337236"/>
                  </a:lnTo>
                  <a:lnTo>
                    <a:pt x="623984" y="331544"/>
                  </a:lnTo>
                  <a:lnTo>
                    <a:pt x="639584" y="325502"/>
                  </a:lnTo>
                  <a:lnTo>
                    <a:pt x="655184" y="319163"/>
                  </a:lnTo>
                  <a:lnTo>
                    <a:pt x="670783" y="312603"/>
                  </a:lnTo>
                  <a:lnTo>
                    <a:pt x="686383" y="305918"/>
                  </a:lnTo>
                  <a:lnTo>
                    <a:pt x="701983" y="299216"/>
                  </a:lnTo>
                  <a:lnTo>
                    <a:pt x="717582" y="292615"/>
                  </a:lnTo>
                  <a:lnTo>
                    <a:pt x="733182" y="286228"/>
                  </a:lnTo>
                  <a:lnTo>
                    <a:pt x="748781" y="280160"/>
                  </a:lnTo>
                  <a:lnTo>
                    <a:pt x="764381" y="274494"/>
                  </a:lnTo>
                  <a:lnTo>
                    <a:pt x="779981" y="269329"/>
                  </a:lnTo>
                  <a:lnTo>
                    <a:pt x="795580" y="264655"/>
                  </a:lnTo>
                  <a:lnTo>
                    <a:pt x="811180" y="260453"/>
                  </a:lnTo>
                  <a:lnTo>
                    <a:pt x="826780" y="256681"/>
                  </a:lnTo>
                  <a:lnTo>
                    <a:pt x="842379" y="253272"/>
                  </a:lnTo>
                  <a:lnTo>
                    <a:pt x="857979" y="250141"/>
                  </a:lnTo>
                  <a:lnTo>
                    <a:pt x="873578" y="247188"/>
                  </a:lnTo>
                  <a:lnTo>
                    <a:pt x="889178" y="244304"/>
                  </a:lnTo>
                  <a:lnTo>
                    <a:pt x="904778" y="241376"/>
                  </a:lnTo>
                  <a:lnTo>
                    <a:pt x="920377" y="238289"/>
                  </a:lnTo>
                  <a:lnTo>
                    <a:pt x="935977" y="234930"/>
                  </a:lnTo>
                  <a:lnTo>
                    <a:pt x="951577" y="231194"/>
                  </a:lnTo>
                  <a:lnTo>
                    <a:pt x="967176" y="226970"/>
                  </a:lnTo>
                  <a:lnTo>
                    <a:pt x="982776" y="222136"/>
                  </a:lnTo>
                  <a:lnTo>
                    <a:pt x="998375" y="216666"/>
                  </a:lnTo>
                  <a:lnTo>
                    <a:pt x="1013975" y="210520"/>
                  </a:lnTo>
                  <a:lnTo>
                    <a:pt x="1029575" y="203683"/>
                  </a:lnTo>
                  <a:lnTo>
                    <a:pt x="1045174" y="196173"/>
                  </a:lnTo>
                  <a:lnTo>
                    <a:pt x="1060774" y="188037"/>
                  </a:lnTo>
                  <a:lnTo>
                    <a:pt x="1076374" y="179360"/>
                  </a:lnTo>
                  <a:lnTo>
                    <a:pt x="1091973" y="170257"/>
                  </a:lnTo>
                  <a:lnTo>
                    <a:pt x="1107573" y="160875"/>
                  </a:lnTo>
                  <a:lnTo>
                    <a:pt x="1123172" y="151379"/>
                  </a:lnTo>
                  <a:lnTo>
                    <a:pt x="1138772" y="141946"/>
                  </a:lnTo>
                  <a:lnTo>
                    <a:pt x="1154372" y="132744"/>
                  </a:lnTo>
                  <a:lnTo>
                    <a:pt x="1169971" y="123947"/>
                  </a:lnTo>
                  <a:lnTo>
                    <a:pt x="1185571" y="115650"/>
                  </a:lnTo>
                  <a:lnTo>
                    <a:pt x="1201171" y="107864"/>
                  </a:lnTo>
                  <a:lnTo>
                    <a:pt x="1216770" y="100550"/>
                  </a:lnTo>
                  <a:lnTo>
                    <a:pt x="1232370" y="93614"/>
                  </a:lnTo>
                  <a:lnTo>
                    <a:pt x="1247969" y="86922"/>
                  </a:lnTo>
                  <a:lnTo>
                    <a:pt x="1263569" y="80325"/>
                  </a:lnTo>
                  <a:lnTo>
                    <a:pt x="1279169" y="73682"/>
                  </a:lnTo>
                  <a:lnTo>
                    <a:pt x="1294768" y="66884"/>
                  </a:lnTo>
                  <a:lnTo>
                    <a:pt x="1310368" y="59873"/>
                  </a:lnTo>
                  <a:lnTo>
                    <a:pt x="1325968" y="52654"/>
                  </a:lnTo>
                  <a:lnTo>
                    <a:pt x="1341567" y="45294"/>
                  </a:lnTo>
                  <a:lnTo>
                    <a:pt x="1357167" y="37919"/>
                  </a:lnTo>
                  <a:lnTo>
                    <a:pt x="1372766" y="30736"/>
                  </a:lnTo>
                  <a:lnTo>
                    <a:pt x="1388366" y="23953"/>
                  </a:lnTo>
                  <a:lnTo>
                    <a:pt x="1403966" y="17768"/>
                  </a:lnTo>
                  <a:lnTo>
                    <a:pt x="1419565" y="12364"/>
                  </a:lnTo>
                  <a:lnTo>
                    <a:pt x="1435165" y="7882"/>
                  </a:lnTo>
                  <a:lnTo>
                    <a:pt x="1450765" y="4412"/>
                  </a:lnTo>
                  <a:lnTo>
                    <a:pt x="1466364" y="1982"/>
                  </a:lnTo>
                  <a:lnTo>
                    <a:pt x="1481964" y="547"/>
                  </a:lnTo>
                  <a:lnTo>
                    <a:pt x="1497563" y="0"/>
                  </a:lnTo>
                  <a:lnTo>
                    <a:pt x="1513163" y="173"/>
                  </a:lnTo>
                  <a:lnTo>
                    <a:pt x="1528763" y="862"/>
                  </a:lnTo>
                  <a:lnTo>
                    <a:pt x="1544362" y="1845"/>
                  </a:lnTo>
                  <a:lnTo>
                    <a:pt x="1559962" y="2906"/>
                  </a:lnTo>
                  <a:lnTo>
                    <a:pt x="1575562" y="3851"/>
                  </a:lnTo>
                  <a:lnTo>
                    <a:pt x="1591161" y="4580"/>
                  </a:lnTo>
                  <a:lnTo>
                    <a:pt x="1606761" y="5064"/>
                  </a:lnTo>
                  <a:lnTo>
                    <a:pt x="1622360" y="5342"/>
                  </a:lnTo>
                  <a:lnTo>
                    <a:pt x="1637960" y="5507"/>
                  </a:lnTo>
                  <a:lnTo>
                    <a:pt x="1653560" y="5696"/>
                  </a:lnTo>
                  <a:lnTo>
                    <a:pt x="1669159" y="6063"/>
                  </a:lnTo>
                  <a:lnTo>
                    <a:pt x="1684759" y="6771"/>
                  </a:lnTo>
                  <a:lnTo>
                    <a:pt x="1700359" y="7970"/>
                  </a:lnTo>
                  <a:lnTo>
                    <a:pt x="1715958" y="9784"/>
                  </a:lnTo>
                  <a:lnTo>
                    <a:pt x="1731558" y="12299"/>
                  </a:lnTo>
                  <a:lnTo>
                    <a:pt x="1747157" y="15557"/>
                  </a:lnTo>
                  <a:lnTo>
                    <a:pt x="1762757" y="19594"/>
                  </a:lnTo>
                  <a:lnTo>
                    <a:pt x="1778357" y="24305"/>
                  </a:lnTo>
                  <a:lnTo>
                    <a:pt x="1793956" y="29552"/>
                  </a:lnTo>
                  <a:lnTo>
                    <a:pt x="1809556" y="35186"/>
                  </a:lnTo>
                  <a:lnTo>
                    <a:pt x="1825156" y="41045"/>
                  </a:lnTo>
                  <a:lnTo>
                    <a:pt x="1840755" y="46968"/>
                  </a:lnTo>
                  <a:lnTo>
                    <a:pt x="1856355" y="52818"/>
                  </a:lnTo>
                  <a:lnTo>
                    <a:pt x="1871954" y="58489"/>
                  </a:lnTo>
                  <a:lnTo>
                    <a:pt x="1887554" y="63922"/>
                  </a:lnTo>
                  <a:lnTo>
                    <a:pt x="1903154" y="69103"/>
                  </a:lnTo>
                  <a:lnTo>
                    <a:pt x="1918753" y="74057"/>
                  </a:lnTo>
                  <a:lnTo>
                    <a:pt x="1934353" y="78842"/>
                  </a:lnTo>
                  <a:lnTo>
                    <a:pt x="1949953" y="83533"/>
                  </a:lnTo>
                  <a:lnTo>
                    <a:pt x="1965552" y="88214"/>
                  </a:lnTo>
                  <a:lnTo>
                    <a:pt x="1981152" y="92958"/>
                  </a:lnTo>
                  <a:lnTo>
                    <a:pt x="1996751" y="97816"/>
                  </a:lnTo>
                  <a:lnTo>
                    <a:pt x="2012351" y="102828"/>
                  </a:lnTo>
                  <a:lnTo>
                    <a:pt x="2027951" y="108029"/>
                  </a:lnTo>
                  <a:lnTo>
                    <a:pt x="2043550" y="113452"/>
                  </a:lnTo>
                  <a:lnTo>
                    <a:pt x="2059150" y="119137"/>
                  </a:lnTo>
                  <a:lnTo>
                    <a:pt x="2074750" y="125128"/>
                  </a:lnTo>
                  <a:lnTo>
                    <a:pt x="2090349" y="131471"/>
                  </a:lnTo>
                  <a:lnTo>
                    <a:pt x="2105949" y="138209"/>
                  </a:lnTo>
                  <a:lnTo>
                    <a:pt x="2121548" y="145367"/>
                  </a:lnTo>
                  <a:lnTo>
                    <a:pt x="2137148" y="152952"/>
                  </a:lnTo>
                  <a:lnTo>
                    <a:pt x="2152748" y="160953"/>
                  </a:lnTo>
                  <a:lnTo>
                    <a:pt x="2168347" y="169305"/>
                  </a:lnTo>
                  <a:lnTo>
                    <a:pt x="2183947" y="177901"/>
                  </a:lnTo>
                  <a:lnTo>
                    <a:pt x="2199547" y="186640"/>
                  </a:lnTo>
                  <a:lnTo>
                    <a:pt x="2215146" y="195422"/>
                  </a:lnTo>
                  <a:lnTo>
                    <a:pt x="2230746" y="204153"/>
                  </a:lnTo>
                  <a:lnTo>
                    <a:pt x="2246345" y="212753"/>
                  </a:lnTo>
                  <a:lnTo>
                    <a:pt x="2261945" y="221159"/>
                  </a:lnTo>
                  <a:lnTo>
                    <a:pt x="2277545" y="229321"/>
                  </a:lnTo>
                  <a:lnTo>
                    <a:pt x="2293144" y="237197"/>
                  </a:lnTo>
                  <a:lnTo>
                    <a:pt x="2308744" y="244749"/>
                  </a:lnTo>
                  <a:lnTo>
                    <a:pt x="2324344" y="251942"/>
                  </a:lnTo>
                  <a:lnTo>
                    <a:pt x="2339943" y="258739"/>
                  </a:lnTo>
                  <a:lnTo>
                    <a:pt x="2355543" y="265071"/>
                  </a:lnTo>
                  <a:lnTo>
                    <a:pt x="2371142" y="270935"/>
                  </a:lnTo>
                  <a:lnTo>
                    <a:pt x="2386742" y="276333"/>
                  </a:lnTo>
                  <a:lnTo>
                    <a:pt x="2402342" y="281277"/>
                  </a:lnTo>
                  <a:lnTo>
                    <a:pt x="2417941" y="285799"/>
                  </a:lnTo>
                  <a:lnTo>
                    <a:pt x="2433541" y="289950"/>
                  </a:lnTo>
                  <a:lnTo>
                    <a:pt x="2449141" y="293791"/>
                  </a:lnTo>
                  <a:lnTo>
                    <a:pt x="2464740" y="297389"/>
                  </a:lnTo>
                  <a:lnTo>
                    <a:pt x="2480340" y="300814"/>
                  </a:lnTo>
                  <a:lnTo>
                    <a:pt x="2495939" y="304131"/>
                  </a:lnTo>
                  <a:lnTo>
                    <a:pt x="2511539" y="307402"/>
                  </a:lnTo>
                  <a:lnTo>
                    <a:pt x="2527139" y="310681"/>
                  </a:lnTo>
                  <a:lnTo>
                    <a:pt x="2542738" y="314022"/>
                  </a:lnTo>
                  <a:lnTo>
                    <a:pt x="2558338" y="317488"/>
                  </a:lnTo>
                  <a:lnTo>
                    <a:pt x="2573938" y="321121"/>
                  </a:lnTo>
                  <a:lnTo>
                    <a:pt x="2589537" y="324960"/>
                  </a:lnTo>
                  <a:lnTo>
                    <a:pt x="2605137" y="329034"/>
                  </a:lnTo>
                  <a:lnTo>
                    <a:pt x="2620736" y="333353"/>
                  </a:lnTo>
                  <a:lnTo>
                    <a:pt x="2636336" y="337908"/>
                  </a:lnTo>
                  <a:lnTo>
                    <a:pt x="2651936" y="342662"/>
                  </a:lnTo>
                  <a:lnTo>
                    <a:pt x="2667535" y="347553"/>
                  </a:lnTo>
                  <a:lnTo>
                    <a:pt x="2683135" y="352498"/>
                  </a:lnTo>
                  <a:lnTo>
                    <a:pt x="2698735" y="357396"/>
                  </a:lnTo>
                  <a:lnTo>
                    <a:pt x="2714334" y="362142"/>
                  </a:lnTo>
                  <a:lnTo>
                    <a:pt x="2729934" y="366633"/>
                  </a:lnTo>
                  <a:lnTo>
                    <a:pt x="2745533" y="370762"/>
                  </a:lnTo>
                  <a:lnTo>
                    <a:pt x="2761133" y="374463"/>
                  </a:lnTo>
                  <a:lnTo>
                    <a:pt x="2776733" y="377729"/>
                  </a:lnTo>
                  <a:lnTo>
                    <a:pt x="2792332" y="380565"/>
                  </a:lnTo>
                  <a:lnTo>
                    <a:pt x="2807932" y="383003"/>
                  </a:lnTo>
                  <a:lnTo>
                    <a:pt x="2823532" y="385095"/>
                  </a:lnTo>
                  <a:lnTo>
                    <a:pt x="2839131" y="386904"/>
                  </a:lnTo>
                  <a:lnTo>
                    <a:pt x="2854731" y="388498"/>
                  </a:lnTo>
                  <a:lnTo>
                    <a:pt x="2870330" y="389946"/>
                  </a:lnTo>
                  <a:lnTo>
                    <a:pt x="2885930" y="391306"/>
                  </a:lnTo>
                  <a:lnTo>
                    <a:pt x="2901530" y="392630"/>
                  </a:lnTo>
                  <a:lnTo>
                    <a:pt x="2917129" y="393953"/>
                  </a:lnTo>
                  <a:lnTo>
                    <a:pt x="2932729" y="395298"/>
                  </a:lnTo>
                  <a:lnTo>
                    <a:pt x="2948329" y="396675"/>
                  </a:lnTo>
                  <a:lnTo>
                    <a:pt x="2963928" y="398074"/>
                  </a:lnTo>
                  <a:lnTo>
                    <a:pt x="2979528" y="399479"/>
                  </a:lnTo>
                  <a:lnTo>
                    <a:pt x="2995127" y="400867"/>
                  </a:lnTo>
                  <a:lnTo>
                    <a:pt x="3010727" y="402214"/>
                  </a:lnTo>
                  <a:lnTo>
                    <a:pt x="3026327" y="403499"/>
                  </a:lnTo>
                  <a:lnTo>
                    <a:pt x="3041926" y="404704"/>
                  </a:lnTo>
                  <a:lnTo>
                    <a:pt x="3057526" y="405817"/>
                  </a:lnTo>
                  <a:lnTo>
                    <a:pt x="3073126" y="406835"/>
                  </a:lnTo>
                  <a:lnTo>
                    <a:pt x="3088725" y="407763"/>
                  </a:lnTo>
                  <a:lnTo>
                    <a:pt x="3104325" y="408608"/>
                  </a:lnTo>
                  <a:lnTo>
                    <a:pt x="3119924" y="409385"/>
                  </a:lnTo>
                  <a:lnTo>
                    <a:pt x="3135524" y="410106"/>
                  </a:lnTo>
                  <a:lnTo>
                    <a:pt x="3151124" y="410785"/>
                  </a:lnTo>
                  <a:lnTo>
                    <a:pt x="3166723" y="411434"/>
                  </a:lnTo>
                  <a:lnTo>
                    <a:pt x="3182323" y="412059"/>
                  </a:lnTo>
                  <a:lnTo>
                    <a:pt x="3197923" y="412660"/>
                  </a:lnTo>
                  <a:lnTo>
                    <a:pt x="3213522" y="413234"/>
                  </a:lnTo>
                  <a:lnTo>
                    <a:pt x="3229122" y="413775"/>
                  </a:lnTo>
                  <a:lnTo>
                    <a:pt x="3244721" y="414275"/>
                  </a:lnTo>
                  <a:lnTo>
                    <a:pt x="3244721" y="418230"/>
                  </a:lnTo>
                  <a:lnTo>
                    <a:pt x="3229122" y="418230"/>
                  </a:lnTo>
                  <a:lnTo>
                    <a:pt x="3213522" y="418230"/>
                  </a:lnTo>
                  <a:lnTo>
                    <a:pt x="3197923" y="418230"/>
                  </a:lnTo>
                  <a:lnTo>
                    <a:pt x="3182323" y="418230"/>
                  </a:lnTo>
                  <a:lnTo>
                    <a:pt x="3166723" y="418230"/>
                  </a:lnTo>
                  <a:lnTo>
                    <a:pt x="3151124" y="418230"/>
                  </a:lnTo>
                  <a:lnTo>
                    <a:pt x="3135524" y="418230"/>
                  </a:lnTo>
                  <a:lnTo>
                    <a:pt x="3119924" y="418230"/>
                  </a:lnTo>
                  <a:lnTo>
                    <a:pt x="3104325" y="418230"/>
                  </a:lnTo>
                  <a:lnTo>
                    <a:pt x="3088725" y="418230"/>
                  </a:lnTo>
                  <a:lnTo>
                    <a:pt x="3073126" y="418230"/>
                  </a:lnTo>
                  <a:lnTo>
                    <a:pt x="3057526" y="418230"/>
                  </a:lnTo>
                  <a:lnTo>
                    <a:pt x="3041926" y="418230"/>
                  </a:lnTo>
                  <a:lnTo>
                    <a:pt x="3026327" y="418230"/>
                  </a:lnTo>
                  <a:lnTo>
                    <a:pt x="3010727" y="418230"/>
                  </a:lnTo>
                  <a:lnTo>
                    <a:pt x="2995127" y="418230"/>
                  </a:lnTo>
                  <a:lnTo>
                    <a:pt x="2979528" y="418230"/>
                  </a:lnTo>
                  <a:lnTo>
                    <a:pt x="2963928" y="418230"/>
                  </a:lnTo>
                  <a:lnTo>
                    <a:pt x="2948329" y="418230"/>
                  </a:lnTo>
                  <a:lnTo>
                    <a:pt x="2932729" y="418230"/>
                  </a:lnTo>
                  <a:lnTo>
                    <a:pt x="2917129" y="418230"/>
                  </a:lnTo>
                  <a:lnTo>
                    <a:pt x="2901530" y="418230"/>
                  </a:lnTo>
                  <a:lnTo>
                    <a:pt x="2885930" y="418230"/>
                  </a:lnTo>
                  <a:lnTo>
                    <a:pt x="2870330" y="418230"/>
                  </a:lnTo>
                  <a:lnTo>
                    <a:pt x="2854731" y="418230"/>
                  </a:lnTo>
                  <a:lnTo>
                    <a:pt x="2839131" y="418230"/>
                  </a:lnTo>
                  <a:lnTo>
                    <a:pt x="2823532" y="418230"/>
                  </a:lnTo>
                  <a:lnTo>
                    <a:pt x="2807932" y="418230"/>
                  </a:lnTo>
                  <a:lnTo>
                    <a:pt x="2792332" y="418230"/>
                  </a:lnTo>
                  <a:lnTo>
                    <a:pt x="2776733" y="418230"/>
                  </a:lnTo>
                  <a:lnTo>
                    <a:pt x="2761133" y="418230"/>
                  </a:lnTo>
                  <a:lnTo>
                    <a:pt x="2745533" y="418230"/>
                  </a:lnTo>
                  <a:lnTo>
                    <a:pt x="2729934" y="418230"/>
                  </a:lnTo>
                  <a:lnTo>
                    <a:pt x="2714334" y="418230"/>
                  </a:lnTo>
                  <a:lnTo>
                    <a:pt x="2698735" y="418230"/>
                  </a:lnTo>
                  <a:lnTo>
                    <a:pt x="2683135" y="418230"/>
                  </a:lnTo>
                  <a:lnTo>
                    <a:pt x="2667535" y="418230"/>
                  </a:lnTo>
                  <a:lnTo>
                    <a:pt x="2651936" y="418230"/>
                  </a:lnTo>
                  <a:lnTo>
                    <a:pt x="2636336" y="418230"/>
                  </a:lnTo>
                  <a:lnTo>
                    <a:pt x="2620736" y="418230"/>
                  </a:lnTo>
                  <a:lnTo>
                    <a:pt x="2605137" y="418230"/>
                  </a:lnTo>
                  <a:lnTo>
                    <a:pt x="2589537" y="418230"/>
                  </a:lnTo>
                  <a:lnTo>
                    <a:pt x="2573938" y="418230"/>
                  </a:lnTo>
                  <a:lnTo>
                    <a:pt x="2558338" y="418230"/>
                  </a:lnTo>
                  <a:lnTo>
                    <a:pt x="2542738" y="418230"/>
                  </a:lnTo>
                  <a:lnTo>
                    <a:pt x="2527139" y="418230"/>
                  </a:lnTo>
                  <a:lnTo>
                    <a:pt x="2511539" y="418230"/>
                  </a:lnTo>
                  <a:lnTo>
                    <a:pt x="2495939" y="418230"/>
                  </a:lnTo>
                  <a:lnTo>
                    <a:pt x="2480340" y="418230"/>
                  </a:lnTo>
                  <a:lnTo>
                    <a:pt x="2464740" y="418230"/>
                  </a:lnTo>
                  <a:lnTo>
                    <a:pt x="2449141" y="418230"/>
                  </a:lnTo>
                  <a:lnTo>
                    <a:pt x="2433541" y="418230"/>
                  </a:lnTo>
                  <a:lnTo>
                    <a:pt x="2417941" y="418230"/>
                  </a:lnTo>
                  <a:lnTo>
                    <a:pt x="2402342" y="418230"/>
                  </a:lnTo>
                  <a:lnTo>
                    <a:pt x="2386742" y="418230"/>
                  </a:lnTo>
                  <a:lnTo>
                    <a:pt x="2371142" y="418230"/>
                  </a:lnTo>
                  <a:lnTo>
                    <a:pt x="2355543" y="418230"/>
                  </a:lnTo>
                  <a:lnTo>
                    <a:pt x="2339943" y="418230"/>
                  </a:lnTo>
                  <a:lnTo>
                    <a:pt x="2324344" y="418230"/>
                  </a:lnTo>
                  <a:lnTo>
                    <a:pt x="2308744" y="418230"/>
                  </a:lnTo>
                  <a:lnTo>
                    <a:pt x="2293144" y="418230"/>
                  </a:lnTo>
                  <a:lnTo>
                    <a:pt x="2277545" y="418230"/>
                  </a:lnTo>
                  <a:lnTo>
                    <a:pt x="2261945" y="418230"/>
                  </a:lnTo>
                  <a:lnTo>
                    <a:pt x="2246345" y="418230"/>
                  </a:lnTo>
                  <a:lnTo>
                    <a:pt x="2230746" y="418230"/>
                  </a:lnTo>
                  <a:lnTo>
                    <a:pt x="2215146" y="418230"/>
                  </a:lnTo>
                  <a:lnTo>
                    <a:pt x="2199547" y="418230"/>
                  </a:lnTo>
                  <a:lnTo>
                    <a:pt x="2183947" y="418230"/>
                  </a:lnTo>
                  <a:lnTo>
                    <a:pt x="2168347" y="418230"/>
                  </a:lnTo>
                  <a:lnTo>
                    <a:pt x="2152748" y="418230"/>
                  </a:lnTo>
                  <a:lnTo>
                    <a:pt x="2137148" y="418230"/>
                  </a:lnTo>
                  <a:lnTo>
                    <a:pt x="2121548" y="418230"/>
                  </a:lnTo>
                  <a:lnTo>
                    <a:pt x="2105949" y="418230"/>
                  </a:lnTo>
                  <a:lnTo>
                    <a:pt x="2090349" y="418230"/>
                  </a:lnTo>
                  <a:lnTo>
                    <a:pt x="2074750" y="418230"/>
                  </a:lnTo>
                  <a:lnTo>
                    <a:pt x="2059150" y="418230"/>
                  </a:lnTo>
                  <a:lnTo>
                    <a:pt x="2043550" y="418230"/>
                  </a:lnTo>
                  <a:lnTo>
                    <a:pt x="2027951" y="418230"/>
                  </a:lnTo>
                  <a:lnTo>
                    <a:pt x="2012351" y="418230"/>
                  </a:lnTo>
                  <a:lnTo>
                    <a:pt x="1996751" y="418230"/>
                  </a:lnTo>
                  <a:lnTo>
                    <a:pt x="1981152" y="418230"/>
                  </a:lnTo>
                  <a:lnTo>
                    <a:pt x="1965552" y="418230"/>
                  </a:lnTo>
                  <a:lnTo>
                    <a:pt x="1949953" y="418230"/>
                  </a:lnTo>
                  <a:lnTo>
                    <a:pt x="1934353" y="418230"/>
                  </a:lnTo>
                  <a:lnTo>
                    <a:pt x="1918753" y="418230"/>
                  </a:lnTo>
                  <a:lnTo>
                    <a:pt x="1903154" y="418230"/>
                  </a:lnTo>
                  <a:lnTo>
                    <a:pt x="1887554" y="418230"/>
                  </a:lnTo>
                  <a:lnTo>
                    <a:pt x="1871954" y="418230"/>
                  </a:lnTo>
                  <a:lnTo>
                    <a:pt x="1856355" y="418230"/>
                  </a:lnTo>
                  <a:lnTo>
                    <a:pt x="1840755" y="418230"/>
                  </a:lnTo>
                  <a:lnTo>
                    <a:pt x="1825156" y="418230"/>
                  </a:lnTo>
                  <a:lnTo>
                    <a:pt x="1809556" y="418230"/>
                  </a:lnTo>
                  <a:lnTo>
                    <a:pt x="1793956" y="418230"/>
                  </a:lnTo>
                  <a:lnTo>
                    <a:pt x="1778357" y="418230"/>
                  </a:lnTo>
                  <a:lnTo>
                    <a:pt x="1762757" y="418230"/>
                  </a:lnTo>
                  <a:lnTo>
                    <a:pt x="1747157" y="418230"/>
                  </a:lnTo>
                  <a:lnTo>
                    <a:pt x="1731558" y="418230"/>
                  </a:lnTo>
                  <a:lnTo>
                    <a:pt x="1715958" y="418230"/>
                  </a:lnTo>
                  <a:lnTo>
                    <a:pt x="1700359" y="418230"/>
                  </a:lnTo>
                  <a:lnTo>
                    <a:pt x="1684759" y="418230"/>
                  </a:lnTo>
                  <a:lnTo>
                    <a:pt x="1669159" y="418230"/>
                  </a:lnTo>
                  <a:lnTo>
                    <a:pt x="1653560" y="418230"/>
                  </a:lnTo>
                  <a:lnTo>
                    <a:pt x="1637960" y="418230"/>
                  </a:lnTo>
                  <a:lnTo>
                    <a:pt x="1622360" y="418230"/>
                  </a:lnTo>
                  <a:lnTo>
                    <a:pt x="1606761" y="418230"/>
                  </a:lnTo>
                  <a:lnTo>
                    <a:pt x="1591161" y="418230"/>
                  </a:lnTo>
                  <a:lnTo>
                    <a:pt x="1575562" y="418230"/>
                  </a:lnTo>
                  <a:lnTo>
                    <a:pt x="1559962" y="418230"/>
                  </a:lnTo>
                  <a:lnTo>
                    <a:pt x="1544362" y="418230"/>
                  </a:lnTo>
                  <a:lnTo>
                    <a:pt x="1528763" y="418230"/>
                  </a:lnTo>
                  <a:lnTo>
                    <a:pt x="1513163" y="418230"/>
                  </a:lnTo>
                  <a:lnTo>
                    <a:pt x="1497563" y="418230"/>
                  </a:lnTo>
                  <a:lnTo>
                    <a:pt x="1481964" y="418230"/>
                  </a:lnTo>
                  <a:lnTo>
                    <a:pt x="1466364" y="418230"/>
                  </a:lnTo>
                  <a:lnTo>
                    <a:pt x="1450765" y="418230"/>
                  </a:lnTo>
                  <a:lnTo>
                    <a:pt x="1435165" y="418230"/>
                  </a:lnTo>
                  <a:lnTo>
                    <a:pt x="1419565" y="418230"/>
                  </a:lnTo>
                  <a:lnTo>
                    <a:pt x="1403966" y="418230"/>
                  </a:lnTo>
                  <a:lnTo>
                    <a:pt x="1388366" y="418230"/>
                  </a:lnTo>
                  <a:lnTo>
                    <a:pt x="1372766" y="418230"/>
                  </a:lnTo>
                  <a:lnTo>
                    <a:pt x="1357167" y="418230"/>
                  </a:lnTo>
                  <a:lnTo>
                    <a:pt x="1341567" y="418230"/>
                  </a:lnTo>
                  <a:lnTo>
                    <a:pt x="1325968" y="418230"/>
                  </a:lnTo>
                  <a:lnTo>
                    <a:pt x="1310368" y="418230"/>
                  </a:lnTo>
                  <a:lnTo>
                    <a:pt x="1294768" y="418230"/>
                  </a:lnTo>
                  <a:lnTo>
                    <a:pt x="1279169" y="418230"/>
                  </a:lnTo>
                  <a:lnTo>
                    <a:pt x="1263569" y="418230"/>
                  </a:lnTo>
                  <a:lnTo>
                    <a:pt x="1247969" y="418230"/>
                  </a:lnTo>
                  <a:lnTo>
                    <a:pt x="1232370" y="418230"/>
                  </a:lnTo>
                  <a:lnTo>
                    <a:pt x="1216770" y="418230"/>
                  </a:lnTo>
                  <a:lnTo>
                    <a:pt x="1201171" y="418230"/>
                  </a:lnTo>
                  <a:lnTo>
                    <a:pt x="1185571" y="418230"/>
                  </a:lnTo>
                  <a:lnTo>
                    <a:pt x="1169971" y="418230"/>
                  </a:lnTo>
                  <a:lnTo>
                    <a:pt x="1154372" y="418230"/>
                  </a:lnTo>
                  <a:lnTo>
                    <a:pt x="1138772" y="418230"/>
                  </a:lnTo>
                  <a:lnTo>
                    <a:pt x="1123172" y="418230"/>
                  </a:lnTo>
                  <a:lnTo>
                    <a:pt x="1107573" y="418230"/>
                  </a:lnTo>
                  <a:lnTo>
                    <a:pt x="1091973" y="418230"/>
                  </a:lnTo>
                  <a:lnTo>
                    <a:pt x="1076374" y="418230"/>
                  </a:lnTo>
                  <a:lnTo>
                    <a:pt x="1060774" y="418230"/>
                  </a:lnTo>
                  <a:lnTo>
                    <a:pt x="1045174" y="418230"/>
                  </a:lnTo>
                  <a:lnTo>
                    <a:pt x="1029575" y="418230"/>
                  </a:lnTo>
                  <a:lnTo>
                    <a:pt x="1013975" y="418230"/>
                  </a:lnTo>
                  <a:lnTo>
                    <a:pt x="998375" y="418230"/>
                  </a:lnTo>
                  <a:lnTo>
                    <a:pt x="982776" y="418230"/>
                  </a:lnTo>
                  <a:lnTo>
                    <a:pt x="967176" y="418230"/>
                  </a:lnTo>
                  <a:lnTo>
                    <a:pt x="951577" y="418230"/>
                  </a:lnTo>
                  <a:lnTo>
                    <a:pt x="935977" y="418230"/>
                  </a:lnTo>
                  <a:lnTo>
                    <a:pt x="920377" y="418230"/>
                  </a:lnTo>
                  <a:lnTo>
                    <a:pt x="904778" y="418230"/>
                  </a:lnTo>
                  <a:lnTo>
                    <a:pt x="889178" y="418230"/>
                  </a:lnTo>
                  <a:lnTo>
                    <a:pt x="873578" y="418230"/>
                  </a:lnTo>
                  <a:lnTo>
                    <a:pt x="857979" y="418230"/>
                  </a:lnTo>
                  <a:lnTo>
                    <a:pt x="842379" y="418230"/>
                  </a:lnTo>
                  <a:lnTo>
                    <a:pt x="826780" y="418230"/>
                  </a:lnTo>
                  <a:lnTo>
                    <a:pt x="811180" y="418230"/>
                  </a:lnTo>
                  <a:lnTo>
                    <a:pt x="795580" y="418230"/>
                  </a:lnTo>
                  <a:lnTo>
                    <a:pt x="779981" y="418230"/>
                  </a:lnTo>
                  <a:lnTo>
                    <a:pt x="764381" y="418230"/>
                  </a:lnTo>
                  <a:lnTo>
                    <a:pt x="748781" y="418230"/>
                  </a:lnTo>
                  <a:lnTo>
                    <a:pt x="733182" y="418230"/>
                  </a:lnTo>
                  <a:lnTo>
                    <a:pt x="717582" y="418230"/>
                  </a:lnTo>
                  <a:lnTo>
                    <a:pt x="701983" y="418230"/>
                  </a:lnTo>
                  <a:lnTo>
                    <a:pt x="686383" y="418230"/>
                  </a:lnTo>
                  <a:lnTo>
                    <a:pt x="670783" y="418230"/>
                  </a:lnTo>
                  <a:lnTo>
                    <a:pt x="655184" y="418230"/>
                  </a:lnTo>
                  <a:lnTo>
                    <a:pt x="639584" y="418230"/>
                  </a:lnTo>
                  <a:lnTo>
                    <a:pt x="623984" y="418230"/>
                  </a:lnTo>
                  <a:lnTo>
                    <a:pt x="608385" y="418230"/>
                  </a:lnTo>
                  <a:lnTo>
                    <a:pt x="592785" y="418230"/>
                  </a:lnTo>
                  <a:lnTo>
                    <a:pt x="577186" y="418230"/>
                  </a:lnTo>
                  <a:lnTo>
                    <a:pt x="561586" y="418230"/>
                  </a:lnTo>
                  <a:lnTo>
                    <a:pt x="545986" y="418230"/>
                  </a:lnTo>
                  <a:lnTo>
                    <a:pt x="530387" y="418230"/>
                  </a:lnTo>
                  <a:lnTo>
                    <a:pt x="514787" y="418230"/>
                  </a:lnTo>
                  <a:lnTo>
                    <a:pt x="499187" y="418230"/>
                  </a:lnTo>
                  <a:lnTo>
                    <a:pt x="483588" y="418230"/>
                  </a:lnTo>
                  <a:lnTo>
                    <a:pt x="467988" y="418230"/>
                  </a:lnTo>
                  <a:lnTo>
                    <a:pt x="452389" y="418230"/>
                  </a:lnTo>
                  <a:lnTo>
                    <a:pt x="436789" y="418230"/>
                  </a:lnTo>
                  <a:lnTo>
                    <a:pt x="421189" y="418230"/>
                  </a:lnTo>
                  <a:lnTo>
                    <a:pt x="405590" y="418230"/>
                  </a:lnTo>
                  <a:lnTo>
                    <a:pt x="389990" y="418230"/>
                  </a:lnTo>
                  <a:lnTo>
                    <a:pt x="374390" y="418230"/>
                  </a:lnTo>
                  <a:lnTo>
                    <a:pt x="358791" y="418230"/>
                  </a:lnTo>
                  <a:lnTo>
                    <a:pt x="343191" y="418230"/>
                  </a:lnTo>
                  <a:lnTo>
                    <a:pt x="327592" y="418230"/>
                  </a:lnTo>
                  <a:lnTo>
                    <a:pt x="311992" y="418230"/>
                  </a:lnTo>
                  <a:lnTo>
                    <a:pt x="296392" y="418230"/>
                  </a:lnTo>
                  <a:lnTo>
                    <a:pt x="280793" y="418230"/>
                  </a:lnTo>
                  <a:lnTo>
                    <a:pt x="265193" y="418230"/>
                  </a:lnTo>
                  <a:lnTo>
                    <a:pt x="249593" y="418230"/>
                  </a:lnTo>
                  <a:lnTo>
                    <a:pt x="233994" y="418230"/>
                  </a:lnTo>
                  <a:lnTo>
                    <a:pt x="218394" y="418230"/>
                  </a:lnTo>
                  <a:lnTo>
                    <a:pt x="202795" y="418230"/>
                  </a:lnTo>
                  <a:lnTo>
                    <a:pt x="187195" y="418230"/>
                  </a:lnTo>
                  <a:lnTo>
                    <a:pt x="171595" y="418230"/>
                  </a:lnTo>
                  <a:lnTo>
                    <a:pt x="155996" y="418230"/>
                  </a:lnTo>
                  <a:lnTo>
                    <a:pt x="140396" y="418230"/>
                  </a:lnTo>
                  <a:lnTo>
                    <a:pt x="124796" y="418230"/>
                  </a:lnTo>
                  <a:lnTo>
                    <a:pt x="109197" y="418230"/>
                  </a:lnTo>
                  <a:lnTo>
                    <a:pt x="93597" y="418230"/>
                  </a:lnTo>
                  <a:lnTo>
                    <a:pt x="77998" y="418230"/>
                  </a:lnTo>
                  <a:lnTo>
                    <a:pt x="62398" y="418230"/>
                  </a:lnTo>
                  <a:lnTo>
                    <a:pt x="46798" y="418230"/>
                  </a:lnTo>
                  <a:lnTo>
                    <a:pt x="31199" y="418230"/>
                  </a:lnTo>
                  <a:lnTo>
                    <a:pt x="15599" y="418230"/>
                  </a:lnTo>
                  <a:lnTo>
                    <a:pt x="0" y="418230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29462" y="1114800"/>
              <a:ext cx="3244721" cy="414612"/>
            </a:xfrm>
            <a:custGeom>
              <a:avLst/>
              <a:pathLst>
                <a:path w="3244721" h="414612">
                  <a:moveTo>
                    <a:pt x="0" y="414612"/>
                  </a:moveTo>
                  <a:lnTo>
                    <a:pt x="15599" y="414322"/>
                  </a:lnTo>
                  <a:lnTo>
                    <a:pt x="31199" y="413948"/>
                  </a:lnTo>
                  <a:lnTo>
                    <a:pt x="46798" y="413472"/>
                  </a:lnTo>
                  <a:lnTo>
                    <a:pt x="62398" y="412881"/>
                  </a:lnTo>
                  <a:lnTo>
                    <a:pt x="77998" y="412166"/>
                  </a:lnTo>
                  <a:lnTo>
                    <a:pt x="93597" y="411326"/>
                  </a:lnTo>
                  <a:lnTo>
                    <a:pt x="109197" y="410370"/>
                  </a:lnTo>
                  <a:lnTo>
                    <a:pt x="124796" y="409310"/>
                  </a:lnTo>
                  <a:lnTo>
                    <a:pt x="140396" y="408169"/>
                  </a:lnTo>
                  <a:lnTo>
                    <a:pt x="155996" y="406972"/>
                  </a:lnTo>
                  <a:lnTo>
                    <a:pt x="171595" y="405747"/>
                  </a:lnTo>
                  <a:lnTo>
                    <a:pt x="187195" y="404520"/>
                  </a:lnTo>
                  <a:lnTo>
                    <a:pt x="202795" y="403311"/>
                  </a:lnTo>
                  <a:lnTo>
                    <a:pt x="218394" y="402128"/>
                  </a:lnTo>
                  <a:lnTo>
                    <a:pt x="233994" y="400966"/>
                  </a:lnTo>
                  <a:lnTo>
                    <a:pt x="249593" y="399813"/>
                  </a:lnTo>
                  <a:lnTo>
                    <a:pt x="265193" y="398645"/>
                  </a:lnTo>
                  <a:lnTo>
                    <a:pt x="280793" y="397435"/>
                  </a:lnTo>
                  <a:lnTo>
                    <a:pt x="296392" y="396153"/>
                  </a:lnTo>
                  <a:lnTo>
                    <a:pt x="311992" y="394770"/>
                  </a:lnTo>
                  <a:lnTo>
                    <a:pt x="327592" y="393262"/>
                  </a:lnTo>
                  <a:lnTo>
                    <a:pt x="343191" y="391610"/>
                  </a:lnTo>
                  <a:lnTo>
                    <a:pt x="358791" y="389804"/>
                  </a:lnTo>
                  <a:lnTo>
                    <a:pt x="374390" y="387839"/>
                  </a:lnTo>
                  <a:lnTo>
                    <a:pt x="389990" y="385708"/>
                  </a:lnTo>
                  <a:lnTo>
                    <a:pt x="405590" y="383432"/>
                  </a:lnTo>
                  <a:lnTo>
                    <a:pt x="421189" y="381020"/>
                  </a:lnTo>
                  <a:lnTo>
                    <a:pt x="436789" y="378476"/>
                  </a:lnTo>
                  <a:lnTo>
                    <a:pt x="452389" y="375802"/>
                  </a:lnTo>
                  <a:lnTo>
                    <a:pt x="467988" y="372992"/>
                  </a:lnTo>
                  <a:lnTo>
                    <a:pt x="483588" y="370031"/>
                  </a:lnTo>
                  <a:lnTo>
                    <a:pt x="499187" y="366899"/>
                  </a:lnTo>
                  <a:lnTo>
                    <a:pt x="514787" y="363567"/>
                  </a:lnTo>
                  <a:lnTo>
                    <a:pt x="530387" y="359997"/>
                  </a:lnTo>
                  <a:lnTo>
                    <a:pt x="545986" y="356153"/>
                  </a:lnTo>
                  <a:lnTo>
                    <a:pt x="561586" y="351995"/>
                  </a:lnTo>
                  <a:lnTo>
                    <a:pt x="577186" y="347469"/>
                  </a:lnTo>
                  <a:lnTo>
                    <a:pt x="592785" y="342547"/>
                  </a:lnTo>
                  <a:lnTo>
                    <a:pt x="608385" y="337236"/>
                  </a:lnTo>
                  <a:lnTo>
                    <a:pt x="623984" y="331544"/>
                  </a:lnTo>
                  <a:lnTo>
                    <a:pt x="639584" y="325502"/>
                  </a:lnTo>
                  <a:lnTo>
                    <a:pt x="655184" y="319163"/>
                  </a:lnTo>
                  <a:lnTo>
                    <a:pt x="670783" y="312603"/>
                  </a:lnTo>
                  <a:lnTo>
                    <a:pt x="686383" y="305918"/>
                  </a:lnTo>
                  <a:lnTo>
                    <a:pt x="701983" y="299216"/>
                  </a:lnTo>
                  <a:lnTo>
                    <a:pt x="717582" y="292615"/>
                  </a:lnTo>
                  <a:lnTo>
                    <a:pt x="733182" y="286228"/>
                  </a:lnTo>
                  <a:lnTo>
                    <a:pt x="748781" y="280160"/>
                  </a:lnTo>
                  <a:lnTo>
                    <a:pt x="764381" y="274494"/>
                  </a:lnTo>
                  <a:lnTo>
                    <a:pt x="779981" y="269329"/>
                  </a:lnTo>
                  <a:lnTo>
                    <a:pt x="795580" y="264655"/>
                  </a:lnTo>
                  <a:lnTo>
                    <a:pt x="811180" y="260453"/>
                  </a:lnTo>
                  <a:lnTo>
                    <a:pt x="826780" y="256681"/>
                  </a:lnTo>
                  <a:lnTo>
                    <a:pt x="842379" y="253272"/>
                  </a:lnTo>
                  <a:lnTo>
                    <a:pt x="857979" y="250141"/>
                  </a:lnTo>
                  <a:lnTo>
                    <a:pt x="873578" y="247188"/>
                  </a:lnTo>
                  <a:lnTo>
                    <a:pt x="889178" y="244304"/>
                  </a:lnTo>
                  <a:lnTo>
                    <a:pt x="904778" y="241376"/>
                  </a:lnTo>
                  <a:lnTo>
                    <a:pt x="920377" y="238289"/>
                  </a:lnTo>
                  <a:lnTo>
                    <a:pt x="935977" y="234930"/>
                  </a:lnTo>
                  <a:lnTo>
                    <a:pt x="951577" y="231194"/>
                  </a:lnTo>
                  <a:lnTo>
                    <a:pt x="967176" y="226970"/>
                  </a:lnTo>
                  <a:lnTo>
                    <a:pt x="982776" y="222136"/>
                  </a:lnTo>
                  <a:lnTo>
                    <a:pt x="998375" y="216666"/>
                  </a:lnTo>
                  <a:lnTo>
                    <a:pt x="1013975" y="210520"/>
                  </a:lnTo>
                  <a:lnTo>
                    <a:pt x="1029575" y="203683"/>
                  </a:lnTo>
                  <a:lnTo>
                    <a:pt x="1045174" y="196173"/>
                  </a:lnTo>
                  <a:lnTo>
                    <a:pt x="1060774" y="188037"/>
                  </a:lnTo>
                  <a:lnTo>
                    <a:pt x="1076374" y="179360"/>
                  </a:lnTo>
                  <a:lnTo>
                    <a:pt x="1091973" y="170257"/>
                  </a:lnTo>
                  <a:lnTo>
                    <a:pt x="1107573" y="160875"/>
                  </a:lnTo>
                  <a:lnTo>
                    <a:pt x="1123172" y="151379"/>
                  </a:lnTo>
                  <a:lnTo>
                    <a:pt x="1138772" y="141946"/>
                  </a:lnTo>
                  <a:lnTo>
                    <a:pt x="1154372" y="132744"/>
                  </a:lnTo>
                  <a:lnTo>
                    <a:pt x="1169971" y="123947"/>
                  </a:lnTo>
                  <a:lnTo>
                    <a:pt x="1185571" y="115650"/>
                  </a:lnTo>
                  <a:lnTo>
                    <a:pt x="1201171" y="107864"/>
                  </a:lnTo>
                  <a:lnTo>
                    <a:pt x="1216770" y="100550"/>
                  </a:lnTo>
                  <a:lnTo>
                    <a:pt x="1232370" y="93614"/>
                  </a:lnTo>
                  <a:lnTo>
                    <a:pt x="1247969" y="86922"/>
                  </a:lnTo>
                  <a:lnTo>
                    <a:pt x="1263569" y="80325"/>
                  </a:lnTo>
                  <a:lnTo>
                    <a:pt x="1279169" y="73682"/>
                  </a:lnTo>
                  <a:lnTo>
                    <a:pt x="1294768" y="66884"/>
                  </a:lnTo>
                  <a:lnTo>
                    <a:pt x="1310368" y="59873"/>
                  </a:lnTo>
                  <a:lnTo>
                    <a:pt x="1325968" y="52654"/>
                  </a:lnTo>
                  <a:lnTo>
                    <a:pt x="1341567" y="45294"/>
                  </a:lnTo>
                  <a:lnTo>
                    <a:pt x="1357167" y="37919"/>
                  </a:lnTo>
                  <a:lnTo>
                    <a:pt x="1372766" y="30736"/>
                  </a:lnTo>
                  <a:lnTo>
                    <a:pt x="1388366" y="23953"/>
                  </a:lnTo>
                  <a:lnTo>
                    <a:pt x="1403966" y="17768"/>
                  </a:lnTo>
                  <a:lnTo>
                    <a:pt x="1419565" y="12364"/>
                  </a:lnTo>
                  <a:lnTo>
                    <a:pt x="1435165" y="7882"/>
                  </a:lnTo>
                  <a:lnTo>
                    <a:pt x="1450765" y="4412"/>
                  </a:lnTo>
                  <a:lnTo>
                    <a:pt x="1466364" y="1982"/>
                  </a:lnTo>
                  <a:lnTo>
                    <a:pt x="1481964" y="547"/>
                  </a:lnTo>
                  <a:lnTo>
                    <a:pt x="1497563" y="0"/>
                  </a:lnTo>
                  <a:lnTo>
                    <a:pt x="1513163" y="173"/>
                  </a:lnTo>
                  <a:lnTo>
                    <a:pt x="1528763" y="862"/>
                  </a:lnTo>
                  <a:lnTo>
                    <a:pt x="1544362" y="1845"/>
                  </a:lnTo>
                  <a:lnTo>
                    <a:pt x="1559962" y="2906"/>
                  </a:lnTo>
                  <a:lnTo>
                    <a:pt x="1575562" y="3851"/>
                  </a:lnTo>
                  <a:lnTo>
                    <a:pt x="1591161" y="4580"/>
                  </a:lnTo>
                  <a:lnTo>
                    <a:pt x="1606761" y="5064"/>
                  </a:lnTo>
                  <a:lnTo>
                    <a:pt x="1622360" y="5342"/>
                  </a:lnTo>
                  <a:lnTo>
                    <a:pt x="1637960" y="5507"/>
                  </a:lnTo>
                  <a:lnTo>
                    <a:pt x="1653560" y="5696"/>
                  </a:lnTo>
                  <a:lnTo>
                    <a:pt x="1669159" y="6063"/>
                  </a:lnTo>
                  <a:lnTo>
                    <a:pt x="1684759" y="6771"/>
                  </a:lnTo>
                  <a:lnTo>
                    <a:pt x="1700359" y="7970"/>
                  </a:lnTo>
                  <a:lnTo>
                    <a:pt x="1715958" y="9784"/>
                  </a:lnTo>
                  <a:lnTo>
                    <a:pt x="1731558" y="12299"/>
                  </a:lnTo>
                  <a:lnTo>
                    <a:pt x="1747157" y="15557"/>
                  </a:lnTo>
                  <a:lnTo>
                    <a:pt x="1762757" y="19594"/>
                  </a:lnTo>
                  <a:lnTo>
                    <a:pt x="1778357" y="24305"/>
                  </a:lnTo>
                  <a:lnTo>
                    <a:pt x="1793956" y="29552"/>
                  </a:lnTo>
                  <a:lnTo>
                    <a:pt x="1809556" y="35186"/>
                  </a:lnTo>
                  <a:lnTo>
                    <a:pt x="1825156" y="41045"/>
                  </a:lnTo>
                  <a:lnTo>
                    <a:pt x="1840755" y="46968"/>
                  </a:lnTo>
                  <a:lnTo>
                    <a:pt x="1856355" y="52818"/>
                  </a:lnTo>
                  <a:lnTo>
                    <a:pt x="1871954" y="58489"/>
                  </a:lnTo>
                  <a:lnTo>
                    <a:pt x="1887554" y="63922"/>
                  </a:lnTo>
                  <a:lnTo>
                    <a:pt x="1903154" y="69103"/>
                  </a:lnTo>
                  <a:lnTo>
                    <a:pt x="1918753" y="74057"/>
                  </a:lnTo>
                  <a:lnTo>
                    <a:pt x="1934353" y="78842"/>
                  </a:lnTo>
                  <a:lnTo>
                    <a:pt x="1949953" y="83533"/>
                  </a:lnTo>
                  <a:lnTo>
                    <a:pt x="1965552" y="88214"/>
                  </a:lnTo>
                  <a:lnTo>
                    <a:pt x="1981152" y="92958"/>
                  </a:lnTo>
                  <a:lnTo>
                    <a:pt x="1996751" y="97816"/>
                  </a:lnTo>
                  <a:lnTo>
                    <a:pt x="2012351" y="102828"/>
                  </a:lnTo>
                  <a:lnTo>
                    <a:pt x="2027951" y="108029"/>
                  </a:lnTo>
                  <a:lnTo>
                    <a:pt x="2043550" y="113452"/>
                  </a:lnTo>
                  <a:lnTo>
                    <a:pt x="2059150" y="119137"/>
                  </a:lnTo>
                  <a:lnTo>
                    <a:pt x="2074750" y="125128"/>
                  </a:lnTo>
                  <a:lnTo>
                    <a:pt x="2090349" y="131471"/>
                  </a:lnTo>
                  <a:lnTo>
                    <a:pt x="2105949" y="138209"/>
                  </a:lnTo>
                  <a:lnTo>
                    <a:pt x="2121548" y="145367"/>
                  </a:lnTo>
                  <a:lnTo>
                    <a:pt x="2137148" y="152952"/>
                  </a:lnTo>
                  <a:lnTo>
                    <a:pt x="2152748" y="160953"/>
                  </a:lnTo>
                  <a:lnTo>
                    <a:pt x="2168347" y="169305"/>
                  </a:lnTo>
                  <a:lnTo>
                    <a:pt x="2183947" y="177901"/>
                  </a:lnTo>
                  <a:lnTo>
                    <a:pt x="2199547" y="186640"/>
                  </a:lnTo>
                  <a:lnTo>
                    <a:pt x="2215146" y="195422"/>
                  </a:lnTo>
                  <a:lnTo>
                    <a:pt x="2230746" y="204153"/>
                  </a:lnTo>
                  <a:lnTo>
                    <a:pt x="2246345" y="212753"/>
                  </a:lnTo>
                  <a:lnTo>
                    <a:pt x="2261945" y="221159"/>
                  </a:lnTo>
                  <a:lnTo>
                    <a:pt x="2277545" y="229321"/>
                  </a:lnTo>
                  <a:lnTo>
                    <a:pt x="2293144" y="237197"/>
                  </a:lnTo>
                  <a:lnTo>
                    <a:pt x="2308744" y="244749"/>
                  </a:lnTo>
                  <a:lnTo>
                    <a:pt x="2324344" y="251942"/>
                  </a:lnTo>
                  <a:lnTo>
                    <a:pt x="2339943" y="258739"/>
                  </a:lnTo>
                  <a:lnTo>
                    <a:pt x="2355543" y="265071"/>
                  </a:lnTo>
                  <a:lnTo>
                    <a:pt x="2371142" y="270935"/>
                  </a:lnTo>
                  <a:lnTo>
                    <a:pt x="2386742" y="276333"/>
                  </a:lnTo>
                  <a:lnTo>
                    <a:pt x="2402342" y="281277"/>
                  </a:lnTo>
                  <a:lnTo>
                    <a:pt x="2417941" y="285799"/>
                  </a:lnTo>
                  <a:lnTo>
                    <a:pt x="2433541" y="289950"/>
                  </a:lnTo>
                  <a:lnTo>
                    <a:pt x="2449141" y="293791"/>
                  </a:lnTo>
                  <a:lnTo>
                    <a:pt x="2464740" y="297389"/>
                  </a:lnTo>
                  <a:lnTo>
                    <a:pt x="2480340" y="300814"/>
                  </a:lnTo>
                  <a:lnTo>
                    <a:pt x="2495939" y="304131"/>
                  </a:lnTo>
                  <a:lnTo>
                    <a:pt x="2511539" y="307402"/>
                  </a:lnTo>
                  <a:lnTo>
                    <a:pt x="2527139" y="310681"/>
                  </a:lnTo>
                  <a:lnTo>
                    <a:pt x="2542738" y="314022"/>
                  </a:lnTo>
                  <a:lnTo>
                    <a:pt x="2558338" y="317488"/>
                  </a:lnTo>
                  <a:lnTo>
                    <a:pt x="2573938" y="321121"/>
                  </a:lnTo>
                  <a:lnTo>
                    <a:pt x="2589537" y="324960"/>
                  </a:lnTo>
                  <a:lnTo>
                    <a:pt x="2605137" y="329034"/>
                  </a:lnTo>
                  <a:lnTo>
                    <a:pt x="2620736" y="333353"/>
                  </a:lnTo>
                  <a:lnTo>
                    <a:pt x="2636336" y="337908"/>
                  </a:lnTo>
                  <a:lnTo>
                    <a:pt x="2651936" y="342662"/>
                  </a:lnTo>
                  <a:lnTo>
                    <a:pt x="2667535" y="347553"/>
                  </a:lnTo>
                  <a:lnTo>
                    <a:pt x="2683135" y="352498"/>
                  </a:lnTo>
                  <a:lnTo>
                    <a:pt x="2698735" y="357396"/>
                  </a:lnTo>
                  <a:lnTo>
                    <a:pt x="2714334" y="362142"/>
                  </a:lnTo>
                  <a:lnTo>
                    <a:pt x="2729934" y="366633"/>
                  </a:lnTo>
                  <a:lnTo>
                    <a:pt x="2745533" y="370762"/>
                  </a:lnTo>
                  <a:lnTo>
                    <a:pt x="2761133" y="374463"/>
                  </a:lnTo>
                  <a:lnTo>
                    <a:pt x="2776733" y="377729"/>
                  </a:lnTo>
                  <a:lnTo>
                    <a:pt x="2792332" y="380565"/>
                  </a:lnTo>
                  <a:lnTo>
                    <a:pt x="2807932" y="383003"/>
                  </a:lnTo>
                  <a:lnTo>
                    <a:pt x="2823532" y="385095"/>
                  </a:lnTo>
                  <a:lnTo>
                    <a:pt x="2839131" y="386904"/>
                  </a:lnTo>
                  <a:lnTo>
                    <a:pt x="2854731" y="388498"/>
                  </a:lnTo>
                  <a:lnTo>
                    <a:pt x="2870330" y="389946"/>
                  </a:lnTo>
                  <a:lnTo>
                    <a:pt x="2885930" y="391306"/>
                  </a:lnTo>
                  <a:lnTo>
                    <a:pt x="2901530" y="392630"/>
                  </a:lnTo>
                  <a:lnTo>
                    <a:pt x="2917129" y="393953"/>
                  </a:lnTo>
                  <a:lnTo>
                    <a:pt x="2932729" y="395298"/>
                  </a:lnTo>
                  <a:lnTo>
                    <a:pt x="2948329" y="396675"/>
                  </a:lnTo>
                  <a:lnTo>
                    <a:pt x="2963928" y="398074"/>
                  </a:lnTo>
                  <a:lnTo>
                    <a:pt x="2979528" y="399479"/>
                  </a:lnTo>
                  <a:lnTo>
                    <a:pt x="2995127" y="400867"/>
                  </a:lnTo>
                  <a:lnTo>
                    <a:pt x="3010727" y="402214"/>
                  </a:lnTo>
                  <a:lnTo>
                    <a:pt x="3026327" y="403499"/>
                  </a:lnTo>
                  <a:lnTo>
                    <a:pt x="3041926" y="404704"/>
                  </a:lnTo>
                  <a:lnTo>
                    <a:pt x="3057526" y="405817"/>
                  </a:lnTo>
                  <a:lnTo>
                    <a:pt x="3073126" y="406835"/>
                  </a:lnTo>
                  <a:lnTo>
                    <a:pt x="3088725" y="407763"/>
                  </a:lnTo>
                  <a:lnTo>
                    <a:pt x="3104325" y="408608"/>
                  </a:lnTo>
                  <a:lnTo>
                    <a:pt x="3119924" y="409385"/>
                  </a:lnTo>
                  <a:lnTo>
                    <a:pt x="3135524" y="410106"/>
                  </a:lnTo>
                  <a:lnTo>
                    <a:pt x="3151124" y="410785"/>
                  </a:lnTo>
                  <a:lnTo>
                    <a:pt x="3166723" y="411434"/>
                  </a:lnTo>
                  <a:lnTo>
                    <a:pt x="3182323" y="412059"/>
                  </a:lnTo>
                  <a:lnTo>
                    <a:pt x="3197923" y="412660"/>
                  </a:lnTo>
                  <a:lnTo>
                    <a:pt x="3213522" y="413234"/>
                  </a:lnTo>
                  <a:lnTo>
                    <a:pt x="3229122" y="413775"/>
                  </a:lnTo>
                  <a:lnTo>
                    <a:pt x="3244721" y="414275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067063" y="1099980"/>
              <a:ext cx="3213522" cy="433050"/>
            </a:xfrm>
            <a:custGeom>
              <a:avLst/>
              <a:pathLst>
                <a:path w="3213522" h="433050">
                  <a:moveTo>
                    <a:pt x="0" y="429443"/>
                  </a:moveTo>
                  <a:lnTo>
                    <a:pt x="15599" y="428744"/>
                  </a:lnTo>
                  <a:lnTo>
                    <a:pt x="31199" y="427888"/>
                  </a:lnTo>
                  <a:lnTo>
                    <a:pt x="46798" y="426865"/>
                  </a:lnTo>
                  <a:lnTo>
                    <a:pt x="62398" y="425684"/>
                  </a:lnTo>
                  <a:lnTo>
                    <a:pt x="77998" y="424377"/>
                  </a:lnTo>
                  <a:lnTo>
                    <a:pt x="93597" y="422974"/>
                  </a:lnTo>
                  <a:lnTo>
                    <a:pt x="109197" y="421511"/>
                  </a:lnTo>
                  <a:lnTo>
                    <a:pt x="124796" y="420027"/>
                  </a:lnTo>
                  <a:lnTo>
                    <a:pt x="140396" y="418556"/>
                  </a:lnTo>
                  <a:lnTo>
                    <a:pt x="155996" y="417131"/>
                  </a:lnTo>
                  <a:lnTo>
                    <a:pt x="171595" y="415773"/>
                  </a:lnTo>
                  <a:lnTo>
                    <a:pt x="187195" y="414495"/>
                  </a:lnTo>
                  <a:lnTo>
                    <a:pt x="202795" y="413298"/>
                  </a:lnTo>
                  <a:lnTo>
                    <a:pt x="218394" y="412171"/>
                  </a:lnTo>
                  <a:lnTo>
                    <a:pt x="233994" y="411091"/>
                  </a:lnTo>
                  <a:lnTo>
                    <a:pt x="249593" y="410022"/>
                  </a:lnTo>
                  <a:lnTo>
                    <a:pt x="265193" y="408918"/>
                  </a:lnTo>
                  <a:lnTo>
                    <a:pt x="280793" y="407730"/>
                  </a:lnTo>
                  <a:lnTo>
                    <a:pt x="296392" y="406410"/>
                  </a:lnTo>
                  <a:lnTo>
                    <a:pt x="311992" y="404916"/>
                  </a:lnTo>
                  <a:lnTo>
                    <a:pt x="327592" y="403212"/>
                  </a:lnTo>
                  <a:lnTo>
                    <a:pt x="343191" y="401271"/>
                  </a:lnTo>
                  <a:lnTo>
                    <a:pt x="358791" y="399080"/>
                  </a:lnTo>
                  <a:lnTo>
                    <a:pt x="374390" y="396633"/>
                  </a:lnTo>
                  <a:lnTo>
                    <a:pt x="389990" y="393935"/>
                  </a:lnTo>
                  <a:lnTo>
                    <a:pt x="405590" y="390995"/>
                  </a:lnTo>
                  <a:lnTo>
                    <a:pt x="421189" y="387826"/>
                  </a:lnTo>
                  <a:lnTo>
                    <a:pt x="436789" y="384436"/>
                  </a:lnTo>
                  <a:lnTo>
                    <a:pt x="452389" y="380818"/>
                  </a:lnTo>
                  <a:lnTo>
                    <a:pt x="467988" y="376994"/>
                  </a:lnTo>
                  <a:lnTo>
                    <a:pt x="483588" y="372963"/>
                  </a:lnTo>
                  <a:lnTo>
                    <a:pt x="499187" y="368723"/>
                  </a:lnTo>
                  <a:lnTo>
                    <a:pt x="514787" y="364271"/>
                  </a:lnTo>
                  <a:lnTo>
                    <a:pt x="530387" y="359605"/>
                  </a:lnTo>
                  <a:lnTo>
                    <a:pt x="545986" y="354725"/>
                  </a:lnTo>
                  <a:lnTo>
                    <a:pt x="561586" y="349635"/>
                  </a:lnTo>
                  <a:lnTo>
                    <a:pt x="577186" y="344346"/>
                  </a:lnTo>
                  <a:lnTo>
                    <a:pt x="592785" y="338879"/>
                  </a:lnTo>
                  <a:lnTo>
                    <a:pt x="608385" y="333267"/>
                  </a:lnTo>
                  <a:lnTo>
                    <a:pt x="623984" y="327552"/>
                  </a:lnTo>
                  <a:lnTo>
                    <a:pt x="639584" y="321787"/>
                  </a:lnTo>
                  <a:lnTo>
                    <a:pt x="655184" y="316032"/>
                  </a:lnTo>
                  <a:lnTo>
                    <a:pt x="670783" y="310330"/>
                  </a:lnTo>
                  <a:lnTo>
                    <a:pt x="686383" y="304700"/>
                  </a:lnTo>
                  <a:lnTo>
                    <a:pt x="701983" y="299134"/>
                  </a:lnTo>
                  <a:lnTo>
                    <a:pt x="717582" y="293590"/>
                  </a:lnTo>
                  <a:lnTo>
                    <a:pt x="733182" y="287997"/>
                  </a:lnTo>
                  <a:lnTo>
                    <a:pt x="748781" y="282263"/>
                  </a:lnTo>
                  <a:lnTo>
                    <a:pt x="764381" y="276285"/>
                  </a:lnTo>
                  <a:lnTo>
                    <a:pt x="779981" y="269966"/>
                  </a:lnTo>
                  <a:lnTo>
                    <a:pt x="795580" y="263230"/>
                  </a:lnTo>
                  <a:lnTo>
                    <a:pt x="811180" y="256036"/>
                  </a:lnTo>
                  <a:lnTo>
                    <a:pt x="826780" y="248385"/>
                  </a:lnTo>
                  <a:lnTo>
                    <a:pt x="842379" y="240307"/>
                  </a:lnTo>
                  <a:lnTo>
                    <a:pt x="857979" y="231945"/>
                  </a:lnTo>
                  <a:lnTo>
                    <a:pt x="873578" y="223444"/>
                  </a:lnTo>
                  <a:lnTo>
                    <a:pt x="889178" y="214959"/>
                  </a:lnTo>
                  <a:lnTo>
                    <a:pt x="904778" y="206641"/>
                  </a:lnTo>
                  <a:lnTo>
                    <a:pt x="920377" y="198627"/>
                  </a:lnTo>
                  <a:lnTo>
                    <a:pt x="935977" y="191024"/>
                  </a:lnTo>
                  <a:lnTo>
                    <a:pt x="951577" y="183899"/>
                  </a:lnTo>
                  <a:lnTo>
                    <a:pt x="967176" y="177284"/>
                  </a:lnTo>
                  <a:lnTo>
                    <a:pt x="982776" y="171167"/>
                  </a:lnTo>
                  <a:lnTo>
                    <a:pt x="998375" y="165507"/>
                  </a:lnTo>
                  <a:lnTo>
                    <a:pt x="1013975" y="160235"/>
                  </a:lnTo>
                  <a:lnTo>
                    <a:pt x="1029575" y="155272"/>
                  </a:lnTo>
                  <a:lnTo>
                    <a:pt x="1045174" y="150528"/>
                  </a:lnTo>
                  <a:lnTo>
                    <a:pt x="1060774" y="145899"/>
                  </a:lnTo>
                  <a:lnTo>
                    <a:pt x="1076374" y="141307"/>
                  </a:lnTo>
                  <a:lnTo>
                    <a:pt x="1091973" y="136692"/>
                  </a:lnTo>
                  <a:lnTo>
                    <a:pt x="1107573" y="132004"/>
                  </a:lnTo>
                  <a:lnTo>
                    <a:pt x="1123172" y="127206"/>
                  </a:lnTo>
                  <a:lnTo>
                    <a:pt x="1138772" y="122277"/>
                  </a:lnTo>
                  <a:lnTo>
                    <a:pt x="1154372" y="117205"/>
                  </a:lnTo>
                  <a:lnTo>
                    <a:pt x="1169971" y="111995"/>
                  </a:lnTo>
                  <a:lnTo>
                    <a:pt x="1185571" y="106661"/>
                  </a:lnTo>
                  <a:lnTo>
                    <a:pt x="1201171" y="101227"/>
                  </a:lnTo>
                  <a:lnTo>
                    <a:pt x="1216770" y="95727"/>
                  </a:lnTo>
                  <a:lnTo>
                    <a:pt x="1232370" y="90200"/>
                  </a:lnTo>
                  <a:lnTo>
                    <a:pt x="1247969" y="84688"/>
                  </a:lnTo>
                  <a:lnTo>
                    <a:pt x="1263569" y="79228"/>
                  </a:lnTo>
                  <a:lnTo>
                    <a:pt x="1279169" y="73845"/>
                  </a:lnTo>
                  <a:lnTo>
                    <a:pt x="1294768" y="68552"/>
                  </a:lnTo>
                  <a:lnTo>
                    <a:pt x="1310368" y="63354"/>
                  </a:lnTo>
                  <a:lnTo>
                    <a:pt x="1325968" y="58244"/>
                  </a:lnTo>
                  <a:lnTo>
                    <a:pt x="1341567" y="53208"/>
                  </a:lnTo>
                  <a:lnTo>
                    <a:pt x="1357167" y="48229"/>
                  </a:lnTo>
                  <a:lnTo>
                    <a:pt x="1372766" y="43290"/>
                  </a:lnTo>
                  <a:lnTo>
                    <a:pt x="1388366" y="38381"/>
                  </a:lnTo>
                  <a:lnTo>
                    <a:pt x="1403966" y="33501"/>
                  </a:lnTo>
                  <a:lnTo>
                    <a:pt x="1419565" y="28668"/>
                  </a:lnTo>
                  <a:lnTo>
                    <a:pt x="1435165" y="23932"/>
                  </a:lnTo>
                  <a:lnTo>
                    <a:pt x="1450765" y="19355"/>
                  </a:lnTo>
                  <a:lnTo>
                    <a:pt x="1466364" y="15026"/>
                  </a:lnTo>
                  <a:lnTo>
                    <a:pt x="1481964" y="11047"/>
                  </a:lnTo>
                  <a:lnTo>
                    <a:pt x="1497563" y="7530"/>
                  </a:lnTo>
                  <a:lnTo>
                    <a:pt x="1513163" y="4585"/>
                  </a:lnTo>
                  <a:lnTo>
                    <a:pt x="1528763" y="2306"/>
                  </a:lnTo>
                  <a:lnTo>
                    <a:pt x="1544362" y="765"/>
                  </a:lnTo>
                  <a:lnTo>
                    <a:pt x="1559962" y="0"/>
                  </a:lnTo>
                  <a:lnTo>
                    <a:pt x="1575562" y="13"/>
                  </a:lnTo>
                  <a:lnTo>
                    <a:pt x="1591161" y="771"/>
                  </a:lnTo>
                  <a:lnTo>
                    <a:pt x="1606761" y="2213"/>
                  </a:lnTo>
                  <a:lnTo>
                    <a:pt x="1622360" y="4273"/>
                  </a:lnTo>
                  <a:lnTo>
                    <a:pt x="1637960" y="6868"/>
                  </a:lnTo>
                  <a:lnTo>
                    <a:pt x="1653560" y="9882"/>
                  </a:lnTo>
                  <a:lnTo>
                    <a:pt x="1669159" y="13252"/>
                  </a:lnTo>
                  <a:lnTo>
                    <a:pt x="1684759" y="16937"/>
                  </a:lnTo>
                  <a:lnTo>
                    <a:pt x="1700359" y="20911"/>
                  </a:lnTo>
                  <a:lnTo>
                    <a:pt x="1715958" y="25166"/>
                  </a:lnTo>
                  <a:lnTo>
                    <a:pt x="1731558" y="29706"/>
                  </a:lnTo>
                  <a:lnTo>
                    <a:pt x="1747157" y="34541"/>
                  </a:lnTo>
                  <a:lnTo>
                    <a:pt x="1762757" y="39685"/>
                  </a:lnTo>
                  <a:lnTo>
                    <a:pt x="1778357" y="45151"/>
                  </a:lnTo>
                  <a:lnTo>
                    <a:pt x="1793956" y="50945"/>
                  </a:lnTo>
                  <a:lnTo>
                    <a:pt x="1809556" y="57065"/>
                  </a:lnTo>
                  <a:lnTo>
                    <a:pt x="1825156" y="63515"/>
                  </a:lnTo>
                  <a:lnTo>
                    <a:pt x="1840755" y="70246"/>
                  </a:lnTo>
                  <a:lnTo>
                    <a:pt x="1856355" y="77198"/>
                  </a:lnTo>
                  <a:lnTo>
                    <a:pt x="1871954" y="84313"/>
                  </a:lnTo>
                  <a:lnTo>
                    <a:pt x="1887554" y="91528"/>
                  </a:lnTo>
                  <a:lnTo>
                    <a:pt x="1903154" y="98788"/>
                  </a:lnTo>
                  <a:lnTo>
                    <a:pt x="1918753" y="106057"/>
                  </a:lnTo>
                  <a:lnTo>
                    <a:pt x="1934353" y="113322"/>
                  </a:lnTo>
                  <a:lnTo>
                    <a:pt x="1949953" y="120595"/>
                  </a:lnTo>
                  <a:lnTo>
                    <a:pt x="1965552" y="127920"/>
                  </a:lnTo>
                  <a:lnTo>
                    <a:pt x="1981152" y="135355"/>
                  </a:lnTo>
                  <a:lnTo>
                    <a:pt x="1996751" y="142972"/>
                  </a:lnTo>
                  <a:lnTo>
                    <a:pt x="2012351" y="150837"/>
                  </a:lnTo>
                  <a:lnTo>
                    <a:pt x="2027951" y="159024"/>
                  </a:lnTo>
                  <a:lnTo>
                    <a:pt x="2043550" y="167522"/>
                  </a:lnTo>
                  <a:lnTo>
                    <a:pt x="2059150" y="176304"/>
                  </a:lnTo>
                  <a:lnTo>
                    <a:pt x="2074750" y="185314"/>
                  </a:lnTo>
                  <a:lnTo>
                    <a:pt x="2090349" y="194464"/>
                  </a:lnTo>
                  <a:lnTo>
                    <a:pt x="2105949" y="203648"/>
                  </a:lnTo>
                  <a:lnTo>
                    <a:pt x="2121548" y="212744"/>
                  </a:lnTo>
                  <a:lnTo>
                    <a:pt x="2137148" y="221629"/>
                  </a:lnTo>
                  <a:lnTo>
                    <a:pt x="2152748" y="230179"/>
                  </a:lnTo>
                  <a:lnTo>
                    <a:pt x="2168347" y="238285"/>
                  </a:lnTo>
                  <a:lnTo>
                    <a:pt x="2183947" y="245858"/>
                  </a:lnTo>
                  <a:lnTo>
                    <a:pt x="2199547" y="252833"/>
                  </a:lnTo>
                  <a:lnTo>
                    <a:pt x="2215146" y="259157"/>
                  </a:lnTo>
                  <a:lnTo>
                    <a:pt x="2230746" y="264835"/>
                  </a:lnTo>
                  <a:lnTo>
                    <a:pt x="2246345" y="269955"/>
                  </a:lnTo>
                  <a:lnTo>
                    <a:pt x="2261945" y="274601"/>
                  </a:lnTo>
                  <a:lnTo>
                    <a:pt x="2277545" y="278876"/>
                  </a:lnTo>
                  <a:lnTo>
                    <a:pt x="2293144" y="282893"/>
                  </a:lnTo>
                  <a:lnTo>
                    <a:pt x="2308744" y="286764"/>
                  </a:lnTo>
                  <a:lnTo>
                    <a:pt x="2324344" y="290591"/>
                  </a:lnTo>
                  <a:lnTo>
                    <a:pt x="2339943" y="294457"/>
                  </a:lnTo>
                  <a:lnTo>
                    <a:pt x="2355543" y="298427"/>
                  </a:lnTo>
                  <a:lnTo>
                    <a:pt x="2371142" y="302543"/>
                  </a:lnTo>
                  <a:lnTo>
                    <a:pt x="2386742" y="306830"/>
                  </a:lnTo>
                  <a:lnTo>
                    <a:pt x="2402342" y="311295"/>
                  </a:lnTo>
                  <a:lnTo>
                    <a:pt x="2417941" y="315949"/>
                  </a:lnTo>
                  <a:lnTo>
                    <a:pt x="2433541" y="320765"/>
                  </a:lnTo>
                  <a:lnTo>
                    <a:pt x="2449141" y="325722"/>
                  </a:lnTo>
                  <a:lnTo>
                    <a:pt x="2464740" y="330794"/>
                  </a:lnTo>
                  <a:lnTo>
                    <a:pt x="2480340" y="335947"/>
                  </a:lnTo>
                  <a:lnTo>
                    <a:pt x="2495939" y="341142"/>
                  </a:lnTo>
                  <a:lnTo>
                    <a:pt x="2511539" y="346330"/>
                  </a:lnTo>
                  <a:lnTo>
                    <a:pt x="2527139" y="351459"/>
                  </a:lnTo>
                  <a:lnTo>
                    <a:pt x="2542738" y="356473"/>
                  </a:lnTo>
                  <a:lnTo>
                    <a:pt x="2558338" y="361321"/>
                  </a:lnTo>
                  <a:lnTo>
                    <a:pt x="2573938" y="365957"/>
                  </a:lnTo>
                  <a:lnTo>
                    <a:pt x="2589537" y="370350"/>
                  </a:lnTo>
                  <a:lnTo>
                    <a:pt x="2605137" y="374479"/>
                  </a:lnTo>
                  <a:lnTo>
                    <a:pt x="2620736" y="378329"/>
                  </a:lnTo>
                  <a:lnTo>
                    <a:pt x="2636336" y="381939"/>
                  </a:lnTo>
                  <a:lnTo>
                    <a:pt x="2651936" y="385333"/>
                  </a:lnTo>
                  <a:lnTo>
                    <a:pt x="2667535" y="388534"/>
                  </a:lnTo>
                  <a:lnTo>
                    <a:pt x="2683135" y="391565"/>
                  </a:lnTo>
                  <a:lnTo>
                    <a:pt x="2698735" y="394439"/>
                  </a:lnTo>
                  <a:lnTo>
                    <a:pt x="2714334" y="397163"/>
                  </a:lnTo>
                  <a:lnTo>
                    <a:pt x="2729934" y="399735"/>
                  </a:lnTo>
                  <a:lnTo>
                    <a:pt x="2745533" y="402151"/>
                  </a:lnTo>
                  <a:lnTo>
                    <a:pt x="2761133" y="404402"/>
                  </a:lnTo>
                  <a:lnTo>
                    <a:pt x="2776733" y="406481"/>
                  </a:lnTo>
                  <a:lnTo>
                    <a:pt x="2792332" y="408385"/>
                  </a:lnTo>
                  <a:lnTo>
                    <a:pt x="2807932" y="410102"/>
                  </a:lnTo>
                  <a:lnTo>
                    <a:pt x="2823532" y="411637"/>
                  </a:lnTo>
                  <a:lnTo>
                    <a:pt x="2839131" y="413003"/>
                  </a:lnTo>
                  <a:lnTo>
                    <a:pt x="2854731" y="414207"/>
                  </a:lnTo>
                  <a:lnTo>
                    <a:pt x="2870330" y="415261"/>
                  </a:lnTo>
                  <a:lnTo>
                    <a:pt x="2885930" y="416175"/>
                  </a:lnTo>
                  <a:lnTo>
                    <a:pt x="2901530" y="416965"/>
                  </a:lnTo>
                  <a:lnTo>
                    <a:pt x="2917129" y="417647"/>
                  </a:lnTo>
                  <a:lnTo>
                    <a:pt x="2932729" y="418241"/>
                  </a:lnTo>
                  <a:lnTo>
                    <a:pt x="2948329" y="418769"/>
                  </a:lnTo>
                  <a:lnTo>
                    <a:pt x="2963928" y="419253"/>
                  </a:lnTo>
                  <a:lnTo>
                    <a:pt x="2979528" y="419716"/>
                  </a:lnTo>
                  <a:lnTo>
                    <a:pt x="2995127" y="420182"/>
                  </a:lnTo>
                  <a:lnTo>
                    <a:pt x="3010727" y="420671"/>
                  </a:lnTo>
                  <a:lnTo>
                    <a:pt x="3026327" y="421199"/>
                  </a:lnTo>
                  <a:lnTo>
                    <a:pt x="3041926" y="421774"/>
                  </a:lnTo>
                  <a:lnTo>
                    <a:pt x="3057526" y="422397"/>
                  </a:lnTo>
                  <a:lnTo>
                    <a:pt x="3073126" y="423067"/>
                  </a:lnTo>
                  <a:lnTo>
                    <a:pt x="3088725" y="423773"/>
                  </a:lnTo>
                  <a:lnTo>
                    <a:pt x="3104325" y="424503"/>
                  </a:lnTo>
                  <a:lnTo>
                    <a:pt x="3119924" y="425242"/>
                  </a:lnTo>
                  <a:lnTo>
                    <a:pt x="3135524" y="425972"/>
                  </a:lnTo>
                  <a:lnTo>
                    <a:pt x="3151124" y="426680"/>
                  </a:lnTo>
                  <a:lnTo>
                    <a:pt x="3166723" y="427351"/>
                  </a:lnTo>
                  <a:lnTo>
                    <a:pt x="3182323" y="427978"/>
                  </a:lnTo>
                  <a:lnTo>
                    <a:pt x="3197923" y="428554"/>
                  </a:lnTo>
                  <a:lnTo>
                    <a:pt x="3213522" y="429076"/>
                  </a:lnTo>
                  <a:lnTo>
                    <a:pt x="3213522" y="433050"/>
                  </a:lnTo>
                  <a:lnTo>
                    <a:pt x="3197923" y="433050"/>
                  </a:lnTo>
                  <a:lnTo>
                    <a:pt x="3182323" y="433050"/>
                  </a:lnTo>
                  <a:lnTo>
                    <a:pt x="3166723" y="433050"/>
                  </a:lnTo>
                  <a:lnTo>
                    <a:pt x="3151124" y="433050"/>
                  </a:lnTo>
                  <a:lnTo>
                    <a:pt x="3135524" y="433050"/>
                  </a:lnTo>
                  <a:lnTo>
                    <a:pt x="3119924" y="433050"/>
                  </a:lnTo>
                  <a:lnTo>
                    <a:pt x="3104325" y="433050"/>
                  </a:lnTo>
                  <a:lnTo>
                    <a:pt x="3088725" y="433050"/>
                  </a:lnTo>
                  <a:lnTo>
                    <a:pt x="3073126" y="433050"/>
                  </a:lnTo>
                  <a:lnTo>
                    <a:pt x="3057526" y="433050"/>
                  </a:lnTo>
                  <a:lnTo>
                    <a:pt x="3041926" y="433050"/>
                  </a:lnTo>
                  <a:lnTo>
                    <a:pt x="3026327" y="433050"/>
                  </a:lnTo>
                  <a:lnTo>
                    <a:pt x="3010727" y="433050"/>
                  </a:lnTo>
                  <a:lnTo>
                    <a:pt x="2995127" y="433050"/>
                  </a:lnTo>
                  <a:lnTo>
                    <a:pt x="2979528" y="433050"/>
                  </a:lnTo>
                  <a:lnTo>
                    <a:pt x="2963928" y="433050"/>
                  </a:lnTo>
                  <a:lnTo>
                    <a:pt x="2948329" y="433050"/>
                  </a:lnTo>
                  <a:lnTo>
                    <a:pt x="2932729" y="433050"/>
                  </a:lnTo>
                  <a:lnTo>
                    <a:pt x="2917129" y="433050"/>
                  </a:lnTo>
                  <a:lnTo>
                    <a:pt x="2901530" y="433050"/>
                  </a:lnTo>
                  <a:lnTo>
                    <a:pt x="2885930" y="433050"/>
                  </a:lnTo>
                  <a:lnTo>
                    <a:pt x="2870330" y="433050"/>
                  </a:lnTo>
                  <a:lnTo>
                    <a:pt x="2854731" y="433050"/>
                  </a:lnTo>
                  <a:lnTo>
                    <a:pt x="2839131" y="433050"/>
                  </a:lnTo>
                  <a:lnTo>
                    <a:pt x="2823532" y="433050"/>
                  </a:lnTo>
                  <a:lnTo>
                    <a:pt x="2807932" y="433050"/>
                  </a:lnTo>
                  <a:lnTo>
                    <a:pt x="2792332" y="433050"/>
                  </a:lnTo>
                  <a:lnTo>
                    <a:pt x="2776733" y="433050"/>
                  </a:lnTo>
                  <a:lnTo>
                    <a:pt x="2761133" y="433050"/>
                  </a:lnTo>
                  <a:lnTo>
                    <a:pt x="2745533" y="433050"/>
                  </a:lnTo>
                  <a:lnTo>
                    <a:pt x="2729934" y="433050"/>
                  </a:lnTo>
                  <a:lnTo>
                    <a:pt x="2714334" y="433050"/>
                  </a:lnTo>
                  <a:lnTo>
                    <a:pt x="2698735" y="433050"/>
                  </a:lnTo>
                  <a:lnTo>
                    <a:pt x="2683135" y="433050"/>
                  </a:lnTo>
                  <a:lnTo>
                    <a:pt x="2667535" y="433050"/>
                  </a:lnTo>
                  <a:lnTo>
                    <a:pt x="2651936" y="433050"/>
                  </a:lnTo>
                  <a:lnTo>
                    <a:pt x="2636336" y="433050"/>
                  </a:lnTo>
                  <a:lnTo>
                    <a:pt x="2620736" y="433050"/>
                  </a:lnTo>
                  <a:lnTo>
                    <a:pt x="2605137" y="433050"/>
                  </a:lnTo>
                  <a:lnTo>
                    <a:pt x="2589537" y="433050"/>
                  </a:lnTo>
                  <a:lnTo>
                    <a:pt x="2573938" y="433050"/>
                  </a:lnTo>
                  <a:lnTo>
                    <a:pt x="2558338" y="433050"/>
                  </a:lnTo>
                  <a:lnTo>
                    <a:pt x="2542738" y="433050"/>
                  </a:lnTo>
                  <a:lnTo>
                    <a:pt x="2527139" y="433050"/>
                  </a:lnTo>
                  <a:lnTo>
                    <a:pt x="2511539" y="433050"/>
                  </a:lnTo>
                  <a:lnTo>
                    <a:pt x="2495939" y="433050"/>
                  </a:lnTo>
                  <a:lnTo>
                    <a:pt x="2480340" y="433050"/>
                  </a:lnTo>
                  <a:lnTo>
                    <a:pt x="2464740" y="433050"/>
                  </a:lnTo>
                  <a:lnTo>
                    <a:pt x="2449141" y="433050"/>
                  </a:lnTo>
                  <a:lnTo>
                    <a:pt x="2433541" y="433050"/>
                  </a:lnTo>
                  <a:lnTo>
                    <a:pt x="2417941" y="433050"/>
                  </a:lnTo>
                  <a:lnTo>
                    <a:pt x="2402342" y="433050"/>
                  </a:lnTo>
                  <a:lnTo>
                    <a:pt x="2386742" y="433050"/>
                  </a:lnTo>
                  <a:lnTo>
                    <a:pt x="2371142" y="433050"/>
                  </a:lnTo>
                  <a:lnTo>
                    <a:pt x="2355543" y="433050"/>
                  </a:lnTo>
                  <a:lnTo>
                    <a:pt x="2339943" y="433050"/>
                  </a:lnTo>
                  <a:lnTo>
                    <a:pt x="2324344" y="433050"/>
                  </a:lnTo>
                  <a:lnTo>
                    <a:pt x="2308744" y="433050"/>
                  </a:lnTo>
                  <a:lnTo>
                    <a:pt x="2293144" y="433050"/>
                  </a:lnTo>
                  <a:lnTo>
                    <a:pt x="2277545" y="433050"/>
                  </a:lnTo>
                  <a:lnTo>
                    <a:pt x="2261945" y="433050"/>
                  </a:lnTo>
                  <a:lnTo>
                    <a:pt x="2246345" y="433050"/>
                  </a:lnTo>
                  <a:lnTo>
                    <a:pt x="2230746" y="433050"/>
                  </a:lnTo>
                  <a:lnTo>
                    <a:pt x="2215146" y="433050"/>
                  </a:lnTo>
                  <a:lnTo>
                    <a:pt x="2199547" y="433050"/>
                  </a:lnTo>
                  <a:lnTo>
                    <a:pt x="2183947" y="433050"/>
                  </a:lnTo>
                  <a:lnTo>
                    <a:pt x="2168347" y="433050"/>
                  </a:lnTo>
                  <a:lnTo>
                    <a:pt x="2152748" y="433050"/>
                  </a:lnTo>
                  <a:lnTo>
                    <a:pt x="2137148" y="433050"/>
                  </a:lnTo>
                  <a:lnTo>
                    <a:pt x="2121548" y="433050"/>
                  </a:lnTo>
                  <a:lnTo>
                    <a:pt x="2105949" y="433050"/>
                  </a:lnTo>
                  <a:lnTo>
                    <a:pt x="2090349" y="433050"/>
                  </a:lnTo>
                  <a:lnTo>
                    <a:pt x="2074750" y="433050"/>
                  </a:lnTo>
                  <a:lnTo>
                    <a:pt x="2059150" y="433050"/>
                  </a:lnTo>
                  <a:lnTo>
                    <a:pt x="2043550" y="433050"/>
                  </a:lnTo>
                  <a:lnTo>
                    <a:pt x="2027951" y="433050"/>
                  </a:lnTo>
                  <a:lnTo>
                    <a:pt x="2012351" y="433050"/>
                  </a:lnTo>
                  <a:lnTo>
                    <a:pt x="1996751" y="433050"/>
                  </a:lnTo>
                  <a:lnTo>
                    <a:pt x="1981152" y="433050"/>
                  </a:lnTo>
                  <a:lnTo>
                    <a:pt x="1965552" y="433050"/>
                  </a:lnTo>
                  <a:lnTo>
                    <a:pt x="1949953" y="433050"/>
                  </a:lnTo>
                  <a:lnTo>
                    <a:pt x="1934353" y="433050"/>
                  </a:lnTo>
                  <a:lnTo>
                    <a:pt x="1918753" y="433050"/>
                  </a:lnTo>
                  <a:lnTo>
                    <a:pt x="1903154" y="433050"/>
                  </a:lnTo>
                  <a:lnTo>
                    <a:pt x="1887554" y="433050"/>
                  </a:lnTo>
                  <a:lnTo>
                    <a:pt x="1871954" y="433050"/>
                  </a:lnTo>
                  <a:lnTo>
                    <a:pt x="1856355" y="433050"/>
                  </a:lnTo>
                  <a:lnTo>
                    <a:pt x="1840755" y="433050"/>
                  </a:lnTo>
                  <a:lnTo>
                    <a:pt x="1825156" y="433050"/>
                  </a:lnTo>
                  <a:lnTo>
                    <a:pt x="1809556" y="433050"/>
                  </a:lnTo>
                  <a:lnTo>
                    <a:pt x="1793956" y="433050"/>
                  </a:lnTo>
                  <a:lnTo>
                    <a:pt x="1778357" y="433050"/>
                  </a:lnTo>
                  <a:lnTo>
                    <a:pt x="1762757" y="433050"/>
                  </a:lnTo>
                  <a:lnTo>
                    <a:pt x="1747157" y="433050"/>
                  </a:lnTo>
                  <a:lnTo>
                    <a:pt x="1731558" y="433050"/>
                  </a:lnTo>
                  <a:lnTo>
                    <a:pt x="1715958" y="433050"/>
                  </a:lnTo>
                  <a:lnTo>
                    <a:pt x="1700359" y="433050"/>
                  </a:lnTo>
                  <a:lnTo>
                    <a:pt x="1684759" y="433050"/>
                  </a:lnTo>
                  <a:lnTo>
                    <a:pt x="1669159" y="433050"/>
                  </a:lnTo>
                  <a:lnTo>
                    <a:pt x="1653560" y="433050"/>
                  </a:lnTo>
                  <a:lnTo>
                    <a:pt x="1637960" y="433050"/>
                  </a:lnTo>
                  <a:lnTo>
                    <a:pt x="1622360" y="433050"/>
                  </a:lnTo>
                  <a:lnTo>
                    <a:pt x="1606761" y="433050"/>
                  </a:lnTo>
                  <a:lnTo>
                    <a:pt x="1591161" y="433050"/>
                  </a:lnTo>
                  <a:lnTo>
                    <a:pt x="1575562" y="433050"/>
                  </a:lnTo>
                  <a:lnTo>
                    <a:pt x="1559962" y="433050"/>
                  </a:lnTo>
                  <a:lnTo>
                    <a:pt x="1544362" y="433050"/>
                  </a:lnTo>
                  <a:lnTo>
                    <a:pt x="1528763" y="433050"/>
                  </a:lnTo>
                  <a:lnTo>
                    <a:pt x="1513163" y="433050"/>
                  </a:lnTo>
                  <a:lnTo>
                    <a:pt x="1497563" y="433050"/>
                  </a:lnTo>
                  <a:lnTo>
                    <a:pt x="1481964" y="433050"/>
                  </a:lnTo>
                  <a:lnTo>
                    <a:pt x="1466364" y="433050"/>
                  </a:lnTo>
                  <a:lnTo>
                    <a:pt x="1450765" y="433050"/>
                  </a:lnTo>
                  <a:lnTo>
                    <a:pt x="1435165" y="433050"/>
                  </a:lnTo>
                  <a:lnTo>
                    <a:pt x="1419565" y="433050"/>
                  </a:lnTo>
                  <a:lnTo>
                    <a:pt x="1403966" y="433050"/>
                  </a:lnTo>
                  <a:lnTo>
                    <a:pt x="1388366" y="433050"/>
                  </a:lnTo>
                  <a:lnTo>
                    <a:pt x="1372766" y="433050"/>
                  </a:lnTo>
                  <a:lnTo>
                    <a:pt x="1357167" y="433050"/>
                  </a:lnTo>
                  <a:lnTo>
                    <a:pt x="1341567" y="433050"/>
                  </a:lnTo>
                  <a:lnTo>
                    <a:pt x="1325968" y="433050"/>
                  </a:lnTo>
                  <a:lnTo>
                    <a:pt x="1310368" y="433050"/>
                  </a:lnTo>
                  <a:lnTo>
                    <a:pt x="1294768" y="433050"/>
                  </a:lnTo>
                  <a:lnTo>
                    <a:pt x="1279169" y="433050"/>
                  </a:lnTo>
                  <a:lnTo>
                    <a:pt x="1263569" y="433050"/>
                  </a:lnTo>
                  <a:lnTo>
                    <a:pt x="1247969" y="433050"/>
                  </a:lnTo>
                  <a:lnTo>
                    <a:pt x="1232370" y="433050"/>
                  </a:lnTo>
                  <a:lnTo>
                    <a:pt x="1216770" y="433050"/>
                  </a:lnTo>
                  <a:lnTo>
                    <a:pt x="1201171" y="433050"/>
                  </a:lnTo>
                  <a:lnTo>
                    <a:pt x="1185571" y="433050"/>
                  </a:lnTo>
                  <a:lnTo>
                    <a:pt x="1169971" y="433050"/>
                  </a:lnTo>
                  <a:lnTo>
                    <a:pt x="1154372" y="433050"/>
                  </a:lnTo>
                  <a:lnTo>
                    <a:pt x="1138772" y="433050"/>
                  </a:lnTo>
                  <a:lnTo>
                    <a:pt x="1123172" y="433050"/>
                  </a:lnTo>
                  <a:lnTo>
                    <a:pt x="1107573" y="433050"/>
                  </a:lnTo>
                  <a:lnTo>
                    <a:pt x="1091973" y="433050"/>
                  </a:lnTo>
                  <a:lnTo>
                    <a:pt x="1076374" y="433050"/>
                  </a:lnTo>
                  <a:lnTo>
                    <a:pt x="1060774" y="433050"/>
                  </a:lnTo>
                  <a:lnTo>
                    <a:pt x="1045174" y="433050"/>
                  </a:lnTo>
                  <a:lnTo>
                    <a:pt x="1029575" y="433050"/>
                  </a:lnTo>
                  <a:lnTo>
                    <a:pt x="1013975" y="433050"/>
                  </a:lnTo>
                  <a:lnTo>
                    <a:pt x="998375" y="433050"/>
                  </a:lnTo>
                  <a:lnTo>
                    <a:pt x="982776" y="433050"/>
                  </a:lnTo>
                  <a:lnTo>
                    <a:pt x="967176" y="433050"/>
                  </a:lnTo>
                  <a:lnTo>
                    <a:pt x="951577" y="433050"/>
                  </a:lnTo>
                  <a:lnTo>
                    <a:pt x="935977" y="433050"/>
                  </a:lnTo>
                  <a:lnTo>
                    <a:pt x="920377" y="433050"/>
                  </a:lnTo>
                  <a:lnTo>
                    <a:pt x="904778" y="433050"/>
                  </a:lnTo>
                  <a:lnTo>
                    <a:pt x="889178" y="433050"/>
                  </a:lnTo>
                  <a:lnTo>
                    <a:pt x="873578" y="433050"/>
                  </a:lnTo>
                  <a:lnTo>
                    <a:pt x="857979" y="433050"/>
                  </a:lnTo>
                  <a:lnTo>
                    <a:pt x="842379" y="433050"/>
                  </a:lnTo>
                  <a:lnTo>
                    <a:pt x="826780" y="433050"/>
                  </a:lnTo>
                  <a:lnTo>
                    <a:pt x="811180" y="433050"/>
                  </a:lnTo>
                  <a:lnTo>
                    <a:pt x="795580" y="433050"/>
                  </a:lnTo>
                  <a:lnTo>
                    <a:pt x="779981" y="433050"/>
                  </a:lnTo>
                  <a:lnTo>
                    <a:pt x="764381" y="433050"/>
                  </a:lnTo>
                  <a:lnTo>
                    <a:pt x="748781" y="433050"/>
                  </a:lnTo>
                  <a:lnTo>
                    <a:pt x="733182" y="433050"/>
                  </a:lnTo>
                  <a:lnTo>
                    <a:pt x="717582" y="433050"/>
                  </a:lnTo>
                  <a:lnTo>
                    <a:pt x="701983" y="433050"/>
                  </a:lnTo>
                  <a:lnTo>
                    <a:pt x="686383" y="433050"/>
                  </a:lnTo>
                  <a:lnTo>
                    <a:pt x="670783" y="433050"/>
                  </a:lnTo>
                  <a:lnTo>
                    <a:pt x="655184" y="433050"/>
                  </a:lnTo>
                  <a:lnTo>
                    <a:pt x="639584" y="433050"/>
                  </a:lnTo>
                  <a:lnTo>
                    <a:pt x="623984" y="433050"/>
                  </a:lnTo>
                  <a:lnTo>
                    <a:pt x="608385" y="433050"/>
                  </a:lnTo>
                  <a:lnTo>
                    <a:pt x="592785" y="433050"/>
                  </a:lnTo>
                  <a:lnTo>
                    <a:pt x="577186" y="433050"/>
                  </a:lnTo>
                  <a:lnTo>
                    <a:pt x="561586" y="433050"/>
                  </a:lnTo>
                  <a:lnTo>
                    <a:pt x="545986" y="433050"/>
                  </a:lnTo>
                  <a:lnTo>
                    <a:pt x="530387" y="433050"/>
                  </a:lnTo>
                  <a:lnTo>
                    <a:pt x="514787" y="433050"/>
                  </a:lnTo>
                  <a:lnTo>
                    <a:pt x="499187" y="433050"/>
                  </a:lnTo>
                  <a:lnTo>
                    <a:pt x="483588" y="433050"/>
                  </a:lnTo>
                  <a:lnTo>
                    <a:pt x="467988" y="433050"/>
                  </a:lnTo>
                  <a:lnTo>
                    <a:pt x="452389" y="433050"/>
                  </a:lnTo>
                  <a:lnTo>
                    <a:pt x="436789" y="433050"/>
                  </a:lnTo>
                  <a:lnTo>
                    <a:pt x="421189" y="433050"/>
                  </a:lnTo>
                  <a:lnTo>
                    <a:pt x="405590" y="433050"/>
                  </a:lnTo>
                  <a:lnTo>
                    <a:pt x="389990" y="433050"/>
                  </a:lnTo>
                  <a:lnTo>
                    <a:pt x="374390" y="433050"/>
                  </a:lnTo>
                  <a:lnTo>
                    <a:pt x="358791" y="433050"/>
                  </a:lnTo>
                  <a:lnTo>
                    <a:pt x="343191" y="433050"/>
                  </a:lnTo>
                  <a:lnTo>
                    <a:pt x="327592" y="433050"/>
                  </a:lnTo>
                  <a:lnTo>
                    <a:pt x="311992" y="433050"/>
                  </a:lnTo>
                  <a:lnTo>
                    <a:pt x="296392" y="433050"/>
                  </a:lnTo>
                  <a:lnTo>
                    <a:pt x="280793" y="433050"/>
                  </a:lnTo>
                  <a:lnTo>
                    <a:pt x="265193" y="433050"/>
                  </a:lnTo>
                  <a:lnTo>
                    <a:pt x="249593" y="433050"/>
                  </a:lnTo>
                  <a:lnTo>
                    <a:pt x="233994" y="433050"/>
                  </a:lnTo>
                  <a:lnTo>
                    <a:pt x="218394" y="433050"/>
                  </a:lnTo>
                  <a:lnTo>
                    <a:pt x="202795" y="433050"/>
                  </a:lnTo>
                  <a:lnTo>
                    <a:pt x="187195" y="433050"/>
                  </a:lnTo>
                  <a:lnTo>
                    <a:pt x="171595" y="433050"/>
                  </a:lnTo>
                  <a:lnTo>
                    <a:pt x="155996" y="433050"/>
                  </a:lnTo>
                  <a:lnTo>
                    <a:pt x="140396" y="433050"/>
                  </a:lnTo>
                  <a:lnTo>
                    <a:pt x="124796" y="433050"/>
                  </a:lnTo>
                  <a:lnTo>
                    <a:pt x="109197" y="433050"/>
                  </a:lnTo>
                  <a:lnTo>
                    <a:pt x="93597" y="433050"/>
                  </a:lnTo>
                  <a:lnTo>
                    <a:pt x="77998" y="433050"/>
                  </a:lnTo>
                  <a:lnTo>
                    <a:pt x="62398" y="433050"/>
                  </a:lnTo>
                  <a:lnTo>
                    <a:pt x="46798" y="433050"/>
                  </a:lnTo>
                  <a:lnTo>
                    <a:pt x="31199" y="433050"/>
                  </a:lnTo>
                  <a:lnTo>
                    <a:pt x="15599" y="433050"/>
                  </a:lnTo>
                  <a:lnTo>
                    <a:pt x="0" y="433050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067063" y="1099980"/>
              <a:ext cx="3213522" cy="429443"/>
            </a:xfrm>
            <a:custGeom>
              <a:avLst/>
              <a:pathLst>
                <a:path w="3213522" h="429443">
                  <a:moveTo>
                    <a:pt x="0" y="429443"/>
                  </a:moveTo>
                  <a:lnTo>
                    <a:pt x="15599" y="428744"/>
                  </a:lnTo>
                  <a:lnTo>
                    <a:pt x="31199" y="427888"/>
                  </a:lnTo>
                  <a:lnTo>
                    <a:pt x="46798" y="426865"/>
                  </a:lnTo>
                  <a:lnTo>
                    <a:pt x="62398" y="425684"/>
                  </a:lnTo>
                  <a:lnTo>
                    <a:pt x="77998" y="424377"/>
                  </a:lnTo>
                  <a:lnTo>
                    <a:pt x="93597" y="422974"/>
                  </a:lnTo>
                  <a:lnTo>
                    <a:pt x="109197" y="421511"/>
                  </a:lnTo>
                  <a:lnTo>
                    <a:pt x="124796" y="420027"/>
                  </a:lnTo>
                  <a:lnTo>
                    <a:pt x="140396" y="418556"/>
                  </a:lnTo>
                  <a:lnTo>
                    <a:pt x="155996" y="417131"/>
                  </a:lnTo>
                  <a:lnTo>
                    <a:pt x="171595" y="415773"/>
                  </a:lnTo>
                  <a:lnTo>
                    <a:pt x="187195" y="414495"/>
                  </a:lnTo>
                  <a:lnTo>
                    <a:pt x="202795" y="413298"/>
                  </a:lnTo>
                  <a:lnTo>
                    <a:pt x="218394" y="412171"/>
                  </a:lnTo>
                  <a:lnTo>
                    <a:pt x="233994" y="411091"/>
                  </a:lnTo>
                  <a:lnTo>
                    <a:pt x="249593" y="410022"/>
                  </a:lnTo>
                  <a:lnTo>
                    <a:pt x="265193" y="408918"/>
                  </a:lnTo>
                  <a:lnTo>
                    <a:pt x="280793" y="407730"/>
                  </a:lnTo>
                  <a:lnTo>
                    <a:pt x="296392" y="406410"/>
                  </a:lnTo>
                  <a:lnTo>
                    <a:pt x="311992" y="404916"/>
                  </a:lnTo>
                  <a:lnTo>
                    <a:pt x="327592" y="403212"/>
                  </a:lnTo>
                  <a:lnTo>
                    <a:pt x="343191" y="401271"/>
                  </a:lnTo>
                  <a:lnTo>
                    <a:pt x="358791" y="399080"/>
                  </a:lnTo>
                  <a:lnTo>
                    <a:pt x="374390" y="396633"/>
                  </a:lnTo>
                  <a:lnTo>
                    <a:pt x="389990" y="393935"/>
                  </a:lnTo>
                  <a:lnTo>
                    <a:pt x="405590" y="390995"/>
                  </a:lnTo>
                  <a:lnTo>
                    <a:pt x="421189" y="387826"/>
                  </a:lnTo>
                  <a:lnTo>
                    <a:pt x="436789" y="384436"/>
                  </a:lnTo>
                  <a:lnTo>
                    <a:pt x="452389" y="380818"/>
                  </a:lnTo>
                  <a:lnTo>
                    <a:pt x="467988" y="376994"/>
                  </a:lnTo>
                  <a:lnTo>
                    <a:pt x="483588" y="372963"/>
                  </a:lnTo>
                  <a:lnTo>
                    <a:pt x="499187" y="368723"/>
                  </a:lnTo>
                  <a:lnTo>
                    <a:pt x="514787" y="364271"/>
                  </a:lnTo>
                  <a:lnTo>
                    <a:pt x="530387" y="359605"/>
                  </a:lnTo>
                  <a:lnTo>
                    <a:pt x="545986" y="354725"/>
                  </a:lnTo>
                  <a:lnTo>
                    <a:pt x="561586" y="349635"/>
                  </a:lnTo>
                  <a:lnTo>
                    <a:pt x="577186" y="344346"/>
                  </a:lnTo>
                  <a:lnTo>
                    <a:pt x="592785" y="338879"/>
                  </a:lnTo>
                  <a:lnTo>
                    <a:pt x="608385" y="333267"/>
                  </a:lnTo>
                  <a:lnTo>
                    <a:pt x="623984" y="327552"/>
                  </a:lnTo>
                  <a:lnTo>
                    <a:pt x="639584" y="321787"/>
                  </a:lnTo>
                  <a:lnTo>
                    <a:pt x="655184" y="316032"/>
                  </a:lnTo>
                  <a:lnTo>
                    <a:pt x="670783" y="310330"/>
                  </a:lnTo>
                  <a:lnTo>
                    <a:pt x="686383" y="304700"/>
                  </a:lnTo>
                  <a:lnTo>
                    <a:pt x="701983" y="299134"/>
                  </a:lnTo>
                  <a:lnTo>
                    <a:pt x="717582" y="293590"/>
                  </a:lnTo>
                  <a:lnTo>
                    <a:pt x="733182" y="287997"/>
                  </a:lnTo>
                  <a:lnTo>
                    <a:pt x="748781" y="282263"/>
                  </a:lnTo>
                  <a:lnTo>
                    <a:pt x="764381" y="276285"/>
                  </a:lnTo>
                  <a:lnTo>
                    <a:pt x="779981" y="269966"/>
                  </a:lnTo>
                  <a:lnTo>
                    <a:pt x="795580" y="263230"/>
                  </a:lnTo>
                  <a:lnTo>
                    <a:pt x="811180" y="256036"/>
                  </a:lnTo>
                  <a:lnTo>
                    <a:pt x="826780" y="248385"/>
                  </a:lnTo>
                  <a:lnTo>
                    <a:pt x="842379" y="240307"/>
                  </a:lnTo>
                  <a:lnTo>
                    <a:pt x="857979" y="231945"/>
                  </a:lnTo>
                  <a:lnTo>
                    <a:pt x="873578" y="223444"/>
                  </a:lnTo>
                  <a:lnTo>
                    <a:pt x="889178" y="214959"/>
                  </a:lnTo>
                  <a:lnTo>
                    <a:pt x="904778" y="206641"/>
                  </a:lnTo>
                  <a:lnTo>
                    <a:pt x="920377" y="198627"/>
                  </a:lnTo>
                  <a:lnTo>
                    <a:pt x="935977" y="191024"/>
                  </a:lnTo>
                  <a:lnTo>
                    <a:pt x="951577" y="183899"/>
                  </a:lnTo>
                  <a:lnTo>
                    <a:pt x="967176" y="177284"/>
                  </a:lnTo>
                  <a:lnTo>
                    <a:pt x="982776" y="171167"/>
                  </a:lnTo>
                  <a:lnTo>
                    <a:pt x="998375" y="165507"/>
                  </a:lnTo>
                  <a:lnTo>
                    <a:pt x="1013975" y="160235"/>
                  </a:lnTo>
                  <a:lnTo>
                    <a:pt x="1029575" y="155272"/>
                  </a:lnTo>
                  <a:lnTo>
                    <a:pt x="1045174" y="150528"/>
                  </a:lnTo>
                  <a:lnTo>
                    <a:pt x="1060774" y="145899"/>
                  </a:lnTo>
                  <a:lnTo>
                    <a:pt x="1076374" y="141307"/>
                  </a:lnTo>
                  <a:lnTo>
                    <a:pt x="1091973" y="136692"/>
                  </a:lnTo>
                  <a:lnTo>
                    <a:pt x="1107573" y="132004"/>
                  </a:lnTo>
                  <a:lnTo>
                    <a:pt x="1123172" y="127206"/>
                  </a:lnTo>
                  <a:lnTo>
                    <a:pt x="1138772" y="122277"/>
                  </a:lnTo>
                  <a:lnTo>
                    <a:pt x="1154372" y="117205"/>
                  </a:lnTo>
                  <a:lnTo>
                    <a:pt x="1169971" y="111995"/>
                  </a:lnTo>
                  <a:lnTo>
                    <a:pt x="1185571" y="106661"/>
                  </a:lnTo>
                  <a:lnTo>
                    <a:pt x="1201171" y="101227"/>
                  </a:lnTo>
                  <a:lnTo>
                    <a:pt x="1216770" y="95727"/>
                  </a:lnTo>
                  <a:lnTo>
                    <a:pt x="1232370" y="90200"/>
                  </a:lnTo>
                  <a:lnTo>
                    <a:pt x="1247969" y="84688"/>
                  </a:lnTo>
                  <a:lnTo>
                    <a:pt x="1263569" y="79228"/>
                  </a:lnTo>
                  <a:lnTo>
                    <a:pt x="1279169" y="73845"/>
                  </a:lnTo>
                  <a:lnTo>
                    <a:pt x="1294768" y="68552"/>
                  </a:lnTo>
                  <a:lnTo>
                    <a:pt x="1310368" y="63354"/>
                  </a:lnTo>
                  <a:lnTo>
                    <a:pt x="1325968" y="58244"/>
                  </a:lnTo>
                  <a:lnTo>
                    <a:pt x="1341567" y="53208"/>
                  </a:lnTo>
                  <a:lnTo>
                    <a:pt x="1357167" y="48229"/>
                  </a:lnTo>
                  <a:lnTo>
                    <a:pt x="1372766" y="43290"/>
                  </a:lnTo>
                  <a:lnTo>
                    <a:pt x="1388366" y="38381"/>
                  </a:lnTo>
                  <a:lnTo>
                    <a:pt x="1403966" y="33501"/>
                  </a:lnTo>
                  <a:lnTo>
                    <a:pt x="1419565" y="28668"/>
                  </a:lnTo>
                  <a:lnTo>
                    <a:pt x="1435165" y="23932"/>
                  </a:lnTo>
                  <a:lnTo>
                    <a:pt x="1450765" y="19355"/>
                  </a:lnTo>
                  <a:lnTo>
                    <a:pt x="1466364" y="15026"/>
                  </a:lnTo>
                  <a:lnTo>
                    <a:pt x="1481964" y="11047"/>
                  </a:lnTo>
                  <a:lnTo>
                    <a:pt x="1497563" y="7530"/>
                  </a:lnTo>
                  <a:lnTo>
                    <a:pt x="1513163" y="4585"/>
                  </a:lnTo>
                  <a:lnTo>
                    <a:pt x="1528763" y="2306"/>
                  </a:lnTo>
                  <a:lnTo>
                    <a:pt x="1544362" y="765"/>
                  </a:lnTo>
                  <a:lnTo>
                    <a:pt x="1559962" y="0"/>
                  </a:lnTo>
                  <a:lnTo>
                    <a:pt x="1575562" y="13"/>
                  </a:lnTo>
                  <a:lnTo>
                    <a:pt x="1591161" y="771"/>
                  </a:lnTo>
                  <a:lnTo>
                    <a:pt x="1606761" y="2213"/>
                  </a:lnTo>
                  <a:lnTo>
                    <a:pt x="1622360" y="4273"/>
                  </a:lnTo>
                  <a:lnTo>
                    <a:pt x="1637960" y="6868"/>
                  </a:lnTo>
                  <a:lnTo>
                    <a:pt x="1653560" y="9882"/>
                  </a:lnTo>
                  <a:lnTo>
                    <a:pt x="1669159" y="13252"/>
                  </a:lnTo>
                  <a:lnTo>
                    <a:pt x="1684759" y="16937"/>
                  </a:lnTo>
                  <a:lnTo>
                    <a:pt x="1700359" y="20911"/>
                  </a:lnTo>
                  <a:lnTo>
                    <a:pt x="1715958" y="25166"/>
                  </a:lnTo>
                  <a:lnTo>
                    <a:pt x="1731558" y="29706"/>
                  </a:lnTo>
                  <a:lnTo>
                    <a:pt x="1747157" y="34541"/>
                  </a:lnTo>
                  <a:lnTo>
                    <a:pt x="1762757" y="39685"/>
                  </a:lnTo>
                  <a:lnTo>
                    <a:pt x="1778357" y="45151"/>
                  </a:lnTo>
                  <a:lnTo>
                    <a:pt x="1793956" y="50945"/>
                  </a:lnTo>
                  <a:lnTo>
                    <a:pt x="1809556" y="57065"/>
                  </a:lnTo>
                  <a:lnTo>
                    <a:pt x="1825156" y="63515"/>
                  </a:lnTo>
                  <a:lnTo>
                    <a:pt x="1840755" y="70246"/>
                  </a:lnTo>
                  <a:lnTo>
                    <a:pt x="1856355" y="77198"/>
                  </a:lnTo>
                  <a:lnTo>
                    <a:pt x="1871954" y="84313"/>
                  </a:lnTo>
                  <a:lnTo>
                    <a:pt x="1887554" y="91528"/>
                  </a:lnTo>
                  <a:lnTo>
                    <a:pt x="1903154" y="98788"/>
                  </a:lnTo>
                  <a:lnTo>
                    <a:pt x="1918753" y="106057"/>
                  </a:lnTo>
                  <a:lnTo>
                    <a:pt x="1934353" y="113322"/>
                  </a:lnTo>
                  <a:lnTo>
                    <a:pt x="1949953" y="120595"/>
                  </a:lnTo>
                  <a:lnTo>
                    <a:pt x="1965552" y="127920"/>
                  </a:lnTo>
                  <a:lnTo>
                    <a:pt x="1981152" y="135355"/>
                  </a:lnTo>
                  <a:lnTo>
                    <a:pt x="1996751" y="142972"/>
                  </a:lnTo>
                  <a:lnTo>
                    <a:pt x="2012351" y="150837"/>
                  </a:lnTo>
                  <a:lnTo>
                    <a:pt x="2027951" y="159024"/>
                  </a:lnTo>
                  <a:lnTo>
                    <a:pt x="2043550" y="167522"/>
                  </a:lnTo>
                  <a:lnTo>
                    <a:pt x="2059150" y="176304"/>
                  </a:lnTo>
                  <a:lnTo>
                    <a:pt x="2074750" y="185314"/>
                  </a:lnTo>
                  <a:lnTo>
                    <a:pt x="2090349" y="194464"/>
                  </a:lnTo>
                  <a:lnTo>
                    <a:pt x="2105949" y="203648"/>
                  </a:lnTo>
                  <a:lnTo>
                    <a:pt x="2121548" y="212744"/>
                  </a:lnTo>
                  <a:lnTo>
                    <a:pt x="2137148" y="221629"/>
                  </a:lnTo>
                  <a:lnTo>
                    <a:pt x="2152748" y="230179"/>
                  </a:lnTo>
                  <a:lnTo>
                    <a:pt x="2168347" y="238285"/>
                  </a:lnTo>
                  <a:lnTo>
                    <a:pt x="2183947" y="245858"/>
                  </a:lnTo>
                  <a:lnTo>
                    <a:pt x="2199547" y="252833"/>
                  </a:lnTo>
                  <a:lnTo>
                    <a:pt x="2215146" y="259157"/>
                  </a:lnTo>
                  <a:lnTo>
                    <a:pt x="2230746" y="264835"/>
                  </a:lnTo>
                  <a:lnTo>
                    <a:pt x="2246345" y="269955"/>
                  </a:lnTo>
                  <a:lnTo>
                    <a:pt x="2261945" y="274601"/>
                  </a:lnTo>
                  <a:lnTo>
                    <a:pt x="2277545" y="278876"/>
                  </a:lnTo>
                  <a:lnTo>
                    <a:pt x="2293144" y="282893"/>
                  </a:lnTo>
                  <a:lnTo>
                    <a:pt x="2308744" y="286764"/>
                  </a:lnTo>
                  <a:lnTo>
                    <a:pt x="2324344" y="290591"/>
                  </a:lnTo>
                  <a:lnTo>
                    <a:pt x="2339943" y="294457"/>
                  </a:lnTo>
                  <a:lnTo>
                    <a:pt x="2355543" y="298427"/>
                  </a:lnTo>
                  <a:lnTo>
                    <a:pt x="2371142" y="302543"/>
                  </a:lnTo>
                  <a:lnTo>
                    <a:pt x="2386742" y="306830"/>
                  </a:lnTo>
                  <a:lnTo>
                    <a:pt x="2402342" y="311295"/>
                  </a:lnTo>
                  <a:lnTo>
                    <a:pt x="2417941" y="315949"/>
                  </a:lnTo>
                  <a:lnTo>
                    <a:pt x="2433541" y="320765"/>
                  </a:lnTo>
                  <a:lnTo>
                    <a:pt x="2449141" y="325722"/>
                  </a:lnTo>
                  <a:lnTo>
                    <a:pt x="2464740" y="330794"/>
                  </a:lnTo>
                  <a:lnTo>
                    <a:pt x="2480340" y="335947"/>
                  </a:lnTo>
                  <a:lnTo>
                    <a:pt x="2495939" y="341142"/>
                  </a:lnTo>
                  <a:lnTo>
                    <a:pt x="2511539" y="346330"/>
                  </a:lnTo>
                  <a:lnTo>
                    <a:pt x="2527139" y="351459"/>
                  </a:lnTo>
                  <a:lnTo>
                    <a:pt x="2542738" y="356473"/>
                  </a:lnTo>
                  <a:lnTo>
                    <a:pt x="2558338" y="361321"/>
                  </a:lnTo>
                  <a:lnTo>
                    <a:pt x="2573938" y="365957"/>
                  </a:lnTo>
                  <a:lnTo>
                    <a:pt x="2589537" y="370350"/>
                  </a:lnTo>
                  <a:lnTo>
                    <a:pt x="2605137" y="374479"/>
                  </a:lnTo>
                  <a:lnTo>
                    <a:pt x="2620736" y="378329"/>
                  </a:lnTo>
                  <a:lnTo>
                    <a:pt x="2636336" y="381939"/>
                  </a:lnTo>
                  <a:lnTo>
                    <a:pt x="2651936" y="385333"/>
                  </a:lnTo>
                  <a:lnTo>
                    <a:pt x="2667535" y="388534"/>
                  </a:lnTo>
                  <a:lnTo>
                    <a:pt x="2683135" y="391565"/>
                  </a:lnTo>
                  <a:lnTo>
                    <a:pt x="2698735" y="394439"/>
                  </a:lnTo>
                  <a:lnTo>
                    <a:pt x="2714334" y="397163"/>
                  </a:lnTo>
                  <a:lnTo>
                    <a:pt x="2729934" y="399735"/>
                  </a:lnTo>
                  <a:lnTo>
                    <a:pt x="2745533" y="402151"/>
                  </a:lnTo>
                  <a:lnTo>
                    <a:pt x="2761133" y="404402"/>
                  </a:lnTo>
                  <a:lnTo>
                    <a:pt x="2776733" y="406481"/>
                  </a:lnTo>
                  <a:lnTo>
                    <a:pt x="2792332" y="408385"/>
                  </a:lnTo>
                  <a:lnTo>
                    <a:pt x="2807932" y="410102"/>
                  </a:lnTo>
                  <a:lnTo>
                    <a:pt x="2823532" y="411637"/>
                  </a:lnTo>
                  <a:lnTo>
                    <a:pt x="2839131" y="413003"/>
                  </a:lnTo>
                  <a:lnTo>
                    <a:pt x="2854731" y="414207"/>
                  </a:lnTo>
                  <a:lnTo>
                    <a:pt x="2870330" y="415261"/>
                  </a:lnTo>
                  <a:lnTo>
                    <a:pt x="2885930" y="416175"/>
                  </a:lnTo>
                  <a:lnTo>
                    <a:pt x="2901530" y="416965"/>
                  </a:lnTo>
                  <a:lnTo>
                    <a:pt x="2917129" y="417647"/>
                  </a:lnTo>
                  <a:lnTo>
                    <a:pt x="2932729" y="418241"/>
                  </a:lnTo>
                  <a:lnTo>
                    <a:pt x="2948329" y="418769"/>
                  </a:lnTo>
                  <a:lnTo>
                    <a:pt x="2963928" y="419253"/>
                  </a:lnTo>
                  <a:lnTo>
                    <a:pt x="2979528" y="419716"/>
                  </a:lnTo>
                  <a:lnTo>
                    <a:pt x="2995127" y="420182"/>
                  </a:lnTo>
                  <a:lnTo>
                    <a:pt x="3010727" y="420671"/>
                  </a:lnTo>
                  <a:lnTo>
                    <a:pt x="3026327" y="421199"/>
                  </a:lnTo>
                  <a:lnTo>
                    <a:pt x="3041926" y="421774"/>
                  </a:lnTo>
                  <a:lnTo>
                    <a:pt x="3057526" y="422397"/>
                  </a:lnTo>
                  <a:lnTo>
                    <a:pt x="3073126" y="423067"/>
                  </a:lnTo>
                  <a:lnTo>
                    <a:pt x="3088725" y="423773"/>
                  </a:lnTo>
                  <a:lnTo>
                    <a:pt x="3104325" y="424503"/>
                  </a:lnTo>
                  <a:lnTo>
                    <a:pt x="3119924" y="425242"/>
                  </a:lnTo>
                  <a:lnTo>
                    <a:pt x="3135524" y="425972"/>
                  </a:lnTo>
                  <a:lnTo>
                    <a:pt x="3151124" y="426680"/>
                  </a:lnTo>
                  <a:lnTo>
                    <a:pt x="3166723" y="427351"/>
                  </a:lnTo>
                  <a:lnTo>
                    <a:pt x="3182323" y="427978"/>
                  </a:lnTo>
                  <a:lnTo>
                    <a:pt x="3197923" y="428554"/>
                  </a:lnTo>
                  <a:lnTo>
                    <a:pt x="3213522" y="429076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831445" y="1092818"/>
              <a:ext cx="3291520" cy="440212"/>
            </a:xfrm>
            <a:custGeom>
              <a:avLst/>
              <a:pathLst>
                <a:path w="3291520" h="440212">
                  <a:moveTo>
                    <a:pt x="0" y="436206"/>
                  </a:moveTo>
                  <a:lnTo>
                    <a:pt x="15599" y="435736"/>
                  </a:lnTo>
                  <a:lnTo>
                    <a:pt x="31199" y="435276"/>
                  </a:lnTo>
                  <a:lnTo>
                    <a:pt x="46798" y="434833"/>
                  </a:lnTo>
                  <a:lnTo>
                    <a:pt x="62398" y="434412"/>
                  </a:lnTo>
                  <a:lnTo>
                    <a:pt x="77998" y="434016"/>
                  </a:lnTo>
                  <a:lnTo>
                    <a:pt x="93597" y="433639"/>
                  </a:lnTo>
                  <a:lnTo>
                    <a:pt x="109197" y="433271"/>
                  </a:lnTo>
                  <a:lnTo>
                    <a:pt x="124796" y="432899"/>
                  </a:lnTo>
                  <a:lnTo>
                    <a:pt x="140396" y="432511"/>
                  </a:lnTo>
                  <a:lnTo>
                    <a:pt x="155996" y="432092"/>
                  </a:lnTo>
                  <a:lnTo>
                    <a:pt x="171595" y="431630"/>
                  </a:lnTo>
                  <a:lnTo>
                    <a:pt x="187195" y="431118"/>
                  </a:lnTo>
                  <a:lnTo>
                    <a:pt x="202795" y="430549"/>
                  </a:lnTo>
                  <a:lnTo>
                    <a:pt x="218394" y="429923"/>
                  </a:lnTo>
                  <a:lnTo>
                    <a:pt x="233994" y="429243"/>
                  </a:lnTo>
                  <a:lnTo>
                    <a:pt x="249593" y="428515"/>
                  </a:lnTo>
                  <a:lnTo>
                    <a:pt x="265193" y="427743"/>
                  </a:lnTo>
                  <a:lnTo>
                    <a:pt x="280793" y="426929"/>
                  </a:lnTo>
                  <a:lnTo>
                    <a:pt x="296392" y="426069"/>
                  </a:lnTo>
                  <a:lnTo>
                    <a:pt x="311992" y="425151"/>
                  </a:lnTo>
                  <a:lnTo>
                    <a:pt x="327592" y="424149"/>
                  </a:lnTo>
                  <a:lnTo>
                    <a:pt x="343191" y="423033"/>
                  </a:lnTo>
                  <a:lnTo>
                    <a:pt x="358791" y="421767"/>
                  </a:lnTo>
                  <a:lnTo>
                    <a:pt x="374390" y="420316"/>
                  </a:lnTo>
                  <a:lnTo>
                    <a:pt x="389990" y="418649"/>
                  </a:lnTo>
                  <a:lnTo>
                    <a:pt x="405590" y="416745"/>
                  </a:lnTo>
                  <a:lnTo>
                    <a:pt x="421189" y="414596"/>
                  </a:lnTo>
                  <a:lnTo>
                    <a:pt x="436789" y="412207"/>
                  </a:lnTo>
                  <a:lnTo>
                    <a:pt x="452389" y="409596"/>
                  </a:lnTo>
                  <a:lnTo>
                    <a:pt x="467988" y="406785"/>
                  </a:lnTo>
                  <a:lnTo>
                    <a:pt x="483588" y="403818"/>
                  </a:lnTo>
                  <a:lnTo>
                    <a:pt x="499187" y="400744"/>
                  </a:lnTo>
                  <a:lnTo>
                    <a:pt x="514787" y="397601"/>
                  </a:lnTo>
                  <a:lnTo>
                    <a:pt x="530387" y="394430"/>
                  </a:lnTo>
                  <a:lnTo>
                    <a:pt x="545986" y="391263"/>
                  </a:lnTo>
                  <a:lnTo>
                    <a:pt x="561586" y="388134"/>
                  </a:lnTo>
                  <a:lnTo>
                    <a:pt x="577186" y="385068"/>
                  </a:lnTo>
                  <a:lnTo>
                    <a:pt x="592785" y="382086"/>
                  </a:lnTo>
                  <a:lnTo>
                    <a:pt x="608385" y="379199"/>
                  </a:lnTo>
                  <a:lnTo>
                    <a:pt x="623984" y="376406"/>
                  </a:lnTo>
                  <a:lnTo>
                    <a:pt x="639584" y="373694"/>
                  </a:lnTo>
                  <a:lnTo>
                    <a:pt x="655184" y="371033"/>
                  </a:lnTo>
                  <a:lnTo>
                    <a:pt x="670783" y="368378"/>
                  </a:lnTo>
                  <a:lnTo>
                    <a:pt x="686383" y="365666"/>
                  </a:lnTo>
                  <a:lnTo>
                    <a:pt x="701983" y="362835"/>
                  </a:lnTo>
                  <a:lnTo>
                    <a:pt x="717582" y="359823"/>
                  </a:lnTo>
                  <a:lnTo>
                    <a:pt x="733182" y="356573"/>
                  </a:lnTo>
                  <a:lnTo>
                    <a:pt x="748781" y="353035"/>
                  </a:lnTo>
                  <a:lnTo>
                    <a:pt x="764381" y="349168"/>
                  </a:lnTo>
                  <a:lnTo>
                    <a:pt x="779981" y="344940"/>
                  </a:lnTo>
                  <a:lnTo>
                    <a:pt x="795580" y="340323"/>
                  </a:lnTo>
                  <a:lnTo>
                    <a:pt x="811180" y="335297"/>
                  </a:lnTo>
                  <a:lnTo>
                    <a:pt x="826780" y="329841"/>
                  </a:lnTo>
                  <a:lnTo>
                    <a:pt x="842379" y="323937"/>
                  </a:lnTo>
                  <a:lnTo>
                    <a:pt x="857979" y="317557"/>
                  </a:lnTo>
                  <a:lnTo>
                    <a:pt x="873578" y="310682"/>
                  </a:lnTo>
                  <a:lnTo>
                    <a:pt x="889178" y="303351"/>
                  </a:lnTo>
                  <a:lnTo>
                    <a:pt x="904778" y="295600"/>
                  </a:lnTo>
                  <a:lnTo>
                    <a:pt x="920377" y="287483"/>
                  </a:lnTo>
                  <a:lnTo>
                    <a:pt x="935977" y="279082"/>
                  </a:lnTo>
                  <a:lnTo>
                    <a:pt x="951577" y="270499"/>
                  </a:lnTo>
                  <a:lnTo>
                    <a:pt x="967176" y="261855"/>
                  </a:lnTo>
                  <a:lnTo>
                    <a:pt x="982776" y="253279"/>
                  </a:lnTo>
                  <a:lnTo>
                    <a:pt x="998375" y="244904"/>
                  </a:lnTo>
                  <a:lnTo>
                    <a:pt x="1013975" y="236854"/>
                  </a:lnTo>
                  <a:lnTo>
                    <a:pt x="1029575" y="229230"/>
                  </a:lnTo>
                  <a:lnTo>
                    <a:pt x="1045174" y="222107"/>
                  </a:lnTo>
                  <a:lnTo>
                    <a:pt x="1060774" y="215548"/>
                  </a:lnTo>
                  <a:lnTo>
                    <a:pt x="1076374" y="209502"/>
                  </a:lnTo>
                  <a:lnTo>
                    <a:pt x="1091973" y="203869"/>
                  </a:lnTo>
                  <a:lnTo>
                    <a:pt x="1107573" y="198514"/>
                  </a:lnTo>
                  <a:lnTo>
                    <a:pt x="1123172" y="193272"/>
                  </a:lnTo>
                  <a:lnTo>
                    <a:pt x="1138772" y="187956"/>
                  </a:lnTo>
                  <a:lnTo>
                    <a:pt x="1154372" y="182386"/>
                  </a:lnTo>
                  <a:lnTo>
                    <a:pt x="1169971" y="176403"/>
                  </a:lnTo>
                  <a:lnTo>
                    <a:pt x="1185571" y="169891"/>
                  </a:lnTo>
                  <a:lnTo>
                    <a:pt x="1201171" y="162794"/>
                  </a:lnTo>
                  <a:lnTo>
                    <a:pt x="1216770" y="155115"/>
                  </a:lnTo>
                  <a:lnTo>
                    <a:pt x="1232370" y="146923"/>
                  </a:lnTo>
                  <a:lnTo>
                    <a:pt x="1247969" y="138337"/>
                  </a:lnTo>
                  <a:lnTo>
                    <a:pt x="1263569" y="129517"/>
                  </a:lnTo>
                  <a:lnTo>
                    <a:pt x="1279169" y="120671"/>
                  </a:lnTo>
                  <a:lnTo>
                    <a:pt x="1294768" y="111960"/>
                  </a:lnTo>
                  <a:lnTo>
                    <a:pt x="1310368" y="103517"/>
                  </a:lnTo>
                  <a:lnTo>
                    <a:pt x="1325968" y="95445"/>
                  </a:lnTo>
                  <a:lnTo>
                    <a:pt x="1341567" y="87810"/>
                  </a:lnTo>
                  <a:lnTo>
                    <a:pt x="1357167" y="80650"/>
                  </a:lnTo>
                  <a:lnTo>
                    <a:pt x="1372766" y="73977"/>
                  </a:lnTo>
                  <a:lnTo>
                    <a:pt x="1388366" y="67792"/>
                  </a:lnTo>
                  <a:lnTo>
                    <a:pt x="1403966" y="62087"/>
                  </a:lnTo>
                  <a:lnTo>
                    <a:pt x="1419565" y="56851"/>
                  </a:lnTo>
                  <a:lnTo>
                    <a:pt x="1435165" y="52072"/>
                  </a:lnTo>
                  <a:lnTo>
                    <a:pt x="1450765" y="47750"/>
                  </a:lnTo>
                  <a:lnTo>
                    <a:pt x="1466364" y="43865"/>
                  </a:lnTo>
                  <a:lnTo>
                    <a:pt x="1481964" y="40354"/>
                  </a:lnTo>
                  <a:lnTo>
                    <a:pt x="1497563" y="37165"/>
                  </a:lnTo>
                  <a:lnTo>
                    <a:pt x="1513163" y="34233"/>
                  </a:lnTo>
                  <a:lnTo>
                    <a:pt x="1528763" y="31481"/>
                  </a:lnTo>
                  <a:lnTo>
                    <a:pt x="1544362" y="28824"/>
                  </a:lnTo>
                  <a:lnTo>
                    <a:pt x="1559962" y="26182"/>
                  </a:lnTo>
                  <a:lnTo>
                    <a:pt x="1575562" y="23481"/>
                  </a:lnTo>
                  <a:lnTo>
                    <a:pt x="1591161" y="20669"/>
                  </a:lnTo>
                  <a:lnTo>
                    <a:pt x="1606761" y="17721"/>
                  </a:lnTo>
                  <a:lnTo>
                    <a:pt x="1622360" y="14652"/>
                  </a:lnTo>
                  <a:lnTo>
                    <a:pt x="1637960" y="11516"/>
                  </a:lnTo>
                  <a:lnTo>
                    <a:pt x="1653560" y="8429"/>
                  </a:lnTo>
                  <a:lnTo>
                    <a:pt x="1669159" y="5557"/>
                  </a:lnTo>
                  <a:lnTo>
                    <a:pt x="1684759" y="3083"/>
                  </a:lnTo>
                  <a:lnTo>
                    <a:pt x="1700359" y="1205"/>
                  </a:lnTo>
                  <a:lnTo>
                    <a:pt x="1715958" y="119"/>
                  </a:lnTo>
                  <a:lnTo>
                    <a:pt x="1731558" y="0"/>
                  </a:lnTo>
                  <a:lnTo>
                    <a:pt x="1747157" y="980"/>
                  </a:lnTo>
                  <a:lnTo>
                    <a:pt x="1762757" y="3142"/>
                  </a:lnTo>
                  <a:lnTo>
                    <a:pt x="1778357" y="6498"/>
                  </a:lnTo>
                  <a:lnTo>
                    <a:pt x="1793956" y="10991"/>
                  </a:lnTo>
                  <a:lnTo>
                    <a:pt x="1809556" y="16492"/>
                  </a:lnTo>
                  <a:lnTo>
                    <a:pt x="1825156" y="22811"/>
                  </a:lnTo>
                  <a:lnTo>
                    <a:pt x="1840755" y="29716"/>
                  </a:lnTo>
                  <a:lnTo>
                    <a:pt x="1856355" y="36939"/>
                  </a:lnTo>
                  <a:lnTo>
                    <a:pt x="1871954" y="44189"/>
                  </a:lnTo>
                  <a:lnTo>
                    <a:pt x="1887554" y="51268"/>
                  </a:lnTo>
                  <a:lnTo>
                    <a:pt x="1903154" y="58037"/>
                  </a:lnTo>
                  <a:lnTo>
                    <a:pt x="1918753" y="64431"/>
                  </a:lnTo>
                  <a:lnTo>
                    <a:pt x="1934353" y="70458"/>
                  </a:lnTo>
                  <a:lnTo>
                    <a:pt x="1949953" y="76190"/>
                  </a:lnTo>
                  <a:lnTo>
                    <a:pt x="1965552" y="81740"/>
                  </a:lnTo>
                  <a:lnTo>
                    <a:pt x="1981152" y="87243"/>
                  </a:lnTo>
                  <a:lnTo>
                    <a:pt x="1996751" y="92827"/>
                  </a:lnTo>
                  <a:lnTo>
                    <a:pt x="2012351" y="98592"/>
                  </a:lnTo>
                  <a:lnTo>
                    <a:pt x="2027951" y="104591"/>
                  </a:lnTo>
                  <a:lnTo>
                    <a:pt x="2043550" y="110835"/>
                  </a:lnTo>
                  <a:lnTo>
                    <a:pt x="2059150" y="117262"/>
                  </a:lnTo>
                  <a:lnTo>
                    <a:pt x="2074750" y="123776"/>
                  </a:lnTo>
                  <a:lnTo>
                    <a:pt x="2090349" y="130281"/>
                  </a:lnTo>
                  <a:lnTo>
                    <a:pt x="2105949" y="136695"/>
                  </a:lnTo>
                  <a:lnTo>
                    <a:pt x="2121548" y="142960"/>
                  </a:lnTo>
                  <a:lnTo>
                    <a:pt x="2137148" y="149053"/>
                  </a:lnTo>
                  <a:lnTo>
                    <a:pt x="2152748" y="154980"/>
                  </a:lnTo>
                  <a:lnTo>
                    <a:pt x="2168347" y="160776"/>
                  </a:lnTo>
                  <a:lnTo>
                    <a:pt x="2183947" y="166488"/>
                  </a:lnTo>
                  <a:lnTo>
                    <a:pt x="2199547" y="172172"/>
                  </a:lnTo>
                  <a:lnTo>
                    <a:pt x="2215146" y="177877"/>
                  </a:lnTo>
                  <a:lnTo>
                    <a:pt x="2230746" y="183641"/>
                  </a:lnTo>
                  <a:lnTo>
                    <a:pt x="2246345" y="189504"/>
                  </a:lnTo>
                  <a:lnTo>
                    <a:pt x="2261945" y="195486"/>
                  </a:lnTo>
                  <a:lnTo>
                    <a:pt x="2277545" y="201613"/>
                  </a:lnTo>
                  <a:lnTo>
                    <a:pt x="2293144" y="207917"/>
                  </a:lnTo>
                  <a:lnTo>
                    <a:pt x="2308744" y="214439"/>
                  </a:lnTo>
                  <a:lnTo>
                    <a:pt x="2324344" y="221222"/>
                  </a:lnTo>
                  <a:lnTo>
                    <a:pt x="2339943" y="228299"/>
                  </a:lnTo>
                  <a:lnTo>
                    <a:pt x="2355543" y="235693"/>
                  </a:lnTo>
                  <a:lnTo>
                    <a:pt x="2371142" y="243401"/>
                  </a:lnTo>
                  <a:lnTo>
                    <a:pt x="2386742" y="251396"/>
                  </a:lnTo>
                  <a:lnTo>
                    <a:pt x="2402342" y="259621"/>
                  </a:lnTo>
                  <a:lnTo>
                    <a:pt x="2417941" y="268004"/>
                  </a:lnTo>
                  <a:lnTo>
                    <a:pt x="2433541" y="276461"/>
                  </a:lnTo>
                  <a:lnTo>
                    <a:pt x="2449141" y="284904"/>
                  </a:lnTo>
                  <a:lnTo>
                    <a:pt x="2464740" y="293268"/>
                  </a:lnTo>
                  <a:lnTo>
                    <a:pt x="2480340" y="301516"/>
                  </a:lnTo>
                  <a:lnTo>
                    <a:pt x="2495939" y="309630"/>
                  </a:lnTo>
                  <a:lnTo>
                    <a:pt x="2511539" y="317602"/>
                  </a:lnTo>
                  <a:lnTo>
                    <a:pt x="2527139" y="325426"/>
                  </a:lnTo>
                  <a:lnTo>
                    <a:pt x="2542738" y="333089"/>
                  </a:lnTo>
                  <a:lnTo>
                    <a:pt x="2558338" y="340562"/>
                  </a:lnTo>
                  <a:lnTo>
                    <a:pt x="2573938" y="347797"/>
                  </a:lnTo>
                  <a:lnTo>
                    <a:pt x="2589537" y="354733"/>
                  </a:lnTo>
                  <a:lnTo>
                    <a:pt x="2605137" y="361302"/>
                  </a:lnTo>
                  <a:lnTo>
                    <a:pt x="2620736" y="367435"/>
                  </a:lnTo>
                  <a:lnTo>
                    <a:pt x="2636336" y="373048"/>
                  </a:lnTo>
                  <a:lnTo>
                    <a:pt x="2651936" y="378116"/>
                  </a:lnTo>
                  <a:lnTo>
                    <a:pt x="2667535" y="382657"/>
                  </a:lnTo>
                  <a:lnTo>
                    <a:pt x="2683135" y="386692"/>
                  </a:lnTo>
                  <a:lnTo>
                    <a:pt x="2698735" y="390260"/>
                  </a:lnTo>
                  <a:lnTo>
                    <a:pt x="2714334" y="393411"/>
                  </a:lnTo>
                  <a:lnTo>
                    <a:pt x="2729934" y="396199"/>
                  </a:lnTo>
                  <a:lnTo>
                    <a:pt x="2745533" y="398676"/>
                  </a:lnTo>
                  <a:lnTo>
                    <a:pt x="2761133" y="400892"/>
                  </a:lnTo>
                  <a:lnTo>
                    <a:pt x="2776733" y="402886"/>
                  </a:lnTo>
                  <a:lnTo>
                    <a:pt x="2792332" y="404695"/>
                  </a:lnTo>
                  <a:lnTo>
                    <a:pt x="2807932" y="406347"/>
                  </a:lnTo>
                  <a:lnTo>
                    <a:pt x="2823532" y="407870"/>
                  </a:lnTo>
                  <a:lnTo>
                    <a:pt x="2839131" y="409279"/>
                  </a:lnTo>
                  <a:lnTo>
                    <a:pt x="2854731" y="410607"/>
                  </a:lnTo>
                  <a:lnTo>
                    <a:pt x="2870330" y="411874"/>
                  </a:lnTo>
                  <a:lnTo>
                    <a:pt x="2885930" y="413095"/>
                  </a:lnTo>
                  <a:lnTo>
                    <a:pt x="2901530" y="414282"/>
                  </a:lnTo>
                  <a:lnTo>
                    <a:pt x="2917129" y="415443"/>
                  </a:lnTo>
                  <a:lnTo>
                    <a:pt x="2932729" y="416581"/>
                  </a:lnTo>
                  <a:lnTo>
                    <a:pt x="2948329" y="417695"/>
                  </a:lnTo>
                  <a:lnTo>
                    <a:pt x="2963928" y="418782"/>
                  </a:lnTo>
                  <a:lnTo>
                    <a:pt x="2979528" y="419837"/>
                  </a:lnTo>
                  <a:lnTo>
                    <a:pt x="2995127" y="420856"/>
                  </a:lnTo>
                  <a:lnTo>
                    <a:pt x="3010727" y="421835"/>
                  </a:lnTo>
                  <a:lnTo>
                    <a:pt x="3026327" y="422772"/>
                  </a:lnTo>
                  <a:lnTo>
                    <a:pt x="3041926" y="423670"/>
                  </a:lnTo>
                  <a:lnTo>
                    <a:pt x="3057526" y="424535"/>
                  </a:lnTo>
                  <a:lnTo>
                    <a:pt x="3073126" y="425378"/>
                  </a:lnTo>
                  <a:lnTo>
                    <a:pt x="3088725" y="426207"/>
                  </a:lnTo>
                  <a:lnTo>
                    <a:pt x="3104325" y="427033"/>
                  </a:lnTo>
                  <a:lnTo>
                    <a:pt x="3119924" y="427867"/>
                  </a:lnTo>
                  <a:lnTo>
                    <a:pt x="3135524" y="428716"/>
                  </a:lnTo>
                  <a:lnTo>
                    <a:pt x="3151124" y="429584"/>
                  </a:lnTo>
                  <a:lnTo>
                    <a:pt x="3166723" y="430469"/>
                  </a:lnTo>
                  <a:lnTo>
                    <a:pt x="3182323" y="431366"/>
                  </a:lnTo>
                  <a:lnTo>
                    <a:pt x="3197923" y="432262"/>
                  </a:lnTo>
                  <a:lnTo>
                    <a:pt x="3213522" y="433141"/>
                  </a:lnTo>
                  <a:lnTo>
                    <a:pt x="3229122" y="433982"/>
                  </a:lnTo>
                  <a:lnTo>
                    <a:pt x="3244721" y="434765"/>
                  </a:lnTo>
                  <a:lnTo>
                    <a:pt x="3260321" y="435472"/>
                  </a:lnTo>
                  <a:lnTo>
                    <a:pt x="3275921" y="436091"/>
                  </a:lnTo>
                  <a:lnTo>
                    <a:pt x="3291520" y="436614"/>
                  </a:lnTo>
                  <a:lnTo>
                    <a:pt x="3291520" y="440212"/>
                  </a:lnTo>
                  <a:lnTo>
                    <a:pt x="3275921" y="440212"/>
                  </a:lnTo>
                  <a:lnTo>
                    <a:pt x="3260321" y="440212"/>
                  </a:lnTo>
                  <a:lnTo>
                    <a:pt x="3244721" y="440212"/>
                  </a:lnTo>
                  <a:lnTo>
                    <a:pt x="3229122" y="440212"/>
                  </a:lnTo>
                  <a:lnTo>
                    <a:pt x="3213522" y="440212"/>
                  </a:lnTo>
                  <a:lnTo>
                    <a:pt x="3197923" y="440212"/>
                  </a:lnTo>
                  <a:lnTo>
                    <a:pt x="3182323" y="440212"/>
                  </a:lnTo>
                  <a:lnTo>
                    <a:pt x="3166723" y="440212"/>
                  </a:lnTo>
                  <a:lnTo>
                    <a:pt x="3151124" y="440212"/>
                  </a:lnTo>
                  <a:lnTo>
                    <a:pt x="3135524" y="440212"/>
                  </a:lnTo>
                  <a:lnTo>
                    <a:pt x="3119924" y="440212"/>
                  </a:lnTo>
                  <a:lnTo>
                    <a:pt x="3104325" y="440212"/>
                  </a:lnTo>
                  <a:lnTo>
                    <a:pt x="3088725" y="440212"/>
                  </a:lnTo>
                  <a:lnTo>
                    <a:pt x="3073126" y="440212"/>
                  </a:lnTo>
                  <a:lnTo>
                    <a:pt x="3057526" y="440212"/>
                  </a:lnTo>
                  <a:lnTo>
                    <a:pt x="3041926" y="440212"/>
                  </a:lnTo>
                  <a:lnTo>
                    <a:pt x="3026327" y="440212"/>
                  </a:lnTo>
                  <a:lnTo>
                    <a:pt x="3010727" y="440212"/>
                  </a:lnTo>
                  <a:lnTo>
                    <a:pt x="2995127" y="440212"/>
                  </a:lnTo>
                  <a:lnTo>
                    <a:pt x="2979528" y="440212"/>
                  </a:lnTo>
                  <a:lnTo>
                    <a:pt x="2963928" y="440212"/>
                  </a:lnTo>
                  <a:lnTo>
                    <a:pt x="2948329" y="440212"/>
                  </a:lnTo>
                  <a:lnTo>
                    <a:pt x="2932729" y="440212"/>
                  </a:lnTo>
                  <a:lnTo>
                    <a:pt x="2917129" y="440212"/>
                  </a:lnTo>
                  <a:lnTo>
                    <a:pt x="2901530" y="440212"/>
                  </a:lnTo>
                  <a:lnTo>
                    <a:pt x="2885930" y="440212"/>
                  </a:lnTo>
                  <a:lnTo>
                    <a:pt x="2870330" y="440212"/>
                  </a:lnTo>
                  <a:lnTo>
                    <a:pt x="2854731" y="440212"/>
                  </a:lnTo>
                  <a:lnTo>
                    <a:pt x="2839131" y="440212"/>
                  </a:lnTo>
                  <a:lnTo>
                    <a:pt x="2823532" y="440212"/>
                  </a:lnTo>
                  <a:lnTo>
                    <a:pt x="2807932" y="440212"/>
                  </a:lnTo>
                  <a:lnTo>
                    <a:pt x="2792332" y="440212"/>
                  </a:lnTo>
                  <a:lnTo>
                    <a:pt x="2776733" y="440212"/>
                  </a:lnTo>
                  <a:lnTo>
                    <a:pt x="2761133" y="440212"/>
                  </a:lnTo>
                  <a:lnTo>
                    <a:pt x="2745533" y="440212"/>
                  </a:lnTo>
                  <a:lnTo>
                    <a:pt x="2729934" y="440212"/>
                  </a:lnTo>
                  <a:lnTo>
                    <a:pt x="2714334" y="440212"/>
                  </a:lnTo>
                  <a:lnTo>
                    <a:pt x="2698735" y="440212"/>
                  </a:lnTo>
                  <a:lnTo>
                    <a:pt x="2683135" y="440212"/>
                  </a:lnTo>
                  <a:lnTo>
                    <a:pt x="2667535" y="440212"/>
                  </a:lnTo>
                  <a:lnTo>
                    <a:pt x="2651936" y="440212"/>
                  </a:lnTo>
                  <a:lnTo>
                    <a:pt x="2636336" y="440212"/>
                  </a:lnTo>
                  <a:lnTo>
                    <a:pt x="2620736" y="440212"/>
                  </a:lnTo>
                  <a:lnTo>
                    <a:pt x="2605137" y="440212"/>
                  </a:lnTo>
                  <a:lnTo>
                    <a:pt x="2589537" y="440212"/>
                  </a:lnTo>
                  <a:lnTo>
                    <a:pt x="2573938" y="440212"/>
                  </a:lnTo>
                  <a:lnTo>
                    <a:pt x="2558338" y="440212"/>
                  </a:lnTo>
                  <a:lnTo>
                    <a:pt x="2542738" y="440212"/>
                  </a:lnTo>
                  <a:lnTo>
                    <a:pt x="2527139" y="440212"/>
                  </a:lnTo>
                  <a:lnTo>
                    <a:pt x="2511539" y="440212"/>
                  </a:lnTo>
                  <a:lnTo>
                    <a:pt x="2495939" y="440212"/>
                  </a:lnTo>
                  <a:lnTo>
                    <a:pt x="2480340" y="440212"/>
                  </a:lnTo>
                  <a:lnTo>
                    <a:pt x="2464740" y="440212"/>
                  </a:lnTo>
                  <a:lnTo>
                    <a:pt x="2449141" y="440212"/>
                  </a:lnTo>
                  <a:lnTo>
                    <a:pt x="2433541" y="440212"/>
                  </a:lnTo>
                  <a:lnTo>
                    <a:pt x="2417941" y="440212"/>
                  </a:lnTo>
                  <a:lnTo>
                    <a:pt x="2402342" y="440212"/>
                  </a:lnTo>
                  <a:lnTo>
                    <a:pt x="2386742" y="440212"/>
                  </a:lnTo>
                  <a:lnTo>
                    <a:pt x="2371142" y="440212"/>
                  </a:lnTo>
                  <a:lnTo>
                    <a:pt x="2355543" y="440212"/>
                  </a:lnTo>
                  <a:lnTo>
                    <a:pt x="2339943" y="440212"/>
                  </a:lnTo>
                  <a:lnTo>
                    <a:pt x="2324344" y="440212"/>
                  </a:lnTo>
                  <a:lnTo>
                    <a:pt x="2308744" y="440212"/>
                  </a:lnTo>
                  <a:lnTo>
                    <a:pt x="2293144" y="440212"/>
                  </a:lnTo>
                  <a:lnTo>
                    <a:pt x="2277545" y="440212"/>
                  </a:lnTo>
                  <a:lnTo>
                    <a:pt x="2261945" y="440212"/>
                  </a:lnTo>
                  <a:lnTo>
                    <a:pt x="2246345" y="440212"/>
                  </a:lnTo>
                  <a:lnTo>
                    <a:pt x="2230746" y="440212"/>
                  </a:lnTo>
                  <a:lnTo>
                    <a:pt x="2215146" y="440212"/>
                  </a:lnTo>
                  <a:lnTo>
                    <a:pt x="2199547" y="440212"/>
                  </a:lnTo>
                  <a:lnTo>
                    <a:pt x="2183947" y="440212"/>
                  </a:lnTo>
                  <a:lnTo>
                    <a:pt x="2168347" y="440212"/>
                  </a:lnTo>
                  <a:lnTo>
                    <a:pt x="2152748" y="440212"/>
                  </a:lnTo>
                  <a:lnTo>
                    <a:pt x="2137148" y="440212"/>
                  </a:lnTo>
                  <a:lnTo>
                    <a:pt x="2121548" y="440212"/>
                  </a:lnTo>
                  <a:lnTo>
                    <a:pt x="2105949" y="440212"/>
                  </a:lnTo>
                  <a:lnTo>
                    <a:pt x="2090349" y="440212"/>
                  </a:lnTo>
                  <a:lnTo>
                    <a:pt x="2074750" y="440212"/>
                  </a:lnTo>
                  <a:lnTo>
                    <a:pt x="2059150" y="440212"/>
                  </a:lnTo>
                  <a:lnTo>
                    <a:pt x="2043550" y="440212"/>
                  </a:lnTo>
                  <a:lnTo>
                    <a:pt x="2027951" y="440212"/>
                  </a:lnTo>
                  <a:lnTo>
                    <a:pt x="2012351" y="440212"/>
                  </a:lnTo>
                  <a:lnTo>
                    <a:pt x="1996751" y="440212"/>
                  </a:lnTo>
                  <a:lnTo>
                    <a:pt x="1981152" y="440212"/>
                  </a:lnTo>
                  <a:lnTo>
                    <a:pt x="1965552" y="440212"/>
                  </a:lnTo>
                  <a:lnTo>
                    <a:pt x="1949953" y="440212"/>
                  </a:lnTo>
                  <a:lnTo>
                    <a:pt x="1934353" y="440212"/>
                  </a:lnTo>
                  <a:lnTo>
                    <a:pt x="1918753" y="440212"/>
                  </a:lnTo>
                  <a:lnTo>
                    <a:pt x="1903154" y="440212"/>
                  </a:lnTo>
                  <a:lnTo>
                    <a:pt x="1887554" y="440212"/>
                  </a:lnTo>
                  <a:lnTo>
                    <a:pt x="1871954" y="440212"/>
                  </a:lnTo>
                  <a:lnTo>
                    <a:pt x="1856355" y="440212"/>
                  </a:lnTo>
                  <a:lnTo>
                    <a:pt x="1840755" y="440212"/>
                  </a:lnTo>
                  <a:lnTo>
                    <a:pt x="1825156" y="440212"/>
                  </a:lnTo>
                  <a:lnTo>
                    <a:pt x="1809556" y="440212"/>
                  </a:lnTo>
                  <a:lnTo>
                    <a:pt x="1793956" y="440212"/>
                  </a:lnTo>
                  <a:lnTo>
                    <a:pt x="1778357" y="440212"/>
                  </a:lnTo>
                  <a:lnTo>
                    <a:pt x="1762757" y="440212"/>
                  </a:lnTo>
                  <a:lnTo>
                    <a:pt x="1747157" y="440212"/>
                  </a:lnTo>
                  <a:lnTo>
                    <a:pt x="1731558" y="440212"/>
                  </a:lnTo>
                  <a:lnTo>
                    <a:pt x="1715958" y="440212"/>
                  </a:lnTo>
                  <a:lnTo>
                    <a:pt x="1700359" y="440212"/>
                  </a:lnTo>
                  <a:lnTo>
                    <a:pt x="1684759" y="440212"/>
                  </a:lnTo>
                  <a:lnTo>
                    <a:pt x="1669159" y="440212"/>
                  </a:lnTo>
                  <a:lnTo>
                    <a:pt x="1653560" y="440212"/>
                  </a:lnTo>
                  <a:lnTo>
                    <a:pt x="1637960" y="440212"/>
                  </a:lnTo>
                  <a:lnTo>
                    <a:pt x="1622360" y="440212"/>
                  </a:lnTo>
                  <a:lnTo>
                    <a:pt x="1606761" y="440212"/>
                  </a:lnTo>
                  <a:lnTo>
                    <a:pt x="1591161" y="440212"/>
                  </a:lnTo>
                  <a:lnTo>
                    <a:pt x="1575562" y="440212"/>
                  </a:lnTo>
                  <a:lnTo>
                    <a:pt x="1559962" y="440212"/>
                  </a:lnTo>
                  <a:lnTo>
                    <a:pt x="1544362" y="440212"/>
                  </a:lnTo>
                  <a:lnTo>
                    <a:pt x="1528763" y="440212"/>
                  </a:lnTo>
                  <a:lnTo>
                    <a:pt x="1513163" y="440212"/>
                  </a:lnTo>
                  <a:lnTo>
                    <a:pt x="1497563" y="440212"/>
                  </a:lnTo>
                  <a:lnTo>
                    <a:pt x="1481964" y="440212"/>
                  </a:lnTo>
                  <a:lnTo>
                    <a:pt x="1466364" y="440212"/>
                  </a:lnTo>
                  <a:lnTo>
                    <a:pt x="1450765" y="440212"/>
                  </a:lnTo>
                  <a:lnTo>
                    <a:pt x="1435165" y="440212"/>
                  </a:lnTo>
                  <a:lnTo>
                    <a:pt x="1419565" y="440212"/>
                  </a:lnTo>
                  <a:lnTo>
                    <a:pt x="1403966" y="440212"/>
                  </a:lnTo>
                  <a:lnTo>
                    <a:pt x="1388366" y="440212"/>
                  </a:lnTo>
                  <a:lnTo>
                    <a:pt x="1372766" y="440212"/>
                  </a:lnTo>
                  <a:lnTo>
                    <a:pt x="1357167" y="440212"/>
                  </a:lnTo>
                  <a:lnTo>
                    <a:pt x="1341567" y="440212"/>
                  </a:lnTo>
                  <a:lnTo>
                    <a:pt x="1325968" y="440212"/>
                  </a:lnTo>
                  <a:lnTo>
                    <a:pt x="1310368" y="440212"/>
                  </a:lnTo>
                  <a:lnTo>
                    <a:pt x="1294768" y="440212"/>
                  </a:lnTo>
                  <a:lnTo>
                    <a:pt x="1279169" y="440212"/>
                  </a:lnTo>
                  <a:lnTo>
                    <a:pt x="1263569" y="440212"/>
                  </a:lnTo>
                  <a:lnTo>
                    <a:pt x="1247969" y="440212"/>
                  </a:lnTo>
                  <a:lnTo>
                    <a:pt x="1232370" y="440212"/>
                  </a:lnTo>
                  <a:lnTo>
                    <a:pt x="1216770" y="440212"/>
                  </a:lnTo>
                  <a:lnTo>
                    <a:pt x="1201171" y="440212"/>
                  </a:lnTo>
                  <a:lnTo>
                    <a:pt x="1185571" y="440212"/>
                  </a:lnTo>
                  <a:lnTo>
                    <a:pt x="1169971" y="440212"/>
                  </a:lnTo>
                  <a:lnTo>
                    <a:pt x="1154372" y="440212"/>
                  </a:lnTo>
                  <a:lnTo>
                    <a:pt x="1138772" y="440212"/>
                  </a:lnTo>
                  <a:lnTo>
                    <a:pt x="1123172" y="440212"/>
                  </a:lnTo>
                  <a:lnTo>
                    <a:pt x="1107573" y="440212"/>
                  </a:lnTo>
                  <a:lnTo>
                    <a:pt x="1091973" y="440212"/>
                  </a:lnTo>
                  <a:lnTo>
                    <a:pt x="1076374" y="440212"/>
                  </a:lnTo>
                  <a:lnTo>
                    <a:pt x="1060774" y="440212"/>
                  </a:lnTo>
                  <a:lnTo>
                    <a:pt x="1045174" y="440212"/>
                  </a:lnTo>
                  <a:lnTo>
                    <a:pt x="1029575" y="440212"/>
                  </a:lnTo>
                  <a:lnTo>
                    <a:pt x="1013975" y="440212"/>
                  </a:lnTo>
                  <a:lnTo>
                    <a:pt x="998375" y="440212"/>
                  </a:lnTo>
                  <a:lnTo>
                    <a:pt x="982776" y="440212"/>
                  </a:lnTo>
                  <a:lnTo>
                    <a:pt x="967176" y="440212"/>
                  </a:lnTo>
                  <a:lnTo>
                    <a:pt x="951577" y="440212"/>
                  </a:lnTo>
                  <a:lnTo>
                    <a:pt x="935977" y="440212"/>
                  </a:lnTo>
                  <a:lnTo>
                    <a:pt x="920377" y="440212"/>
                  </a:lnTo>
                  <a:lnTo>
                    <a:pt x="904778" y="440212"/>
                  </a:lnTo>
                  <a:lnTo>
                    <a:pt x="889178" y="440212"/>
                  </a:lnTo>
                  <a:lnTo>
                    <a:pt x="873578" y="440212"/>
                  </a:lnTo>
                  <a:lnTo>
                    <a:pt x="857979" y="440212"/>
                  </a:lnTo>
                  <a:lnTo>
                    <a:pt x="842379" y="440212"/>
                  </a:lnTo>
                  <a:lnTo>
                    <a:pt x="826780" y="440212"/>
                  </a:lnTo>
                  <a:lnTo>
                    <a:pt x="811180" y="440212"/>
                  </a:lnTo>
                  <a:lnTo>
                    <a:pt x="795580" y="440212"/>
                  </a:lnTo>
                  <a:lnTo>
                    <a:pt x="779981" y="440212"/>
                  </a:lnTo>
                  <a:lnTo>
                    <a:pt x="764381" y="440212"/>
                  </a:lnTo>
                  <a:lnTo>
                    <a:pt x="748781" y="440212"/>
                  </a:lnTo>
                  <a:lnTo>
                    <a:pt x="733182" y="440212"/>
                  </a:lnTo>
                  <a:lnTo>
                    <a:pt x="717582" y="440212"/>
                  </a:lnTo>
                  <a:lnTo>
                    <a:pt x="701983" y="440212"/>
                  </a:lnTo>
                  <a:lnTo>
                    <a:pt x="686383" y="440212"/>
                  </a:lnTo>
                  <a:lnTo>
                    <a:pt x="670783" y="440212"/>
                  </a:lnTo>
                  <a:lnTo>
                    <a:pt x="655184" y="440212"/>
                  </a:lnTo>
                  <a:lnTo>
                    <a:pt x="639584" y="440212"/>
                  </a:lnTo>
                  <a:lnTo>
                    <a:pt x="623984" y="440212"/>
                  </a:lnTo>
                  <a:lnTo>
                    <a:pt x="608385" y="440212"/>
                  </a:lnTo>
                  <a:lnTo>
                    <a:pt x="592785" y="440212"/>
                  </a:lnTo>
                  <a:lnTo>
                    <a:pt x="577186" y="440212"/>
                  </a:lnTo>
                  <a:lnTo>
                    <a:pt x="561586" y="440212"/>
                  </a:lnTo>
                  <a:lnTo>
                    <a:pt x="545986" y="440212"/>
                  </a:lnTo>
                  <a:lnTo>
                    <a:pt x="530387" y="440212"/>
                  </a:lnTo>
                  <a:lnTo>
                    <a:pt x="514787" y="440212"/>
                  </a:lnTo>
                  <a:lnTo>
                    <a:pt x="499187" y="440212"/>
                  </a:lnTo>
                  <a:lnTo>
                    <a:pt x="483588" y="440212"/>
                  </a:lnTo>
                  <a:lnTo>
                    <a:pt x="467988" y="440212"/>
                  </a:lnTo>
                  <a:lnTo>
                    <a:pt x="452389" y="440212"/>
                  </a:lnTo>
                  <a:lnTo>
                    <a:pt x="436789" y="440212"/>
                  </a:lnTo>
                  <a:lnTo>
                    <a:pt x="421189" y="440212"/>
                  </a:lnTo>
                  <a:lnTo>
                    <a:pt x="405590" y="440212"/>
                  </a:lnTo>
                  <a:lnTo>
                    <a:pt x="389990" y="440212"/>
                  </a:lnTo>
                  <a:lnTo>
                    <a:pt x="374390" y="440212"/>
                  </a:lnTo>
                  <a:lnTo>
                    <a:pt x="358791" y="440212"/>
                  </a:lnTo>
                  <a:lnTo>
                    <a:pt x="343191" y="440212"/>
                  </a:lnTo>
                  <a:lnTo>
                    <a:pt x="327592" y="440212"/>
                  </a:lnTo>
                  <a:lnTo>
                    <a:pt x="311992" y="440212"/>
                  </a:lnTo>
                  <a:lnTo>
                    <a:pt x="296392" y="440212"/>
                  </a:lnTo>
                  <a:lnTo>
                    <a:pt x="280793" y="440212"/>
                  </a:lnTo>
                  <a:lnTo>
                    <a:pt x="265193" y="440212"/>
                  </a:lnTo>
                  <a:lnTo>
                    <a:pt x="249593" y="440212"/>
                  </a:lnTo>
                  <a:lnTo>
                    <a:pt x="233994" y="440212"/>
                  </a:lnTo>
                  <a:lnTo>
                    <a:pt x="218394" y="440212"/>
                  </a:lnTo>
                  <a:lnTo>
                    <a:pt x="202795" y="440212"/>
                  </a:lnTo>
                  <a:lnTo>
                    <a:pt x="187195" y="440212"/>
                  </a:lnTo>
                  <a:lnTo>
                    <a:pt x="171595" y="440212"/>
                  </a:lnTo>
                  <a:lnTo>
                    <a:pt x="155996" y="440212"/>
                  </a:lnTo>
                  <a:lnTo>
                    <a:pt x="140396" y="440212"/>
                  </a:lnTo>
                  <a:lnTo>
                    <a:pt x="124796" y="440212"/>
                  </a:lnTo>
                  <a:lnTo>
                    <a:pt x="109197" y="440212"/>
                  </a:lnTo>
                  <a:lnTo>
                    <a:pt x="93597" y="440212"/>
                  </a:lnTo>
                  <a:lnTo>
                    <a:pt x="77998" y="440212"/>
                  </a:lnTo>
                  <a:lnTo>
                    <a:pt x="62398" y="440212"/>
                  </a:lnTo>
                  <a:lnTo>
                    <a:pt x="46798" y="440212"/>
                  </a:lnTo>
                  <a:lnTo>
                    <a:pt x="31199" y="440212"/>
                  </a:lnTo>
                  <a:lnTo>
                    <a:pt x="15599" y="440212"/>
                  </a:lnTo>
                  <a:lnTo>
                    <a:pt x="0" y="440212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831445" y="1092818"/>
              <a:ext cx="3291520" cy="436614"/>
            </a:xfrm>
            <a:custGeom>
              <a:avLst/>
              <a:pathLst>
                <a:path w="3291520" h="436614">
                  <a:moveTo>
                    <a:pt x="0" y="436206"/>
                  </a:moveTo>
                  <a:lnTo>
                    <a:pt x="15599" y="435736"/>
                  </a:lnTo>
                  <a:lnTo>
                    <a:pt x="31199" y="435276"/>
                  </a:lnTo>
                  <a:lnTo>
                    <a:pt x="46798" y="434833"/>
                  </a:lnTo>
                  <a:lnTo>
                    <a:pt x="62398" y="434412"/>
                  </a:lnTo>
                  <a:lnTo>
                    <a:pt x="77998" y="434016"/>
                  </a:lnTo>
                  <a:lnTo>
                    <a:pt x="93597" y="433639"/>
                  </a:lnTo>
                  <a:lnTo>
                    <a:pt x="109197" y="433271"/>
                  </a:lnTo>
                  <a:lnTo>
                    <a:pt x="124796" y="432899"/>
                  </a:lnTo>
                  <a:lnTo>
                    <a:pt x="140396" y="432511"/>
                  </a:lnTo>
                  <a:lnTo>
                    <a:pt x="155996" y="432092"/>
                  </a:lnTo>
                  <a:lnTo>
                    <a:pt x="171595" y="431630"/>
                  </a:lnTo>
                  <a:lnTo>
                    <a:pt x="187195" y="431118"/>
                  </a:lnTo>
                  <a:lnTo>
                    <a:pt x="202795" y="430549"/>
                  </a:lnTo>
                  <a:lnTo>
                    <a:pt x="218394" y="429923"/>
                  </a:lnTo>
                  <a:lnTo>
                    <a:pt x="233994" y="429243"/>
                  </a:lnTo>
                  <a:lnTo>
                    <a:pt x="249593" y="428515"/>
                  </a:lnTo>
                  <a:lnTo>
                    <a:pt x="265193" y="427743"/>
                  </a:lnTo>
                  <a:lnTo>
                    <a:pt x="280793" y="426929"/>
                  </a:lnTo>
                  <a:lnTo>
                    <a:pt x="296392" y="426069"/>
                  </a:lnTo>
                  <a:lnTo>
                    <a:pt x="311992" y="425151"/>
                  </a:lnTo>
                  <a:lnTo>
                    <a:pt x="327592" y="424149"/>
                  </a:lnTo>
                  <a:lnTo>
                    <a:pt x="343191" y="423033"/>
                  </a:lnTo>
                  <a:lnTo>
                    <a:pt x="358791" y="421767"/>
                  </a:lnTo>
                  <a:lnTo>
                    <a:pt x="374390" y="420316"/>
                  </a:lnTo>
                  <a:lnTo>
                    <a:pt x="389990" y="418649"/>
                  </a:lnTo>
                  <a:lnTo>
                    <a:pt x="405590" y="416745"/>
                  </a:lnTo>
                  <a:lnTo>
                    <a:pt x="421189" y="414596"/>
                  </a:lnTo>
                  <a:lnTo>
                    <a:pt x="436789" y="412207"/>
                  </a:lnTo>
                  <a:lnTo>
                    <a:pt x="452389" y="409596"/>
                  </a:lnTo>
                  <a:lnTo>
                    <a:pt x="467988" y="406785"/>
                  </a:lnTo>
                  <a:lnTo>
                    <a:pt x="483588" y="403818"/>
                  </a:lnTo>
                  <a:lnTo>
                    <a:pt x="499187" y="400744"/>
                  </a:lnTo>
                  <a:lnTo>
                    <a:pt x="514787" y="397601"/>
                  </a:lnTo>
                  <a:lnTo>
                    <a:pt x="530387" y="394430"/>
                  </a:lnTo>
                  <a:lnTo>
                    <a:pt x="545986" y="391263"/>
                  </a:lnTo>
                  <a:lnTo>
                    <a:pt x="561586" y="388134"/>
                  </a:lnTo>
                  <a:lnTo>
                    <a:pt x="577186" y="385068"/>
                  </a:lnTo>
                  <a:lnTo>
                    <a:pt x="592785" y="382086"/>
                  </a:lnTo>
                  <a:lnTo>
                    <a:pt x="608385" y="379199"/>
                  </a:lnTo>
                  <a:lnTo>
                    <a:pt x="623984" y="376406"/>
                  </a:lnTo>
                  <a:lnTo>
                    <a:pt x="639584" y="373694"/>
                  </a:lnTo>
                  <a:lnTo>
                    <a:pt x="655184" y="371033"/>
                  </a:lnTo>
                  <a:lnTo>
                    <a:pt x="670783" y="368378"/>
                  </a:lnTo>
                  <a:lnTo>
                    <a:pt x="686383" y="365666"/>
                  </a:lnTo>
                  <a:lnTo>
                    <a:pt x="701983" y="362835"/>
                  </a:lnTo>
                  <a:lnTo>
                    <a:pt x="717582" y="359823"/>
                  </a:lnTo>
                  <a:lnTo>
                    <a:pt x="733182" y="356573"/>
                  </a:lnTo>
                  <a:lnTo>
                    <a:pt x="748781" y="353035"/>
                  </a:lnTo>
                  <a:lnTo>
                    <a:pt x="764381" y="349168"/>
                  </a:lnTo>
                  <a:lnTo>
                    <a:pt x="779981" y="344940"/>
                  </a:lnTo>
                  <a:lnTo>
                    <a:pt x="795580" y="340323"/>
                  </a:lnTo>
                  <a:lnTo>
                    <a:pt x="811180" y="335297"/>
                  </a:lnTo>
                  <a:lnTo>
                    <a:pt x="826780" y="329841"/>
                  </a:lnTo>
                  <a:lnTo>
                    <a:pt x="842379" y="323937"/>
                  </a:lnTo>
                  <a:lnTo>
                    <a:pt x="857979" y="317557"/>
                  </a:lnTo>
                  <a:lnTo>
                    <a:pt x="873578" y="310682"/>
                  </a:lnTo>
                  <a:lnTo>
                    <a:pt x="889178" y="303351"/>
                  </a:lnTo>
                  <a:lnTo>
                    <a:pt x="904778" y="295600"/>
                  </a:lnTo>
                  <a:lnTo>
                    <a:pt x="920377" y="287483"/>
                  </a:lnTo>
                  <a:lnTo>
                    <a:pt x="935977" y="279082"/>
                  </a:lnTo>
                  <a:lnTo>
                    <a:pt x="951577" y="270499"/>
                  </a:lnTo>
                  <a:lnTo>
                    <a:pt x="967176" y="261855"/>
                  </a:lnTo>
                  <a:lnTo>
                    <a:pt x="982776" y="253279"/>
                  </a:lnTo>
                  <a:lnTo>
                    <a:pt x="998375" y="244904"/>
                  </a:lnTo>
                  <a:lnTo>
                    <a:pt x="1013975" y="236854"/>
                  </a:lnTo>
                  <a:lnTo>
                    <a:pt x="1029575" y="229230"/>
                  </a:lnTo>
                  <a:lnTo>
                    <a:pt x="1045174" y="222107"/>
                  </a:lnTo>
                  <a:lnTo>
                    <a:pt x="1060774" y="215548"/>
                  </a:lnTo>
                  <a:lnTo>
                    <a:pt x="1076374" y="209502"/>
                  </a:lnTo>
                  <a:lnTo>
                    <a:pt x="1091973" y="203869"/>
                  </a:lnTo>
                  <a:lnTo>
                    <a:pt x="1107573" y="198514"/>
                  </a:lnTo>
                  <a:lnTo>
                    <a:pt x="1123172" y="193272"/>
                  </a:lnTo>
                  <a:lnTo>
                    <a:pt x="1138772" y="187956"/>
                  </a:lnTo>
                  <a:lnTo>
                    <a:pt x="1154372" y="182386"/>
                  </a:lnTo>
                  <a:lnTo>
                    <a:pt x="1169971" y="176403"/>
                  </a:lnTo>
                  <a:lnTo>
                    <a:pt x="1185571" y="169891"/>
                  </a:lnTo>
                  <a:lnTo>
                    <a:pt x="1201171" y="162794"/>
                  </a:lnTo>
                  <a:lnTo>
                    <a:pt x="1216770" y="155115"/>
                  </a:lnTo>
                  <a:lnTo>
                    <a:pt x="1232370" y="146923"/>
                  </a:lnTo>
                  <a:lnTo>
                    <a:pt x="1247969" y="138337"/>
                  </a:lnTo>
                  <a:lnTo>
                    <a:pt x="1263569" y="129517"/>
                  </a:lnTo>
                  <a:lnTo>
                    <a:pt x="1279169" y="120671"/>
                  </a:lnTo>
                  <a:lnTo>
                    <a:pt x="1294768" y="111960"/>
                  </a:lnTo>
                  <a:lnTo>
                    <a:pt x="1310368" y="103517"/>
                  </a:lnTo>
                  <a:lnTo>
                    <a:pt x="1325968" y="95445"/>
                  </a:lnTo>
                  <a:lnTo>
                    <a:pt x="1341567" y="87810"/>
                  </a:lnTo>
                  <a:lnTo>
                    <a:pt x="1357167" y="80650"/>
                  </a:lnTo>
                  <a:lnTo>
                    <a:pt x="1372766" y="73977"/>
                  </a:lnTo>
                  <a:lnTo>
                    <a:pt x="1388366" y="67792"/>
                  </a:lnTo>
                  <a:lnTo>
                    <a:pt x="1403966" y="62087"/>
                  </a:lnTo>
                  <a:lnTo>
                    <a:pt x="1419565" y="56851"/>
                  </a:lnTo>
                  <a:lnTo>
                    <a:pt x="1435165" y="52072"/>
                  </a:lnTo>
                  <a:lnTo>
                    <a:pt x="1450765" y="47750"/>
                  </a:lnTo>
                  <a:lnTo>
                    <a:pt x="1466364" y="43865"/>
                  </a:lnTo>
                  <a:lnTo>
                    <a:pt x="1481964" y="40354"/>
                  </a:lnTo>
                  <a:lnTo>
                    <a:pt x="1497563" y="37165"/>
                  </a:lnTo>
                  <a:lnTo>
                    <a:pt x="1513163" y="34233"/>
                  </a:lnTo>
                  <a:lnTo>
                    <a:pt x="1528763" y="31481"/>
                  </a:lnTo>
                  <a:lnTo>
                    <a:pt x="1544362" y="28824"/>
                  </a:lnTo>
                  <a:lnTo>
                    <a:pt x="1559962" y="26182"/>
                  </a:lnTo>
                  <a:lnTo>
                    <a:pt x="1575562" y="23481"/>
                  </a:lnTo>
                  <a:lnTo>
                    <a:pt x="1591161" y="20669"/>
                  </a:lnTo>
                  <a:lnTo>
                    <a:pt x="1606761" y="17721"/>
                  </a:lnTo>
                  <a:lnTo>
                    <a:pt x="1622360" y="14652"/>
                  </a:lnTo>
                  <a:lnTo>
                    <a:pt x="1637960" y="11516"/>
                  </a:lnTo>
                  <a:lnTo>
                    <a:pt x="1653560" y="8429"/>
                  </a:lnTo>
                  <a:lnTo>
                    <a:pt x="1669159" y="5557"/>
                  </a:lnTo>
                  <a:lnTo>
                    <a:pt x="1684759" y="3083"/>
                  </a:lnTo>
                  <a:lnTo>
                    <a:pt x="1700359" y="1205"/>
                  </a:lnTo>
                  <a:lnTo>
                    <a:pt x="1715958" y="119"/>
                  </a:lnTo>
                  <a:lnTo>
                    <a:pt x="1731558" y="0"/>
                  </a:lnTo>
                  <a:lnTo>
                    <a:pt x="1731558" y="0"/>
                  </a:lnTo>
                  <a:lnTo>
                    <a:pt x="1747157" y="980"/>
                  </a:lnTo>
                  <a:lnTo>
                    <a:pt x="1762757" y="3142"/>
                  </a:lnTo>
                  <a:lnTo>
                    <a:pt x="1778357" y="6498"/>
                  </a:lnTo>
                  <a:lnTo>
                    <a:pt x="1793956" y="10991"/>
                  </a:lnTo>
                  <a:lnTo>
                    <a:pt x="1809556" y="16492"/>
                  </a:lnTo>
                  <a:lnTo>
                    <a:pt x="1825156" y="22811"/>
                  </a:lnTo>
                  <a:lnTo>
                    <a:pt x="1840755" y="29716"/>
                  </a:lnTo>
                  <a:lnTo>
                    <a:pt x="1856355" y="36939"/>
                  </a:lnTo>
                  <a:lnTo>
                    <a:pt x="1871954" y="44189"/>
                  </a:lnTo>
                  <a:lnTo>
                    <a:pt x="1887554" y="51268"/>
                  </a:lnTo>
                  <a:lnTo>
                    <a:pt x="1903154" y="58037"/>
                  </a:lnTo>
                  <a:lnTo>
                    <a:pt x="1918753" y="64431"/>
                  </a:lnTo>
                  <a:lnTo>
                    <a:pt x="1934353" y="70458"/>
                  </a:lnTo>
                  <a:lnTo>
                    <a:pt x="1949953" y="76190"/>
                  </a:lnTo>
                  <a:lnTo>
                    <a:pt x="1965552" y="81740"/>
                  </a:lnTo>
                  <a:lnTo>
                    <a:pt x="1981152" y="87243"/>
                  </a:lnTo>
                  <a:lnTo>
                    <a:pt x="1996751" y="92827"/>
                  </a:lnTo>
                  <a:lnTo>
                    <a:pt x="2012351" y="98592"/>
                  </a:lnTo>
                  <a:lnTo>
                    <a:pt x="2027951" y="104591"/>
                  </a:lnTo>
                  <a:lnTo>
                    <a:pt x="2043550" y="110835"/>
                  </a:lnTo>
                  <a:lnTo>
                    <a:pt x="2059150" y="117262"/>
                  </a:lnTo>
                  <a:lnTo>
                    <a:pt x="2074750" y="123776"/>
                  </a:lnTo>
                  <a:lnTo>
                    <a:pt x="2090349" y="130281"/>
                  </a:lnTo>
                  <a:lnTo>
                    <a:pt x="2105949" y="136695"/>
                  </a:lnTo>
                  <a:lnTo>
                    <a:pt x="2121548" y="142960"/>
                  </a:lnTo>
                  <a:lnTo>
                    <a:pt x="2137148" y="149053"/>
                  </a:lnTo>
                  <a:lnTo>
                    <a:pt x="2152748" y="154980"/>
                  </a:lnTo>
                  <a:lnTo>
                    <a:pt x="2168347" y="160776"/>
                  </a:lnTo>
                  <a:lnTo>
                    <a:pt x="2183947" y="166488"/>
                  </a:lnTo>
                  <a:lnTo>
                    <a:pt x="2199547" y="172172"/>
                  </a:lnTo>
                  <a:lnTo>
                    <a:pt x="2215146" y="177877"/>
                  </a:lnTo>
                  <a:lnTo>
                    <a:pt x="2230746" y="183641"/>
                  </a:lnTo>
                  <a:lnTo>
                    <a:pt x="2246345" y="189504"/>
                  </a:lnTo>
                  <a:lnTo>
                    <a:pt x="2261945" y="195486"/>
                  </a:lnTo>
                  <a:lnTo>
                    <a:pt x="2277545" y="201613"/>
                  </a:lnTo>
                  <a:lnTo>
                    <a:pt x="2293144" y="207917"/>
                  </a:lnTo>
                  <a:lnTo>
                    <a:pt x="2308744" y="214439"/>
                  </a:lnTo>
                  <a:lnTo>
                    <a:pt x="2324344" y="221222"/>
                  </a:lnTo>
                  <a:lnTo>
                    <a:pt x="2339943" y="228299"/>
                  </a:lnTo>
                  <a:lnTo>
                    <a:pt x="2355543" y="235693"/>
                  </a:lnTo>
                  <a:lnTo>
                    <a:pt x="2371142" y="243401"/>
                  </a:lnTo>
                  <a:lnTo>
                    <a:pt x="2386742" y="251396"/>
                  </a:lnTo>
                  <a:lnTo>
                    <a:pt x="2402342" y="259621"/>
                  </a:lnTo>
                  <a:lnTo>
                    <a:pt x="2417941" y="268004"/>
                  </a:lnTo>
                  <a:lnTo>
                    <a:pt x="2433541" y="276461"/>
                  </a:lnTo>
                  <a:lnTo>
                    <a:pt x="2449141" y="284904"/>
                  </a:lnTo>
                  <a:lnTo>
                    <a:pt x="2464740" y="293268"/>
                  </a:lnTo>
                  <a:lnTo>
                    <a:pt x="2480340" y="301516"/>
                  </a:lnTo>
                  <a:lnTo>
                    <a:pt x="2495939" y="309630"/>
                  </a:lnTo>
                  <a:lnTo>
                    <a:pt x="2511539" y="317602"/>
                  </a:lnTo>
                  <a:lnTo>
                    <a:pt x="2527139" y="325426"/>
                  </a:lnTo>
                  <a:lnTo>
                    <a:pt x="2542738" y="333089"/>
                  </a:lnTo>
                  <a:lnTo>
                    <a:pt x="2558338" y="340562"/>
                  </a:lnTo>
                  <a:lnTo>
                    <a:pt x="2573938" y="347797"/>
                  </a:lnTo>
                  <a:lnTo>
                    <a:pt x="2589537" y="354733"/>
                  </a:lnTo>
                  <a:lnTo>
                    <a:pt x="2605137" y="361302"/>
                  </a:lnTo>
                  <a:lnTo>
                    <a:pt x="2620736" y="367435"/>
                  </a:lnTo>
                  <a:lnTo>
                    <a:pt x="2636336" y="373048"/>
                  </a:lnTo>
                  <a:lnTo>
                    <a:pt x="2651936" y="378116"/>
                  </a:lnTo>
                  <a:lnTo>
                    <a:pt x="2667535" y="382657"/>
                  </a:lnTo>
                  <a:lnTo>
                    <a:pt x="2683135" y="386692"/>
                  </a:lnTo>
                  <a:lnTo>
                    <a:pt x="2698735" y="390260"/>
                  </a:lnTo>
                  <a:lnTo>
                    <a:pt x="2714334" y="393411"/>
                  </a:lnTo>
                  <a:lnTo>
                    <a:pt x="2729934" y="396199"/>
                  </a:lnTo>
                  <a:lnTo>
                    <a:pt x="2745533" y="398676"/>
                  </a:lnTo>
                  <a:lnTo>
                    <a:pt x="2761133" y="400892"/>
                  </a:lnTo>
                  <a:lnTo>
                    <a:pt x="2776733" y="402886"/>
                  </a:lnTo>
                  <a:lnTo>
                    <a:pt x="2792332" y="404695"/>
                  </a:lnTo>
                  <a:lnTo>
                    <a:pt x="2807932" y="406347"/>
                  </a:lnTo>
                  <a:lnTo>
                    <a:pt x="2823532" y="407870"/>
                  </a:lnTo>
                  <a:lnTo>
                    <a:pt x="2839131" y="409279"/>
                  </a:lnTo>
                  <a:lnTo>
                    <a:pt x="2854731" y="410607"/>
                  </a:lnTo>
                  <a:lnTo>
                    <a:pt x="2870330" y="411874"/>
                  </a:lnTo>
                  <a:lnTo>
                    <a:pt x="2885930" y="413095"/>
                  </a:lnTo>
                  <a:lnTo>
                    <a:pt x="2901530" y="414282"/>
                  </a:lnTo>
                  <a:lnTo>
                    <a:pt x="2917129" y="415443"/>
                  </a:lnTo>
                  <a:lnTo>
                    <a:pt x="2932729" y="416581"/>
                  </a:lnTo>
                  <a:lnTo>
                    <a:pt x="2948329" y="417695"/>
                  </a:lnTo>
                  <a:lnTo>
                    <a:pt x="2963928" y="418782"/>
                  </a:lnTo>
                  <a:lnTo>
                    <a:pt x="2979528" y="419837"/>
                  </a:lnTo>
                  <a:lnTo>
                    <a:pt x="2995127" y="420856"/>
                  </a:lnTo>
                  <a:lnTo>
                    <a:pt x="3010727" y="421835"/>
                  </a:lnTo>
                  <a:lnTo>
                    <a:pt x="3026327" y="422772"/>
                  </a:lnTo>
                  <a:lnTo>
                    <a:pt x="3041926" y="423670"/>
                  </a:lnTo>
                  <a:lnTo>
                    <a:pt x="3057526" y="424535"/>
                  </a:lnTo>
                  <a:lnTo>
                    <a:pt x="3073126" y="425378"/>
                  </a:lnTo>
                  <a:lnTo>
                    <a:pt x="3088725" y="426207"/>
                  </a:lnTo>
                  <a:lnTo>
                    <a:pt x="3104325" y="427033"/>
                  </a:lnTo>
                  <a:lnTo>
                    <a:pt x="3119924" y="427867"/>
                  </a:lnTo>
                  <a:lnTo>
                    <a:pt x="3135524" y="428716"/>
                  </a:lnTo>
                  <a:lnTo>
                    <a:pt x="3151124" y="429584"/>
                  </a:lnTo>
                  <a:lnTo>
                    <a:pt x="3166723" y="430469"/>
                  </a:lnTo>
                  <a:lnTo>
                    <a:pt x="3182323" y="431366"/>
                  </a:lnTo>
                  <a:lnTo>
                    <a:pt x="3197923" y="432262"/>
                  </a:lnTo>
                  <a:lnTo>
                    <a:pt x="3213522" y="433141"/>
                  </a:lnTo>
                  <a:lnTo>
                    <a:pt x="3229122" y="433982"/>
                  </a:lnTo>
                  <a:lnTo>
                    <a:pt x="3244721" y="434765"/>
                  </a:lnTo>
                  <a:lnTo>
                    <a:pt x="3260321" y="435472"/>
                  </a:lnTo>
                  <a:lnTo>
                    <a:pt x="3275921" y="436091"/>
                  </a:lnTo>
                  <a:lnTo>
                    <a:pt x="3291520" y="436614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3148309" y="1638813"/>
              <a:ext cx="4102701" cy="337034"/>
            </a:xfrm>
            <a:custGeom>
              <a:avLst/>
              <a:pathLst>
                <a:path w="4102701" h="337034">
                  <a:moveTo>
                    <a:pt x="0" y="333288"/>
                  </a:moveTo>
                  <a:lnTo>
                    <a:pt x="15599" y="332993"/>
                  </a:lnTo>
                  <a:lnTo>
                    <a:pt x="31199" y="332692"/>
                  </a:lnTo>
                  <a:lnTo>
                    <a:pt x="46798" y="332391"/>
                  </a:lnTo>
                  <a:lnTo>
                    <a:pt x="62398" y="332098"/>
                  </a:lnTo>
                  <a:lnTo>
                    <a:pt x="77998" y="331818"/>
                  </a:lnTo>
                  <a:lnTo>
                    <a:pt x="93597" y="331559"/>
                  </a:lnTo>
                  <a:lnTo>
                    <a:pt x="109197" y="331327"/>
                  </a:lnTo>
                  <a:lnTo>
                    <a:pt x="124796" y="331122"/>
                  </a:lnTo>
                  <a:lnTo>
                    <a:pt x="140396" y="330942"/>
                  </a:lnTo>
                  <a:lnTo>
                    <a:pt x="155996" y="330778"/>
                  </a:lnTo>
                  <a:lnTo>
                    <a:pt x="171595" y="330619"/>
                  </a:lnTo>
                  <a:lnTo>
                    <a:pt x="187195" y="330450"/>
                  </a:lnTo>
                  <a:lnTo>
                    <a:pt x="202795" y="330251"/>
                  </a:lnTo>
                  <a:lnTo>
                    <a:pt x="218394" y="330006"/>
                  </a:lnTo>
                  <a:lnTo>
                    <a:pt x="233994" y="329701"/>
                  </a:lnTo>
                  <a:lnTo>
                    <a:pt x="249593" y="329325"/>
                  </a:lnTo>
                  <a:lnTo>
                    <a:pt x="265193" y="328866"/>
                  </a:lnTo>
                  <a:lnTo>
                    <a:pt x="280793" y="328318"/>
                  </a:lnTo>
                  <a:lnTo>
                    <a:pt x="296392" y="327673"/>
                  </a:lnTo>
                  <a:lnTo>
                    <a:pt x="311992" y="326928"/>
                  </a:lnTo>
                  <a:lnTo>
                    <a:pt x="327592" y="326081"/>
                  </a:lnTo>
                  <a:lnTo>
                    <a:pt x="343191" y="325135"/>
                  </a:lnTo>
                  <a:lnTo>
                    <a:pt x="358791" y="324095"/>
                  </a:lnTo>
                  <a:lnTo>
                    <a:pt x="374390" y="322973"/>
                  </a:lnTo>
                  <a:lnTo>
                    <a:pt x="389990" y="321785"/>
                  </a:lnTo>
                  <a:lnTo>
                    <a:pt x="405590" y="320556"/>
                  </a:lnTo>
                  <a:lnTo>
                    <a:pt x="421189" y="319314"/>
                  </a:lnTo>
                  <a:lnTo>
                    <a:pt x="436789" y="318084"/>
                  </a:lnTo>
                  <a:lnTo>
                    <a:pt x="452389" y="316887"/>
                  </a:lnTo>
                  <a:lnTo>
                    <a:pt x="467988" y="315736"/>
                  </a:lnTo>
                  <a:lnTo>
                    <a:pt x="483588" y="314636"/>
                  </a:lnTo>
                  <a:lnTo>
                    <a:pt x="499187" y="313583"/>
                  </a:lnTo>
                  <a:lnTo>
                    <a:pt x="514787" y="312565"/>
                  </a:lnTo>
                  <a:lnTo>
                    <a:pt x="530387" y="311565"/>
                  </a:lnTo>
                  <a:lnTo>
                    <a:pt x="545986" y="310565"/>
                  </a:lnTo>
                  <a:lnTo>
                    <a:pt x="561586" y="309546"/>
                  </a:lnTo>
                  <a:lnTo>
                    <a:pt x="577186" y="308497"/>
                  </a:lnTo>
                  <a:lnTo>
                    <a:pt x="592785" y="307410"/>
                  </a:lnTo>
                  <a:lnTo>
                    <a:pt x="608385" y="306288"/>
                  </a:lnTo>
                  <a:lnTo>
                    <a:pt x="623984" y="305136"/>
                  </a:lnTo>
                  <a:lnTo>
                    <a:pt x="639584" y="303956"/>
                  </a:lnTo>
                  <a:lnTo>
                    <a:pt x="655184" y="302747"/>
                  </a:lnTo>
                  <a:lnTo>
                    <a:pt x="670783" y="301499"/>
                  </a:lnTo>
                  <a:lnTo>
                    <a:pt x="686383" y="300195"/>
                  </a:lnTo>
                  <a:lnTo>
                    <a:pt x="701983" y="298812"/>
                  </a:lnTo>
                  <a:lnTo>
                    <a:pt x="717582" y="297323"/>
                  </a:lnTo>
                  <a:lnTo>
                    <a:pt x="733182" y="295705"/>
                  </a:lnTo>
                  <a:lnTo>
                    <a:pt x="748781" y="293937"/>
                  </a:lnTo>
                  <a:lnTo>
                    <a:pt x="764381" y="292010"/>
                  </a:lnTo>
                  <a:lnTo>
                    <a:pt x="779981" y="289919"/>
                  </a:lnTo>
                  <a:lnTo>
                    <a:pt x="795580" y="287671"/>
                  </a:lnTo>
                  <a:lnTo>
                    <a:pt x="811180" y="285298"/>
                  </a:lnTo>
                  <a:lnTo>
                    <a:pt x="826780" y="282826"/>
                  </a:lnTo>
                  <a:lnTo>
                    <a:pt x="842379" y="280282"/>
                  </a:lnTo>
                  <a:lnTo>
                    <a:pt x="857979" y="277690"/>
                  </a:lnTo>
                  <a:lnTo>
                    <a:pt x="873578" y="275074"/>
                  </a:lnTo>
                  <a:lnTo>
                    <a:pt x="889178" y="272453"/>
                  </a:lnTo>
                  <a:lnTo>
                    <a:pt x="904778" y="269845"/>
                  </a:lnTo>
                  <a:lnTo>
                    <a:pt x="920377" y="267265"/>
                  </a:lnTo>
                  <a:lnTo>
                    <a:pt x="935977" y="264726"/>
                  </a:lnTo>
                  <a:lnTo>
                    <a:pt x="951577" y="262240"/>
                  </a:lnTo>
                  <a:lnTo>
                    <a:pt x="967176" y="259815"/>
                  </a:lnTo>
                  <a:lnTo>
                    <a:pt x="982776" y="257455"/>
                  </a:lnTo>
                  <a:lnTo>
                    <a:pt x="998375" y="255152"/>
                  </a:lnTo>
                  <a:lnTo>
                    <a:pt x="1013975" y="252885"/>
                  </a:lnTo>
                  <a:lnTo>
                    <a:pt x="1029575" y="250625"/>
                  </a:lnTo>
                  <a:lnTo>
                    <a:pt x="1045174" y="248337"/>
                  </a:lnTo>
                  <a:lnTo>
                    <a:pt x="1060774" y="245978"/>
                  </a:lnTo>
                  <a:lnTo>
                    <a:pt x="1076374" y="243507"/>
                  </a:lnTo>
                  <a:lnTo>
                    <a:pt x="1091973" y="240881"/>
                  </a:lnTo>
                  <a:lnTo>
                    <a:pt x="1107573" y="238062"/>
                  </a:lnTo>
                  <a:lnTo>
                    <a:pt x="1123172" y="235019"/>
                  </a:lnTo>
                  <a:lnTo>
                    <a:pt x="1138772" y="231728"/>
                  </a:lnTo>
                  <a:lnTo>
                    <a:pt x="1154372" y="228173"/>
                  </a:lnTo>
                  <a:lnTo>
                    <a:pt x="1169971" y="224345"/>
                  </a:lnTo>
                  <a:lnTo>
                    <a:pt x="1185571" y="220213"/>
                  </a:lnTo>
                  <a:lnTo>
                    <a:pt x="1201171" y="215797"/>
                  </a:lnTo>
                  <a:lnTo>
                    <a:pt x="1216770" y="211096"/>
                  </a:lnTo>
                  <a:lnTo>
                    <a:pt x="1232370" y="206110"/>
                  </a:lnTo>
                  <a:lnTo>
                    <a:pt x="1247969" y="200841"/>
                  </a:lnTo>
                  <a:lnTo>
                    <a:pt x="1263569" y="195296"/>
                  </a:lnTo>
                  <a:lnTo>
                    <a:pt x="1279169" y="189494"/>
                  </a:lnTo>
                  <a:lnTo>
                    <a:pt x="1294768" y="183466"/>
                  </a:lnTo>
                  <a:lnTo>
                    <a:pt x="1310368" y="177257"/>
                  </a:lnTo>
                  <a:lnTo>
                    <a:pt x="1325968" y="170929"/>
                  </a:lnTo>
                  <a:lnTo>
                    <a:pt x="1341567" y="164557"/>
                  </a:lnTo>
                  <a:lnTo>
                    <a:pt x="1357167" y="158227"/>
                  </a:lnTo>
                  <a:lnTo>
                    <a:pt x="1372766" y="152036"/>
                  </a:lnTo>
                  <a:lnTo>
                    <a:pt x="1388366" y="146095"/>
                  </a:lnTo>
                  <a:lnTo>
                    <a:pt x="1403966" y="140478"/>
                  </a:lnTo>
                  <a:lnTo>
                    <a:pt x="1419565" y="135256"/>
                  </a:lnTo>
                  <a:lnTo>
                    <a:pt x="1435165" y="130487"/>
                  </a:lnTo>
                  <a:lnTo>
                    <a:pt x="1450765" y="126210"/>
                  </a:lnTo>
                  <a:lnTo>
                    <a:pt x="1466364" y="122449"/>
                  </a:lnTo>
                  <a:lnTo>
                    <a:pt x="1481964" y="119202"/>
                  </a:lnTo>
                  <a:lnTo>
                    <a:pt x="1497563" y="116443"/>
                  </a:lnTo>
                  <a:lnTo>
                    <a:pt x="1513163" y="114118"/>
                  </a:lnTo>
                  <a:lnTo>
                    <a:pt x="1528763" y="112139"/>
                  </a:lnTo>
                  <a:lnTo>
                    <a:pt x="1544362" y="110388"/>
                  </a:lnTo>
                  <a:lnTo>
                    <a:pt x="1559962" y="108716"/>
                  </a:lnTo>
                  <a:lnTo>
                    <a:pt x="1575562" y="106936"/>
                  </a:lnTo>
                  <a:lnTo>
                    <a:pt x="1591161" y="104853"/>
                  </a:lnTo>
                  <a:lnTo>
                    <a:pt x="1606761" y="102315"/>
                  </a:lnTo>
                  <a:lnTo>
                    <a:pt x="1622360" y="99204"/>
                  </a:lnTo>
                  <a:lnTo>
                    <a:pt x="1637960" y="95454"/>
                  </a:lnTo>
                  <a:lnTo>
                    <a:pt x="1653560" y="91064"/>
                  </a:lnTo>
                  <a:lnTo>
                    <a:pt x="1669159" y="86094"/>
                  </a:lnTo>
                  <a:lnTo>
                    <a:pt x="1684759" y="80659"/>
                  </a:lnTo>
                  <a:lnTo>
                    <a:pt x="1700359" y="74915"/>
                  </a:lnTo>
                  <a:lnTo>
                    <a:pt x="1715958" y="69037"/>
                  </a:lnTo>
                  <a:lnTo>
                    <a:pt x="1731558" y="63200"/>
                  </a:lnTo>
                  <a:lnTo>
                    <a:pt x="1747157" y="57557"/>
                  </a:lnTo>
                  <a:lnTo>
                    <a:pt x="1762757" y="52230"/>
                  </a:lnTo>
                  <a:lnTo>
                    <a:pt x="1778357" y="47334"/>
                  </a:lnTo>
                  <a:lnTo>
                    <a:pt x="1793956" y="42863"/>
                  </a:lnTo>
                  <a:lnTo>
                    <a:pt x="1809556" y="38812"/>
                  </a:lnTo>
                  <a:lnTo>
                    <a:pt x="1825156" y="35153"/>
                  </a:lnTo>
                  <a:lnTo>
                    <a:pt x="1840755" y="31852"/>
                  </a:lnTo>
                  <a:lnTo>
                    <a:pt x="1856355" y="28871"/>
                  </a:lnTo>
                  <a:lnTo>
                    <a:pt x="1871954" y="26171"/>
                  </a:lnTo>
                  <a:lnTo>
                    <a:pt x="1887554" y="23720"/>
                  </a:lnTo>
                  <a:lnTo>
                    <a:pt x="1903154" y="21487"/>
                  </a:lnTo>
                  <a:lnTo>
                    <a:pt x="1918753" y="19439"/>
                  </a:lnTo>
                  <a:lnTo>
                    <a:pt x="1934353" y="17542"/>
                  </a:lnTo>
                  <a:lnTo>
                    <a:pt x="1949953" y="15756"/>
                  </a:lnTo>
                  <a:lnTo>
                    <a:pt x="1965552" y="14044"/>
                  </a:lnTo>
                  <a:lnTo>
                    <a:pt x="1981152" y="12362"/>
                  </a:lnTo>
                  <a:lnTo>
                    <a:pt x="1996751" y="10683"/>
                  </a:lnTo>
                  <a:lnTo>
                    <a:pt x="2012351" y="8999"/>
                  </a:lnTo>
                  <a:lnTo>
                    <a:pt x="2027951" y="7326"/>
                  </a:lnTo>
                  <a:lnTo>
                    <a:pt x="2043550" y="5699"/>
                  </a:lnTo>
                  <a:lnTo>
                    <a:pt x="2059150" y="4171"/>
                  </a:lnTo>
                  <a:lnTo>
                    <a:pt x="2074750" y="2804"/>
                  </a:lnTo>
                  <a:lnTo>
                    <a:pt x="2090349" y="1660"/>
                  </a:lnTo>
                  <a:lnTo>
                    <a:pt x="2105949" y="790"/>
                  </a:lnTo>
                  <a:lnTo>
                    <a:pt x="2121548" y="231"/>
                  </a:lnTo>
                  <a:lnTo>
                    <a:pt x="2137148" y="0"/>
                  </a:lnTo>
                  <a:lnTo>
                    <a:pt x="2152748" y="99"/>
                  </a:lnTo>
                  <a:lnTo>
                    <a:pt x="2168347" y="542"/>
                  </a:lnTo>
                  <a:lnTo>
                    <a:pt x="2183947" y="1299"/>
                  </a:lnTo>
                  <a:lnTo>
                    <a:pt x="2199547" y="2350"/>
                  </a:lnTo>
                  <a:lnTo>
                    <a:pt x="2215146" y="3690"/>
                  </a:lnTo>
                  <a:lnTo>
                    <a:pt x="2230746" y="5310"/>
                  </a:lnTo>
                  <a:lnTo>
                    <a:pt x="2246345" y="7198"/>
                  </a:lnTo>
                  <a:lnTo>
                    <a:pt x="2261945" y="9337"/>
                  </a:lnTo>
                  <a:lnTo>
                    <a:pt x="2277545" y="11699"/>
                  </a:lnTo>
                  <a:lnTo>
                    <a:pt x="2293144" y="14250"/>
                  </a:lnTo>
                  <a:lnTo>
                    <a:pt x="2308744" y="16952"/>
                  </a:lnTo>
                  <a:lnTo>
                    <a:pt x="2324344" y="19769"/>
                  </a:lnTo>
                  <a:lnTo>
                    <a:pt x="2339943" y="22674"/>
                  </a:lnTo>
                  <a:lnTo>
                    <a:pt x="2355543" y="25652"/>
                  </a:lnTo>
                  <a:lnTo>
                    <a:pt x="2371142" y="28701"/>
                  </a:lnTo>
                  <a:lnTo>
                    <a:pt x="2386742" y="31817"/>
                  </a:lnTo>
                  <a:lnTo>
                    <a:pt x="2402342" y="35000"/>
                  </a:lnTo>
                  <a:lnTo>
                    <a:pt x="2417941" y="38236"/>
                  </a:lnTo>
                  <a:lnTo>
                    <a:pt x="2433541" y="41502"/>
                  </a:lnTo>
                  <a:lnTo>
                    <a:pt x="2449141" y="44761"/>
                  </a:lnTo>
                  <a:lnTo>
                    <a:pt x="2464740" y="47967"/>
                  </a:lnTo>
                  <a:lnTo>
                    <a:pt x="2480340" y="51072"/>
                  </a:lnTo>
                  <a:lnTo>
                    <a:pt x="2495939" y="54039"/>
                  </a:lnTo>
                  <a:lnTo>
                    <a:pt x="2511539" y="56845"/>
                  </a:lnTo>
                  <a:lnTo>
                    <a:pt x="2527139" y="59489"/>
                  </a:lnTo>
                  <a:lnTo>
                    <a:pt x="2542738" y="61999"/>
                  </a:lnTo>
                  <a:lnTo>
                    <a:pt x="2558338" y="64427"/>
                  </a:lnTo>
                  <a:lnTo>
                    <a:pt x="2573938" y="66865"/>
                  </a:lnTo>
                  <a:lnTo>
                    <a:pt x="2589537" y="69410"/>
                  </a:lnTo>
                  <a:lnTo>
                    <a:pt x="2605137" y="72163"/>
                  </a:lnTo>
                  <a:lnTo>
                    <a:pt x="2620736" y="75217"/>
                  </a:lnTo>
                  <a:lnTo>
                    <a:pt x="2636336" y="78651"/>
                  </a:lnTo>
                  <a:lnTo>
                    <a:pt x="2651936" y="82529"/>
                  </a:lnTo>
                  <a:lnTo>
                    <a:pt x="2667535" y="86887"/>
                  </a:lnTo>
                  <a:lnTo>
                    <a:pt x="2683135" y="91740"/>
                  </a:lnTo>
                  <a:lnTo>
                    <a:pt x="2698735" y="97079"/>
                  </a:lnTo>
                  <a:lnTo>
                    <a:pt x="2714334" y="102874"/>
                  </a:lnTo>
                  <a:lnTo>
                    <a:pt x="2729934" y="109077"/>
                  </a:lnTo>
                  <a:lnTo>
                    <a:pt x="2745533" y="115629"/>
                  </a:lnTo>
                  <a:lnTo>
                    <a:pt x="2761133" y="122469"/>
                  </a:lnTo>
                  <a:lnTo>
                    <a:pt x="2776733" y="129482"/>
                  </a:lnTo>
                  <a:lnTo>
                    <a:pt x="2792332" y="136567"/>
                  </a:lnTo>
                  <a:lnTo>
                    <a:pt x="2807932" y="143616"/>
                  </a:lnTo>
                  <a:lnTo>
                    <a:pt x="2823532" y="150511"/>
                  </a:lnTo>
                  <a:lnTo>
                    <a:pt x="2839131" y="157133"/>
                  </a:lnTo>
                  <a:lnTo>
                    <a:pt x="2854731" y="163362"/>
                  </a:lnTo>
                  <a:lnTo>
                    <a:pt x="2870330" y="169089"/>
                  </a:lnTo>
                  <a:lnTo>
                    <a:pt x="2885930" y="174226"/>
                  </a:lnTo>
                  <a:lnTo>
                    <a:pt x="2901530" y="178706"/>
                  </a:lnTo>
                  <a:lnTo>
                    <a:pt x="2917129" y="182499"/>
                  </a:lnTo>
                  <a:lnTo>
                    <a:pt x="2932729" y="185611"/>
                  </a:lnTo>
                  <a:lnTo>
                    <a:pt x="2948329" y="188071"/>
                  </a:lnTo>
                  <a:lnTo>
                    <a:pt x="2963928" y="189944"/>
                  </a:lnTo>
                  <a:lnTo>
                    <a:pt x="2979528" y="191387"/>
                  </a:lnTo>
                  <a:lnTo>
                    <a:pt x="2995127" y="192529"/>
                  </a:lnTo>
                  <a:lnTo>
                    <a:pt x="3010727" y="193509"/>
                  </a:lnTo>
                  <a:lnTo>
                    <a:pt x="3026327" y="194465"/>
                  </a:lnTo>
                  <a:lnTo>
                    <a:pt x="3041926" y="195531"/>
                  </a:lnTo>
                  <a:lnTo>
                    <a:pt x="3057526" y="196831"/>
                  </a:lnTo>
                  <a:lnTo>
                    <a:pt x="3073126" y="198473"/>
                  </a:lnTo>
                  <a:lnTo>
                    <a:pt x="3088725" y="200545"/>
                  </a:lnTo>
                  <a:lnTo>
                    <a:pt x="3104325" y="203111"/>
                  </a:lnTo>
                  <a:lnTo>
                    <a:pt x="3119924" y="206206"/>
                  </a:lnTo>
                  <a:lnTo>
                    <a:pt x="3135524" y="209831"/>
                  </a:lnTo>
                  <a:lnTo>
                    <a:pt x="3151124" y="213974"/>
                  </a:lnTo>
                  <a:lnTo>
                    <a:pt x="3166723" y="218543"/>
                  </a:lnTo>
                  <a:lnTo>
                    <a:pt x="3182323" y="223413"/>
                  </a:lnTo>
                  <a:lnTo>
                    <a:pt x="3197923" y="228463"/>
                  </a:lnTo>
                  <a:lnTo>
                    <a:pt x="3213522" y="233570"/>
                  </a:lnTo>
                  <a:lnTo>
                    <a:pt x="3229122" y="238618"/>
                  </a:lnTo>
                  <a:lnTo>
                    <a:pt x="3244721" y="243507"/>
                  </a:lnTo>
                  <a:lnTo>
                    <a:pt x="3260321" y="248167"/>
                  </a:lnTo>
                  <a:lnTo>
                    <a:pt x="3275921" y="252554"/>
                  </a:lnTo>
                  <a:lnTo>
                    <a:pt x="3291520" y="256652"/>
                  </a:lnTo>
                  <a:lnTo>
                    <a:pt x="3307120" y="260472"/>
                  </a:lnTo>
                  <a:lnTo>
                    <a:pt x="3322720" y="264040"/>
                  </a:lnTo>
                  <a:lnTo>
                    <a:pt x="3338319" y="267395"/>
                  </a:lnTo>
                  <a:lnTo>
                    <a:pt x="3353919" y="270569"/>
                  </a:lnTo>
                  <a:lnTo>
                    <a:pt x="3369518" y="273620"/>
                  </a:lnTo>
                  <a:lnTo>
                    <a:pt x="3385118" y="276581"/>
                  </a:lnTo>
                  <a:lnTo>
                    <a:pt x="3400718" y="279475"/>
                  </a:lnTo>
                  <a:lnTo>
                    <a:pt x="3416317" y="282316"/>
                  </a:lnTo>
                  <a:lnTo>
                    <a:pt x="3431917" y="285106"/>
                  </a:lnTo>
                  <a:lnTo>
                    <a:pt x="3447517" y="287838"/>
                  </a:lnTo>
                  <a:lnTo>
                    <a:pt x="3463116" y="290496"/>
                  </a:lnTo>
                  <a:lnTo>
                    <a:pt x="3478716" y="293055"/>
                  </a:lnTo>
                  <a:lnTo>
                    <a:pt x="3494315" y="295483"/>
                  </a:lnTo>
                  <a:lnTo>
                    <a:pt x="3509915" y="297747"/>
                  </a:lnTo>
                  <a:lnTo>
                    <a:pt x="3525515" y="299811"/>
                  </a:lnTo>
                  <a:lnTo>
                    <a:pt x="3541114" y="301634"/>
                  </a:lnTo>
                  <a:lnTo>
                    <a:pt x="3556714" y="303182"/>
                  </a:lnTo>
                  <a:lnTo>
                    <a:pt x="3572314" y="304461"/>
                  </a:lnTo>
                  <a:lnTo>
                    <a:pt x="3587913" y="305481"/>
                  </a:lnTo>
                  <a:lnTo>
                    <a:pt x="3603513" y="306272"/>
                  </a:lnTo>
                  <a:lnTo>
                    <a:pt x="3619112" y="306881"/>
                  </a:lnTo>
                  <a:lnTo>
                    <a:pt x="3634712" y="307369"/>
                  </a:lnTo>
                  <a:lnTo>
                    <a:pt x="3650312" y="307807"/>
                  </a:lnTo>
                  <a:lnTo>
                    <a:pt x="3665911" y="308265"/>
                  </a:lnTo>
                  <a:lnTo>
                    <a:pt x="3681511" y="308808"/>
                  </a:lnTo>
                  <a:lnTo>
                    <a:pt x="3697111" y="309485"/>
                  </a:lnTo>
                  <a:lnTo>
                    <a:pt x="3712710" y="310325"/>
                  </a:lnTo>
                  <a:lnTo>
                    <a:pt x="3728310" y="311335"/>
                  </a:lnTo>
                  <a:lnTo>
                    <a:pt x="3743909" y="312507"/>
                  </a:lnTo>
                  <a:lnTo>
                    <a:pt x="3759509" y="313792"/>
                  </a:lnTo>
                  <a:lnTo>
                    <a:pt x="3775109" y="315135"/>
                  </a:lnTo>
                  <a:lnTo>
                    <a:pt x="3790708" y="316484"/>
                  </a:lnTo>
                  <a:lnTo>
                    <a:pt x="3806308" y="317788"/>
                  </a:lnTo>
                  <a:lnTo>
                    <a:pt x="3821908" y="319008"/>
                  </a:lnTo>
                  <a:lnTo>
                    <a:pt x="3837507" y="320116"/>
                  </a:lnTo>
                  <a:lnTo>
                    <a:pt x="3853107" y="321101"/>
                  </a:lnTo>
                  <a:lnTo>
                    <a:pt x="3868706" y="321970"/>
                  </a:lnTo>
                  <a:lnTo>
                    <a:pt x="3884306" y="322741"/>
                  </a:lnTo>
                  <a:lnTo>
                    <a:pt x="3899906" y="323445"/>
                  </a:lnTo>
                  <a:lnTo>
                    <a:pt x="3915505" y="324118"/>
                  </a:lnTo>
                  <a:lnTo>
                    <a:pt x="3931105" y="324794"/>
                  </a:lnTo>
                  <a:lnTo>
                    <a:pt x="3946705" y="325507"/>
                  </a:lnTo>
                  <a:lnTo>
                    <a:pt x="3962304" y="326271"/>
                  </a:lnTo>
                  <a:lnTo>
                    <a:pt x="3977904" y="327086"/>
                  </a:lnTo>
                  <a:lnTo>
                    <a:pt x="3993503" y="327940"/>
                  </a:lnTo>
                  <a:lnTo>
                    <a:pt x="4009103" y="328813"/>
                  </a:lnTo>
                  <a:lnTo>
                    <a:pt x="4024703" y="329679"/>
                  </a:lnTo>
                  <a:lnTo>
                    <a:pt x="4040302" y="330510"/>
                  </a:lnTo>
                  <a:lnTo>
                    <a:pt x="4055902" y="331284"/>
                  </a:lnTo>
                  <a:lnTo>
                    <a:pt x="4071502" y="331982"/>
                  </a:lnTo>
                  <a:lnTo>
                    <a:pt x="4087101" y="332595"/>
                  </a:lnTo>
                  <a:lnTo>
                    <a:pt x="4102701" y="333120"/>
                  </a:lnTo>
                  <a:lnTo>
                    <a:pt x="4102701" y="337034"/>
                  </a:lnTo>
                  <a:lnTo>
                    <a:pt x="4087101" y="337034"/>
                  </a:lnTo>
                  <a:lnTo>
                    <a:pt x="4071502" y="337034"/>
                  </a:lnTo>
                  <a:lnTo>
                    <a:pt x="4055902" y="337034"/>
                  </a:lnTo>
                  <a:lnTo>
                    <a:pt x="4040302" y="337034"/>
                  </a:lnTo>
                  <a:lnTo>
                    <a:pt x="4024703" y="337034"/>
                  </a:lnTo>
                  <a:lnTo>
                    <a:pt x="4009103" y="337034"/>
                  </a:lnTo>
                  <a:lnTo>
                    <a:pt x="3993503" y="337034"/>
                  </a:lnTo>
                  <a:lnTo>
                    <a:pt x="3977904" y="337034"/>
                  </a:lnTo>
                  <a:lnTo>
                    <a:pt x="3962304" y="337034"/>
                  </a:lnTo>
                  <a:lnTo>
                    <a:pt x="3946705" y="337034"/>
                  </a:lnTo>
                  <a:lnTo>
                    <a:pt x="3931105" y="337034"/>
                  </a:lnTo>
                  <a:lnTo>
                    <a:pt x="3915505" y="337034"/>
                  </a:lnTo>
                  <a:lnTo>
                    <a:pt x="3899906" y="337034"/>
                  </a:lnTo>
                  <a:lnTo>
                    <a:pt x="3884306" y="337034"/>
                  </a:lnTo>
                  <a:lnTo>
                    <a:pt x="3868706" y="337034"/>
                  </a:lnTo>
                  <a:lnTo>
                    <a:pt x="3853107" y="337034"/>
                  </a:lnTo>
                  <a:lnTo>
                    <a:pt x="3837507" y="337034"/>
                  </a:lnTo>
                  <a:lnTo>
                    <a:pt x="3821908" y="337034"/>
                  </a:lnTo>
                  <a:lnTo>
                    <a:pt x="3806308" y="337034"/>
                  </a:lnTo>
                  <a:lnTo>
                    <a:pt x="3790708" y="337034"/>
                  </a:lnTo>
                  <a:lnTo>
                    <a:pt x="3775109" y="337034"/>
                  </a:lnTo>
                  <a:lnTo>
                    <a:pt x="3759509" y="337034"/>
                  </a:lnTo>
                  <a:lnTo>
                    <a:pt x="3743909" y="337034"/>
                  </a:lnTo>
                  <a:lnTo>
                    <a:pt x="3728310" y="337034"/>
                  </a:lnTo>
                  <a:lnTo>
                    <a:pt x="3712710" y="337034"/>
                  </a:lnTo>
                  <a:lnTo>
                    <a:pt x="3697111" y="337034"/>
                  </a:lnTo>
                  <a:lnTo>
                    <a:pt x="3681511" y="337034"/>
                  </a:lnTo>
                  <a:lnTo>
                    <a:pt x="3665911" y="337034"/>
                  </a:lnTo>
                  <a:lnTo>
                    <a:pt x="3650312" y="337034"/>
                  </a:lnTo>
                  <a:lnTo>
                    <a:pt x="3634712" y="337034"/>
                  </a:lnTo>
                  <a:lnTo>
                    <a:pt x="3619112" y="337034"/>
                  </a:lnTo>
                  <a:lnTo>
                    <a:pt x="3603513" y="337034"/>
                  </a:lnTo>
                  <a:lnTo>
                    <a:pt x="3587913" y="337034"/>
                  </a:lnTo>
                  <a:lnTo>
                    <a:pt x="3572314" y="337034"/>
                  </a:lnTo>
                  <a:lnTo>
                    <a:pt x="3556714" y="337034"/>
                  </a:lnTo>
                  <a:lnTo>
                    <a:pt x="3541114" y="337034"/>
                  </a:lnTo>
                  <a:lnTo>
                    <a:pt x="3525515" y="337034"/>
                  </a:lnTo>
                  <a:lnTo>
                    <a:pt x="3509915" y="337034"/>
                  </a:lnTo>
                  <a:lnTo>
                    <a:pt x="3494315" y="337034"/>
                  </a:lnTo>
                  <a:lnTo>
                    <a:pt x="3478716" y="337034"/>
                  </a:lnTo>
                  <a:lnTo>
                    <a:pt x="3463116" y="337034"/>
                  </a:lnTo>
                  <a:lnTo>
                    <a:pt x="3447517" y="337034"/>
                  </a:lnTo>
                  <a:lnTo>
                    <a:pt x="3431917" y="337034"/>
                  </a:lnTo>
                  <a:lnTo>
                    <a:pt x="3416317" y="337034"/>
                  </a:lnTo>
                  <a:lnTo>
                    <a:pt x="3400718" y="337034"/>
                  </a:lnTo>
                  <a:lnTo>
                    <a:pt x="3385118" y="337034"/>
                  </a:lnTo>
                  <a:lnTo>
                    <a:pt x="3369518" y="337034"/>
                  </a:lnTo>
                  <a:lnTo>
                    <a:pt x="3353919" y="337034"/>
                  </a:lnTo>
                  <a:lnTo>
                    <a:pt x="3338319" y="337034"/>
                  </a:lnTo>
                  <a:lnTo>
                    <a:pt x="3322720" y="337034"/>
                  </a:lnTo>
                  <a:lnTo>
                    <a:pt x="3307120" y="337034"/>
                  </a:lnTo>
                  <a:lnTo>
                    <a:pt x="3291520" y="337034"/>
                  </a:lnTo>
                  <a:lnTo>
                    <a:pt x="3275921" y="337034"/>
                  </a:lnTo>
                  <a:lnTo>
                    <a:pt x="3260321" y="337034"/>
                  </a:lnTo>
                  <a:lnTo>
                    <a:pt x="3244721" y="337034"/>
                  </a:lnTo>
                  <a:lnTo>
                    <a:pt x="3229122" y="337034"/>
                  </a:lnTo>
                  <a:lnTo>
                    <a:pt x="3213522" y="337034"/>
                  </a:lnTo>
                  <a:lnTo>
                    <a:pt x="3197923" y="337034"/>
                  </a:lnTo>
                  <a:lnTo>
                    <a:pt x="3182323" y="337034"/>
                  </a:lnTo>
                  <a:lnTo>
                    <a:pt x="3166723" y="337034"/>
                  </a:lnTo>
                  <a:lnTo>
                    <a:pt x="3151124" y="337034"/>
                  </a:lnTo>
                  <a:lnTo>
                    <a:pt x="3135524" y="337034"/>
                  </a:lnTo>
                  <a:lnTo>
                    <a:pt x="3119924" y="337034"/>
                  </a:lnTo>
                  <a:lnTo>
                    <a:pt x="3104325" y="337034"/>
                  </a:lnTo>
                  <a:lnTo>
                    <a:pt x="3088725" y="337034"/>
                  </a:lnTo>
                  <a:lnTo>
                    <a:pt x="3073126" y="337034"/>
                  </a:lnTo>
                  <a:lnTo>
                    <a:pt x="3057526" y="337034"/>
                  </a:lnTo>
                  <a:lnTo>
                    <a:pt x="3041926" y="337034"/>
                  </a:lnTo>
                  <a:lnTo>
                    <a:pt x="3026327" y="337034"/>
                  </a:lnTo>
                  <a:lnTo>
                    <a:pt x="3010727" y="337034"/>
                  </a:lnTo>
                  <a:lnTo>
                    <a:pt x="2995127" y="337034"/>
                  </a:lnTo>
                  <a:lnTo>
                    <a:pt x="2979528" y="337034"/>
                  </a:lnTo>
                  <a:lnTo>
                    <a:pt x="2963928" y="337034"/>
                  </a:lnTo>
                  <a:lnTo>
                    <a:pt x="2948329" y="337034"/>
                  </a:lnTo>
                  <a:lnTo>
                    <a:pt x="2932729" y="337034"/>
                  </a:lnTo>
                  <a:lnTo>
                    <a:pt x="2917129" y="337034"/>
                  </a:lnTo>
                  <a:lnTo>
                    <a:pt x="2901530" y="337034"/>
                  </a:lnTo>
                  <a:lnTo>
                    <a:pt x="2885930" y="337034"/>
                  </a:lnTo>
                  <a:lnTo>
                    <a:pt x="2870330" y="337034"/>
                  </a:lnTo>
                  <a:lnTo>
                    <a:pt x="2854731" y="337034"/>
                  </a:lnTo>
                  <a:lnTo>
                    <a:pt x="2839131" y="337034"/>
                  </a:lnTo>
                  <a:lnTo>
                    <a:pt x="2823532" y="337034"/>
                  </a:lnTo>
                  <a:lnTo>
                    <a:pt x="2807932" y="337034"/>
                  </a:lnTo>
                  <a:lnTo>
                    <a:pt x="2792332" y="337034"/>
                  </a:lnTo>
                  <a:lnTo>
                    <a:pt x="2776733" y="337034"/>
                  </a:lnTo>
                  <a:lnTo>
                    <a:pt x="2761133" y="337034"/>
                  </a:lnTo>
                  <a:lnTo>
                    <a:pt x="2745533" y="337034"/>
                  </a:lnTo>
                  <a:lnTo>
                    <a:pt x="2729934" y="337034"/>
                  </a:lnTo>
                  <a:lnTo>
                    <a:pt x="2714334" y="337034"/>
                  </a:lnTo>
                  <a:lnTo>
                    <a:pt x="2698735" y="337034"/>
                  </a:lnTo>
                  <a:lnTo>
                    <a:pt x="2683135" y="337034"/>
                  </a:lnTo>
                  <a:lnTo>
                    <a:pt x="2667535" y="337034"/>
                  </a:lnTo>
                  <a:lnTo>
                    <a:pt x="2651936" y="337034"/>
                  </a:lnTo>
                  <a:lnTo>
                    <a:pt x="2636336" y="337034"/>
                  </a:lnTo>
                  <a:lnTo>
                    <a:pt x="2620736" y="337034"/>
                  </a:lnTo>
                  <a:lnTo>
                    <a:pt x="2605137" y="337034"/>
                  </a:lnTo>
                  <a:lnTo>
                    <a:pt x="2589537" y="337034"/>
                  </a:lnTo>
                  <a:lnTo>
                    <a:pt x="2573938" y="337034"/>
                  </a:lnTo>
                  <a:lnTo>
                    <a:pt x="2558338" y="337034"/>
                  </a:lnTo>
                  <a:lnTo>
                    <a:pt x="2542738" y="337034"/>
                  </a:lnTo>
                  <a:lnTo>
                    <a:pt x="2527139" y="337034"/>
                  </a:lnTo>
                  <a:lnTo>
                    <a:pt x="2511539" y="337034"/>
                  </a:lnTo>
                  <a:lnTo>
                    <a:pt x="2495939" y="337034"/>
                  </a:lnTo>
                  <a:lnTo>
                    <a:pt x="2480340" y="337034"/>
                  </a:lnTo>
                  <a:lnTo>
                    <a:pt x="2464740" y="337034"/>
                  </a:lnTo>
                  <a:lnTo>
                    <a:pt x="2449141" y="337034"/>
                  </a:lnTo>
                  <a:lnTo>
                    <a:pt x="2433541" y="337034"/>
                  </a:lnTo>
                  <a:lnTo>
                    <a:pt x="2417941" y="337034"/>
                  </a:lnTo>
                  <a:lnTo>
                    <a:pt x="2402342" y="337034"/>
                  </a:lnTo>
                  <a:lnTo>
                    <a:pt x="2386742" y="337034"/>
                  </a:lnTo>
                  <a:lnTo>
                    <a:pt x="2371142" y="337034"/>
                  </a:lnTo>
                  <a:lnTo>
                    <a:pt x="2355543" y="337034"/>
                  </a:lnTo>
                  <a:lnTo>
                    <a:pt x="2339943" y="337034"/>
                  </a:lnTo>
                  <a:lnTo>
                    <a:pt x="2324344" y="337034"/>
                  </a:lnTo>
                  <a:lnTo>
                    <a:pt x="2308744" y="337034"/>
                  </a:lnTo>
                  <a:lnTo>
                    <a:pt x="2293144" y="337034"/>
                  </a:lnTo>
                  <a:lnTo>
                    <a:pt x="2277545" y="337034"/>
                  </a:lnTo>
                  <a:lnTo>
                    <a:pt x="2261945" y="337034"/>
                  </a:lnTo>
                  <a:lnTo>
                    <a:pt x="2246345" y="337034"/>
                  </a:lnTo>
                  <a:lnTo>
                    <a:pt x="2230746" y="337034"/>
                  </a:lnTo>
                  <a:lnTo>
                    <a:pt x="2215146" y="337034"/>
                  </a:lnTo>
                  <a:lnTo>
                    <a:pt x="2199547" y="337034"/>
                  </a:lnTo>
                  <a:lnTo>
                    <a:pt x="2183947" y="337034"/>
                  </a:lnTo>
                  <a:lnTo>
                    <a:pt x="2168347" y="337034"/>
                  </a:lnTo>
                  <a:lnTo>
                    <a:pt x="2152748" y="337034"/>
                  </a:lnTo>
                  <a:lnTo>
                    <a:pt x="2137148" y="337034"/>
                  </a:lnTo>
                  <a:lnTo>
                    <a:pt x="2121548" y="337034"/>
                  </a:lnTo>
                  <a:lnTo>
                    <a:pt x="2105949" y="337034"/>
                  </a:lnTo>
                  <a:lnTo>
                    <a:pt x="2090349" y="337034"/>
                  </a:lnTo>
                  <a:lnTo>
                    <a:pt x="2074750" y="337034"/>
                  </a:lnTo>
                  <a:lnTo>
                    <a:pt x="2059150" y="337034"/>
                  </a:lnTo>
                  <a:lnTo>
                    <a:pt x="2043550" y="337034"/>
                  </a:lnTo>
                  <a:lnTo>
                    <a:pt x="2027951" y="337034"/>
                  </a:lnTo>
                  <a:lnTo>
                    <a:pt x="2012351" y="337034"/>
                  </a:lnTo>
                  <a:lnTo>
                    <a:pt x="1996751" y="337034"/>
                  </a:lnTo>
                  <a:lnTo>
                    <a:pt x="1981152" y="337034"/>
                  </a:lnTo>
                  <a:lnTo>
                    <a:pt x="1965552" y="337034"/>
                  </a:lnTo>
                  <a:lnTo>
                    <a:pt x="1949953" y="337034"/>
                  </a:lnTo>
                  <a:lnTo>
                    <a:pt x="1934353" y="337034"/>
                  </a:lnTo>
                  <a:lnTo>
                    <a:pt x="1918753" y="337034"/>
                  </a:lnTo>
                  <a:lnTo>
                    <a:pt x="1903154" y="337034"/>
                  </a:lnTo>
                  <a:lnTo>
                    <a:pt x="1887554" y="337034"/>
                  </a:lnTo>
                  <a:lnTo>
                    <a:pt x="1871954" y="337034"/>
                  </a:lnTo>
                  <a:lnTo>
                    <a:pt x="1856355" y="337034"/>
                  </a:lnTo>
                  <a:lnTo>
                    <a:pt x="1840755" y="337034"/>
                  </a:lnTo>
                  <a:lnTo>
                    <a:pt x="1825156" y="337034"/>
                  </a:lnTo>
                  <a:lnTo>
                    <a:pt x="1809556" y="337034"/>
                  </a:lnTo>
                  <a:lnTo>
                    <a:pt x="1793956" y="337034"/>
                  </a:lnTo>
                  <a:lnTo>
                    <a:pt x="1778357" y="337034"/>
                  </a:lnTo>
                  <a:lnTo>
                    <a:pt x="1762757" y="337034"/>
                  </a:lnTo>
                  <a:lnTo>
                    <a:pt x="1747157" y="337034"/>
                  </a:lnTo>
                  <a:lnTo>
                    <a:pt x="1731558" y="337034"/>
                  </a:lnTo>
                  <a:lnTo>
                    <a:pt x="1715958" y="337034"/>
                  </a:lnTo>
                  <a:lnTo>
                    <a:pt x="1700359" y="337034"/>
                  </a:lnTo>
                  <a:lnTo>
                    <a:pt x="1684759" y="337034"/>
                  </a:lnTo>
                  <a:lnTo>
                    <a:pt x="1669159" y="337034"/>
                  </a:lnTo>
                  <a:lnTo>
                    <a:pt x="1653560" y="337034"/>
                  </a:lnTo>
                  <a:lnTo>
                    <a:pt x="1637960" y="337034"/>
                  </a:lnTo>
                  <a:lnTo>
                    <a:pt x="1622360" y="337034"/>
                  </a:lnTo>
                  <a:lnTo>
                    <a:pt x="1606761" y="337034"/>
                  </a:lnTo>
                  <a:lnTo>
                    <a:pt x="1591161" y="337034"/>
                  </a:lnTo>
                  <a:lnTo>
                    <a:pt x="1575562" y="337034"/>
                  </a:lnTo>
                  <a:lnTo>
                    <a:pt x="1559962" y="337034"/>
                  </a:lnTo>
                  <a:lnTo>
                    <a:pt x="1544362" y="337034"/>
                  </a:lnTo>
                  <a:lnTo>
                    <a:pt x="1528763" y="337034"/>
                  </a:lnTo>
                  <a:lnTo>
                    <a:pt x="1513163" y="337034"/>
                  </a:lnTo>
                  <a:lnTo>
                    <a:pt x="1497563" y="337034"/>
                  </a:lnTo>
                  <a:lnTo>
                    <a:pt x="1481964" y="337034"/>
                  </a:lnTo>
                  <a:lnTo>
                    <a:pt x="1466364" y="337034"/>
                  </a:lnTo>
                  <a:lnTo>
                    <a:pt x="1450765" y="337034"/>
                  </a:lnTo>
                  <a:lnTo>
                    <a:pt x="1435165" y="337034"/>
                  </a:lnTo>
                  <a:lnTo>
                    <a:pt x="1419565" y="337034"/>
                  </a:lnTo>
                  <a:lnTo>
                    <a:pt x="1403966" y="337034"/>
                  </a:lnTo>
                  <a:lnTo>
                    <a:pt x="1388366" y="337034"/>
                  </a:lnTo>
                  <a:lnTo>
                    <a:pt x="1372766" y="337034"/>
                  </a:lnTo>
                  <a:lnTo>
                    <a:pt x="1357167" y="337034"/>
                  </a:lnTo>
                  <a:lnTo>
                    <a:pt x="1341567" y="337034"/>
                  </a:lnTo>
                  <a:lnTo>
                    <a:pt x="1325968" y="337034"/>
                  </a:lnTo>
                  <a:lnTo>
                    <a:pt x="1310368" y="337034"/>
                  </a:lnTo>
                  <a:lnTo>
                    <a:pt x="1294768" y="337034"/>
                  </a:lnTo>
                  <a:lnTo>
                    <a:pt x="1279169" y="337034"/>
                  </a:lnTo>
                  <a:lnTo>
                    <a:pt x="1263569" y="337034"/>
                  </a:lnTo>
                  <a:lnTo>
                    <a:pt x="1247969" y="337034"/>
                  </a:lnTo>
                  <a:lnTo>
                    <a:pt x="1232370" y="337034"/>
                  </a:lnTo>
                  <a:lnTo>
                    <a:pt x="1216770" y="337034"/>
                  </a:lnTo>
                  <a:lnTo>
                    <a:pt x="1201171" y="337034"/>
                  </a:lnTo>
                  <a:lnTo>
                    <a:pt x="1185571" y="337034"/>
                  </a:lnTo>
                  <a:lnTo>
                    <a:pt x="1169971" y="337034"/>
                  </a:lnTo>
                  <a:lnTo>
                    <a:pt x="1154372" y="337034"/>
                  </a:lnTo>
                  <a:lnTo>
                    <a:pt x="1138772" y="337034"/>
                  </a:lnTo>
                  <a:lnTo>
                    <a:pt x="1123172" y="337034"/>
                  </a:lnTo>
                  <a:lnTo>
                    <a:pt x="1107573" y="337034"/>
                  </a:lnTo>
                  <a:lnTo>
                    <a:pt x="1091973" y="337034"/>
                  </a:lnTo>
                  <a:lnTo>
                    <a:pt x="1076374" y="337034"/>
                  </a:lnTo>
                  <a:lnTo>
                    <a:pt x="1060774" y="337034"/>
                  </a:lnTo>
                  <a:lnTo>
                    <a:pt x="1045174" y="337034"/>
                  </a:lnTo>
                  <a:lnTo>
                    <a:pt x="1029575" y="337034"/>
                  </a:lnTo>
                  <a:lnTo>
                    <a:pt x="1013975" y="337034"/>
                  </a:lnTo>
                  <a:lnTo>
                    <a:pt x="998375" y="337034"/>
                  </a:lnTo>
                  <a:lnTo>
                    <a:pt x="982776" y="337034"/>
                  </a:lnTo>
                  <a:lnTo>
                    <a:pt x="967176" y="337034"/>
                  </a:lnTo>
                  <a:lnTo>
                    <a:pt x="951577" y="337034"/>
                  </a:lnTo>
                  <a:lnTo>
                    <a:pt x="935977" y="337034"/>
                  </a:lnTo>
                  <a:lnTo>
                    <a:pt x="920377" y="337034"/>
                  </a:lnTo>
                  <a:lnTo>
                    <a:pt x="904778" y="337034"/>
                  </a:lnTo>
                  <a:lnTo>
                    <a:pt x="889178" y="337034"/>
                  </a:lnTo>
                  <a:lnTo>
                    <a:pt x="873578" y="337034"/>
                  </a:lnTo>
                  <a:lnTo>
                    <a:pt x="857979" y="337034"/>
                  </a:lnTo>
                  <a:lnTo>
                    <a:pt x="842379" y="337034"/>
                  </a:lnTo>
                  <a:lnTo>
                    <a:pt x="826780" y="337034"/>
                  </a:lnTo>
                  <a:lnTo>
                    <a:pt x="811180" y="337034"/>
                  </a:lnTo>
                  <a:lnTo>
                    <a:pt x="795580" y="337034"/>
                  </a:lnTo>
                  <a:lnTo>
                    <a:pt x="779981" y="337034"/>
                  </a:lnTo>
                  <a:lnTo>
                    <a:pt x="764381" y="337034"/>
                  </a:lnTo>
                  <a:lnTo>
                    <a:pt x="748781" y="337034"/>
                  </a:lnTo>
                  <a:lnTo>
                    <a:pt x="733182" y="337034"/>
                  </a:lnTo>
                  <a:lnTo>
                    <a:pt x="717582" y="337034"/>
                  </a:lnTo>
                  <a:lnTo>
                    <a:pt x="701983" y="337034"/>
                  </a:lnTo>
                  <a:lnTo>
                    <a:pt x="686383" y="337034"/>
                  </a:lnTo>
                  <a:lnTo>
                    <a:pt x="670783" y="337034"/>
                  </a:lnTo>
                  <a:lnTo>
                    <a:pt x="655184" y="337034"/>
                  </a:lnTo>
                  <a:lnTo>
                    <a:pt x="639584" y="337034"/>
                  </a:lnTo>
                  <a:lnTo>
                    <a:pt x="623984" y="337034"/>
                  </a:lnTo>
                  <a:lnTo>
                    <a:pt x="608385" y="337034"/>
                  </a:lnTo>
                  <a:lnTo>
                    <a:pt x="592785" y="337034"/>
                  </a:lnTo>
                  <a:lnTo>
                    <a:pt x="577186" y="337034"/>
                  </a:lnTo>
                  <a:lnTo>
                    <a:pt x="561586" y="337034"/>
                  </a:lnTo>
                  <a:lnTo>
                    <a:pt x="545986" y="337034"/>
                  </a:lnTo>
                  <a:lnTo>
                    <a:pt x="530387" y="337034"/>
                  </a:lnTo>
                  <a:lnTo>
                    <a:pt x="514787" y="337034"/>
                  </a:lnTo>
                  <a:lnTo>
                    <a:pt x="499187" y="337034"/>
                  </a:lnTo>
                  <a:lnTo>
                    <a:pt x="483588" y="337034"/>
                  </a:lnTo>
                  <a:lnTo>
                    <a:pt x="467988" y="337034"/>
                  </a:lnTo>
                  <a:lnTo>
                    <a:pt x="452389" y="337034"/>
                  </a:lnTo>
                  <a:lnTo>
                    <a:pt x="436789" y="337034"/>
                  </a:lnTo>
                  <a:lnTo>
                    <a:pt x="421189" y="337034"/>
                  </a:lnTo>
                  <a:lnTo>
                    <a:pt x="405590" y="337034"/>
                  </a:lnTo>
                  <a:lnTo>
                    <a:pt x="389990" y="337034"/>
                  </a:lnTo>
                  <a:lnTo>
                    <a:pt x="374390" y="337034"/>
                  </a:lnTo>
                  <a:lnTo>
                    <a:pt x="358791" y="337034"/>
                  </a:lnTo>
                  <a:lnTo>
                    <a:pt x="343191" y="337034"/>
                  </a:lnTo>
                  <a:lnTo>
                    <a:pt x="327592" y="337034"/>
                  </a:lnTo>
                  <a:lnTo>
                    <a:pt x="311992" y="337034"/>
                  </a:lnTo>
                  <a:lnTo>
                    <a:pt x="296392" y="337034"/>
                  </a:lnTo>
                  <a:lnTo>
                    <a:pt x="280793" y="337034"/>
                  </a:lnTo>
                  <a:lnTo>
                    <a:pt x="265193" y="337034"/>
                  </a:lnTo>
                  <a:lnTo>
                    <a:pt x="249593" y="337034"/>
                  </a:lnTo>
                  <a:lnTo>
                    <a:pt x="233994" y="337034"/>
                  </a:lnTo>
                  <a:lnTo>
                    <a:pt x="218394" y="337034"/>
                  </a:lnTo>
                  <a:lnTo>
                    <a:pt x="202795" y="337034"/>
                  </a:lnTo>
                  <a:lnTo>
                    <a:pt x="187195" y="337034"/>
                  </a:lnTo>
                  <a:lnTo>
                    <a:pt x="171595" y="337034"/>
                  </a:lnTo>
                  <a:lnTo>
                    <a:pt x="155996" y="337034"/>
                  </a:lnTo>
                  <a:lnTo>
                    <a:pt x="140396" y="337034"/>
                  </a:lnTo>
                  <a:lnTo>
                    <a:pt x="124796" y="337034"/>
                  </a:lnTo>
                  <a:lnTo>
                    <a:pt x="109197" y="337034"/>
                  </a:lnTo>
                  <a:lnTo>
                    <a:pt x="93597" y="337034"/>
                  </a:lnTo>
                  <a:lnTo>
                    <a:pt x="77998" y="337034"/>
                  </a:lnTo>
                  <a:lnTo>
                    <a:pt x="62398" y="337034"/>
                  </a:lnTo>
                  <a:lnTo>
                    <a:pt x="46798" y="337034"/>
                  </a:lnTo>
                  <a:lnTo>
                    <a:pt x="31199" y="337034"/>
                  </a:lnTo>
                  <a:lnTo>
                    <a:pt x="15599" y="337034"/>
                  </a:lnTo>
                  <a:lnTo>
                    <a:pt x="0" y="337034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48309" y="1638813"/>
              <a:ext cx="4102701" cy="333288"/>
            </a:xfrm>
            <a:custGeom>
              <a:avLst/>
              <a:pathLst>
                <a:path w="4102701" h="333288">
                  <a:moveTo>
                    <a:pt x="0" y="333288"/>
                  </a:moveTo>
                  <a:lnTo>
                    <a:pt x="15599" y="332993"/>
                  </a:lnTo>
                  <a:lnTo>
                    <a:pt x="31199" y="332692"/>
                  </a:lnTo>
                  <a:lnTo>
                    <a:pt x="46798" y="332391"/>
                  </a:lnTo>
                  <a:lnTo>
                    <a:pt x="62398" y="332098"/>
                  </a:lnTo>
                  <a:lnTo>
                    <a:pt x="77998" y="331818"/>
                  </a:lnTo>
                  <a:lnTo>
                    <a:pt x="93597" y="331559"/>
                  </a:lnTo>
                  <a:lnTo>
                    <a:pt x="109197" y="331327"/>
                  </a:lnTo>
                  <a:lnTo>
                    <a:pt x="124796" y="331122"/>
                  </a:lnTo>
                  <a:lnTo>
                    <a:pt x="140396" y="330942"/>
                  </a:lnTo>
                  <a:lnTo>
                    <a:pt x="155996" y="330778"/>
                  </a:lnTo>
                  <a:lnTo>
                    <a:pt x="171595" y="330619"/>
                  </a:lnTo>
                  <a:lnTo>
                    <a:pt x="187195" y="330450"/>
                  </a:lnTo>
                  <a:lnTo>
                    <a:pt x="202795" y="330251"/>
                  </a:lnTo>
                  <a:lnTo>
                    <a:pt x="218394" y="330006"/>
                  </a:lnTo>
                  <a:lnTo>
                    <a:pt x="233994" y="329701"/>
                  </a:lnTo>
                  <a:lnTo>
                    <a:pt x="249593" y="329325"/>
                  </a:lnTo>
                  <a:lnTo>
                    <a:pt x="265193" y="328866"/>
                  </a:lnTo>
                  <a:lnTo>
                    <a:pt x="280793" y="328318"/>
                  </a:lnTo>
                  <a:lnTo>
                    <a:pt x="296392" y="327673"/>
                  </a:lnTo>
                  <a:lnTo>
                    <a:pt x="311992" y="326928"/>
                  </a:lnTo>
                  <a:lnTo>
                    <a:pt x="327592" y="326081"/>
                  </a:lnTo>
                  <a:lnTo>
                    <a:pt x="343191" y="325135"/>
                  </a:lnTo>
                  <a:lnTo>
                    <a:pt x="358791" y="324095"/>
                  </a:lnTo>
                  <a:lnTo>
                    <a:pt x="374390" y="322973"/>
                  </a:lnTo>
                  <a:lnTo>
                    <a:pt x="389990" y="321785"/>
                  </a:lnTo>
                  <a:lnTo>
                    <a:pt x="405590" y="320556"/>
                  </a:lnTo>
                  <a:lnTo>
                    <a:pt x="421189" y="319314"/>
                  </a:lnTo>
                  <a:lnTo>
                    <a:pt x="436789" y="318084"/>
                  </a:lnTo>
                  <a:lnTo>
                    <a:pt x="452389" y="316887"/>
                  </a:lnTo>
                  <a:lnTo>
                    <a:pt x="467988" y="315736"/>
                  </a:lnTo>
                  <a:lnTo>
                    <a:pt x="483588" y="314636"/>
                  </a:lnTo>
                  <a:lnTo>
                    <a:pt x="499187" y="313583"/>
                  </a:lnTo>
                  <a:lnTo>
                    <a:pt x="514787" y="312565"/>
                  </a:lnTo>
                  <a:lnTo>
                    <a:pt x="530387" y="311565"/>
                  </a:lnTo>
                  <a:lnTo>
                    <a:pt x="545986" y="310565"/>
                  </a:lnTo>
                  <a:lnTo>
                    <a:pt x="561586" y="309546"/>
                  </a:lnTo>
                  <a:lnTo>
                    <a:pt x="577186" y="308497"/>
                  </a:lnTo>
                  <a:lnTo>
                    <a:pt x="592785" y="307410"/>
                  </a:lnTo>
                  <a:lnTo>
                    <a:pt x="608385" y="306288"/>
                  </a:lnTo>
                  <a:lnTo>
                    <a:pt x="623984" y="305136"/>
                  </a:lnTo>
                  <a:lnTo>
                    <a:pt x="639584" y="303956"/>
                  </a:lnTo>
                  <a:lnTo>
                    <a:pt x="655184" y="302747"/>
                  </a:lnTo>
                  <a:lnTo>
                    <a:pt x="670783" y="301499"/>
                  </a:lnTo>
                  <a:lnTo>
                    <a:pt x="686383" y="300195"/>
                  </a:lnTo>
                  <a:lnTo>
                    <a:pt x="701983" y="298812"/>
                  </a:lnTo>
                  <a:lnTo>
                    <a:pt x="717582" y="297323"/>
                  </a:lnTo>
                  <a:lnTo>
                    <a:pt x="733182" y="295705"/>
                  </a:lnTo>
                  <a:lnTo>
                    <a:pt x="748781" y="293937"/>
                  </a:lnTo>
                  <a:lnTo>
                    <a:pt x="764381" y="292010"/>
                  </a:lnTo>
                  <a:lnTo>
                    <a:pt x="779981" y="289919"/>
                  </a:lnTo>
                  <a:lnTo>
                    <a:pt x="795580" y="287671"/>
                  </a:lnTo>
                  <a:lnTo>
                    <a:pt x="811180" y="285298"/>
                  </a:lnTo>
                  <a:lnTo>
                    <a:pt x="826780" y="282826"/>
                  </a:lnTo>
                  <a:lnTo>
                    <a:pt x="842379" y="280282"/>
                  </a:lnTo>
                  <a:lnTo>
                    <a:pt x="857979" y="277690"/>
                  </a:lnTo>
                  <a:lnTo>
                    <a:pt x="873578" y="275074"/>
                  </a:lnTo>
                  <a:lnTo>
                    <a:pt x="889178" y="272453"/>
                  </a:lnTo>
                  <a:lnTo>
                    <a:pt x="904778" y="269845"/>
                  </a:lnTo>
                  <a:lnTo>
                    <a:pt x="920377" y="267265"/>
                  </a:lnTo>
                  <a:lnTo>
                    <a:pt x="935977" y="264726"/>
                  </a:lnTo>
                  <a:lnTo>
                    <a:pt x="951577" y="262240"/>
                  </a:lnTo>
                  <a:lnTo>
                    <a:pt x="967176" y="259815"/>
                  </a:lnTo>
                  <a:lnTo>
                    <a:pt x="982776" y="257455"/>
                  </a:lnTo>
                  <a:lnTo>
                    <a:pt x="998375" y="255152"/>
                  </a:lnTo>
                  <a:lnTo>
                    <a:pt x="1013975" y="252885"/>
                  </a:lnTo>
                  <a:lnTo>
                    <a:pt x="1029575" y="250625"/>
                  </a:lnTo>
                  <a:lnTo>
                    <a:pt x="1045174" y="248337"/>
                  </a:lnTo>
                  <a:lnTo>
                    <a:pt x="1060774" y="245978"/>
                  </a:lnTo>
                  <a:lnTo>
                    <a:pt x="1076374" y="243507"/>
                  </a:lnTo>
                  <a:lnTo>
                    <a:pt x="1091973" y="240881"/>
                  </a:lnTo>
                  <a:lnTo>
                    <a:pt x="1107573" y="238062"/>
                  </a:lnTo>
                  <a:lnTo>
                    <a:pt x="1123172" y="235019"/>
                  </a:lnTo>
                  <a:lnTo>
                    <a:pt x="1138772" y="231728"/>
                  </a:lnTo>
                  <a:lnTo>
                    <a:pt x="1154372" y="228173"/>
                  </a:lnTo>
                  <a:lnTo>
                    <a:pt x="1169971" y="224345"/>
                  </a:lnTo>
                  <a:lnTo>
                    <a:pt x="1185571" y="220213"/>
                  </a:lnTo>
                  <a:lnTo>
                    <a:pt x="1201171" y="215797"/>
                  </a:lnTo>
                  <a:lnTo>
                    <a:pt x="1216770" y="211096"/>
                  </a:lnTo>
                  <a:lnTo>
                    <a:pt x="1232370" y="206110"/>
                  </a:lnTo>
                  <a:lnTo>
                    <a:pt x="1247969" y="200841"/>
                  </a:lnTo>
                  <a:lnTo>
                    <a:pt x="1263569" y="195296"/>
                  </a:lnTo>
                  <a:lnTo>
                    <a:pt x="1279169" y="189494"/>
                  </a:lnTo>
                  <a:lnTo>
                    <a:pt x="1294768" y="183466"/>
                  </a:lnTo>
                  <a:lnTo>
                    <a:pt x="1310368" y="177257"/>
                  </a:lnTo>
                  <a:lnTo>
                    <a:pt x="1325968" y="170929"/>
                  </a:lnTo>
                  <a:lnTo>
                    <a:pt x="1341567" y="164557"/>
                  </a:lnTo>
                  <a:lnTo>
                    <a:pt x="1357167" y="158227"/>
                  </a:lnTo>
                  <a:lnTo>
                    <a:pt x="1372766" y="152036"/>
                  </a:lnTo>
                  <a:lnTo>
                    <a:pt x="1388366" y="146095"/>
                  </a:lnTo>
                  <a:lnTo>
                    <a:pt x="1403966" y="140478"/>
                  </a:lnTo>
                  <a:lnTo>
                    <a:pt x="1419565" y="135256"/>
                  </a:lnTo>
                  <a:lnTo>
                    <a:pt x="1435165" y="130487"/>
                  </a:lnTo>
                  <a:lnTo>
                    <a:pt x="1450765" y="126210"/>
                  </a:lnTo>
                  <a:lnTo>
                    <a:pt x="1466364" y="122449"/>
                  </a:lnTo>
                  <a:lnTo>
                    <a:pt x="1481964" y="119202"/>
                  </a:lnTo>
                  <a:lnTo>
                    <a:pt x="1497563" y="116443"/>
                  </a:lnTo>
                  <a:lnTo>
                    <a:pt x="1513163" y="114118"/>
                  </a:lnTo>
                  <a:lnTo>
                    <a:pt x="1528763" y="112139"/>
                  </a:lnTo>
                  <a:lnTo>
                    <a:pt x="1544362" y="110388"/>
                  </a:lnTo>
                  <a:lnTo>
                    <a:pt x="1559962" y="108716"/>
                  </a:lnTo>
                  <a:lnTo>
                    <a:pt x="1575562" y="106936"/>
                  </a:lnTo>
                  <a:lnTo>
                    <a:pt x="1591161" y="104853"/>
                  </a:lnTo>
                  <a:lnTo>
                    <a:pt x="1606761" y="102315"/>
                  </a:lnTo>
                  <a:lnTo>
                    <a:pt x="1622360" y="99204"/>
                  </a:lnTo>
                  <a:lnTo>
                    <a:pt x="1637960" y="95454"/>
                  </a:lnTo>
                  <a:lnTo>
                    <a:pt x="1653560" y="91064"/>
                  </a:lnTo>
                  <a:lnTo>
                    <a:pt x="1669159" y="86094"/>
                  </a:lnTo>
                  <a:lnTo>
                    <a:pt x="1684759" y="80659"/>
                  </a:lnTo>
                  <a:lnTo>
                    <a:pt x="1700359" y="74915"/>
                  </a:lnTo>
                  <a:lnTo>
                    <a:pt x="1715958" y="69037"/>
                  </a:lnTo>
                  <a:lnTo>
                    <a:pt x="1731558" y="63200"/>
                  </a:lnTo>
                  <a:lnTo>
                    <a:pt x="1747157" y="57557"/>
                  </a:lnTo>
                  <a:lnTo>
                    <a:pt x="1762757" y="52230"/>
                  </a:lnTo>
                  <a:lnTo>
                    <a:pt x="1778357" y="47334"/>
                  </a:lnTo>
                  <a:lnTo>
                    <a:pt x="1793956" y="42863"/>
                  </a:lnTo>
                  <a:lnTo>
                    <a:pt x="1809556" y="38812"/>
                  </a:lnTo>
                  <a:lnTo>
                    <a:pt x="1825156" y="35153"/>
                  </a:lnTo>
                  <a:lnTo>
                    <a:pt x="1840755" y="31852"/>
                  </a:lnTo>
                  <a:lnTo>
                    <a:pt x="1856355" y="28871"/>
                  </a:lnTo>
                  <a:lnTo>
                    <a:pt x="1871954" y="26171"/>
                  </a:lnTo>
                  <a:lnTo>
                    <a:pt x="1887554" y="23720"/>
                  </a:lnTo>
                  <a:lnTo>
                    <a:pt x="1903154" y="21487"/>
                  </a:lnTo>
                  <a:lnTo>
                    <a:pt x="1918753" y="19439"/>
                  </a:lnTo>
                  <a:lnTo>
                    <a:pt x="1934353" y="17542"/>
                  </a:lnTo>
                  <a:lnTo>
                    <a:pt x="1949953" y="15756"/>
                  </a:lnTo>
                  <a:lnTo>
                    <a:pt x="1965552" y="14044"/>
                  </a:lnTo>
                  <a:lnTo>
                    <a:pt x="1981152" y="12362"/>
                  </a:lnTo>
                  <a:lnTo>
                    <a:pt x="1996751" y="10683"/>
                  </a:lnTo>
                  <a:lnTo>
                    <a:pt x="2012351" y="8999"/>
                  </a:lnTo>
                  <a:lnTo>
                    <a:pt x="2027951" y="7326"/>
                  </a:lnTo>
                  <a:lnTo>
                    <a:pt x="2043550" y="5699"/>
                  </a:lnTo>
                  <a:lnTo>
                    <a:pt x="2059150" y="4171"/>
                  </a:lnTo>
                  <a:lnTo>
                    <a:pt x="2074750" y="2804"/>
                  </a:lnTo>
                  <a:lnTo>
                    <a:pt x="2090349" y="1660"/>
                  </a:lnTo>
                  <a:lnTo>
                    <a:pt x="2105949" y="790"/>
                  </a:lnTo>
                  <a:lnTo>
                    <a:pt x="2121548" y="231"/>
                  </a:lnTo>
                  <a:lnTo>
                    <a:pt x="2137148" y="0"/>
                  </a:lnTo>
                  <a:lnTo>
                    <a:pt x="2152748" y="99"/>
                  </a:lnTo>
                  <a:lnTo>
                    <a:pt x="2168347" y="542"/>
                  </a:lnTo>
                  <a:lnTo>
                    <a:pt x="2183947" y="1299"/>
                  </a:lnTo>
                  <a:lnTo>
                    <a:pt x="2199547" y="2350"/>
                  </a:lnTo>
                  <a:lnTo>
                    <a:pt x="2215146" y="3690"/>
                  </a:lnTo>
                  <a:lnTo>
                    <a:pt x="2230746" y="5310"/>
                  </a:lnTo>
                  <a:lnTo>
                    <a:pt x="2246345" y="7198"/>
                  </a:lnTo>
                  <a:lnTo>
                    <a:pt x="2261945" y="9337"/>
                  </a:lnTo>
                  <a:lnTo>
                    <a:pt x="2277545" y="11699"/>
                  </a:lnTo>
                  <a:lnTo>
                    <a:pt x="2293144" y="14250"/>
                  </a:lnTo>
                  <a:lnTo>
                    <a:pt x="2308744" y="16952"/>
                  </a:lnTo>
                  <a:lnTo>
                    <a:pt x="2324344" y="19769"/>
                  </a:lnTo>
                  <a:lnTo>
                    <a:pt x="2339943" y="22674"/>
                  </a:lnTo>
                  <a:lnTo>
                    <a:pt x="2355543" y="25652"/>
                  </a:lnTo>
                  <a:lnTo>
                    <a:pt x="2371142" y="28701"/>
                  </a:lnTo>
                  <a:lnTo>
                    <a:pt x="2386742" y="31817"/>
                  </a:lnTo>
                  <a:lnTo>
                    <a:pt x="2402342" y="35000"/>
                  </a:lnTo>
                  <a:lnTo>
                    <a:pt x="2417941" y="38236"/>
                  </a:lnTo>
                  <a:lnTo>
                    <a:pt x="2433541" y="41502"/>
                  </a:lnTo>
                  <a:lnTo>
                    <a:pt x="2449141" y="44761"/>
                  </a:lnTo>
                  <a:lnTo>
                    <a:pt x="2464740" y="47967"/>
                  </a:lnTo>
                  <a:lnTo>
                    <a:pt x="2480340" y="51072"/>
                  </a:lnTo>
                  <a:lnTo>
                    <a:pt x="2495939" y="54039"/>
                  </a:lnTo>
                  <a:lnTo>
                    <a:pt x="2511539" y="56845"/>
                  </a:lnTo>
                  <a:lnTo>
                    <a:pt x="2527139" y="59489"/>
                  </a:lnTo>
                  <a:lnTo>
                    <a:pt x="2542738" y="61999"/>
                  </a:lnTo>
                  <a:lnTo>
                    <a:pt x="2558338" y="64427"/>
                  </a:lnTo>
                  <a:lnTo>
                    <a:pt x="2573938" y="66865"/>
                  </a:lnTo>
                  <a:lnTo>
                    <a:pt x="2589537" y="69410"/>
                  </a:lnTo>
                  <a:lnTo>
                    <a:pt x="2605137" y="72163"/>
                  </a:lnTo>
                  <a:lnTo>
                    <a:pt x="2620736" y="75217"/>
                  </a:lnTo>
                  <a:lnTo>
                    <a:pt x="2636336" y="78651"/>
                  </a:lnTo>
                  <a:lnTo>
                    <a:pt x="2651936" y="82529"/>
                  </a:lnTo>
                  <a:lnTo>
                    <a:pt x="2667535" y="86887"/>
                  </a:lnTo>
                  <a:lnTo>
                    <a:pt x="2683135" y="91740"/>
                  </a:lnTo>
                  <a:lnTo>
                    <a:pt x="2698735" y="97079"/>
                  </a:lnTo>
                  <a:lnTo>
                    <a:pt x="2714334" y="102874"/>
                  </a:lnTo>
                  <a:lnTo>
                    <a:pt x="2729934" y="109077"/>
                  </a:lnTo>
                  <a:lnTo>
                    <a:pt x="2745533" y="115629"/>
                  </a:lnTo>
                  <a:lnTo>
                    <a:pt x="2761133" y="122469"/>
                  </a:lnTo>
                  <a:lnTo>
                    <a:pt x="2776733" y="129482"/>
                  </a:lnTo>
                  <a:lnTo>
                    <a:pt x="2792332" y="136567"/>
                  </a:lnTo>
                  <a:lnTo>
                    <a:pt x="2807932" y="143616"/>
                  </a:lnTo>
                  <a:lnTo>
                    <a:pt x="2823532" y="150511"/>
                  </a:lnTo>
                  <a:lnTo>
                    <a:pt x="2839131" y="157133"/>
                  </a:lnTo>
                  <a:lnTo>
                    <a:pt x="2854731" y="163362"/>
                  </a:lnTo>
                  <a:lnTo>
                    <a:pt x="2870330" y="169089"/>
                  </a:lnTo>
                  <a:lnTo>
                    <a:pt x="2885930" y="174226"/>
                  </a:lnTo>
                  <a:lnTo>
                    <a:pt x="2901530" y="178706"/>
                  </a:lnTo>
                  <a:lnTo>
                    <a:pt x="2917129" y="182499"/>
                  </a:lnTo>
                  <a:lnTo>
                    <a:pt x="2932729" y="185611"/>
                  </a:lnTo>
                  <a:lnTo>
                    <a:pt x="2948329" y="188071"/>
                  </a:lnTo>
                  <a:lnTo>
                    <a:pt x="2963928" y="189944"/>
                  </a:lnTo>
                  <a:lnTo>
                    <a:pt x="2979528" y="191387"/>
                  </a:lnTo>
                  <a:lnTo>
                    <a:pt x="2995127" y="192529"/>
                  </a:lnTo>
                  <a:lnTo>
                    <a:pt x="3010727" y="193509"/>
                  </a:lnTo>
                  <a:lnTo>
                    <a:pt x="3026327" y="194465"/>
                  </a:lnTo>
                  <a:lnTo>
                    <a:pt x="3041926" y="195531"/>
                  </a:lnTo>
                  <a:lnTo>
                    <a:pt x="3057526" y="196831"/>
                  </a:lnTo>
                  <a:lnTo>
                    <a:pt x="3073126" y="198473"/>
                  </a:lnTo>
                  <a:lnTo>
                    <a:pt x="3088725" y="200545"/>
                  </a:lnTo>
                  <a:lnTo>
                    <a:pt x="3104325" y="203111"/>
                  </a:lnTo>
                  <a:lnTo>
                    <a:pt x="3119924" y="206206"/>
                  </a:lnTo>
                  <a:lnTo>
                    <a:pt x="3135524" y="209831"/>
                  </a:lnTo>
                  <a:lnTo>
                    <a:pt x="3151124" y="213974"/>
                  </a:lnTo>
                  <a:lnTo>
                    <a:pt x="3166723" y="218543"/>
                  </a:lnTo>
                  <a:lnTo>
                    <a:pt x="3182323" y="223413"/>
                  </a:lnTo>
                  <a:lnTo>
                    <a:pt x="3197923" y="228463"/>
                  </a:lnTo>
                  <a:lnTo>
                    <a:pt x="3213522" y="233570"/>
                  </a:lnTo>
                  <a:lnTo>
                    <a:pt x="3229122" y="238618"/>
                  </a:lnTo>
                  <a:lnTo>
                    <a:pt x="3244721" y="243507"/>
                  </a:lnTo>
                  <a:lnTo>
                    <a:pt x="3260321" y="248167"/>
                  </a:lnTo>
                  <a:lnTo>
                    <a:pt x="3275921" y="252554"/>
                  </a:lnTo>
                  <a:lnTo>
                    <a:pt x="3291520" y="256652"/>
                  </a:lnTo>
                  <a:lnTo>
                    <a:pt x="3307120" y="260472"/>
                  </a:lnTo>
                  <a:lnTo>
                    <a:pt x="3322720" y="264040"/>
                  </a:lnTo>
                  <a:lnTo>
                    <a:pt x="3338319" y="267395"/>
                  </a:lnTo>
                  <a:lnTo>
                    <a:pt x="3353919" y="270569"/>
                  </a:lnTo>
                  <a:lnTo>
                    <a:pt x="3369518" y="273620"/>
                  </a:lnTo>
                  <a:lnTo>
                    <a:pt x="3385118" y="276581"/>
                  </a:lnTo>
                  <a:lnTo>
                    <a:pt x="3400718" y="279475"/>
                  </a:lnTo>
                  <a:lnTo>
                    <a:pt x="3416317" y="282316"/>
                  </a:lnTo>
                  <a:lnTo>
                    <a:pt x="3431917" y="285106"/>
                  </a:lnTo>
                  <a:lnTo>
                    <a:pt x="3447517" y="287838"/>
                  </a:lnTo>
                  <a:lnTo>
                    <a:pt x="3463116" y="290496"/>
                  </a:lnTo>
                  <a:lnTo>
                    <a:pt x="3478716" y="293055"/>
                  </a:lnTo>
                  <a:lnTo>
                    <a:pt x="3494315" y="295483"/>
                  </a:lnTo>
                  <a:lnTo>
                    <a:pt x="3509915" y="297747"/>
                  </a:lnTo>
                  <a:lnTo>
                    <a:pt x="3525515" y="299811"/>
                  </a:lnTo>
                  <a:lnTo>
                    <a:pt x="3541114" y="301634"/>
                  </a:lnTo>
                  <a:lnTo>
                    <a:pt x="3556714" y="303182"/>
                  </a:lnTo>
                  <a:lnTo>
                    <a:pt x="3572314" y="304461"/>
                  </a:lnTo>
                  <a:lnTo>
                    <a:pt x="3587913" y="305481"/>
                  </a:lnTo>
                  <a:lnTo>
                    <a:pt x="3603513" y="306272"/>
                  </a:lnTo>
                  <a:lnTo>
                    <a:pt x="3619112" y="306881"/>
                  </a:lnTo>
                  <a:lnTo>
                    <a:pt x="3634712" y="307369"/>
                  </a:lnTo>
                  <a:lnTo>
                    <a:pt x="3650312" y="307807"/>
                  </a:lnTo>
                  <a:lnTo>
                    <a:pt x="3665911" y="308265"/>
                  </a:lnTo>
                  <a:lnTo>
                    <a:pt x="3681511" y="308808"/>
                  </a:lnTo>
                  <a:lnTo>
                    <a:pt x="3697111" y="309485"/>
                  </a:lnTo>
                  <a:lnTo>
                    <a:pt x="3712710" y="310325"/>
                  </a:lnTo>
                  <a:lnTo>
                    <a:pt x="3728310" y="311335"/>
                  </a:lnTo>
                  <a:lnTo>
                    <a:pt x="3743909" y="312507"/>
                  </a:lnTo>
                  <a:lnTo>
                    <a:pt x="3759509" y="313792"/>
                  </a:lnTo>
                  <a:lnTo>
                    <a:pt x="3775109" y="315135"/>
                  </a:lnTo>
                  <a:lnTo>
                    <a:pt x="3790708" y="316484"/>
                  </a:lnTo>
                  <a:lnTo>
                    <a:pt x="3806308" y="317788"/>
                  </a:lnTo>
                  <a:lnTo>
                    <a:pt x="3821908" y="319008"/>
                  </a:lnTo>
                  <a:lnTo>
                    <a:pt x="3837507" y="320116"/>
                  </a:lnTo>
                  <a:lnTo>
                    <a:pt x="3853107" y="321101"/>
                  </a:lnTo>
                  <a:lnTo>
                    <a:pt x="3868706" y="321970"/>
                  </a:lnTo>
                  <a:lnTo>
                    <a:pt x="3884306" y="322741"/>
                  </a:lnTo>
                  <a:lnTo>
                    <a:pt x="3899906" y="323445"/>
                  </a:lnTo>
                  <a:lnTo>
                    <a:pt x="3915505" y="324118"/>
                  </a:lnTo>
                  <a:lnTo>
                    <a:pt x="3931105" y="324794"/>
                  </a:lnTo>
                  <a:lnTo>
                    <a:pt x="3946705" y="325507"/>
                  </a:lnTo>
                  <a:lnTo>
                    <a:pt x="3962304" y="326271"/>
                  </a:lnTo>
                  <a:lnTo>
                    <a:pt x="3977904" y="327086"/>
                  </a:lnTo>
                  <a:lnTo>
                    <a:pt x="3993503" y="327940"/>
                  </a:lnTo>
                  <a:lnTo>
                    <a:pt x="4009103" y="328813"/>
                  </a:lnTo>
                  <a:lnTo>
                    <a:pt x="4024703" y="329679"/>
                  </a:lnTo>
                  <a:lnTo>
                    <a:pt x="4040302" y="330510"/>
                  </a:lnTo>
                  <a:lnTo>
                    <a:pt x="4055902" y="331284"/>
                  </a:lnTo>
                  <a:lnTo>
                    <a:pt x="4071502" y="331982"/>
                  </a:lnTo>
                  <a:lnTo>
                    <a:pt x="4087101" y="332595"/>
                  </a:lnTo>
                  <a:lnTo>
                    <a:pt x="4102701" y="333120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929915" y="1665257"/>
              <a:ext cx="4336695" cy="310590"/>
            </a:xfrm>
            <a:custGeom>
              <a:avLst/>
              <a:pathLst>
                <a:path w="4336695" h="310590">
                  <a:moveTo>
                    <a:pt x="0" y="306967"/>
                  </a:moveTo>
                  <a:lnTo>
                    <a:pt x="15599" y="306858"/>
                  </a:lnTo>
                  <a:lnTo>
                    <a:pt x="31199" y="306735"/>
                  </a:lnTo>
                  <a:lnTo>
                    <a:pt x="46798" y="306582"/>
                  </a:lnTo>
                  <a:lnTo>
                    <a:pt x="62398" y="306383"/>
                  </a:lnTo>
                  <a:lnTo>
                    <a:pt x="77998" y="306129"/>
                  </a:lnTo>
                  <a:lnTo>
                    <a:pt x="93597" y="305813"/>
                  </a:lnTo>
                  <a:lnTo>
                    <a:pt x="109197" y="305438"/>
                  </a:lnTo>
                  <a:lnTo>
                    <a:pt x="124796" y="305009"/>
                  </a:lnTo>
                  <a:lnTo>
                    <a:pt x="140396" y="304537"/>
                  </a:lnTo>
                  <a:lnTo>
                    <a:pt x="155996" y="304036"/>
                  </a:lnTo>
                  <a:lnTo>
                    <a:pt x="171595" y="303517"/>
                  </a:lnTo>
                  <a:lnTo>
                    <a:pt x="187195" y="302991"/>
                  </a:lnTo>
                  <a:lnTo>
                    <a:pt x="202795" y="302465"/>
                  </a:lnTo>
                  <a:lnTo>
                    <a:pt x="218394" y="301944"/>
                  </a:lnTo>
                  <a:lnTo>
                    <a:pt x="233994" y="301428"/>
                  </a:lnTo>
                  <a:lnTo>
                    <a:pt x="249593" y="300915"/>
                  </a:lnTo>
                  <a:lnTo>
                    <a:pt x="265193" y="300400"/>
                  </a:lnTo>
                  <a:lnTo>
                    <a:pt x="280793" y="299879"/>
                  </a:lnTo>
                  <a:lnTo>
                    <a:pt x="296392" y="299344"/>
                  </a:lnTo>
                  <a:lnTo>
                    <a:pt x="311992" y="298787"/>
                  </a:lnTo>
                  <a:lnTo>
                    <a:pt x="327592" y="298194"/>
                  </a:lnTo>
                  <a:lnTo>
                    <a:pt x="343191" y="297553"/>
                  </a:lnTo>
                  <a:lnTo>
                    <a:pt x="358791" y="296847"/>
                  </a:lnTo>
                  <a:lnTo>
                    <a:pt x="374390" y="296063"/>
                  </a:lnTo>
                  <a:lnTo>
                    <a:pt x="389990" y="295191"/>
                  </a:lnTo>
                  <a:lnTo>
                    <a:pt x="405590" y="294225"/>
                  </a:lnTo>
                  <a:lnTo>
                    <a:pt x="421189" y="293164"/>
                  </a:lnTo>
                  <a:lnTo>
                    <a:pt x="436789" y="292029"/>
                  </a:lnTo>
                  <a:lnTo>
                    <a:pt x="452389" y="290842"/>
                  </a:lnTo>
                  <a:lnTo>
                    <a:pt x="467988" y="289627"/>
                  </a:lnTo>
                  <a:lnTo>
                    <a:pt x="483588" y="288407"/>
                  </a:lnTo>
                  <a:lnTo>
                    <a:pt x="499187" y="287201"/>
                  </a:lnTo>
                  <a:lnTo>
                    <a:pt x="514787" y="286020"/>
                  </a:lnTo>
                  <a:lnTo>
                    <a:pt x="530387" y="284864"/>
                  </a:lnTo>
                  <a:lnTo>
                    <a:pt x="545986" y="283725"/>
                  </a:lnTo>
                  <a:lnTo>
                    <a:pt x="561586" y="282586"/>
                  </a:lnTo>
                  <a:lnTo>
                    <a:pt x="577186" y="281425"/>
                  </a:lnTo>
                  <a:lnTo>
                    <a:pt x="592785" y="280217"/>
                  </a:lnTo>
                  <a:lnTo>
                    <a:pt x="608385" y="278938"/>
                  </a:lnTo>
                  <a:lnTo>
                    <a:pt x="623984" y="277571"/>
                  </a:lnTo>
                  <a:lnTo>
                    <a:pt x="639584" y="276113"/>
                  </a:lnTo>
                  <a:lnTo>
                    <a:pt x="655184" y="274565"/>
                  </a:lnTo>
                  <a:lnTo>
                    <a:pt x="670783" y="272936"/>
                  </a:lnTo>
                  <a:lnTo>
                    <a:pt x="686383" y="271235"/>
                  </a:lnTo>
                  <a:lnTo>
                    <a:pt x="701983" y="269476"/>
                  </a:lnTo>
                  <a:lnTo>
                    <a:pt x="717582" y="267673"/>
                  </a:lnTo>
                  <a:lnTo>
                    <a:pt x="733182" y="265842"/>
                  </a:lnTo>
                  <a:lnTo>
                    <a:pt x="748781" y="263997"/>
                  </a:lnTo>
                  <a:lnTo>
                    <a:pt x="764381" y="262152"/>
                  </a:lnTo>
                  <a:lnTo>
                    <a:pt x="779981" y="260321"/>
                  </a:lnTo>
                  <a:lnTo>
                    <a:pt x="795580" y="258511"/>
                  </a:lnTo>
                  <a:lnTo>
                    <a:pt x="811180" y="256728"/>
                  </a:lnTo>
                  <a:lnTo>
                    <a:pt x="826780" y="254961"/>
                  </a:lnTo>
                  <a:lnTo>
                    <a:pt x="842379" y="253189"/>
                  </a:lnTo>
                  <a:lnTo>
                    <a:pt x="857979" y="251387"/>
                  </a:lnTo>
                  <a:lnTo>
                    <a:pt x="873578" y="249520"/>
                  </a:lnTo>
                  <a:lnTo>
                    <a:pt x="889178" y="247556"/>
                  </a:lnTo>
                  <a:lnTo>
                    <a:pt x="904778" y="245467"/>
                  </a:lnTo>
                  <a:lnTo>
                    <a:pt x="920377" y="243237"/>
                  </a:lnTo>
                  <a:lnTo>
                    <a:pt x="935977" y="240858"/>
                  </a:lnTo>
                  <a:lnTo>
                    <a:pt x="951577" y="238337"/>
                  </a:lnTo>
                  <a:lnTo>
                    <a:pt x="967176" y="235690"/>
                  </a:lnTo>
                  <a:lnTo>
                    <a:pt x="982776" y="232938"/>
                  </a:lnTo>
                  <a:lnTo>
                    <a:pt x="998375" y="230099"/>
                  </a:lnTo>
                  <a:lnTo>
                    <a:pt x="1013975" y="227181"/>
                  </a:lnTo>
                  <a:lnTo>
                    <a:pt x="1029575" y="224187"/>
                  </a:lnTo>
                  <a:lnTo>
                    <a:pt x="1045174" y="221100"/>
                  </a:lnTo>
                  <a:lnTo>
                    <a:pt x="1060774" y="217890"/>
                  </a:lnTo>
                  <a:lnTo>
                    <a:pt x="1076374" y="214527"/>
                  </a:lnTo>
                  <a:lnTo>
                    <a:pt x="1091973" y="210977"/>
                  </a:lnTo>
                  <a:lnTo>
                    <a:pt x="1107573" y="207216"/>
                  </a:lnTo>
                  <a:lnTo>
                    <a:pt x="1123172" y="203234"/>
                  </a:lnTo>
                  <a:lnTo>
                    <a:pt x="1138772" y="199038"/>
                  </a:lnTo>
                  <a:lnTo>
                    <a:pt x="1154372" y="194653"/>
                  </a:lnTo>
                  <a:lnTo>
                    <a:pt x="1169971" y="190121"/>
                  </a:lnTo>
                  <a:lnTo>
                    <a:pt x="1185571" y="185498"/>
                  </a:lnTo>
                  <a:lnTo>
                    <a:pt x="1201171" y="180845"/>
                  </a:lnTo>
                  <a:lnTo>
                    <a:pt x="1216770" y="176229"/>
                  </a:lnTo>
                  <a:lnTo>
                    <a:pt x="1232370" y="171695"/>
                  </a:lnTo>
                  <a:lnTo>
                    <a:pt x="1247969" y="167275"/>
                  </a:lnTo>
                  <a:lnTo>
                    <a:pt x="1263569" y="162985"/>
                  </a:lnTo>
                  <a:lnTo>
                    <a:pt x="1279169" y="158829"/>
                  </a:lnTo>
                  <a:lnTo>
                    <a:pt x="1294768" y="154797"/>
                  </a:lnTo>
                  <a:lnTo>
                    <a:pt x="1310368" y="150874"/>
                  </a:lnTo>
                  <a:lnTo>
                    <a:pt x="1325968" y="147041"/>
                  </a:lnTo>
                  <a:lnTo>
                    <a:pt x="1341567" y="143275"/>
                  </a:lnTo>
                  <a:lnTo>
                    <a:pt x="1357167" y="139557"/>
                  </a:lnTo>
                  <a:lnTo>
                    <a:pt x="1372766" y="135867"/>
                  </a:lnTo>
                  <a:lnTo>
                    <a:pt x="1388366" y="132193"/>
                  </a:lnTo>
                  <a:lnTo>
                    <a:pt x="1403966" y="128536"/>
                  </a:lnTo>
                  <a:lnTo>
                    <a:pt x="1419565" y="124909"/>
                  </a:lnTo>
                  <a:lnTo>
                    <a:pt x="1435165" y="121338"/>
                  </a:lnTo>
                  <a:lnTo>
                    <a:pt x="1450765" y="117865"/>
                  </a:lnTo>
                  <a:lnTo>
                    <a:pt x="1466364" y="114536"/>
                  </a:lnTo>
                  <a:lnTo>
                    <a:pt x="1481964" y="111397"/>
                  </a:lnTo>
                  <a:lnTo>
                    <a:pt x="1497563" y="108481"/>
                  </a:lnTo>
                  <a:lnTo>
                    <a:pt x="1513163" y="105805"/>
                  </a:lnTo>
                  <a:lnTo>
                    <a:pt x="1528763" y="103363"/>
                  </a:lnTo>
                  <a:lnTo>
                    <a:pt x="1544362" y="101120"/>
                  </a:lnTo>
                  <a:lnTo>
                    <a:pt x="1559962" y="99019"/>
                  </a:lnTo>
                  <a:lnTo>
                    <a:pt x="1575562" y="96982"/>
                  </a:lnTo>
                  <a:lnTo>
                    <a:pt x="1591161" y="94917"/>
                  </a:lnTo>
                  <a:lnTo>
                    <a:pt x="1606761" y="92719"/>
                  </a:lnTo>
                  <a:lnTo>
                    <a:pt x="1622360" y="90308"/>
                  </a:lnTo>
                  <a:lnTo>
                    <a:pt x="1637960" y="87621"/>
                  </a:lnTo>
                  <a:lnTo>
                    <a:pt x="1653560" y="84610"/>
                  </a:lnTo>
                  <a:lnTo>
                    <a:pt x="1669159" y="81246"/>
                  </a:lnTo>
                  <a:lnTo>
                    <a:pt x="1684759" y="77522"/>
                  </a:lnTo>
                  <a:lnTo>
                    <a:pt x="1700359" y="73450"/>
                  </a:lnTo>
                  <a:lnTo>
                    <a:pt x="1715958" y="69060"/>
                  </a:lnTo>
                  <a:lnTo>
                    <a:pt x="1731558" y="64398"/>
                  </a:lnTo>
                  <a:lnTo>
                    <a:pt x="1747157" y="59527"/>
                  </a:lnTo>
                  <a:lnTo>
                    <a:pt x="1762757" y="54517"/>
                  </a:lnTo>
                  <a:lnTo>
                    <a:pt x="1778357" y="49444"/>
                  </a:lnTo>
                  <a:lnTo>
                    <a:pt x="1793956" y="44391"/>
                  </a:lnTo>
                  <a:lnTo>
                    <a:pt x="1809556" y="39439"/>
                  </a:lnTo>
                  <a:lnTo>
                    <a:pt x="1825156" y="34654"/>
                  </a:lnTo>
                  <a:lnTo>
                    <a:pt x="1840755" y="30095"/>
                  </a:lnTo>
                  <a:lnTo>
                    <a:pt x="1856355" y="25813"/>
                  </a:lnTo>
                  <a:lnTo>
                    <a:pt x="1871954" y="21855"/>
                  </a:lnTo>
                  <a:lnTo>
                    <a:pt x="1887554" y="18261"/>
                  </a:lnTo>
                  <a:lnTo>
                    <a:pt x="1903154" y="15065"/>
                  </a:lnTo>
                  <a:lnTo>
                    <a:pt x="1918753" y="12293"/>
                  </a:lnTo>
                  <a:lnTo>
                    <a:pt x="1934353" y="9957"/>
                  </a:lnTo>
                  <a:lnTo>
                    <a:pt x="1949953" y="8057"/>
                  </a:lnTo>
                  <a:lnTo>
                    <a:pt x="1965552" y="6577"/>
                  </a:lnTo>
                  <a:lnTo>
                    <a:pt x="1981152" y="5482"/>
                  </a:lnTo>
                  <a:lnTo>
                    <a:pt x="1996751" y="4740"/>
                  </a:lnTo>
                  <a:lnTo>
                    <a:pt x="2012351" y="4243"/>
                  </a:lnTo>
                  <a:lnTo>
                    <a:pt x="2027951" y="3912"/>
                  </a:lnTo>
                  <a:lnTo>
                    <a:pt x="2043550" y="3663"/>
                  </a:lnTo>
                  <a:lnTo>
                    <a:pt x="2059150" y="3422"/>
                  </a:lnTo>
                  <a:lnTo>
                    <a:pt x="2074750" y="3129"/>
                  </a:lnTo>
                  <a:lnTo>
                    <a:pt x="2090349" y="2747"/>
                  </a:lnTo>
                  <a:lnTo>
                    <a:pt x="2105949" y="2266"/>
                  </a:lnTo>
                  <a:lnTo>
                    <a:pt x="2121548" y="1707"/>
                  </a:lnTo>
                  <a:lnTo>
                    <a:pt x="2137148" y="1120"/>
                  </a:lnTo>
                  <a:lnTo>
                    <a:pt x="2152748" y="578"/>
                  </a:lnTo>
                  <a:lnTo>
                    <a:pt x="2168347" y="171"/>
                  </a:lnTo>
                  <a:lnTo>
                    <a:pt x="2183947" y="0"/>
                  </a:lnTo>
                  <a:lnTo>
                    <a:pt x="2199547" y="159"/>
                  </a:lnTo>
                  <a:lnTo>
                    <a:pt x="2215146" y="685"/>
                  </a:lnTo>
                  <a:lnTo>
                    <a:pt x="2230746" y="1596"/>
                  </a:lnTo>
                  <a:lnTo>
                    <a:pt x="2246345" y="2878"/>
                  </a:lnTo>
                  <a:lnTo>
                    <a:pt x="2261945" y="4492"/>
                  </a:lnTo>
                  <a:lnTo>
                    <a:pt x="2277545" y="6384"/>
                  </a:lnTo>
                  <a:lnTo>
                    <a:pt x="2293144" y="8489"/>
                  </a:lnTo>
                  <a:lnTo>
                    <a:pt x="2308744" y="10745"/>
                  </a:lnTo>
                  <a:lnTo>
                    <a:pt x="2324344" y="13096"/>
                  </a:lnTo>
                  <a:lnTo>
                    <a:pt x="2339943" y="15501"/>
                  </a:lnTo>
                  <a:lnTo>
                    <a:pt x="2355543" y="17927"/>
                  </a:lnTo>
                  <a:lnTo>
                    <a:pt x="2371142" y="20351"/>
                  </a:lnTo>
                  <a:lnTo>
                    <a:pt x="2386742" y="22746"/>
                  </a:lnTo>
                  <a:lnTo>
                    <a:pt x="2402342" y="25083"/>
                  </a:lnTo>
                  <a:lnTo>
                    <a:pt x="2417941" y="27324"/>
                  </a:lnTo>
                  <a:lnTo>
                    <a:pt x="2433541" y="29420"/>
                  </a:lnTo>
                  <a:lnTo>
                    <a:pt x="2449141" y="31317"/>
                  </a:lnTo>
                  <a:lnTo>
                    <a:pt x="2464740" y="32961"/>
                  </a:lnTo>
                  <a:lnTo>
                    <a:pt x="2480340" y="34310"/>
                  </a:lnTo>
                  <a:lnTo>
                    <a:pt x="2495939" y="35346"/>
                  </a:lnTo>
                  <a:lnTo>
                    <a:pt x="2511539" y="36081"/>
                  </a:lnTo>
                  <a:lnTo>
                    <a:pt x="2527139" y="36568"/>
                  </a:lnTo>
                  <a:lnTo>
                    <a:pt x="2542738" y="36898"/>
                  </a:lnTo>
                  <a:lnTo>
                    <a:pt x="2558338" y="37196"/>
                  </a:lnTo>
                  <a:lnTo>
                    <a:pt x="2573938" y="37620"/>
                  </a:lnTo>
                  <a:lnTo>
                    <a:pt x="2589537" y="38370"/>
                  </a:lnTo>
                  <a:lnTo>
                    <a:pt x="2605137" y="39584"/>
                  </a:lnTo>
                  <a:lnTo>
                    <a:pt x="2620736" y="41383"/>
                  </a:lnTo>
                  <a:lnTo>
                    <a:pt x="2636336" y="43847"/>
                  </a:lnTo>
                  <a:lnTo>
                    <a:pt x="2651936" y="47017"/>
                  </a:lnTo>
                  <a:lnTo>
                    <a:pt x="2667535" y="50890"/>
                  </a:lnTo>
                  <a:lnTo>
                    <a:pt x="2683135" y="55423"/>
                  </a:lnTo>
                  <a:lnTo>
                    <a:pt x="2698735" y="60541"/>
                  </a:lnTo>
                  <a:lnTo>
                    <a:pt x="2714334" y="66146"/>
                  </a:lnTo>
                  <a:lnTo>
                    <a:pt x="2729934" y="72120"/>
                  </a:lnTo>
                  <a:lnTo>
                    <a:pt x="2745533" y="78339"/>
                  </a:lnTo>
                  <a:lnTo>
                    <a:pt x="2761133" y="84678"/>
                  </a:lnTo>
                  <a:lnTo>
                    <a:pt x="2776733" y="91017"/>
                  </a:lnTo>
                  <a:lnTo>
                    <a:pt x="2792332" y="97249"/>
                  </a:lnTo>
                  <a:lnTo>
                    <a:pt x="2807932" y="103306"/>
                  </a:lnTo>
                  <a:lnTo>
                    <a:pt x="2823532" y="109154"/>
                  </a:lnTo>
                  <a:lnTo>
                    <a:pt x="2839131" y="114779"/>
                  </a:lnTo>
                  <a:lnTo>
                    <a:pt x="2854731" y="120191"/>
                  </a:lnTo>
                  <a:lnTo>
                    <a:pt x="2870330" y="125409"/>
                  </a:lnTo>
                  <a:lnTo>
                    <a:pt x="2885930" y="130456"/>
                  </a:lnTo>
                  <a:lnTo>
                    <a:pt x="2901530" y="135348"/>
                  </a:lnTo>
                  <a:lnTo>
                    <a:pt x="2917129" y="140089"/>
                  </a:lnTo>
                  <a:lnTo>
                    <a:pt x="2932729" y="144669"/>
                  </a:lnTo>
                  <a:lnTo>
                    <a:pt x="2948329" y="149068"/>
                  </a:lnTo>
                  <a:lnTo>
                    <a:pt x="2963928" y="153257"/>
                  </a:lnTo>
                  <a:lnTo>
                    <a:pt x="2979528" y="157190"/>
                  </a:lnTo>
                  <a:lnTo>
                    <a:pt x="2995127" y="160870"/>
                  </a:lnTo>
                  <a:lnTo>
                    <a:pt x="3010727" y="164307"/>
                  </a:lnTo>
                  <a:lnTo>
                    <a:pt x="3026327" y="167527"/>
                  </a:lnTo>
                  <a:lnTo>
                    <a:pt x="3041926" y="170571"/>
                  </a:lnTo>
                  <a:lnTo>
                    <a:pt x="3057526" y="173490"/>
                  </a:lnTo>
                  <a:lnTo>
                    <a:pt x="3073126" y="176338"/>
                  </a:lnTo>
                  <a:lnTo>
                    <a:pt x="3088725" y="179162"/>
                  </a:lnTo>
                  <a:lnTo>
                    <a:pt x="3104325" y="182000"/>
                  </a:lnTo>
                  <a:lnTo>
                    <a:pt x="3119924" y="184872"/>
                  </a:lnTo>
                  <a:lnTo>
                    <a:pt x="3135524" y="187784"/>
                  </a:lnTo>
                  <a:lnTo>
                    <a:pt x="3151124" y="190727"/>
                  </a:lnTo>
                  <a:lnTo>
                    <a:pt x="3166723" y="193683"/>
                  </a:lnTo>
                  <a:lnTo>
                    <a:pt x="3182323" y="196622"/>
                  </a:lnTo>
                  <a:lnTo>
                    <a:pt x="3197923" y="199517"/>
                  </a:lnTo>
                  <a:lnTo>
                    <a:pt x="3213522" y="202346"/>
                  </a:lnTo>
                  <a:lnTo>
                    <a:pt x="3229122" y="205088"/>
                  </a:lnTo>
                  <a:lnTo>
                    <a:pt x="3244721" y="207728"/>
                  </a:lnTo>
                  <a:lnTo>
                    <a:pt x="3260321" y="210253"/>
                  </a:lnTo>
                  <a:lnTo>
                    <a:pt x="3275921" y="212652"/>
                  </a:lnTo>
                  <a:lnTo>
                    <a:pt x="3291520" y="214918"/>
                  </a:lnTo>
                  <a:lnTo>
                    <a:pt x="3307120" y="217050"/>
                  </a:lnTo>
                  <a:lnTo>
                    <a:pt x="3322720" y="219050"/>
                  </a:lnTo>
                  <a:lnTo>
                    <a:pt x="3338319" y="220929"/>
                  </a:lnTo>
                  <a:lnTo>
                    <a:pt x="3353919" y="222702"/>
                  </a:lnTo>
                  <a:lnTo>
                    <a:pt x="3369518" y="224389"/>
                  </a:lnTo>
                  <a:lnTo>
                    <a:pt x="3385118" y="226024"/>
                  </a:lnTo>
                  <a:lnTo>
                    <a:pt x="3400718" y="227637"/>
                  </a:lnTo>
                  <a:lnTo>
                    <a:pt x="3416317" y="229252"/>
                  </a:lnTo>
                  <a:lnTo>
                    <a:pt x="3431917" y="230890"/>
                  </a:lnTo>
                  <a:lnTo>
                    <a:pt x="3447517" y="232564"/>
                  </a:lnTo>
                  <a:lnTo>
                    <a:pt x="3463116" y="234281"/>
                  </a:lnTo>
                  <a:lnTo>
                    <a:pt x="3478716" y="236043"/>
                  </a:lnTo>
                  <a:lnTo>
                    <a:pt x="3494315" y="237851"/>
                  </a:lnTo>
                  <a:lnTo>
                    <a:pt x="3509915" y="239702"/>
                  </a:lnTo>
                  <a:lnTo>
                    <a:pt x="3525515" y="241593"/>
                  </a:lnTo>
                  <a:lnTo>
                    <a:pt x="3541114" y="243523"/>
                  </a:lnTo>
                  <a:lnTo>
                    <a:pt x="3556714" y="245490"/>
                  </a:lnTo>
                  <a:lnTo>
                    <a:pt x="3572314" y="247496"/>
                  </a:lnTo>
                  <a:lnTo>
                    <a:pt x="3587913" y="249538"/>
                  </a:lnTo>
                  <a:lnTo>
                    <a:pt x="3603513" y="251612"/>
                  </a:lnTo>
                  <a:lnTo>
                    <a:pt x="3619112" y="253715"/>
                  </a:lnTo>
                  <a:lnTo>
                    <a:pt x="3634712" y="255844"/>
                  </a:lnTo>
                  <a:lnTo>
                    <a:pt x="3650312" y="257995"/>
                  </a:lnTo>
                  <a:lnTo>
                    <a:pt x="3665911" y="260166"/>
                  </a:lnTo>
                  <a:lnTo>
                    <a:pt x="3681511" y="262357"/>
                  </a:lnTo>
                  <a:lnTo>
                    <a:pt x="3697111" y="264570"/>
                  </a:lnTo>
                  <a:lnTo>
                    <a:pt x="3712710" y="266804"/>
                  </a:lnTo>
                  <a:lnTo>
                    <a:pt x="3728310" y="269059"/>
                  </a:lnTo>
                  <a:lnTo>
                    <a:pt x="3743909" y="271326"/>
                  </a:lnTo>
                  <a:lnTo>
                    <a:pt x="3759509" y="273592"/>
                  </a:lnTo>
                  <a:lnTo>
                    <a:pt x="3775109" y="275823"/>
                  </a:lnTo>
                  <a:lnTo>
                    <a:pt x="3790708" y="277983"/>
                  </a:lnTo>
                  <a:lnTo>
                    <a:pt x="3806308" y="280030"/>
                  </a:lnTo>
                  <a:lnTo>
                    <a:pt x="3821908" y="281921"/>
                  </a:lnTo>
                  <a:lnTo>
                    <a:pt x="3837507" y="283622"/>
                  </a:lnTo>
                  <a:lnTo>
                    <a:pt x="3853107" y="285113"/>
                  </a:lnTo>
                  <a:lnTo>
                    <a:pt x="3868706" y="286394"/>
                  </a:lnTo>
                  <a:lnTo>
                    <a:pt x="3884306" y="287483"/>
                  </a:lnTo>
                  <a:lnTo>
                    <a:pt x="3899906" y="288421"/>
                  </a:lnTo>
                  <a:lnTo>
                    <a:pt x="3915505" y="289260"/>
                  </a:lnTo>
                  <a:lnTo>
                    <a:pt x="3931105" y="290061"/>
                  </a:lnTo>
                  <a:lnTo>
                    <a:pt x="3946705" y="290878"/>
                  </a:lnTo>
                  <a:lnTo>
                    <a:pt x="3962304" y="291761"/>
                  </a:lnTo>
                  <a:lnTo>
                    <a:pt x="3977904" y="292731"/>
                  </a:lnTo>
                  <a:lnTo>
                    <a:pt x="3993503" y="293781"/>
                  </a:lnTo>
                  <a:lnTo>
                    <a:pt x="4009103" y="294887"/>
                  </a:lnTo>
                  <a:lnTo>
                    <a:pt x="4024703" y="296013"/>
                  </a:lnTo>
                  <a:lnTo>
                    <a:pt x="4040302" y="297116"/>
                  </a:lnTo>
                  <a:lnTo>
                    <a:pt x="4055902" y="298157"/>
                  </a:lnTo>
                  <a:lnTo>
                    <a:pt x="4071502" y="299103"/>
                  </a:lnTo>
                  <a:lnTo>
                    <a:pt x="4087101" y="299933"/>
                  </a:lnTo>
                  <a:lnTo>
                    <a:pt x="4102701" y="300641"/>
                  </a:lnTo>
                  <a:lnTo>
                    <a:pt x="4118300" y="301232"/>
                  </a:lnTo>
                  <a:lnTo>
                    <a:pt x="4133900" y="301723"/>
                  </a:lnTo>
                  <a:lnTo>
                    <a:pt x="4149500" y="302136"/>
                  </a:lnTo>
                  <a:lnTo>
                    <a:pt x="4165099" y="302496"/>
                  </a:lnTo>
                  <a:lnTo>
                    <a:pt x="4180699" y="302832"/>
                  </a:lnTo>
                  <a:lnTo>
                    <a:pt x="4196299" y="303166"/>
                  </a:lnTo>
                  <a:lnTo>
                    <a:pt x="4211898" y="303510"/>
                  </a:lnTo>
                  <a:lnTo>
                    <a:pt x="4227498" y="303874"/>
                  </a:lnTo>
                  <a:lnTo>
                    <a:pt x="4243097" y="304262"/>
                  </a:lnTo>
                  <a:lnTo>
                    <a:pt x="4258697" y="304674"/>
                  </a:lnTo>
                  <a:lnTo>
                    <a:pt x="4274297" y="305106"/>
                  </a:lnTo>
                  <a:lnTo>
                    <a:pt x="4289896" y="305553"/>
                  </a:lnTo>
                  <a:lnTo>
                    <a:pt x="4305496" y="306007"/>
                  </a:lnTo>
                  <a:lnTo>
                    <a:pt x="4321096" y="306457"/>
                  </a:lnTo>
                  <a:lnTo>
                    <a:pt x="4336695" y="306892"/>
                  </a:lnTo>
                  <a:lnTo>
                    <a:pt x="4336695" y="310590"/>
                  </a:lnTo>
                  <a:lnTo>
                    <a:pt x="4321096" y="310590"/>
                  </a:lnTo>
                  <a:lnTo>
                    <a:pt x="4305496" y="310590"/>
                  </a:lnTo>
                  <a:lnTo>
                    <a:pt x="4289896" y="310590"/>
                  </a:lnTo>
                  <a:lnTo>
                    <a:pt x="4274297" y="310590"/>
                  </a:lnTo>
                  <a:lnTo>
                    <a:pt x="4258697" y="310590"/>
                  </a:lnTo>
                  <a:lnTo>
                    <a:pt x="4243097" y="310590"/>
                  </a:lnTo>
                  <a:lnTo>
                    <a:pt x="4227498" y="310590"/>
                  </a:lnTo>
                  <a:lnTo>
                    <a:pt x="4211898" y="310590"/>
                  </a:lnTo>
                  <a:lnTo>
                    <a:pt x="4196299" y="310590"/>
                  </a:lnTo>
                  <a:lnTo>
                    <a:pt x="4180699" y="310590"/>
                  </a:lnTo>
                  <a:lnTo>
                    <a:pt x="4165099" y="310590"/>
                  </a:lnTo>
                  <a:lnTo>
                    <a:pt x="4149500" y="310590"/>
                  </a:lnTo>
                  <a:lnTo>
                    <a:pt x="4133900" y="310590"/>
                  </a:lnTo>
                  <a:lnTo>
                    <a:pt x="4118300" y="310590"/>
                  </a:lnTo>
                  <a:lnTo>
                    <a:pt x="4102701" y="310590"/>
                  </a:lnTo>
                  <a:lnTo>
                    <a:pt x="4087101" y="310590"/>
                  </a:lnTo>
                  <a:lnTo>
                    <a:pt x="4071502" y="310590"/>
                  </a:lnTo>
                  <a:lnTo>
                    <a:pt x="4055902" y="310590"/>
                  </a:lnTo>
                  <a:lnTo>
                    <a:pt x="4040302" y="310590"/>
                  </a:lnTo>
                  <a:lnTo>
                    <a:pt x="4024703" y="310590"/>
                  </a:lnTo>
                  <a:lnTo>
                    <a:pt x="4009103" y="310590"/>
                  </a:lnTo>
                  <a:lnTo>
                    <a:pt x="3993503" y="310590"/>
                  </a:lnTo>
                  <a:lnTo>
                    <a:pt x="3977904" y="310590"/>
                  </a:lnTo>
                  <a:lnTo>
                    <a:pt x="3962304" y="310590"/>
                  </a:lnTo>
                  <a:lnTo>
                    <a:pt x="3946705" y="310590"/>
                  </a:lnTo>
                  <a:lnTo>
                    <a:pt x="3931105" y="310590"/>
                  </a:lnTo>
                  <a:lnTo>
                    <a:pt x="3915505" y="310590"/>
                  </a:lnTo>
                  <a:lnTo>
                    <a:pt x="3899906" y="310590"/>
                  </a:lnTo>
                  <a:lnTo>
                    <a:pt x="3884306" y="310590"/>
                  </a:lnTo>
                  <a:lnTo>
                    <a:pt x="3868706" y="310590"/>
                  </a:lnTo>
                  <a:lnTo>
                    <a:pt x="3853107" y="310590"/>
                  </a:lnTo>
                  <a:lnTo>
                    <a:pt x="3837507" y="310590"/>
                  </a:lnTo>
                  <a:lnTo>
                    <a:pt x="3821908" y="310590"/>
                  </a:lnTo>
                  <a:lnTo>
                    <a:pt x="3806308" y="310590"/>
                  </a:lnTo>
                  <a:lnTo>
                    <a:pt x="3790708" y="310590"/>
                  </a:lnTo>
                  <a:lnTo>
                    <a:pt x="3775109" y="310590"/>
                  </a:lnTo>
                  <a:lnTo>
                    <a:pt x="3759509" y="310590"/>
                  </a:lnTo>
                  <a:lnTo>
                    <a:pt x="3743909" y="310590"/>
                  </a:lnTo>
                  <a:lnTo>
                    <a:pt x="3728310" y="310590"/>
                  </a:lnTo>
                  <a:lnTo>
                    <a:pt x="3712710" y="310590"/>
                  </a:lnTo>
                  <a:lnTo>
                    <a:pt x="3697111" y="310590"/>
                  </a:lnTo>
                  <a:lnTo>
                    <a:pt x="3681511" y="310590"/>
                  </a:lnTo>
                  <a:lnTo>
                    <a:pt x="3665911" y="310590"/>
                  </a:lnTo>
                  <a:lnTo>
                    <a:pt x="3650312" y="310590"/>
                  </a:lnTo>
                  <a:lnTo>
                    <a:pt x="3634712" y="310590"/>
                  </a:lnTo>
                  <a:lnTo>
                    <a:pt x="3619112" y="310590"/>
                  </a:lnTo>
                  <a:lnTo>
                    <a:pt x="3603513" y="310590"/>
                  </a:lnTo>
                  <a:lnTo>
                    <a:pt x="3587913" y="310590"/>
                  </a:lnTo>
                  <a:lnTo>
                    <a:pt x="3572314" y="310590"/>
                  </a:lnTo>
                  <a:lnTo>
                    <a:pt x="3556714" y="310590"/>
                  </a:lnTo>
                  <a:lnTo>
                    <a:pt x="3541114" y="310590"/>
                  </a:lnTo>
                  <a:lnTo>
                    <a:pt x="3525515" y="310590"/>
                  </a:lnTo>
                  <a:lnTo>
                    <a:pt x="3509915" y="310590"/>
                  </a:lnTo>
                  <a:lnTo>
                    <a:pt x="3494315" y="310590"/>
                  </a:lnTo>
                  <a:lnTo>
                    <a:pt x="3478716" y="310590"/>
                  </a:lnTo>
                  <a:lnTo>
                    <a:pt x="3463116" y="310590"/>
                  </a:lnTo>
                  <a:lnTo>
                    <a:pt x="3447517" y="310590"/>
                  </a:lnTo>
                  <a:lnTo>
                    <a:pt x="3431917" y="310590"/>
                  </a:lnTo>
                  <a:lnTo>
                    <a:pt x="3416317" y="310590"/>
                  </a:lnTo>
                  <a:lnTo>
                    <a:pt x="3400718" y="310590"/>
                  </a:lnTo>
                  <a:lnTo>
                    <a:pt x="3385118" y="310590"/>
                  </a:lnTo>
                  <a:lnTo>
                    <a:pt x="3369518" y="310590"/>
                  </a:lnTo>
                  <a:lnTo>
                    <a:pt x="3353919" y="310590"/>
                  </a:lnTo>
                  <a:lnTo>
                    <a:pt x="3338319" y="310590"/>
                  </a:lnTo>
                  <a:lnTo>
                    <a:pt x="3322720" y="310590"/>
                  </a:lnTo>
                  <a:lnTo>
                    <a:pt x="3307120" y="310590"/>
                  </a:lnTo>
                  <a:lnTo>
                    <a:pt x="3291520" y="310590"/>
                  </a:lnTo>
                  <a:lnTo>
                    <a:pt x="3275921" y="310590"/>
                  </a:lnTo>
                  <a:lnTo>
                    <a:pt x="3260321" y="310590"/>
                  </a:lnTo>
                  <a:lnTo>
                    <a:pt x="3244721" y="310590"/>
                  </a:lnTo>
                  <a:lnTo>
                    <a:pt x="3229122" y="310590"/>
                  </a:lnTo>
                  <a:lnTo>
                    <a:pt x="3213522" y="310590"/>
                  </a:lnTo>
                  <a:lnTo>
                    <a:pt x="3197923" y="310590"/>
                  </a:lnTo>
                  <a:lnTo>
                    <a:pt x="3182323" y="310590"/>
                  </a:lnTo>
                  <a:lnTo>
                    <a:pt x="3166723" y="310590"/>
                  </a:lnTo>
                  <a:lnTo>
                    <a:pt x="3151124" y="310590"/>
                  </a:lnTo>
                  <a:lnTo>
                    <a:pt x="3135524" y="310590"/>
                  </a:lnTo>
                  <a:lnTo>
                    <a:pt x="3119924" y="310590"/>
                  </a:lnTo>
                  <a:lnTo>
                    <a:pt x="3104325" y="310590"/>
                  </a:lnTo>
                  <a:lnTo>
                    <a:pt x="3088725" y="310590"/>
                  </a:lnTo>
                  <a:lnTo>
                    <a:pt x="3073126" y="310590"/>
                  </a:lnTo>
                  <a:lnTo>
                    <a:pt x="3057526" y="310590"/>
                  </a:lnTo>
                  <a:lnTo>
                    <a:pt x="3041926" y="310590"/>
                  </a:lnTo>
                  <a:lnTo>
                    <a:pt x="3026327" y="310590"/>
                  </a:lnTo>
                  <a:lnTo>
                    <a:pt x="3010727" y="310590"/>
                  </a:lnTo>
                  <a:lnTo>
                    <a:pt x="2995127" y="310590"/>
                  </a:lnTo>
                  <a:lnTo>
                    <a:pt x="2979528" y="310590"/>
                  </a:lnTo>
                  <a:lnTo>
                    <a:pt x="2963928" y="310590"/>
                  </a:lnTo>
                  <a:lnTo>
                    <a:pt x="2948329" y="310590"/>
                  </a:lnTo>
                  <a:lnTo>
                    <a:pt x="2932729" y="310590"/>
                  </a:lnTo>
                  <a:lnTo>
                    <a:pt x="2917129" y="310590"/>
                  </a:lnTo>
                  <a:lnTo>
                    <a:pt x="2901530" y="310590"/>
                  </a:lnTo>
                  <a:lnTo>
                    <a:pt x="2885930" y="310590"/>
                  </a:lnTo>
                  <a:lnTo>
                    <a:pt x="2870330" y="310590"/>
                  </a:lnTo>
                  <a:lnTo>
                    <a:pt x="2854731" y="310590"/>
                  </a:lnTo>
                  <a:lnTo>
                    <a:pt x="2839131" y="310590"/>
                  </a:lnTo>
                  <a:lnTo>
                    <a:pt x="2823532" y="310590"/>
                  </a:lnTo>
                  <a:lnTo>
                    <a:pt x="2807932" y="310590"/>
                  </a:lnTo>
                  <a:lnTo>
                    <a:pt x="2792332" y="310590"/>
                  </a:lnTo>
                  <a:lnTo>
                    <a:pt x="2776733" y="310590"/>
                  </a:lnTo>
                  <a:lnTo>
                    <a:pt x="2761133" y="310590"/>
                  </a:lnTo>
                  <a:lnTo>
                    <a:pt x="2745533" y="310590"/>
                  </a:lnTo>
                  <a:lnTo>
                    <a:pt x="2729934" y="310590"/>
                  </a:lnTo>
                  <a:lnTo>
                    <a:pt x="2714334" y="310590"/>
                  </a:lnTo>
                  <a:lnTo>
                    <a:pt x="2698735" y="310590"/>
                  </a:lnTo>
                  <a:lnTo>
                    <a:pt x="2683135" y="310590"/>
                  </a:lnTo>
                  <a:lnTo>
                    <a:pt x="2667535" y="310590"/>
                  </a:lnTo>
                  <a:lnTo>
                    <a:pt x="2651936" y="310590"/>
                  </a:lnTo>
                  <a:lnTo>
                    <a:pt x="2636336" y="310590"/>
                  </a:lnTo>
                  <a:lnTo>
                    <a:pt x="2620736" y="310590"/>
                  </a:lnTo>
                  <a:lnTo>
                    <a:pt x="2605137" y="310590"/>
                  </a:lnTo>
                  <a:lnTo>
                    <a:pt x="2589537" y="310590"/>
                  </a:lnTo>
                  <a:lnTo>
                    <a:pt x="2573938" y="310590"/>
                  </a:lnTo>
                  <a:lnTo>
                    <a:pt x="2558338" y="310590"/>
                  </a:lnTo>
                  <a:lnTo>
                    <a:pt x="2542738" y="310590"/>
                  </a:lnTo>
                  <a:lnTo>
                    <a:pt x="2527139" y="310590"/>
                  </a:lnTo>
                  <a:lnTo>
                    <a:pt x="2511539" y="310590"/>
                  </a:lnTo>
                  <a:lnTo>
                    <a:pt x="2495939" y="310590"/>
                  </a:lnTo>
                  <a:lnTo>
                    <a:pt x="2480340" y="310590"/>
                  </a:lnTo>
                  <a:lnTo>
                    <a:pt x="2464740" y="310590"/>
                  </a:lnTo>
                  <a:lnTo>
                    <a:pt x="2449141" y="310590"/>
                  </a:lnTo>
                  <a:lnTo>
                    <a:pt x="2433541" y="310590"/>
                  </a:lnTo>
                  <a:lnTo>
                    <a:pt x="2417941" y="310590"/>
                  </a:lnTo>
                  <a:lnTo>
                    <a:pt x="2402342" y="310590"/>
                  </a:lnTo>
                  <a:lnTo>
                    <a:pt x="2386742" y="310590"/>
                  </a:lnTo>
                  <a:lnTo>
                    <a:pt x="2371142" y="310590"/>
                  </a:lnTo>
                  <a:lnTo>
                    <a:pt x="2355543" y="310590"/>
                  </a:lnTo>
                  <a:lnTo>
                    <a:pt x="2339943" y="310590"/>
                  </a:lnTo>
                  <a:lnTo>
                    <a:pt x="2324344" y="310590"/>
                  </a:lnTo>
                  <a:lnTo>
                    <a:pt x="2308744" y="310590"/>
                  </a:lnTo>
                  <a:lnTo>
                    <a:pt x="2293144" y="310590"/>
                  </a:lnTo>
                  <a:lnTo>
                    <a:pt x="2277545" y="310590"/>
                  </a:lnTo>
                  <a:lnTo>
                    <a:pt x="2261945" y="310590"/>
                  </a:lnTo>
                  <a:lnTo>
                    <a:pt x="2246345" y="310590"/>
                  </a:lnTo>
                  <a:lnTo>
                    <a:pt x="2230746" y="310590"/>
                  </a:lnTo>
                  <a:lnTo>
                    <a:pt x="2215146" y="310590"/>
                  </a:lnTo>
                  <a:lnTo>
                    <a:pt x="2199547" y="310590"/>
                  </a:lnTo>
                  <a:lnTo>
                    <a:pt x="2183947" y="310590"/>
                  </a:lnTo>
                  <a:lnTo>
                    <a:pt x="2168347" y="310590"/>
                  </a:lnTo>
                  <a:lnTo>
                    <a:pt x="2152748" y="310590"/>
                  </a:lnTo>
                  <a:lnTo>
                    <a:pt x="2137148" y="310590"/>
                  </a:lnTo>
                  <a:lnTo>
                    <a:pt x="2121548" y="310590"/>
                  </a:lnTo>
                  <a:lnTo>
                    <a:pt x="2105949" y="310590"/>
                  </a:lnTo>
                  <a:lnTo>
                    <a:pt x="2090349" y="310590"/>
                  </a:lnTo>
                  <a:lnTo>
                    <a:pt x="2074750" y="310590"/>
                  </a:lnTo>
                  <a:lnTo>
                    <a:pt x="2059150" y="310590"/>
                  </a:lnTo>
                  <a:lnTo>
                    <a:pt x="2043550" y="310590"/>
                  </a:lnTo>
                  <a:lnTo>
                    <a:pt x="2027951" y="310590"/>
                  </a:lnTo>
                  <a:lnTo>
                    <a:pt x="2012351" y="310590"/>
                  </a:lnTo>
                  <a:lnTo>
                    <a:pt x="1996751" y="310590"/>
                  </a:lnTo>
                  <a:lnTo>
                    <a:pt x="1981152" y="310590"/>
                  </a:lnTo>
                  <a:lnTo>
                    <a:pt x="1965552" y="310590"/>
                  </a:lnTo>
                  <a:lnTo>
                    <a:pt x="1949953" y="310590"/>
                  </a:lnTo>
                  <a:lnTo>
                    <a:pt x="1934353" y="310590"/>
                  </a:lnTo>
                  <a:lnTo>
                    <a:pt x="1918753" y="310590"/>
                  </a:lnTo>
                  <a:lnTo>
                    <a:pt x="1903154" y="310590"/>
                  </a:lnTo>
                  <a:lnTo>
                    <a:pt x="1887554" y="310590"/>
                  </a:lnTo>
                  <a:lnTo>
                    <a:pt x="1871954" y="310590"/>
                  </a:lnTo>
                  <a:lnTo>
                    <a:pt x="1856355" y="310590"/>
                  </a:lnTo>
                  <a:lnTo>
                    <a:pt x="1840755" y="310590"/>
                  </a:lnTo>
                  <a:lnTo>
                    <a:pt x="1825156" y="310590"/>
                  </a:lnTo>
                  <a:lnTo>
                    <a:pt x="1809556" y="310590"/>
                  </a:lnTo>
                  <a:lnTo>
                    <a:pt x="1793956" y="310590"/>
                  </a:lnTo>
                  <a:lnTo>
                    <a:pt x="1778357" y="310590"/>
                  </a:lnTo>
                  <a:lnTo>
                    <a:pt x="1762757" y="310590"/>
                  </a:lnTo>
                  <a:lnTo>
                    <a:pt x="1747157" y="310590"/>
                  </a:lnTo>
                  <a:lnTo>
                    <a:pt x="1731558" y="310590"/>
                  </a:lnTo>
                  <a:lnTo>
                    <a:pt x="1715958" y="310590"/>
                  </a:lnTo>
                  <a:lnTo>
                    <a:pt x="1700359" y="310590"/>
                  </a:lnTo>
                  <a:lnTo>
                    <a:pt x="1684759" y="310590"/>
                  </a:lnTo>
                  <a:lnTo>
                    <a:pt x="1669159" y="310590"/>
                  </a:lnTo>
                  <a:lnTo>
                    <a:pt x="1653560" y="310590"/>
                  </a:lnTo>
                  <a:lnTo>
                    <a:pt x="1637960" y="310590"/>
                  </a:lnTo>
                  <a:lnTo>
                    <a:pt x="1622360" y="310590"/>
                  </a:lnTo>
                  <a:lnTo>
                    <a:pt x="1606761" y="310590"/>
                  </a:lnTo>
                  <a:lnTo>
                    <a:pt x="1591161" y="310590"/>
                  </a:lnTo>
                  <a:lnTo>
                    <a:pt x="1575562" y="310590"/>
                  </a:lnTo>
                  <a:lnTo>
                    <a:pt x="1559962" y="310590"/>
                  </a:lnTo>
                  <a:lnTo>
                    <a:pt x="1544362" y="310590"/>
                  </a:lnTo>
                  <a:lnTo>
                    <a:pt x="1528763" y="310590"/>
                  </a:lnTo>
                  <a:lnTo>
                    <a:pt x="1513163" y="310590"/>
                  </a:lnTo>
                  <a:lnTo>
                    <a:pt x="1497563" y="310590"/>
                  </a:lnTo>
                  <a:lnTo>
                    <a:pt x="1481964" y="310590"/>
                  </a:lnTo>
                  <a:lnTo>
                    <a:pt x="1466364" y="310590"/>
                  </a:lnTo>
                  <a:lnTo>
                    <a:pt x="1450765" y="310590"/>
                  </a:lnTo>
                  <a:lnTo>
                    <a:pt x="1435165" y="310590"/>
                  </a:lnTo>
                  <a:lnTo>
                    <a:pt x="1419565" y="310590"/>
                  </a:lnTo>
                  <a:lnTo>
                    <a:pt x="1403966" y="310590"/>
                  </a:lnTo>
                  <a:lnTo>
                    <a:pt x="1388366" y="310590"/>
                  </a:lnTo>
                  <a:lnTo>
                    <a:pt x="1372766" y="310590"/>
                  </a:lnTo>
                  <a:lnTo>
                    <a:pt x="1357167" y="310590"/>
                  </a:lnTo>
                  <a:lnTo>
                    <a:pt x="1341567" y="310590"/>
                  </a:lnTo>
                  <a:lnTo>
                    <a:pt x="1325968" y="310590"/>
                  </a:lnTo>
                  <a:lnTo>
                    <a:pt x="1310368" y="310590"/>
                  </a:lnTo>
                  <a:lnTo>
                    <a:pt x="1294768" y="310590"/>
                  </a:lnTo>
                  <a:lnTo>
                    <a:pt x="1279169" y="310590"/>
                  </a:lnTo>
                  <a:lnTo>
                    <a:pt x="1263569" y="310590"/>
                  </a:lnTo>
                  <a:lnTo>
                    <a:pt x="1247969" y="310590"/>
                  </a:lnTo>
                  <a:lnTo>
                    <a:pt x="1232370" y="310590"/>
                  </a:lnTo>
                  <a:lnTo>
                    <a:pt x="1216770" y="310590"/>
                  </a:lnTo>
                  <a:lnTo>
                    <a:pt x="1201171" y="310590"/>
                  </a:lnTo>
                  <a:lnTo>
                    <a:pt x="1185571" y="310590"/>
                  </a:lnTo>
                  <a:lnTo>
                    <a:pt x="1169971" y="310590"/>
                  </a:lnTo>
                  <a:lnTo>
                    <a:pt x="1154372" y="310590"/>
                  </a:lnTo>
                  <a:lnTo>
                    <a:pt x="1138772" y="310590"/>
                  </a:lnTo>
                  <a:lnTo>
                    <a:pt x="1123172" y="310590"/>
                  </a:lnTo>
                  <a:lnTo>
                    <a:pt x="1107573" y="310590"/>
                  </a:lnTo>
                  <a:lnTo>
                    <a:pt x="1091973" y="310590"/>
                  </a:lnTo>
                  <a:lnTo>
                    <a:pt x="1076374" y="310590"/>
                  </a:lnTo>
                  <a:lnTo>
                    <a:pt x="1060774" y="310590"/>
                  </a:lnTo>
                  <a:lnTo>
                    <a:pt x="1045174" y="310590"/>
                  </a:lnTo>
                  <a:lnTo>
                    <a:pt x="1029575" y="310590"/>
                  </a:lnTo>
                  <a:lnTo>
                    <a:pt x="1013975" y="310590"/>
                  </a:lnTo>
                  <a:lnTo>
                    <a:pt x="998375" y="310590"/>
                  </a:lnTo>
                  <a:lnTo>
                    <a:pt x="982776" y="310590"/>
                  </a:lnTo>
                  <a:lnTo>
                    <a:pt x="967176" y="310590"/>
                  </a:lnTo>
                  <a:lnTo>
                    <a:pt x="951577" y="310590"/>
                  </a:lnTo>
                  <a:lnTo>
                    <a:pt x="935977" y="310590"/>
                  </a:lnTo>
                  <a:lnTo>
                    <a:pt x="920377" y="310590"/>
                  </a:lnTo>
                  <a:lnTo>
                    <a:pt x="904778" y="310590"/>
                  </a:lnTo>
                  <a:lnTo>
                    <a:pt x="889178" y="310590"/>
                  </a:lnTo>
                  <a:lnTo>
                    <a:pt x="873578" y="310590"/>
                  </a:lnTo>
                  <a:lnTo>
                    <a:pt x="857979" y="310590"/>
                  </a:lnTo>
                  <a:lnTo>
                    <a:pt x="842379" y="310590"/>
                  </a:lnTo>
                  <a:lnTo>
                    <a:pt x="826780" y="310590"/>
                  </a:lnTo>
                  <a:lnTo>
                    <a:pt x="811180" y="310590"/>
                  </a:lnTo>
                  <a:lnTo>
                    <a:pt x="795580" y="310590"/>
                  </a:lnTo>
                  <a:lnTo>
                    <a:pt x="779981" y="310590"/>
                  </a:lnTo>
                  <a:lnTo>
                    <a:pt x="764381" y="310590"/>
                  </a:lnTo>
                  <a:lnTo>
                    <a:pt x="748781" y="310590"/>
                  </a:lnTo>
                  <a:lnTo>
                    <a:pt x="733182" y="310590"/>
                  </a:lnTo>
                  <a:lnTo>
                    <a:pt x="717582" y="310590"/>
                  </a:lnTo>
                  <a:lnTo>
                    <a:pt x="701983" y="310590"/>
                  </a:lnTo>
                  <a:lnTo>
                    <a:pt x="686383" y="310590"/>
                  </a:lnTo>
                  <a:lnTo>
                    <a:pt x="670783" y="310590"/>
                  </a:lnTo>
                  <a:lnTo>
                    <a:pt x="655184" y="310590"/>
                  </a:lnTo>
                  <a:lnTo>
                    <a:pt x="639584" y="310590"/>
                  </a:lnTo>
                  <a:lnTo>
                    <a:pt x="623984" y="310590"/>
                  </a:lnTo>
                  <a:lnTo>
                    <a:pt x="608385" y="310590"/>
                  </a:lnTo>
                  <a:lnTo>
                    <a:pt x="592785" y="310590"/>
                  </a:lnTo>
                  <a:lnTo>
                    <a:pt x="577186" y="310590"/>
                  </a:lnTo>
                  <a:lnTo>
                    <a:pt x="561586" y="310590"/>
                  </a:lnTo>
                  <a:lnTo>
                    <a:pt x="545986" y="310590"/>
                  </a:lnTo>
                  <a:lnTo>
                    <a:pt x="530387" y="310590"/>
                  </a:lnTo>
                  <a:lnTo>
                    <a:pt x="514787" y="310590"/>
                  </a:lnTo>
                  <a:lnTo>
                    <a:pt x="499187" y="310590"/>
                  </a:lnTo>
                  <a:lnTo>
                    <a:pt x="483588" y="310590"/>
                  </a:lnTo>
                  <a:lnTo>
                    <a:pt x="467988" y="310590"/>
                  </a:lnTo>
                  <a:lnTo>
                    <a:pt x="452389" y="310590"/>
                  </a:lnTo>
                  <a:lnTo>
                    <a:pt x="436789" y="310590"/>
                  </a:lnTo>
                  <a:lnTo>
                    <a:pt x="421189" y="310590"/>
                  </a:lnTo>
                  <a:lnTo>
                    <a:pt x="405590" y="310590"/>
                  </a:lnTo>
                  <a:lnTo>
                    <a:pt x="389990" y="310590"/>
                  </a:lnTo>
                  <a:lnTo>
                    <a:pt x="374390" y="310590"/>
                  </a:lnTo>
                  <a:lnTo>
                    <a:pt x="358791" y="310590"/>
                  </a:lnTo>
                  <a:lnTo>
                    <a:pt x="343191" y="310590"/>
                  </a:lnTo>
                  <a:lnTo>
                    <a:pt x="327592" y="310590"/>
                  </a:lnTo>
                  <a:lnTo>
                    <a:pt x="311992" y="310590"/>
                  </a:lnTo>
                  <a:lnTo>
                    <a:pt x="296392" y="310590"/>
                  </a:lnTo>
                  <a:lnTo>
                    <a:pt x="280793" y="310590"/>
                  </a:lnTo>
                  <a:lnTo>
                    <a:pt x="265193" y="310590"/>
                  </a:lnTo>
                  <a:lnTo>
                    <a:pt x="249593" y="310590"/>
                  </a:lnTo>
                  <a:lnTo>
                    <a:pt x="233994" y="310590"/>
                  </a:lnTo>
                  <a:lnTo>
                    <a:pt x="218394" y="310590"/>
                  </a:lnTo>
                  <a:lnTo>
                    <a:pt x="202795" y="310590"/>
                  </a:lnTo>
                  <a:lnTo>
                    <a:pt x="187195" y="310590"/>
                  </a:lnTo>
                  <a:lnTo>
                    <a:pt x="171595" y="310590"/>
                  </a:lnTo>
                  <a:lnTo>
                    <a:pt x="155996" y="310590"/>
                  </a:lnTo>
                  <a:lnTo>
                    <a:pt x="140396" y="310590"/>
                  </a:lnTo>
                  <a:lnTo>
                    <a:pt x="124796" y="310590"/>
                  </a:lnTo>
                  <a:lnTo>
                    <a:pt x="109197" y="310590"/>
                  </a:lnTo>
                  <a:lnTo>
                    <a:pt x="93597" y="310590"/>
                  </a:lnTo>
                  <a:lnTo>
                    <a:pt x="77998" y="310590"/>
                  </a:lnTo>
                  <a:lnTo>
                    <a:pt x="62398" y="310590"/>
                  </a:lnTo>
                  <a:lnTo>
                    <a:pt x="46798" y="310590"/>
                  </a:lnTo>
                  <a:lnTo>
                    <a:pt x="31199" y="310590"/>
                  </a:lnTo>
                  <a:lnTo>
                    <a:pt x="15599" y="310590"/>
                  </a:lnTo>
                  <a:lnTo>
                    <a:pt x="0" y="310590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929915" y="1665257"/>
              <a:ext cx="4336695" cy="306967"/>
            </a:xfrm>
            <a:custGeom>
              <a:avLst/>
              <a:pathLst>
                <a:path w="4336695" h="306967">
                  <a:moveTo>
                    <a:pt x="0" y="306967"/>
                  </a:moveTo>
                  <a:lnTo>
                    <a:pt x="15599" y="306858"/>
                  </a:lnTo>
                  <a:lnTo>
                    <a:pt x="31199" y="306735"/>
                  </a:lnTo>
                  <a:lnTo>
                    <a:pt x="46798" y="306582"/>
                  </a:lnTo>
                  <a:lnTo>
                    <a:pt x="62398" y="306383"/>
                  </a:lnTo>
                  <a:lnTo>
                    <a:pt x="77998" y="306129"/>
                  </a:lnTo>
                  <a:lnTo>
                    <a:pt x="93597" y="305813"/>
                  </a:lnTo>
                  <a:lnTo>
                    <a:pt x="109197" y="305438"/>
                  </a:lnTo>
                  <a:lnTo>
                    <a:pt x="124796" y="305009"/>
                  </a:lnTo>
                  <a:lnTo>
                    <a:pt x="140396" y="304537"/>
                  </a:lnTo>
                  <a:lnTo>
                    <a:pt x="155996" y="304036"/>
                  </a:lnTo>
                  <a:lnTo>
                    <a:pt x="171595" y="303517"/>
                  </a:lnTo>
                  <a:lnTo>
                    <a:pt x="187195" y="302991"/>
                  </a:lnTo>
                  <a:lnTo>
                    <a:pt x="202795" y="302465"/>
                  </a:lnTo>
                  <a:lnTo>
                    <a:pt x="218394" y="301944"/>
                  </a:lnTo>
                  <a:lnTo>
                    <a:pt x="233994" y="301428"/>
                  </a:lnTo>
                  <a:lnTo>
                    <a:pt x="249593" y="300915"/>
                  </a:lnTo>
                  <a:lnTo>
                    <a:pt x="265193" y="300400"/>
                  </a:lnTo>
                  <a:lnTo>
                    <a:pt x="280793" y="299879"/>
                  </a:lnTo>
                  <a:lnTo>
                    <a:pt x="296392" y="299344"/>
                  </a:lnTo>
                  <a:lnTo>
                    <a:pt x="311992" y="298787"/>
                  </a:lnTo>
                  <a:lnTo>
                    <a:pt x="327592" y="298194"/>
                  </a:lnTo>
                  <a:lnTo>
                    <a:pt x="343191" y="297553"/>
                  </a:lnTo>
                  <a:lnTo>
                    <a:pt x="358791" y="296847"/>
                  </a:lnTo>
                  <a:lnTo>
                    <a:pt x="374390" y="296063"/>
                  </a:lnTo>
                  <a:lnTo>
                    <a:pt x="389990" y="295191"/>
                  </a:lnTo>
                  <a:lnTo>
                    <a:pt x="405590" y="294225"/>
                  </a:lnTo>
                  <a:lnTo>
                    <a:pt x="421189" y="293164"/>
                  </a:lnTo>
                  <a:lnTo>
                    <a:pt x="436789" y="292029"/>
                  </a:lnTo>
                  <a:lnTo>
                    <a:pt x="452389" y="290842"/>
                  </a:lnTo>
                  <a:lnTo>
                    <a:pt x="467988" y="289627"/>
                  </a:lnTo>
                  <a:lnTo>
                    <a:pt x="483588" y="288407"/>
                  </a:lnTo>
                  <a:lnTo>
                    <a:pt x="499187" y="287201"/>
                  </a:lnTo>
                  <a:lnTo>
                    <a:pt x="514787" y="286020"/>
                  </a:lnTo>
                  <a:lnTo>
                    <a:pt x="530387" y="284864"/>
                  </a:lnTo>
                  <a:lnTo>
                    <a:pt x="545986" y="283725"/>
                  </a:lnTo>
                  <a:lnTo>
                    <a:pt x="561586" y="282586"/>
                  </a:lnTo>
                  <a:lnTo>
                    <a:pt x="577186" y="281425"/>
                  </a:lnTo>
                  <a:lnTo>
                    <a:pt x="592785" y="280217"/>
                  </a:lnTo>
                  <a:lnTo>
                    <a:pt x="608385" y="278938"/>
                  </a:lnTo>
                  <a:lnTo>
                    <a:pt x="623984" y="277571"/>
                  </a:lnTo>
                  <a:lnTo>
                    <a:pt x="639584" y="276113"/>
                  </a:lnTo>
                  <a:lnTo>
                    <a:pt x="655184" y="274565"/>
                  </a:lnTo>
                  <a:lnTo>
                    <a:pt x="670783" y="272936"/>
                  </a:lnTo>
                  <a:lnTo>
                    <a:pt x="686383" y="271235"/>
                  </a:lnTo>
                  <a:lnTo>
                    <a:pt x="701983" y="269476"/>
                  </a:lnTo>
                  <a:lnTo>
                    <a:pt x="717582" y="267673"/>
                  </a:lnTo>
                  <a:lnTo>
                    <a:pt x="733182" y="265842"/>
                  </a:lnTo>
                  <a:lnTo>
                    <a:pt x="748781" y="263997"/>
                  </a:lnTo>
                  <a:lnTo>
                    <a:pt x="764381" y="262152"/>
                  </a:lnTo>
                  <a:lnTo>
                    <a:pt x="779981" y="260321"/>
                  </a:lnTo>
                  <a:lnTo>
                    <a:pt x="795580" y="258511"/>
                  </a:lnTo>
                  <a:lnTo>
                    <a:pt x="811180" y="256728"/>
                  </a:lnTo>
                  <a:lnTo>
                    <a:pt x="826780" y="254961"/>
                  </a:lnTo>
                  <a:lnTo>
                    <a:pt x="842379" y="253189"/>
                  </a:lnTo>
                  <a:lnTo>
                    <a:pt x="857979" y="251387"/>
                  </a:lnTo>
                  <a:lnTo>
                    <a:pt x="873578" y="249520"/>
                  </a:lnTo>
                  <a:lnTo>
                    <a:pt x="889178" y="247556"/>
                  </a:lnTo>
                  <a:lnTo>
                    <a:pt x="904778" y="245467"/>
                  </a:lnTo>
                  <a:lnTo>
                    <a:pt x="920377" y="243237"/>
                  </a:lnTo>
                  <a:lnTo>
                    <a:pt x="935977" y="240858"/>
                  </a:lnTo>
                  <a:lnTo>
                    <a:pt x="951577" y="238337"/>
                  </a:lnTo>
                  <a:lnTo>
                    <a:pt x="967176" y="235690"/>
                  </a:lnTo>
                  <a:lnTo>
                    <a:pt x="982776" y="232938"/>
                  </a:lnTo>
                  <a:lnTo>
                    <a:pt x="998375" y="230099"/>
                  </a:lnTo>
                  <a:lnTo>
                    <a:pt x="1013975" y="227181"/>
                  </a:lnTo>
                  <a:lnTo>
                    <a:pt x="1029575" y="224187"/>
                  </a:lnTo>
                  <a:lnTo>
                    <a:pt x="1045174" y="221100"/>
                  </a:lnTo>
                  <a:lnTo>
                    <a:pt x="1060774" y="217890"/>
                  </a:lnTo>
                  <a:lnTo>
                    <a:pt x="1076374" y="214527"/>
                  </a:lnTo>
                  <a:lnTo>
                    <a:pt x="1091973" y="210977"/>
                  </a:lnTo>
                  <a:lnTo>
                    <a:pt x="1107573" y="207216"/>
                  </a:lnTo>
                  <a:lnTo>
                    <a:pt x="1123172" y="203234"/>
                  </a:lnTo>
                  <a:lnTo>
                    <a:pt x="1138772" y="199038"/>
                  </a:lnTo>
                  <a:lnTo>
                    <a:pt x="1154372" y="194653"/>
                  </a:lnTo>
                  <a:lnTo>
                    <a:pt x="1169971" y="190121"/>
                  </a:lnTo>
                  <a:lnTo>
                    <a:pt x="1185571" y="185498"/>
                  </a:lnTo>
                  <a:lnTo>
                    <a:pt x="1201171" y="180845"/>
                  </a:lnTo>
                  <a:lnTo>
                    <a:pt x="1216770" y="176229"/>
                  </a:lnTo>
                  <a:lnTo>
                    <a:pt x="1232370" y="171695"/>
                  </a:lnTo>
                  <a:lnTo>
                    <a:pt x="1247969" y="167275"/>
                  </a:lnTo>
                  <a:lnTo>
                    <a:pt x="1263569" y="162985"/>
                  </a:lnTo>
                  <a:lnTo>
                    <a:pt x="1279169" y="158829"/>
                  </a:lnTo>
                  <a:lnTo>
                    <a:pt x="1294768" y="154797"/>
                  </a:lnTo>
                  <a:lnTo>
                    <a:pt x="1310368" y="150874"/>
                  </a:lnTo>
                  <a:lnTo>
                    <a:pt x="1325968" y="147041"/>
                  </a:lnTo>
                  <a:lnTo>
                    <a:pt x="1341567" y="143275"/>
                  </a:lnTo>
                  <a:lnTo>
                    <a:pt x="1357167" y="139557"/>
                  </a:lnTo>
                  <a:lnTo>
                    <a:pt x="1372766" y="135867"/>
                  </a:lnTo>
                  <a:lnTo>
                    <a:pt x="1388366" y="132193"/>
                  </a:lnTo>
                  <a:lnTo>
                    <a:pt x="1403966" y="128536"/>
                  </a:lnTo>
                  <a:lnTo>
                    <a:pt x="1419565" y="124909"/>
                  </a:lnTo>
                  <a:lnTo>
                    <a:pt x="1435165" y="121338"/>
                  </a:lnTo>
                  <a:lnTo>
                    <a:pt x="1450765" y="117865"/>
                  </a:lnTo>
                  <a:lnTo>
                    <a:pt x="1466364" y="114536"/>
                  </a:lnTo>
                  <a:lnTo>
                    <a:pt x="1481964" y="111397"/>
                  </a:lnTo>
                  <a:lnTo>
                    <a:pt x="1497563" y="108481"/>
                  </a:lnTo>
                  <a:lnTo>
                    <a:pt x="1513163" y="105805"/>
                  </a:lnTo>
                  <a:lnTo>
                    <a:pt x="1528763" y="103363"/>
                  </a:lnTo>
                  <a:lnTo>
                    <a:pt x="1544362" y="101120"/>
                  </a:lnTo>
                  <a:lnTo>
                    <a:pt x="1559962" y="99019"/>
                  </a:lnTo>
                  <a:lnTo>
                    <a:pt x="1575562" y="96982"/>
                  </a:lnTo>
                  <a:lnTo>
                    <a:pt x="1591161" y="94917"/>
                  </a:lnTo>
                  <a:lnTo>
                    <a:pt x="1606761" y="92719"/>
                  </a:lnTo>
                  <a:lnTo>
                    <a:pt x="1622360" y="90308"/>
                  </a:lnTo>
                  <a:lnTo>
                    <a:pt x="1637960" y="87621"/>
                  </a:lnTo>
                  <a:lnTo>
                    <a:pt x="1653560" y="84610"/>
                  </a:lnTo>
                  <a:lnTo>
                    <a:pt x="1669159" y="81246"/>
                  </a:lnTo>
                  <a:lnTo>
                    <a:pt x="1684759" y="77522"/>
                  </a:lnTo>
                  <a:lnTo>
                    <a:pt x="1700359" y="73450"/>
                  </a:lnTo>
                  <a:lnTo>
                    <a:pt x="1715958" y="69060"/>
                  </a:lnTo>
                  <a:lnTo>
                    <a:pt x="1731558" y="64398"/>
                  </a:lnTo>
                  <a:lnTo>
                    <a:pt x="1747157" y="59527"/>
                  </a:lnTo>
                  <a:lnTo>
                    <a:pt x="1762757" y="54517"/>
                  </a:lnTo>
                  <a:lnTo>
                    <a:pt x="1778357" y="49444"/>
                  </a:lnTo>
                  <a:lnTo>
                    <a:pt x="1793956" y="44391"/>
                  </a:lnTo>
                  <a:lnTo>
                    <a:pt x="1809556" y="39439"/>
                  </a:lnTo>
                  <a:lnTo>
                    <a:pt x="1825156" y="34654"/>
                  </a:lnTo>
                  <a:lnTo>
                    <a:pt x="1840755" y="30095"/>
                  </a:lnTo>
                  <a:lnTo>
                    <a:pt x="1856355" y="25813"/>
                  </a:lnTo>
                  <a:lnTo>
                    <a:pt x="1871954" y="21855"/>
                  </a:lnTo>
                  <a:lnTo>
                    <a:pt x="1887554" y="18261"/>
                  </a:lnTo>
                  <a:lnTo>
                    <a:pt x="1903154" y="15065"/>
                  </a:lnTo>
                  <a:lnTo>
                    <a:pt x="1918753" y="12293"/>
                  </a:lnTo>
                  <a:lnTo>
                    <a:pt x="1934353" y="9957"/>
                  </a:lnTo>
                  <a:lnTo>
                    <a:pt x="1949953" y="8057"/>
                  </a:lnTo>
                  <a:lnTo>
                    <a:pt x="1965552" y="6577"/>
                  </a:lnTo>
                  <a:lnTo>
                    <a:pt x="1981152" y="5482"/>
                  </a:lnTo>
                  <a:lnTo>
                    <a:pt x="1996751" y="4740"/>
                  </a:lnTo>
                  <a:lnTo>
                    <a:pt x="2012351" y="4243"/>
                  </a:lnTo>
                  <a:lnTo>
                    <a:pt x="2027951" y="3912"/>
                  </a:lnTo>
                  <a:lnTo>
                    <a:pt x="2043550" y="3663"/>
                  </a:lnTo>
                  <a:lnTo>
                    <a:pt x="2059150" y="3422"/>
                  </a:lnTo>
                  <a:lnTo>
                    <a:pt x="2074750" y="3129"/>
                  </a:lnTo>
                  <a:lnTo>
                    <a:pt x="2090349" y="2747"/>
                  </a:lnTo>
                  <a:lnTo>
                    <a:pt x="2105949" y="2266"/>
                  </a:lnTo>
                  <a:lnTo>
                    <a:pt x="2121548" y="1707"/>
                  </a:lnTo>
                  <a:lnTo>
                    <a:pt x="2137148" y="1120"/>
                  </a:lnTo>
                  <a:lnTo>
                    <a:pt x="2152748" y="578"/>
                  </a:lnTo>
                  <a:lnTo>
                    <a:pt x="2168347" y="171"/>
                  </a:lnTo>
                  <a:lnTo>
                    <a:pt x="2183947" y="0"/>
                  </a:lnTo>
                  <a:lnTo>
                    <a:pt x="2199547" y="159"/>
                  </a:lnTo>
                  <a:lnTo>
                    <a:pt x="2215146" y="685"/>
                  </a:lnTo>
                  <a:lnTo>
                    <a:pt x="2230746" y="1596"/>
                  </a:lnTo>
                  <a:lnTo>
                    <a:pt x="2246345" y="2878"/>
                  </a:lnTo>
                  <a:lnTo>
                    <a:pt x="2261945" y="4492"/>
                  </a:lnTo>
                  <a:lnTo>
                    <a:pt x="2277545" y="6384"/>
                  </a:lnTo>
                  <a:lnTo>
                    <a:pt x="2293144" y="8489"/>
                  </a:lnTo>
                  <a:lnTo>
                    <a:pt x="2308744" y="10745"/>
                  </a:lnTo>
                  <a:lnTo>
                    <a:pt x="2324344" y="13096"/>
                  </a:lnTo>
                  <a:lnTo>
                    <a:pt x="2339943" y="15501"/>
                  </a:lnTo>
                  <a:lnTo>
                    <a:pt x="2355543" y="17927"/>
                  </a:lnTo>
                  <a:lnTo>
                    <a:pt x="2371142" y="20351"/>
                  </a:lnTo>
                  <a:lnTo>
                    <a:pt x="2386742" y="22746"/>
                  </a:lnTo>
                  <a:lnTo>
                    <a:pt x="2402342" y="25083"/>
                  </a:lnTo>
                  <a:lnTo>
                    <a:pt x="2417941" y="27324"/>
                  </a:lnTo>
                  <a:lnTo>
                    <a:pt x="2433541" y="29420"/>
                  </a:lnTo>
                  <a:lnTo>
                    <a:pt x="2449141" y="31317"/>
                  </a:lnTo>
                  <a:lnTo>
                    <a:pt x="2464740" y="32961"/>
                  </a:lnTo>
                  <a:lnTo>
                    <a:pt x="2480340" y="34310"/>
                  </a:lnTo>
                  <a:lnTo>
                    <a:pt x="2495939" y="35346"/>
                  </a:lnTo>
                  <a:lnTo>
                    <a:pt x="2511539" y="36081"/>
                  </a:lnTo>
                  <a:lnTo>
                    <a:pt x="2527139" y="36568"/>
                  </a:lnTo>
                  <a:lnTo>
                    <a:pt x="2542738" y="36898"/>
                  </a:lnTo>
                  <a:lnTo>
                    <a:pt x="2558338" y="37196"/>
                  </a:lnTo>
                  <a:lnTo>
                    <a:pt x="2573938" y="37620"/>
                  </a:lnTo>
                  <a:lnTo>
                    <a:pt x="2589537" y="38370"/>
                  </a:lnTo>
                  <a:lnTo>
                    <a:pt x="2605137" y="39584"/>
                  </a:lnTo>
                  <a:lnTo>
                    <a:pt x="2620736" y="41383"/>
                  </a:lnTo>
                  <a:lnTo>
                    <a:pt x="2636336" y="43847"/>
                  </a:lnTo>
                  <a:lnTo>
                    <a:pt x="2651936" y="47017"/>
                  </a:lnTo>
                  <a:lnTo>
                    <a:pt x="2667535" y="50890"/>
                  </a:lnTo>
                  <a:lnTo>
                    <a:pt x="2683135" y="55423"/>
                  </a:lnTo>
                  <a:lnTo>
                    <a:pt x="2698735" y="60541"/>
                  </a:lnTo>
                  <a:lnTo>
                    <a:pt x="2714334" y="66146"/>
                  </a:lnTo>
                  <a:lnTo>
                    <a:pt x="2729934" y="72120"/>
                  </a:lnTo>
                  <a:lnTo>
                    <a:pt x="2745533" y="78339"/>
                  </a:lnTo>
                  <a:lnTo>
                    <a:pt x="2761133" y="84678"/>
                  </a:lnTo>
                  <a:lnTo>
                    <a:pt x="2776733" y="91017"/>
                  </a:lnTo>
                  <a:lnTo>
                    <a:pt x="2792332" y="97249"/>
                  </a:lnTo>
                  <a:lnTo>
                    <a:pt x="2807932" y="103306"/>
                  </a:lnTo>
                  <a:lnTo>
                    <a:pt x="2823532" y="109154"/>
                  </a:lnTo>
                  <a:lnTo>
                    <a:pt x="2839131" y="114779"/>
                  </a:lnTo>
                  <a:lnTo>
                    <a:pt x="2854731" y="120191"/>
                  </a:lnTo>
                  <a:lnTo>
                    <a:pt x="2870330" y="125409"/>
                  </a:lnTo>
                  <a:lnTo>
                    <a:pt x="2885930" y="130456"/>
                  </a:lnTo>
                  <a:lnTo>
                    <a:pt x="2901530" y="135348"/>
                  </a:lnTo>
                  <a:lnTo>
                    <a:pt x="2917129" y="140089"/>
                  </a:lnTo>
                  <a:lnTo>
                    <a:pt x="2932729" y="144669"/>
                  </a:lnTo>
                  <a:lnTo>
                    <a:pt x="2948329" y="149068"/>
                  </a:lnTo>
                  <a:lnTo>
                    <a:pt x="2963928" y="153257"/>
                  </a:lnTo>
                  <a:lnTo>
                    <a:pt x="2979528" y="157190"/>
                  </a:lnTo>
                  <a:lnTo>
                    <a:pt x="2995127" y="160870"/>
                  </a:lnTo>
                  <a:lnTo>
                    <a:pt x="3010727" y="164307"/>
                  </a:lnTo>
                  <a:lnTo>
                    <a:pt x="3026327" y="167527"/>
                  </a:lnTo>
                  <a:lnTo>
                    <a:pt x="3041926" y="170571"/>
                  </a:lnTo>
                  <a:lnTo>
                    <a:pt x="3057526" y="173490"/>
                  </a:lnTo>
                  <a:lnTo>
                    <a:pt x="3073126" y="176338"/>
                  </a:lnTo>
                  <a:lnTo>
                    <a:pt x="3088725" y="179162"/>
                  </a:lnTo>
                  <a:lnTo>
                    <a:pt x="3104325" y="182000"/>
                  </a:lnTo>
                  <a:lnTo>
                    <a:pt x="3119924" y="184872"/>
                  </a:lnTo>
                  <a:lnTo>
                    <a:pt x="3135524" y="187784"/>
                  </a:lnTo>
                  <a:lnTo>
                    <a:pt x="3151124" y="190727"/>
                  </a:lnTo>
                  <a:lnTo>
                    <a:pt x="3166723" y="193683"/>
                  </a:lnTo>
                  <a:lnTo>
                    <a:pt x="3182323" y="196622"/>
                  </a:lnTo>
                  <a:lnTo>
                    <a:pt x="3197923" y="199517"/>
                  </a:lnTo>
                  <a:lnTo>
                    <a:pt x="3213522" y="202346"/>
                  </a:lnTo>
                  <a:lnTo>
                    <a:pt x="3229122" y="205088"/>
                  </a:lnTo>
                  <a:lnTo>
                    <a:pt x="3244721" y="207728"/>
                  </a:lnTo>
                  <a:lnTo>
                    <a:pt x="3260321" y="210253"/>
                  </a:lnTo>
                  <a:lnTo>
                    <a:pt x="3275921" y="212652"/>
                  </a:lnTo>
                  <a:lnTo>
                    <a:pt x="3291520" y="214918"/>
                  </a:lnTo>
                  <a:lnTo>
                    <a:pt x="3307120" y="217050"/>
                  </a:lnTo>
                  <a:lnTo>
                    <a:pt x="3322720" y="219050"/>
                  </a:lnTo>
                  <a:lnTo>
                    <a:pt x="3338319" y="220929"/>
                  </a:lnTo>
                  <a:lnTo>
                    <a:pt x="3353919" y="222702"/>
                  </a:lnTo>
                  <a:lnTo>
                    <a:pt x="3369518" y="224389"/>
                  </a:lnTo>
                  <a:lnTo>
                    <a:pt x="3385118" y="226024"/>
                  </a:lnTo>
                  <a:lnTo>
                    <a:pt x="3400718" y="227637"/>
                  </a:lnTo>
                  <a:lnTo>
                    <a:pt x="3416317" y="229252"/>
                  </a:lnTo>
                  <a:lnTo>
                    <a:pt x="3431917" y="230890"/>
                  </a:lnTo>
                  <a:lnTo>
                    <a:pt x="3447517" y="232564"/>
                  </a:lnTo>
                  <a:lnTo>
                    <a:pt x="3463116" y="234281"/>
                  </a:lnTo>
                  <a:lnTo>
                    <a:pt x="3478716" y="236043"/>
                  </a:lnTo>
                  <a:lnTo>
                    <a:pt x="3494315" y="237851"/>
                  </a:lnTo>
                  <a:lnTo>
                    <a:pt x="3509915" y="239702"/>
                  </a:lnTo>
                  <a:lnTo>
                    <a:pt x="3525515" y="241593"/>
                  </a:lnTo>
                  <a:lnTo>
                    <a:pt x="3541114" y="243523"/>
                  </a:lnTo>
                  <a:lnTo>
                    <a:pt x="3556714" y="245490"/>
                  </a:lnTo>
                  <a:lnTo>
                    <a:pt x="3572314" y="247496"/>
                  </a:lnTo>
                  <a:lnTo>
                    <a:pt x="3587913" y="249538"/>
                  </a:lnTo>
                  <a:lnTo>
                    <a:pt x="3603513" y="251612"/>
                  </a:lnTo>
                  <a:lnTo>
                    <a:pt x="3619112" y="253715"/>
                  </a:lnTo>
                  <a:lnTo>
                    <a:pt x="3634712" y="255844"/>
                  </a:lnTo>
                  <a:lnTo>
                    <a:pt x="3650312" y="257995"/>
                  </a:lnTo>
                  <a:lnTo>
                    <a:pt x="3665911" y="260166"/>
                  </a:lnTo>
                  <a:lnTo>
                    <a:pt x="3681511" y="262357"/>
                  </a:lnTo>
                  <a:lnTo>
                    <a:pt x="3697111" y="264570"/>
                  </a:lnTo>
                  <a:lnTo>
                    <a:pt x="3712710" y="266804"/>
                  </a:lnTo>
                  <a:lnTo>
                    <a:pt x="3728310" y="269059"/>
                  </a:lnTo>
                  <a:lnTo>
                    <a:pt x="3743909" y="271326"/>
                  </a:lnTo>
                  <a:lnTo>
                    <a:pt x="3759509" y="273592"/>
                  </a:lnTo>
                  <a:lnTo>
                    <a:pt x="3775109" y="275823"/>
                  </a:lnTo>
                  <a:lnTo>
                    <a:pt x="3790708" y="277983"/>
                  </a:lnTo>
                  <a:lnTo>
                    <a:pt x="3806308" y="280030"/>
                  </a:lnTo>
                  <a:lnTo>
                    <a:pt x="3821908" y="281921"/>
                  </a:lnTo>
                  <a:lnTo>
                    <a:pt x="3837507" y="283622"/>
                  </a:lnTo>
                  <a:lnTo>
                    <a:pt x="3853107" y="285113"/>
                  </a:lnTo>
                  <a:lnTo>
                    <a:pt x="3868706" y="286394"/>
                  </a:lnTo>
                  <a:lnTo>
                    <a:pt x="3884306" y="287483"/>
                  </a:lnTo>
                  <a:lnTo>
                    <a:pt x="3899906" y="288421"/>
                  </a:lnTo>
                  <a:lnTo>
                    <a:pt x="3915505" y="289260"/>
                  </a:lnTo>
                  <a:lnTo>
                    <a:pt x="3931105" y="290061"/>
                  </a:lnTo>
                  <a:lnTo>
                    <a:pt x="3946705" y="290878"/>
                  </a:lnTo>
                  <a:lnTo>
                    <a:pt x="3962304" y="291761"/>
                  </a:lnTo>
                  <a:lnTo>
                    <a:pt x="3977904" y="292731"/>
                  </a:lnTo>
                  <a:lnTo>
                    <a:pt x="3993503" y="293781"/>
                  </a:lnTo>
                  <a:lnTo>
                    <a:pt x="4009103" y="294887"/>
                  </a:lnTo>
                  <a:lnTo>
                    <a:pt x="4024703" y="296013"/>
                  </a:lnTo>
                  <a:lnTo>
                    <a:pt x="4040302" y="297116"/>
                  </a:lnTo>
                  <a:lnTo>
                    <a:pt x="4055902" y="298157"/>
                  </a:lnTo>
                  <a:lnTo>
                    <a:pt x="4071502" y="299103"/>
                  </a:lnTo>
                  <a:lnTo>
                    <a:pt x="4087101" y="299933"/>
                  </a:lnTo>
                  <a:lnTo>
                    <a:pt x="4102701" y="300641"/>
                  </a:lnTo>
                  <a:lnTo>
                    <a:pt x="4118300" y="301232"/>
                  </a:lnTo>
                  <a:lnTo>
                    <a:pt x="4133900" y="301723"/>
                  </a:lnTo>
                  <a:lnTo>
                    <a:pt x="4149500" y="302136"/>
                  </a:lnTo>
                  <a:lnTo>
                    <a:pt x="4165099" y="302496"/>
                  </a:lnTo>
                  <a:lnTo>
                    <a:pt x="4180699" y="302832"/>
                  </a:lnTo>
                  <a:lnTo>
                    <a:pt x="4196299" y="303166"/>
                  </a:lnTo>
                  <a:lnTo>
                    <a:pt x="4211898" y="303510"/>
                  </a:lnTo>
                  <a:lnTo>
                    <a:pt x="4227498" y="303874"/>
                  </a:lnTo>
                  <a:lnTo>
                    <a:pt x="4243097" y="304262"/>
                  </a:lnTo>
                  <a:lnTo>
                    <a:pt x="4258697" y="304674"/>
                  </a:lnTo>
                  <a:lnTo>
                    <a:pt x="4274297" y="305106"/>
                  </a:lnTo>
                  <a:lnTo>
                    <a:pt x="4289896" y="305553"/>
                  </a:lnTo>
                  <a:lnTo>
                    <a:pt x="4305496" y="306007"/>
                  </a:lnTo>
                  <a:lnTo>
                    <a:pt x="4321096" y="306457"/>
                  </a:lnTo>
                  <a:lnTo>
                    <a:pt x="4336695" y="306892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444702" y="1580644"/>
              <a:ext cx="3478716" cy="395204"/>
            </a:xfrm>
            <a:custGeom>
              <a:avLst/>
              <a:pathLst>
                <a:path w="3478716" h="395204">
                  <a:moveTo>
                    <a:pt x="0" y="391539"/>
                  </a:moveTo>
                  <a:lnTo>
                    <a:pt x="15599" y="391418"/>
                  </a:lnTo>
                  <a:lnTo>
                    <a:pt x="31199" y="391327"/>
                  </a:lnTo>
                  <a:lnTo>
                    <a:pt x="46798" y="391262"/>
                  </a:lnTo>
                  <a:lnTo>
                    <a:pt x="62398" y="391213"/>
                  </a:lnTo>
                  <a:lnTo>
                    <a:pt x="77998" y="391167"/>
                  </a:lnTo>
                  <a:lnTo>
                    <a:pt x="93597" y="391102"/>
                  </a:lnTo>
                  <a:lnTo>
                    <a:pt x="109197" y="390989"/>
                  </a:lnTo>
                  <a:lnTo>
                    <a:pt x="124796" y="390802"/>
                  </a:lnTo>
                  <a:lnTo>
                    <a:pt x="140396" y="390511"/>
                  </a:lnTo>
                  <a:lnTo>
                    <a:pt x="155996" y="390094"/>
                  </a:lnTo>
                  <a:lnTo>
                    <a:pt x="171595" y="389530"/>
                  </a:lnTo>
                  <a:lnTo>
                    <a:pt x="187195" y="388809"/>
                  </a:lnTo>
                  <a:lnTo>
                    <a:pt x="202795" y="387931"/>
                  </a:lnTo>
                  <a:lnTo>
                    <a:pt x="218394" y="386906"/>
                  </a:lnTo>
                  <a:lnTo>
                    <a:pt x="233994" y="385752"/>
                  </a:lnTo>
                  <a:lnTo>
                    <a:pt x="249593" y="384496"/>
                  </a:lnTo>
                  <a:lnTo>
                    <a:pt x="265193" y="383166"/>
                  </a:lnTo>
                  <a:lnTo>
                    <a:pt x="280793" y="381795"/>
                  </a:lnTo>
                  <a:lnTo>
                    <a:pt x="296392" y="380414"/>
                  </a:lnTo>
                  <a:lnTo>
                    <a:pt x="311992" y="379048"/>
                  </a:lnTo>
                  <a:lnTo>
                    <a:pt x="327592" y="377718"/>
                  </a:lnTo>
                  <a:lnTo>
                    <a:pt x="343191" y="376438"/>
                  </a:lnTo>
                  <a:lnTo>
                    <a:pt x="358791" y="375217"/>
                  </a:lnTo>
                  <a:lnTo>
                    <a:pt x="374390" y="374066"/>
                  </a:lnTo>
                  <a:lnTo>
                    <a:pt x="389990" y="372989"/>
                  </a:lnTo>
                  <a:lnTo>
                    <a:pt x="405590" y="371989"/>
                  </a:lnTo>
                  <a:lnTo>
                    <a:pt x="421189" y="371066"/>
                  </a:lnTo>
                  <a:lnTo>
                    <a:pt x="436789" y="370211"/>
                  </a:lnTo>
                  <a:lnTo>
                    <a:pt x="452389" y="369408"/>
                  </a:lnTo>
                  <a:lnTo>
                    <a:pt x="467988" y="368629"/>
                  </a:lnTo>
                  <a:lnTo>
                    <a:pt x="483588" y="367838"/>
                  </a:lnTo>
                  <a:lnTo>
                    <a:pt x="499187" y="366983"/>
                  </a:lnTo>
                  <a:lnTo>
                    <a:pt x="514787" y="366019"/>
                  </a:lnTo>
                  <a:lnTo>
                    <a:pt x="530387" y="364905"/>
                  </a:lnTo>
                  <a:lnTo>
                    <a:pt x="545986" y="363610"/>
                  </a:lnTo>
                  <a:lnTo>
                    <a:pt x="561586" y="362113"/>
                  </a:lnTo>
                  <a:lnTo>
                    <a:pt x="577186" y="360407"/>
                  </a:lnTo>
                  <a:lnTo>
                    <a:pt x="592785" y="358490"/>
                  </a:lnTo>
                  <a:lnTo>
                    <a:pt x="608385" y="356367"/>
                  </a:lnTo>
                  <a:lnTo>
                    <a:pt x="623984" y="354039"/>
                  </a:lnTo>
                  <a:lnTo>
                    <a:pt x="639584" y="351499"/>
                  </a:lnTo>
                  <a:lnTo>
                    <a:pt x="655184" y="348729"/>
                  </a:lnTo>
                  <a:lnTo>
                    <a:pt x="670783" y="345700"/>
                  </a:lnTo>
                  <a:lnTo>
                    <a:pt x="686383" y="342358"/>
                  </a:lnTo>
                  <a:lnTo>
                    <a:pt x="701983" y="338666"/>
                  </a:lnTo>
                  <a:lnTo>
                    <a:pt x="717582" y="334618"/>
                  </a:lnTo>
                  <a:lnTo>
                    <a:pt x="733182" y="330214"/>
                  </a:lnTo>
                  <a:lnTo>
                    <a:pt x="748781" y="325484"/>
                  </a:lnTo>
                  <a:lnTo>
                    <a:pt x="764381" y="320481"/>
                  </a:lnTo>
                  <a:lnTo>
                    <a:pt x="779981" y="315276"/>
                  </a:lnTo>
                  <a:lnTo>
                    <a:pt x="795580" y="309952"/>
                  </a:lnTo>
                  <a:lnTo>
                    <a:pt x="811180" y="304587"/>
                  </a:lnTo>
                  <a:lnTo>
                    <a:pt x="826780" y="299244"/>
                  </a:lnTo>
                  <a:lnTo>
                    <a:pt x="842379" y="293962"/>
                  </a:lnTo>
                  <a:lnTo>
                    <a:pt x="857979" y="288750"/>
                  </a:lnTo>
                  <a:lnTo>
                    <a:pt x="873578" y="283587"/>
                  </a:lnTo>
                  <a:lnTo>
                    <a:pt x="889178" y="278423"/>
                  </a:lnTo>
                  <a:lnTo>
                    <a:pt x="904778" y="273196"/>
                  </a:lnTo>
                  <a:lnTo>
                    <a:pt x="920377" y="267847"/>
                  </a:lnTo>
                  <a:lnTo>
                    <a:pt x="935977" y="262335"/>
                  </a:lnTo>
                  <a:lnTo>
                    <a:pt x="951577" y="256633"/>
                  </a:lnTo>
                  <a:lnTo>
                    <a:pt x="967176" y="250736"/>
                  </a:lnTo>
                  <a:lnTo>
                    <a:pt x="982776" y="244656"/>
                  </a:lnTo>
                  <a:lnTo>
                    <a:pt x="998375" y="238427"/>
                  </a:lnTo>
                  <a:lnTo>
                    <a:pt x="1013975" y="232093"/>
                  </a:lnTo>
                  <a:lnTo>
                    <a:pt x="1029575" y="225711"/>
                  </a:lnTo>
                  <a:lnTo>
                    <a:pt x="1045174" y="219347"/>
                  </a:lnTo>
                  <a:lnTo>
                    <a:pt x="1060774" y="213071"/>
                  </a:lnTo>
                  <a:lnTo>
                    <a:pt x="1076374" y="206964"/>
                  </a:lnTo>
                  <a:lnTo>
                    <a:pt x="1091973" y="201111"/>
                  </a:lnTo>
                  <a:lnTo>
                    <a:pt x="1107573" y="195552"/>
                  </a:lnTo>
                  <a:lnTo>
                    <a:pt x="1123172" y="190316"/>
                  </a:lnTo>
                  <a:lnTo>
                    <a:pt x="1138772" y="185394"/>
                  </a:lnTo>
                  <a:lnTo>
                    <a:pt x="1154372" y="180742"/>
                  </a:lnTo>
                  <a:lnTo>
                    <a:pt x="1169971" y="176276"/>
                  </a:lnTo>
                  <a:lnTo>
                    <a:pt x="1185571" y="171875"/>
                  </a:lnTo>
                  <a:lnTo>
                    <a:pt x="1201171" y="167397"/>
                  </a:lnTo>
                  <a:lnTo>
                    <a:pt x="1216770" y="162692"/>
                  </a:lnTo>
                  <a:lnTo>
                    <a:pt x="1232370" y="157622"/>
                  </a:lnTo>
                  <a:lnTo>
                    <a:pt x="1247969" y="152082"/>
                  </a:lnTo>
                  <a:lnTo>
                    <a:pt x="1263569" y="146016"/>
                  </a:lnTo>
                  <a:lnTo>
                    <a:pt x="1279169" y="139403"/>
                  </a:lnTo>
                  <a:lnTo>
                    <a:pt x="1294768" y="132349"/>
                  </a:lnTo>
                  <a:lnTo>
                    <a:pt x="1310368" y="125006"/>
                  </a:lnTo>
                  <a:lnTo>
                    <a:pt x="1325968" y="117544"/>
                  </a:lnTo>
                  <a:lnTo>
                    <a:pt x="1341567" y="110139"/>
                  </a:lnTo>
                  <a:lnTo>
                    <a:pt x="1357167" y="102954"/>
                  </a:lnTo>
                  <a:lnTo>
                    <a:pt x="1372766" y="96118"/>
                  </a:lnTo>
                  <a:lnTo>
                    <a:pt x="1388366" y="89712"/>
                  </a:lnTo>
                  <a:lnTo>
                    <a:pt x="1403966" y="83763"/>
                  </a:lnTo>
                  <a:lnTo>
                    <a:pt x="1419565" y="78246"/>
                  </a:lnTo>
                  <a:lnTo>
                    <a:pt x="1435165" y="73093"/>
                  </a:lnTo>
                  <a:lnTo>
                    <a:pt x="1450765" y="68207"/>
                  </a:lnTo>
                  <a:lnTo>
                    <a:pt x="1466364" y="63482"/>
                  </a:lnTo>
                  <a:lnTo>
                    <a:pt x="1481964" y="58825"/>
                  </a:lnTo>
                  <a:lnTo>
                    <a:pt x="1497563" y="54175"/>
                  </a:lnTo>
                  <a:lnTo>
                    <a:pt x="1513163" y="49535"/>
                  </a:lnTo>
                  <a:lnTo>
                    <a:pt x="1528763" y="44961"/>
                  </a:lnTo>
                  <a:lnTo>
                    <a:pt x="1544362" y="40551"/>
                  </a:lnTo>
                  <a:lnTo>
                    <a:pt x="1559962" y="36438"/>
                  </a:lnTo>
                  <a:lnTo>
                    <a:pt x="1575562" y="32761"/>
                  </a:lnTo>
                  <a:lnTo>
                    <a:pt x="1591161" y="29651"/>
                  </a:lnTo>
                  <a:lnTo>
                    <a:pt x="1606761" y="27202"/>
                  </a:lnTo>
                  <a:lnTo>
                    <a:pt x="1622360" y="25461"/>
                  </a:lnTo>
                  <a:lnTo>
                    <a:pt x="1637960" y="24408"/>
                  </a:lnTo>
                  <a:lnTo>
                    <a:pt x="1653560" y="23958"/>
                  </a:lnTo>
                  <a:lnTo>
                    <a:pt x="1669159" y="23973"/>
                  </a:lnTo>
                  <a:lnTo>
                    <a:pt x="1684759" y="24227"/>
                  </a:lnTo>
                  <a:lnTo>
                    <a:pt x="1700359" y="24472"/>
                  </a:lnTo>
                  <a:lnTo>
                    <a:pt x="1715958" y="24490"/>
                  </a:lnTo>
                  <a:lnTo>
                    <a:pt x="1731558" y="24100"/>
                  </a:lnTo>
                  <a:lnTo>
                    <a:pt x="1747157" y="23172"/>
                  </a:lnTo>
                  <a:lnTo>
                    <a:pt x="1762757" y="21641"/>
                  </a:lnTo>
                  <a:lnTo>
                    <a:pt x="1778357" y="19518"/>
                  </a:lnTo>
                  <a:lnTo>
                    <a:pt x="1793956" y="16884"/>
                  </a:lnTo>
                  <a:lnTo>
                    <a:pt x="1809556" y="13881"/>
                  </a:lnTo>
                  <a:lnTo>
                    <a:pt x="1825156" y="10699"/>
                  </a:lnTo>
                  <a:lnTo>
                    <a:pt x="1840755" y="7557"/>
                  </a:lnTo>
                  <a:lnTo>
                    <a:pt x="1856355" y="4684"/>
                  </a:lnTo>
                  <a:lnTo>
                    <a:pt x="1871954" y="2352"/>
                  </a:lnTo>
                  <a:lnTo>
                    <a:pt x="1887554" y="745"/>
                  </a:lnTo>
                  <a:lnTo>
                    <a:pt x="1903154" y="0"/>
                  </a:lnTo>
                  <a:lnTo>
                    <a:pt x="1918753" y="217"/>
                  </a:lnTo>
                  <a:lnTo>
                    <a:pt x="1934353" y="1455"/>
                  </a:lnTo>
                  <a:lnTo>
                    <a:pt x="1949953" y="3729"/>
                  </a:lnTo>
                  <a:lnTo>
                    <a:pt x="1965552" y="7011"/>
                  </a:lnTo>
                  <a:lnTo>
                    <a:pt x="1981152" y="11238"/>
                  </a:lnTo>
                  <a:lnTo>
                    <a:pt x="1996751" y="16309"/>
                  </a:lnTo>
                  <a:lnTo>
                    <a:pt x="2012351" y="22096"/>
                  </a:lnTo>
                  <a:lnTo>
                    <a:pt x="2027951" y="28441"/>
                  </a:lnTo>
                  <a:lnTo>
                    <a:pt x="2043550" y="35166"/>
                  </a:lnTo>
                  <a:lnTo>
                    <a:pt x="2059150" y="42076"/>
                  </a:lnTo>
                  <a:lnTo>
                    <a:pt x="2074750" y="48946"/>
                  </a:lnTo>
                  <a:lnTo>
                    <a:pt x="2090349" y="55573"/>
                  </a:lnTo>
                  <a:lnTo>
                    <a:pt x="2105949" y="61793"/>
                  </a:lnTo>
                  <a:lnTo>
                    <a:pt x="2121548" y="67485"/>
                  </a:lnTo>
                  <a:lnTo>
                    <a:pt x="2137148" y="72582"/>
                  </a:lnTo>
                  <a:lnTo>
                    <a:pt x="2152748" y="77076"/>
                  </a:lnTo>
                  <a:lnTo>
                    <a:pt x="2168347" y="81023"/>
                  </a:lnTo>
                  <a:lnTo>
                    <a:pt x="2183947" y="84539"/>
                  </a:lnTo>
                  <a:lnTo>
                    <a:pt x="2199547" y="87783"/>
                  </a:lnTo>
                  <a:lnTo>
                    <a:pt x="2215146" y="90943"/>
                  </a:lnTo>
                  <a:lnTo>
                    <a:pt x="2230746" y="94212"/>
                  </a:lnTo>
                  <a:lnTo>
                    <a:pt x="2246345" y="97769"/>
                  </a:lnTo>
                  <a:lnTo>
                    <a:pt x="2261945" y="101775"/>
                  </a:lnTo>
                  <a:lnTo>
                    <a:pt x="2277545" y="106321"/>
                  </a:lnTo>
                  <a:lnTo>
                    <a:pt x="2293144" y="111390"/>
                  </a:lnTo>
                  <a:lnTo>
                    <a:pt x="2308744" y="116933"/>
                  </a:lnTo>
                  <a:lnTo>
                    <a:pt x="2324344" y="122859"/>
                  </a:lnTo>
                  <a:lnTo>
                    <a:pt x="2339943" y="129048"/>
                  </a:lnTo>
                  <a:lnTo>
                    <a:pt x="2355543" y="135375"/>
                  </a:lnTo>
                  <a:lnTo>
                    <a:pt x="2371142" y="141727"/>
                  </a:lnTo>
                  <a:lnTo>
                    <a:pt x="2386742" y="148016"/>
                  </a:lnTo>
                  <a:lnTo>
                    <a:pt x="2402342" y="154191"/>
                  </a:lnTo>
                  <a:lnTo>
                    <a:pt x="2417941" y="160243"/>
                  </a:lnTo>
                  <a:lnTo>
                    <a:pt x="2433541" y="166201"/>
                  </a:lnTo>
                  <a:lnTo>
                    <a:pt x="2449141" y="172130"/>
                  </a:lnTo>
                  <a:lnTo>
                    <a:pt x="2464740" y="178134"/>
                  </a:lnTo>
                  <a:lnTo>
                    <a:pt x="2480340" y="184318"/>
                  </a:lnTo>
                  <a:lnTo>
                    <a:pt x="2495939" y="190770"/>
                  </a:lnTo>
                  <a:lnTo>
                    <a:pt x="2511539" y="197557"/>
                  </a:lnTo>
                  <a:lnTo>
                    <a:pt x="2527139" y="204715"/>
                  </a:lnTo>
                  <a:lnTo>
                    <a:pt x="2542738" y="212242"/>
                  </a:lnTo>
                  <a:lnTo>
                    <a:pt x="2558338" y="220094"/>
                  </a:lnTo>
                  <a:lnTo>
                    <a:pt x="2573938" y="228188"/>
                  </a:lnTo>
                  <a:lnTo>
                    <a:pt x="2589537" y="236412"/>
                  </a:lnTo>
                  <a:lnTo>
                    <a:pt x="2605137" y="244631"/>
                  </a:lnTo>
                  <a:lnTo>
                    <a:pt x="2620736" y="252702"/>
                  </a:lnTo>
                  <a:lnTo>
                    <a:pt x="2636336" y="260490"/>
                  </a:lnTo>
                  <a:lnTo>
                    <a:pt x="2651936" y="267867"/>
                  </a:lnTo>
                  <a:lnTo>
                    <a:pt x="2667535" y="274716"/>
                  </a:lnTo>
                  <a:lnTo>
                    <a:pt x="2683135" y="281025"/>
                  </a:lnTo>
                  <a:lnTo>
                    <a:pt x="2698735" y="286785"/>
                  </a:lnTo>
                  <a:lnTo>
                    <a:pt x="2714334" y="292015"/>
                  </a:lnTo>
                  <a:lnTo>
                    <a:pt x="2729934" y="296758"/>
                  </a:lnTo>
                  <a:lnTo>
                    <a:pt x="2745533" y="301068"/>
                  </a:lnTo>
                  <a:lnTo>
                    <a:pt x="2761133" y="305008"/>
                  </a:lnTo>
                  <a:lnTo>
                    <a:pt x="2776733" y="308646"/>
                  </a:lnTo>
                  <a:lnTo>
                    <a:pt x="2792332" y="312047"/>
                  </a:lnTo>
                  <a:lnTo>
                    <a:pt x="2807932" y="315271"/>
                  </a:lnTo>
                  <a:lnTo>
                    <a:pt x="2823532" y="318370"/>
                  </a:lnTo>
                  <a:lnTo>
                    <a:pt x="2839131" y="321383"/>
                  </a:lnTo>
                  <a:lnTo>
                    <a:pt x="2854731" y="324332"/>
                  </a:lnTo>
                  <a:lnTo>
                    <a:pt x="2870330" y="327226"/>
                  </a:lnTo>
                  <a:lnTo>
                    <a:pt x="2885930" y="330061"/>
                  </a:lnTo>
                  <a:lnTo>
                    <a:pt x="2901530" y="332822"/>
                  </a:lnTo>
                  <a:lnTo>
                    <a:pt x="2917129" y="335494"/>
                  </a:lnTo>
                  <a:lnTo>
                    <a:pt x="2932729" y="338064"/>
                  </a:lnTo>
                  <a:lnTo>
                    <a:pt x="2948329" y="340527"/>
                  </a:lnTo>
                  <a:lnTo>
                    <a:pt x="2963928" y="342888"/>
                  </a:lnTo>
                  <a:lnTo>
                    <a:pt x="2979528" y="345161"/>
                  </a:lnTo>
                  <a:lnTo>
                    <a:pt x="2995127" y="347368"/>
                  </a:lnTo>
                  <a:lnTo>
                    <a:pt x="3010727" y="349533"/>
                  </a:lnTo>
                  <a:lnTo>
                    <a:pt x="3026327" y="351679"/>
                  </a:lnTo>
                  <a:lnTo>
                    <a:pt x="3041926" y="353827"/>
                  </a:lnTo>
                  <a:lnTo>
                    <a:pt x="3057526" y="355988"/>
                  </a:lnTo>
                  <a:lnTo>
                    <a:pt x="3073126" y="358164"/>
                  </a:lnTo>
                  <a:lnTo>
                    <a:pt x="3088725" y="360348"/>
                  </a:lnTo>
                  <a:lnTo>
                    <a:pt x="3104325" y="362529"/>
                  </a:lnTo>
                  <a:lnTo>
                    <a:pt x="3119924" y="364692"/>
                  </a:lnTo>
                  <a:lnTo>
                    <a:pt x="3135524" y="366822"/>
                  </a:lnTo>
                  <a:lnTo>
                    <a:pt x="3151124" y="368905"/>
                  </a:lnTo>
                  <a:lnTo>
                    <a:pt x="3166723" y="370928"/>
                  </a:lnTo>
                  <a:lnTo>
                    <a:pt x="3182323" y="372881"/>
                  </a:lnTo>
                  <a:lnTo>
                    <a:pt x="3197923" y="374754"/>
                  </a:lnTo>
                  <a:lnTo>
                    <a:pt x="3213522" y="376537"/>
                  </a:lnTo>
                  <a:lnTo>
                    <a:pt x="3229122" y="378221"/>
                  </a:lnTo>
                  <a:lnTo>
                    <a:pt x="3244721" y="379794"/>
                  </a:lnTo>
                  <a:lnTo>
                    <a:pt x="3260321" y="381239"/>
                  </a:lnTo>
                  <a:lnTo>
                    <a:pt x="3275921" y="382558"/>
                  </a:lnTo>
                  <a:lnTo>
                    <a:pt x="3291520" y="383747"/>
                  </a:lnTo>
                  <a:lnTo>
                    <a:pt x="3307120" y="384809"/>
                  </a:lnTo>
                  <a:lnTo>
                    <a:pt x="3322720" y="385749"/>
                  </a:lnTo>
                  <a:lnTo>
                    <a:pt x="3338319" y="386580"/>
                  </a:lnTo>
                  <a:lnTo>
                    <a:pt x="3353919" y="387317"/>
                  </a:lnTo>
                  <a:lnTo>
                    <a:pt x="3369518" y="387977"/>
                  </a:lnTo>
                  <a:lnTo>
                    <a:pt x="3385118" y="388577"/>
                  </a:lnTo>
                  <a:lnTo>
                    <a:pt x="3400718" y="389133"/>
                  </a:lnTo>
                  <a:lnTo>
                    <a:pt x="3416317" y="389655"/>
                  </a:lnTo>
                  <a:lnTo>
                    <a:pt x="3431917" y="390152"/>
                  </a:lnTo>
                  <a:lnTo>
                    <a:pt x="3447517" y="390626"/>
                  </a:lnTo>
                  <a:lnTo>
                    <a:pt x="3463116" y="391075"/>
                  </a:lnTo>
                  <a:lnTo>
                    <a:pt x="3478716" y="391495"/>
                  </a:lnTo>
                  <a:lnTo>
                    <a:pt x="3478716" y="395204"/>
                  </a:lnTo>
                  <a:lnTo>
                    <a:pt x="3463116" y="395204"/>
                  </a:lnTo>
                  <a:lnTo>
                    <a:pt x="3447517" y="395204"/>
                  </a:lnTo>
                  <a:lnTo>
                    <a:pt x="3431917" y="395204"/>
                  </a:lnTo>
                  <a:lnTo>
                    <a:pt x="3416317" y="395204"/>
                  </a:lnTo>
                  <a:lnTo>
                    <a:pt x="3400718" y="395204"/>
                  </a:lnTo>
                  <a:lnTo>
                    <a:pt x="3385118" y="395204"/>
                  </a:lnTo>
                  <a:lnTo>
                    <a:pt x="3369518" y="395204"/>
                  </a:lnTo>
                  <a:lnTo>
                    <a:pt x="3353919" y="395204"/>
                  </a:lnTo>
                  <a:lnTo>
                    <a:pt x="3338319" y="395204"/>
                  </a:lnTo>
                  <a:lnTo>
                    <a:pt x="3322720" y="395204"/>
                  </a:lnTo>
                  <a:lnTo>
                    <a:pt x="3307120" y="395204"/>
                  </a:lnTo>
                  <a:lnTo>
                    <a:pt x="3291520" y="395204"/>
                  </a:lnTo>
                  <a:lnTo>
                    <a:pt x="3275921" y="395204"/>
                  </a:lnTo>
                  <a:lnTo>
                    <a:pt x="3260321" y="395204"/>
                  </a:lnTo>
                  <a:lnTo>
                    <a:pt x="3244721" y="395204"/>
                  </a:lnTo>
                  <a:lnTo>
                    <a:pt x="3229122" y="395204"/>
                  </a:lnTo>
                  <a:lnTo>
                    <a:pt x="3213522" y="395204"/>
                  </a:lnTo>
                  <a:lnTo>
                    <a:pt x="3197923" y="395204"/>
                  </a:lnTo>
                  <a:lnTo>
                    <a:pt x="3182323" y="395204"/>
                  </a:lnTo>
                  <a:lnTo>
                    <a:pt x="3166723" y="395204"/>
                  </a:lnTo>
                  <a:lnTo>
                    <a:pt x="3151124" y="395204"/>
                  </a:lnTo>
                  <a:lnTo>
                    <a:pt x="3135524" y="395204"/>
                  </a:lnTo>
                  <a:lnTo>
                    <a:pt x="3119924" y="395204"/>
                  </a:lnTo>
                  <a:lnTo>
                    <a:pt x="3104325" y="395204"/>
                  </a:lnTo>
                  <a:lnTo>
                    <a:pt x="3088725" y="395204"/>
                  </a:lnTo>
                  <a:lnTo>
                    <a:pt x="3073126" y="395204"/>
                  </a:lnTo>
                  <a:lnTo>
                    <a:pt x="3057526" y="395204"/>
                  </a:lnTo>
                  <a:lnTo>
                    <a:pt x="3041926" y="395204"/>
                  </a:lnTo>
                  <a:lnTo>
                    <a:pt x="3026327" y="395204"/>
                  </a:lnTo>
                  <a:lnTo>
                    <a:pt x="3010727" y="395204"/>
                  </a:lnTo>
                  <a:lnTo>
                    <a:pt x="2995127" y="395204"/>
                  </a:lnTo>
                  <a:lnTo>
                    <a:pt x="2979528" y="395204"/>
                  </a:lnTo>
                  <a:lnTo>
                    <a:pt x="2963928" y="395204"/>
                  </a:lnTo>
                  <a:lnTo>
                    <a:pt x="2948329" y="395204"/>
                  </a:lnTo>
                  <a:lnTo>
                    <a:pt x="2932729" y="395204"/>
                  </a:lnTo>
                  <a:lnTo>
                    <a:pt x="2917129" y="395204"/>
                  </a:lnTo>
                  <a:lnTo>
                    <a:pt x="2901530" y="395204"/>
                  </a:lnTo>
                  <a:lnTo>
                    <a:pt x="2885930" y="395204"/>
                  </a:lnTo>
                  <a:lnTo>
                    <a:pt x="2870330" y="395204"/>
                  </a:lnTo>
                  <a:lnTo>
                    <a:pt x="2854731" y="395204"/>
                  </a:lnTo>
                  <a:lnTo>
                    <a:pt x="2839131" y="395204"/>
                  </a:lnTo>
                  <a:lnTo>
                    <a:pt x="2823532" y="395204"/>
                  </a:lnTo>
                  <a:lnTo>
                    <a:pt x="2807932" y="395204"/>
                  </a:lnTo>
                  <a:lnTo>
                    <a:pt x="2792332" y="395204"/>
                  </a:lnTo>
                  <a:lnTo>
                    <a:pt x="2776733" y="395204"/>
                  </a:lnTo>
                  <a:lnTo>
                    <a:pt x="2761133" y="395204"/>
                  </a:lnTo>
                  <a:lnTo>
                    <a:pt x="2745533" y="395204"/>
                  </a:lnTo>
                  <a:lnTo>
                    <a:pt x="2729934" y="395204"/>
                  </a:lnTo>
                  <a:lnTo>
                    <a:pt x="2714334" y="395204"/>
                  </a:lnTo>
                  <a:lnTo>
                    <a:pt x="2698735" y="395204"/>
                  </a:lnTo>
                  <a:lnTo>
                    <a:pt x="2683135" y="395204"/>
                  </a:lnTo>
                  <a:lnTo>
                    <a:pt x="2667535" y="395204"/>
                  </a:lnTo>
                  <a:lnTo>
                    <a:pt x="2651936" y="395204"/>
                  </a:lnTo>
                  <a:lnTo>
                    <a:pt x="2636336" y="395204"/>
                  </a:lnTo>
                  <a:lnTo>
                    <a:pt x="2620736" y="395204"/>
                  </a:lnTo>
                  <a:lnTo>
                    <a:pt x="2605137" y="395204"/>
                  </a:lnTo>
                  <a:lnTo>
                    <a:pt x="2589537" y="395204"/>
                  </a:lnTo>
                  <a:lnTo>
                    <a:pt x="2573938" y="395204"/>
                  </a:lnTo>
                  <a:lnTo>
                    <a:pt x="2558338" y="395204"/>
                  </a:lnTo>
                  <a:lnTo>
                    <a:pt x="2542738" y="395204"/>
                  </a:lnTo>
                  <a:lnTo>
                    <a:pt x="2527139" y="395204"/>
                  </a:lnTo>
                  <a:lnTo>
                    <a:pt x="2511539" y="395204"/>
                  </a:lnTo>
                  <a:lnTo>
                    <a:pt x="2495939" y="395204"/>
                  </a:lnTo>
                  <a:lnTo>
                    <a:pt x="2480340" y="395204"/>
                  </a:lnTo>
                  <a:lnTo>
                    <a:pt x="2464740" y="395204"/>
                  </a:lnTo>
                  <a:lnTo>
                    <a:pt x="2449141" y="395204"/>
                  </a:lnTo>
                  <a:lnTo>
                    <a:pt x="2433541" y="395204"/>
                  </a:lnTo>
                  <a:lnTo>
                    <a:pt x="2417941" y="395204"/>
                  </a:lnTo>
                  <a:lnTo>
                    <a:pt x="2402342" y="395204"/>
                  </a:lnTo>
                  <a:lnTo>
                    <a:pt x="2386742" y="395204"/>
                  </a:lnTo>
                  <a:lnTo>
                    <a:pt x="2371142" y="395204"/>
                  </a:lnTo>
                  <a:lnTo>
                    <a:pt x="2355543" y="395204"/>
                  </a:lnTo>
                  <a:lnTo>
                    <a:pt x="2339943" y="395204"/>
                  </a:lnTo>
                  <a:lnTo>
                    <a:pt x="2324344" y="395204"/>
                  </a:lnTo>
                  <a:lnTo>
                    <a:pt x="2308744" y="395204"/>
                  </a:lnTo>
                  <a:lnTo>
                    <a:pt x="2293144" y="395204"/>
                  </a:lnTo>
                  <a:lnTo>
                    <a:pt x="2277545" y="395204"/>
                  </a:lnTo>
                  <a:lnTo>
                    <a:pt x="2261945" y="395204"/>
                  </a:lnTo>
                  <a:lnTo>
                    <a:pt x="2246345" y="395204"/>
                  </a:lnTo>
                  <a:lnTo>
                    <a:pt x="2230746" y="395204"/>
                  </a:lnTo>
                  <a:lnTo>
                    <a:pt x="2215146" y="395204"/>
                  </a:lnTo>
                  <a:lnTo>
                    <a:pt x="2199547" y="395204"/>
                  </a:lnTo>
                  <a:lnTo>
                    <a:pt x="2183947" y="395204"/>
                  </a:lnTo>
                  <a:lnTo>
                    <a:pt x="2168347" y="395204"/>
                  </a:lnTo>
                  <a:lnTo>
                    <a:pt x="2152748" y="395204"/>
                  </a:lnTo>
                  <a:lnTo>
                    <a:pt x="2137148" y="395204"/>
                  </a:lnTo>
                  <a:lnTo>
                    <a:pt x="2121548" y="395204"/>
                  </a:lnTo>
                  <a:lnTo>
                    <a:pt x="2105949" y="395204"/>
                  </a:lnTo>
                  <a:lnTo>
                    <a:pt x="2090349" y="395204"/>
                  </a:lnTo>
                  <a:lnTo>
                    <a:pt x="2074750" y="395204"/>
                  </a:lnTo>
                  <a:lnTo>
                    <a:pt x="2059150" y="395204"/>
                  </a:lnTo>
                  <a:lnTo>
                    <a:pt x="2043550" y="395204"/>
                  </a:lnTo>
                  <a:lnTo>
                    <a:pt x="2027951" y="395204"/>
                  </a:lnTo>
                  <a:lnTo>
                    <a:pt x="2012351" y="395204"/>
                  </a:lnTo>
                  <a:lnTo>
                    <a:pt x="1996751" y="395204"/>
                  </a:lnTo>
                  <a:lnTo>
                    <a:pt x="1981152" y="395204"/>
                  </a:lnTo>
                  <a:lnTo>
                    <a:pt x="1965552" y="395204"/>
                  </a:lnTo>
                  <a:lnTo>
                    <a:pt x="1949953" y="395204"/>
                  </a:lnTo>
                  <a:lnTo>
                    <a:pt x="1934353" y="395204"/>
                  </a:lnTo>
                  <a:lnTo>
                    <a:pt x="1918753" y="395204"/>
                  </a:lnTo>
                  <a:lnTo>
                    <a:pt x="1903154" y="395204"/>
                  </a:lnTo>
                  <a:lnTo>
                    <a:pt x="1887554" y="395204"/>
                  </a:lnTo>
                  <a:lnTo>
                    <a:pt x="1871954" y="395204"/>
                  </a:lnTo>
                  <a:lnTo>
                    <a:pt x="1856355" y="395204"/>
                  </a:lnTo>
                  <a:lnTo>
                    <a:pt x="1840755" y="395204"/>
                  </a:lnTo>
                  <a:lnTo>
                    <a:pt x="1825156" y="395204"/>
                  </a:lnTo>
                  <a:lnTo>
                    <a:pt x="1809556" y="395204"/>
                  </a:lnTo>
                  <a:lnTo>
                    <a:pt x="1793956" y="395204"/>
                  </a:lnTo>
                  <a:lnTo>
                    <a:pt x="1778357" y="395204"/>
                  </a:lnTo>
                  <a:lnTo>
                    <a:pt x="1762757" y="395204"/>
                  </a:lnTo>
                  <a:lnTo>
                    <a:pt x="1747157" y="395204"/>
                  </a:lnTo>
                  <a:lnTo>
                    <a:pt x="1731558" y="395204"/>
                  </a:lnTo>
                  <a:lnTo>
                    <a:pt x="1715958" y="395204"/>
                  </a:lnTo>
                  <a:lnTo>
                    <a:pt x="1700359" y="395204"/>
                  </a:lnTo>
                  <a:lnTo>
                    <a:pt x="1684759" y="395204"/>
                  </a:lnTo>
                  <a:lnTo>
                    <a:pt x="1669159" y="395204"/>
                  </a:lnTo>
                  <a:lnTo>
                    <a:pt x="1653560" y="395204"/>
                  </a:lnTo>
                  <a:lnTo>
                    <a:pt x="1637960" y="395204"/>
                  </a:lnTo>
                  <a:lnTo>
                    <a:pt x="1622360" y="395204"/>
                  </a:lnTo>
                  <a:lnTo>
                    <a:pt x="1606761" y="395204"/>
                  </a:lnTo>
                  <a:lnTo>
                    <a:pt x="1591161" y="395204"/>
                  </a:lnTo>
                  <a:lnTo>
                    <a:pt x="1575562" y="395204"/>
                  </a:lnTo>
                  <a:lnTo>
                    <a:pt x="1559962" y="395204"/>
                  </a:lnTo>
                  <a:lnTo>
                    <a:pt x="1544362" y="395204"/>
                  </a:lnTo>
                  <a:lnTo>
                    <a:pt x="1528763" y="395204"/>
                  </a:lnTo>
                  <a:lnTo>
                    <a:pt x="1513163" y="395204"/>
                  </a:lnTo>
                  <a:lnTo>
                    <a:pt x="1497563" y="395204"/>
                  </a:lnTo>
                  <a:lnTo>
                    <a:pt x="1481964" y="395204"/>
                  </a:lnTo>
                  <a:lnTo>
                    <a:pt x="1466364" y="395204"/>
                  </a:lnTo>
                  <a:lnTo>
                    <a:pt x="1450765" y="395204"/>
                  </a:lnTo>
                  <a:lnTo>
                    <a:pt x="1435165" y="395204"/>
                  </a:lnTo>
                  <a:lnTo>
                    <a:pt x="1419565" y="395204"/>
                  </a:lnTo>
                  <a:lnTo>
                    <a:pt x="1403966" y="395204"/>
                  </a:lnTo>
                  <a:lnTo>
                    <a:pt x="1388366" y="395204"/>
                  </a:lnTo>
                  <a:lnTo>
                    <a:pt x="1372766" y="395204"/>
                  </a:lnTo>
                  <a:lnTo>
                    <a:pt x="1357167" y="395204"/>
                  </a:lnTo>
                  <a:lnTo>
                    <a:pt x="1341567" y="395204"/>
                  </a:lnTo>
                  <a:lnTo>
                    <a:pt x="1325968" y="395204"/>
                  </a:lnTo>
                  <a:lnTo>
                    <a:pt x="1310368" y="395204"/>
                  </a:lnTo>
                  <a:lnTo>
                    <a:pt x="1294768" y="395204"/>
                  </a:lnTo>
                  <a:lnTo>
                    <a:pt x="1279169" y="395204"/>
                  </a:lnTo>
                  <a:lnTo>
                    <a:pt x="1263569" y="395204"/>
                  </a:lnTo>
                  <a:lnTo>
                    <a:pt x="1247969" y="395204"/>
                  </a:lnTo>
                  <a:lnTo>
                    <a:pt x="1232370" y="395204"/>
                  </a:lnTo>
                  <a:lnTo>
                    <a:pt x="1216770" y="395204"/>
                  </a:lnTo>
                  <a:lnTo>
                    <a:pt x="1201171" y="395204"/>
                  </a:lnTo>
                  <a:lnTo>
                    <a:pt x="1185571" y="395204"/>
                  </a:lnTo>
                  <a:lnTo>
                    <a:pt x="1169971" y="395204"/>
                  </a:lnTo>
                  <a:lnTo>
                    <a:pt x="1154372" y="395204"/>
                  </a:lnTo>
                  <a:lnTo>
                    <a:pt x="1138772" y="395204"/>
                  </a:lnTo>
                  <a:lnTo>
                    <a:pt x="1123172" y="395204"/>
                  </a:lnTo>
                  <a:lnTo>
                    <a:pt x="1107573" y="395204"/>
                  </a:lnTo>
                  <a:lnTo>
                    <a:pt x="1091973" y="395204"/>
                  </a:lnTo>
                  <a:lnTo>
                    <a:pt x="1076374" y="395204"/>
                  </a:lnTo>
                  <a:lnTo>
                    <a:pt x="1060774" y="395204"/>
                  </a:lnTo>
                  <a:lnTo>
                    <a:pt x="1045174" y="395204"/>
                  </a:lnTo>
                  <a:lnTo>
                    <a:pt x="1029575" y="395204"/>
                  </a:lnTo>
                  <a:lnTo>
                    <a:pt x="1013975" y="395204"/>
                  </a:lnTo>
                  <a:lnTo>
                    <a:pt x="998375" y="395204"/>
                  </a:lnTo>
                  <a:lnTo>
                    <a:pt x="982776" y="395204"/>
                  </a:lnTo>
                  <a:lnTo>
                    <a:pt x="967176" y="395204"/>
                  </a:lnTo>
                  <a:lnTo>
                    <a:pt x="951577" y="395204"/>
                  </a:lnTo>
                  <a:lnTo>
                    <a:pt x="935977" y="395204"/>
                  </a:lnTo>
                  <a:lnTo>
                    <a:pt x="920377" y="395204"/>
                  </a:lnTo>
                  <a:lnTo>
                    <a:pt x="904778" y="395204"/>
                  </a:lnTo>
                  <a:lnTo>
                    <a:pt x="889178" y="395204"/>
                  </a:lnTo>
                  <a:lnTo>
                    <a:pt x="873578" y="395204"/>
                  </a:lnTo>
                  <a:lnTo>
                    <a:pt x="857979" y="395204"/>
                  </a:lnTo>
                  <a:lnTo>
                    <a:pt x="842379" y="395204"/>
                  </a:lnTo>
                  <a:lnTo>
                    <a:pt x="826780" y="395204"/>
                  </a:lnTo>
                  <a:lnTo>
                    <a:pt x="811180" y="395204"/>
                  </a:lnTo>
                  <a:lnTo>
                    <a:pt x="795580" y="395204"/>
                  </a:lnTo>
                  <a:lnTo>
                    <a:pt x="779981" y="395204"/>
                  </a:lnTo>
                  <a:lnTo>
                    <a:pt x="764381" y="395204"/>
                  </a:lnTo>
                  <a:lnTo>
                    <a:pt x="748781" y="395204"/>
                  </a:lnTo>
                  <a:lnTo>
                    <a:pt x="733182" y="395204"/>
                  </a:lnTo>
                  <a:lnTo>
                    <a:pt x="717582" y="395204"/>
                  </a:lnTo>
                  <a:lnTo>
                    <a:pt x="701983" y="395204"/>
                  </a:lnTo>
                  <a:lnTo>
                    <a:pt x="686383" y="395204"/>
                  </a:lnTo>
                  <a:lnTo>
                    <a:pt x="670783" y="395204"/>
                  </a:lnTo>
                  <a:lnTo>
                    <a:pt x="655184" y="395204"/>
                  </a:lnTo>
                  <a:lnTo>
                    <a:pt x="639584" y="395204"/>
                  </a:lnTo>
                  <a:lnTo>
                    <a:pt x="623984" y="395204"/>
                  </a:lnTo>
                  <a:lnTo>
                    <a:pt x="608385" y="395204"/>
                  </a:lnTo>
                  <a:lnTo>
                    <a:pt x="592785" y="395204"/>
                  </a:lnTo>
                  <a:lnTo>
                    <a:pt x="577186" y="395204"/>
                  </a:lnTo>
                  <a:lnTo>
                    <a:pt x="561586" y="395204"/>
                  </a:lnTo>
                  <a:lnTo>
                    <a:pt x="545986" y="395204"/>
                  </a:lnTo>
                  <a:lnTo>
                    <a:pt x="530387" y="395204"/>
                  </a:lnTo>
                  <a:lnTo>
                    <a:pt x="514787" y="395204"/>
                  </a:lnTo>
                  <a:lnTo>
                    <a:pt x="499187" y="395204"/>
                  </a:lnTo>
                  <a:lnTo>
                    <a:pt x="483588" y="395204"/>
                  </a:lnTo>
                  <a:lnTo>
                    <a:pt x="467988" y="395204"/>
                  </a:lnTo>
                  <a:lnTo>
                    <a:pt x="452389" y="395204"/>
                  </a:lnTo>
                  <a:lnTo>
                    <a:pt x="436789" y="395204"/>
                  </a:lnTo>
                  <a:lnTo>
                    <a:pt x="421189" y="395204"/>
                  </a:lnTo>
                  <a:lnTo>
                    <a:pt x="405590" y="395204"/>
                  </a:lnTo>
                  <a:lnTo>
                    <a:pt x="389990" y="395204"/>
                  </a:lnTo>
                  <a:lnTo>
                    <a:pt x="374390" y="395204"/>
                  </a:lnTo>
                  <a:lnTo>
                    <a:pt x="358791" y="395204"/>
                  </a:lnTo>
                  <a:lnTo>
                    <a:pt x="343191" y="395204"/>
                  </a:lnTo>
                  <a:lnTo>
                    <a:pt x="327592" y="395204"/>
                  </a:lnTo>
                  <a:lnTo>
                    <a:pt x="311992" y="395204"/>
                  </a:lnTo>
                  <a:lnTo>
                    <a:pt x="296392" y="395204"/>
                  </a:lnTo>
                  <a:lnTo>
                    <a:pt x="280793" y="395204"/>
                  </a:lnTo>
                  <a:lnTo>
                    <a:pt x="265193" y="395204"/>
                  </a:lnTo>
                  <a:lnTo>
                    <a:pt x="249593" y="395204"/>
                  </a:lnTo>
                  <a:lnTo>
                    <a:pt x="233994" y="395204"/>
                  </a:lnTo>
                  <a:lnTo>
                    <a:pt x="218394" y="395204"/>
                  </a:lnTo>
                  <a:lnTo>
                    <a:pt x="202795" y="395204"/>
                  </a:lnTo>
                  <a:lnTo>
                    <a:pt x="187195" y="395204"/>
                  </a:lnTo>
                  <a:lnTo>
                    <a:pt x="171595" y="395204"/>
                  </a:lnTo>
                  <a:lnTo>
                    <a:pt x="155996" y="395204"/>
                  </a:lnTo>
                  <a:lnTo>
                    <a:pt x="140396" y="395204"/>
                  </a:lnTo>
                  <a:lnTo>
                    <a:pt x="124796" y="395204"/>
                  </a:lnTo>
                  <a:lnTo>
                    <a:pt x="109197" y="395204"/>
                  </a:lnTo>
                  <a:lnTo>
                    <a:pt x="93597" y="395204"/>
                  </a:lnTo>
                  <a:lnTo>
                    <a:pt x="77998" y="395204"/>
                  </a:lnTo>
                  <a:lnTo>
                    <a:pt x="62398" y="395204"/>
                  </a:lnTo>
                  <a:lnTo>
                    <a:pt x="46798" y="395204"/>
                  </a:lnTo>
                  <a:lnTo>
                    <a:pt x="31199" y="395204"/>
                  </a:lnTo>
                  <a:lnTo>
                    <a:pt x="15599" y="395204"/>
                  </a:lnTo>
                  <a:lnTo>
                    <a:pt x="0" y="395204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44702" y="1580644"/>
              <a:ext cx="3478716" cy="391539"/>
            </a:xfrm>
            <a:custGeom>
              <a:avLst/>
              <a:pathLst>
                <a:path w="3478716" h="391539">
                  <a:moveTo>
                    <a:pt x="0" y="391539"/>
                  </a:moveTo>
                  <a:lnTo>
                    <a:pt x="15599" y="391418"/>
                  </a:lnTo>
                  <a:lnTo>
                    <a:pt x="31199" y="391327"/>
                  </a:lnTo>
                  <a:lnTo>
                    <a:pt x="46798" y="391262"/>
                  </a:lnTo>
                  <a:lnTo>
                    <a:pt x="62398" y="391213"/>
                  </a:lnTo>
                  <a:lnTo>
                    <a:pt x="77998" y="391167"/>
                  </a:lnTo>
                  <a:lnTo>
                    <a:pt x="93597" y="391102"/>
                  </a:lnTo>
                  <a:lnTo>
                    <a:pt x="109197" y="390989"/>
                  </a:lnTo>
                  <a:lnTo>
                    <a:pt x="124796" y="390802"/>
                  </a:lnTo>
                  <a:lnTo>
                    <a:pt x="140396" y="390511"/>
                  </a:lnTo>
                  <a:lnTo>
                    <a:pt x="155996" y="390094"/>
                  </a:lnTo>
                  <a:lnTo>
                    <a:pt x="171595" y="389530"/>
                  </a:lnTo>
                  <a:lnTo>
                    <a:pt x="187195" y="388809"/>
                  </a:lnTo>
                  <a:lnTo>
                    <a:pt x="202795" y="387931"/>
                  </a:lnTo>
                  <a:lnTo>
                    <a:pt x="218394" y="386906"/>
                  </a:lnTo>
                  <a:lnTo>
                    <a:pt x="233994" y="385752"/>
                  </a:lnTo>
                  <a:lnTo>
                    <a:pt x="249593" y="384496"/>
                  </a:lnTo>
                  <a:lnTo>
                    <a:pt x="265193" y="383166"/>
                  </a:lnTo>
                  <a:lnTo>
                    <a:pt x="280793" y="381795"/>
                  </a:lnTo>
                  <a:lnTo>
                    <a:pt x="296392" y="380414"/>
                  </a:lnTo>
                  <a:lnTo>
                    <a:pt x="311992" y="379048"/>
                  </a:lnTo>
                  <a:lnTo>
                    <a:pt x="327592" y="377718"/>
                  </a:lnTo>
                  <a:lnTo>
                    <a:pt x="343191" y="376438"/>
                  </a:lnTo>
                  <a:lnTo>
                    <a:pt x="358791" y="375217"/>
                  </a:lnTo>
                  <a:lnTo>
                    <a:pt x="374390" y="374066"/>
                  </a:lnTo>
                  <a:lnTo>
                    <a:pt x="389990" y="372989"/>
                  </a:lnTo>
                  <a:lnTo>
                    <a:pt x="405590" y="371989"/>
                  </a:lnTo>
                  <a:lnTo>
                    <a:pt x="421189" y="371066"/>
                  </a:lnTo>
                  <a:lnTo>
                    <a:pt x="436789" y="370211"/>
                  </a:lnTo>
                  <a:lnTo>
                    <a:pt x="452389" y="369408"/>
                  </a:lnTo>
                  <a:lnTo>
                    <a:pt x="467988" y="368629"/>
                  </a:lnTo>
                  <a:lnTo>
                    <a:pt x="483588" y="367838"/>
                  </a:lnTo>
                  <a:lnTo>
                    <a:pt x="499187" y="366983"/>
                  </a:lnTo>
                  <a:lnTo>
                    <a:pt x="514787" y="366019"/>
                  </a:lnTo>
                  <a:lnTo>
                    <a:pt x="530387" y="364905"/>
                  </a:lnTo>
                  <a:lnTo>
                    <a:pt x="545986" y="363610"/>
                  </a:lnTo>
                  <a:lnTo>
                    <a:pt x="561586" y="362113"/>
                  </a:lnTo>
                  <a:lnTo>
                    <a:pt x="577186" y="360407"/>
                  </a:lnTo>
                  <a:lnTo>
                    <a:pt x="592785" y="358490"/>
                  </a:lnTo>
                  <a:lnTo>
                    <a:pt x="608385" y="356367"/>
                  </a:lnTo>
                  <a:lnTo>
                    <a:pt x="623984" y="354039"/>
                  </a:lnTo>
                  <a:lnTo>
                    <a:pt x="639584" y="351499"/>
                  </a:lnTo>
                  <a:lnTo>
                    <a:pt x="655184" y="348729"/>
                  </a:lnTo>
                  <a:lnTo>
                    <a:pt x="670783" y="345700"/>
                  </a:lnTo>
                  <a:lnTo>
                    <a:pt x="686383" y="342358"/>
                  </a:lnTo>
                  <a:lnTo>
                    <a:pt x="701983" y="338666"/>
                  </a:lnTo>
                  <a:lnTo>
                    <a:pt x="717582" y="334618"/>
                  </a:lnTo>
                  <a:lnTo>
                    <a:pt x="733182" y="330214"/>
                  </a:lnTo>
                  <a:lnTo>
                    <a:pt x="748781" y="325484"/>
                  </a:lnTo>
                  <a:lnTo>
                    <a:pt x="764381" y="320481"/>
                  </a:lnTo>
                  <a:lnTo>
                    <a:pt x="779981" y="315276"/>
                  </a:lnTo>
                  <a:lnTo>
                    <a:pt x="795580" y="309952"/>
                  </a:lnTo>
                  <a:lnTo>
                    <a:pt x="811180" y="304587"/>
                  </a:lnTo>
                  <a:lnTo>
                    <a:pt x="826780" y="299244"/>
                  </a:lnTo>
                  <a:lnTo>
                    <a:pt x="842379" y="293962"/>
                  </a:lnTo>
                  <a:lnTo>
                    <a:pt x="857979" y="288750"/>
                  </a:lnTo>
                  <a:lnTo>
                    <a:pt x="873578" y="283587"/>
                  </a:lnTo>
                  <a:lnTo>
                    <a:pt x="889178" y="278423"/>
                  </a:lnTo>
                  <a:lnTo>
                    <a:pt x="904778" y="273196"/>
                  </a:lnTo>
                  <a:lnTo>
                    <a:pt x="920377" y="267847"/>
                  </a:lnTo>
                  <a:lnTo>
                    <a:pt x="935977" y="262335"/>
                  </a:lnTo>
                  <a:lnTo>
                    <a:pt x="951577" y="256633"/>
                  </a:lnTo>
                  <a:lnTo>
                    <a:pt x="967176" y="250736"/>
                  </a:lnTo>
                  <a:lnTo>
                    <a:pt x="982776" y="244656"/>
                  </a:lnTo>
                  <a:lnTo>
                    <a:pt x="998375" y="238427"/>
                  </a:lnTo>
                  <a:lnTo>
                    <a:pt x="1013975" y="232093"/>
                  </a:lnTo>
                  <a:lnTo>
                    <a:pt x="1029575" y="225711"/>
                  </a:lnTo>
                  <a:lnTo>
                    <a:pt x="1045174" y="219347"/>
                  </a:lnTo>
                  <a:lnTo>
                    <a:pt x="1060774" y="213071"/>
                  </a:lnTo>
                  <a:lnTo>
                    <a:pt x="1076374" y="206964"/>
                  </a:lnTo>
                  <a:lnTo>
                    <a:pt x="1091973" y="201111"/>
                  </a:lnTo>
                  <a:lnTo>
                    <a:pt x="1107573" y="195552"/>
                  </a:lnTo>
                  <a:lnTo>
                    <a:pt x="1123172" y="190316"/>
                  </a:lnTo>
                  <a:lnTo>
                    <a:pt x="1138772" y="185394"/>
                  </a:lnTo>
                  <a:lnTo>
                    <a:pt x="1154372" y="180742"/>
                  </a:lnTo>
                  <a:lnTo>
                    <a:pt x="1169971" y="176276"/>
                  </a:lnTo>
                  <a:lnTo>
                    <a:pt x="1185571" y="171875"/>
                  </a:lnTo>
                  <a:lnTo>
                    <a:pt x="1201171" y="167397"/>
                  </a:lnTo>
                  <a:lnTo>
                    <a:pt x="1216770" y="162692"/>
                  </a:lnTo>
                  <a:lnTo>
                    <a:pt x="1232370" y="157622"/>
                  </a:lnTo>
                  <a:lnTo>
                    <a:pt x="1247969" y="152082"/>
                  </a:lnTo>
                  <a:lnTo>
                    <a:pt x="1263569" y="146016"/>
                  </a:lnTo>
                  <a:lnTo>
                    <a:pt x="1279169" y="139403"/>
                  </a:lnTo>
                  <a:lnTo>
                    <a:pt x="1294768" y="132349"/>
                  </a:lnTo>
                  <a:lnTo>
                    <a:pt x="1310368" y="125006"/>
                  </a:lnTo>
                  <a:lnTo>
                    <a:pt x="1325968" y="117544"/>
                  </a:lnTo>
                  <a:lnTo>
                    <a:pt x="1341567" y="110139"/>
                  </a:lnTo>
                  <a:lnTo>
                    <a:pt x="1357167" y="102954"/>
                  </a:lnTo>
                  <a:lnTo>
                    <a:pt x="1372766" y="96118"/>
                  </a:lnTo>
                  <a:lnTo>
                    <a:pt x="1388366" y="89712"/>
                  </a:lnTo>
                  <a:lnTo>
                    <a:pt x="1403966" y="83763"/>
                  </a:lnTo>
                  <a:lnTo>
                    <a:pt x="1419565" y="78246"/>
                  </a:lnTo>
                  <a:lnTo>
                    <a:pt x="1435165" y="73093"/>
                  </a:lnTo>
                  <a:lnTo>
                    <a:pt x="1450765" y="68207"/>
                  </a:lnTo>
                  <a:lnTo>
                    <a:pt x="1466364" y="63482"/>
                  </a:lnTo>
                  <a:lnTo>
                    <a:pt x="1481964" y="58825"/>
                  </a:lnTo>
                  <a:lnTo>
                    <a:pt x="1497563" y="54175"/>
                  </a:lnTo>
                  <a:lnTo>
                    <a:pt x="1513163" y="49535"/>
                  </a:lnTo>
                  <a:lnTo>
                    <a:pt x="1528763" y="44961"/>
                  </a:lnTo>
                  <a:lnTo>
                    <a:pt x="1544362" y="40551"/>
                  </a:lnTo>
                  <a:lnTo>
                    <a:pt x="1559962" y="36438"/>
                  </a:lnTo>
                  <a:lnTo>
                    <a:pt x="1575562" y="32761"/>
                  </a:lnTo>
                  <a:lnTo>
                    <a:pt x="1591161" y="29651"/>
                  </a:lnTo>
                  <a:lnTo>
                    <a:pt x="1606761" y="27202"/>
                  </a:lnTo>
                  <a:lnTo>
                    <a:pt x="1622360" y="25461"/>
                  </a:lnTo>
                  <a:lnTo>
                    <a:pt x="1637960" y="24408"/>
                  </a:lnTo>
                  <a:lnTo>
                    <a:pt x="1653560" y="23958"/>
                  </a:lnTo>
                  <a:lnTo>
                    <a:pt x="1669159" y="23973"/>
                  </a:lnTo>
                  <a:lnTo>
                    <a:pt x="1684759" y="24227"/>
                  </a:lnTo>
                  <a:lnTo>
                    <a:pt x="1700359" y="24472"/>
                  </a:lnTo>
                  <a:lnTo>
                    <a:pt x="1715958" y="24490"/>
                  </a:lnTo>
                  <a:lnTo>
                    <a:pt x="1731558" y="24100"/>
                  </a:lnTo>
                  <a:lnTo>
                    <a:pt x="1747157" y="23172"/>
                  </a:lnTo>
                  <a:lnTo>
                    <a:pt x="1762757" y="21641"/>
                  </a:lnTo>
                  <a:lnTo>
                    <a:pt x="1778357" y="19518"/>
                  </a:lnTo>
                  <a:lnTo>
                    <a:pt x="1793956" y="16884"/>
                  </a:lnTo>
                  <a:lnTo>
                    <a:pt x="1809556" y="13881"/>
                  </a:lnTo>
                  <a:lnTo>
                    <a:pt x="1825156" y="10699"/>
                  </a:lnTo>
                  <a:lnTo>
                    <a:pt x="1840755" y="7557"/>
                  </a:lnTo>
                  <a:lnTo>
                    <a:pt x="1856355" y="4684"/>
                  </a:lnTo>
                  <a:lnTo>
                    <a:pt x="1871954" y="2352"/>
                  </a:lnTo>
                  <a:lnTo>
                    <a:pt x="1887554" y="745"/>
                  </a:lnTo>
                  <a:lnTo>
                    <a:pt x="1903154" y="0"/>
                  </a:lnTo>
                  <a:lnTo>
                    <a:pt x="1918753" y="217"/>
                  </a:lnTo>
                  <a:lnTo>
                    <a:pt x="1934353" y="1455"/>
                  </a:lnTo>
                  <a:lnTo>
                    <a:pt x="1949953" y="3729"/>
                  </a:lnTo>
                  <a:lnTo>
                    <a:pt x="1965552" y="7011"/>
                  </a:lnTo>
                  <a:lnTo>
                    <a:pt x="1981152" y="11238"/>
                  </a:lnTo>
                  <a:lnTo>
                    <a:pt x="1996751" y="16309"/>
                  </a:lnTo>
                  <a:lnTo>
                    <a:pt x="2012351" y="22096"/>
                  </a:lnTo>
                  <a:lnTo>
                    <a:pt x="2027951" y="28441"/>
                  </a:lnTo>
                  <a:lnTo>
                    <a:pt x="2043550" y="35166"/>
                  </a:lnTo>
                  <a:lnTo>
                    <a:pt x="2059150" y="42076"/>
                  </a:lnTo>
                  <a:lnTo>
                    <a:pt x="2074750" y="48946"/>
                  </a:lnTo>
                  <a:lnTo>
                    <a:pt x="2090349" y="55573"/>
                  </a:lnTo>
                  <a:lnTo>
                    <a:pt x="2105949" y="61793"/>
                  </a:lnTo>
                  <a:lnTo>
                    <a:pt x="2121548" y="67485"/>
                  </a:lnTo>
                  <a:lnTo>
                    <a:pt x="2137148" y="72582"/>
                  </a:lnTo>
                  <a:lnTo>
                    <a:pt x="2152748" y="77076"/>
                  </a:lnTo>
                  <a:lnTo>
                    <a:pt x="2168347" y="81023"/>
                  </a:lnTo>
                  <a:lnTo>
                    <a:pt x="2183947" y="84539"/>
                  </a:lnTo>
                  <a:lnTo>
                    <a:pt x="2199547" y="87783"/>
                  </a:lnTo>
                  <a:lnTo>
                    <a:pt x="2215146" y="90943"/>
                  </a:lnTo>
                  <a:lnTo>
                    <a:pt x="2230746" y="94212"/>
                  </a:lnTo>
                  <a:lnTo>
                    <a:pt x="2246345" y="97769"/>
                  </a:lnTo>
                  <a:lnTo>
                    <a:pt x="2261945" y="101775"/>
                  </a:lnTo>
                  <a:lnTo>
                    <a:pt x="2277545" y="106321"/>
                  </a:lnTo>
                  <a:lnTo>
                    <a:pt x="2293144" y="111390"/>
                  </a:lnTo>
                  <a:lnTo>
                    <a:pt x="2308744" y="116933"/>
                  </a:lnTo>
                  <a:lnTo>
                    <a:pt x="2324344" y="122859"/>
                  </a:lnTo>
                  <a:lnTo>
                    <a:pt x="2339943" y="129048"/>
                  </a:lnTo>
                  <a:lnTo>
                    <a:pt x="2355543" y="135375"/>
                  </a:lnTo>
                  <a:lnTo>
                    <a:pt x="2371142" y="141727"/>
                  </a:lnTo>
                  <a:lnTo>
                    <a:pt x="2386742" y="148016"/>
                  </a:lnTo>
                  <a:lnTo>
                    <a:pt x="2402342" y="154191"/>
                  </a:lnTo>
                  <a:lnTo>
                    <a:pt x="2417941" y="160243"/>
                  </a:lnTo>
                  <a:lnTo>
                    <a:pt x="2433541" y="166201"/>
                  </a:lnTo>
                  <a:lnTo>
                    <a:pt x="2449141" y="172130"/>
                  </a:lnTo>
                  <a:lnTo>
                    <a:pt x="2464740" y="178134"/>
                  </a:lnTo>
                  <a:lnTo>
                    <a:pt x="2480340" y="184318"/>
                  </a:lnTo>
                  <a:lnTo>
                    <a:pt x="2495939" y="190770"/>
                  </a:lnTo>
                  <a:lnTo>
                    <a:pt x="2511539" y="197557"/>
                  </a:lnTo>
                  <a:lnTo>
                    <a:pt x="2527139" y="204715"/>
                  </a:lnTo>
                  <a:lnTo>
                    <a:pt x="2542738" y="212242"/>
                  </a:lnTo>
                  <a:lnTo>
                    <a:pt x="2558338" y="220094"/>
                  </a:lnTo>
                  <a:lnTo>
                    <a:pt x="2573938" y="228188"/>
                  </a:lnTo>
                  <a:lnTo>
                    <a:pt x="2589537" y="236412"/>
                  </a:lnTo>
                  <a:lnTo>
                    <a:pt x="2605137" y="244631"/>
                  </a:lnTo>
                  <a:lnTo>
                    <a:pt x="2620736" y="252702"/>
                  </a:lnTo>
                  <a:lnTo>
                    <a:pt x="2636336" y="260490"/>
                  </a:lnTo>
                  <a:lnTo>
                    <a:pt x="2651936" y="267867"/>
                  </a:lnTo>
                  <a:lnTo>
                    <a:pt x="2667535" y="274716"/>
                  </a:lnTo>
                  <a:lnTo>
                    <a:pt x="2683135" y="281025"/>
                  </a:lnTo>
                  <a:lnTo>
                    <a:pt x="2698735" y="286785"/>
                  </a:lnTo>
                  <a:lnTo>
                    <a:pt x="2714334" y="292015"/>
                  </a:lnTo>
                  <a:lnTo>
                    <a:pt x="2729934" y="296758"/>
                  </a:lnTo>
                  <a:lnTo>
                    <a:pt x="2745533" y="301068"/>
                  </a:lnTo>
                  <a:lnTo>
                    <a:pt x="2761133" y="305008"/>
                  </a:lnTo>
                  <a:lnTo>
                    <a:pt x="2776733" y="308646"/>
                  </a:lnTo>
                  <a:lnTo>
                    <a:pt x="2792332" y="312047"/>
                  </a:lnTo>
                  <a:lnTo>
                    <a:pt x="2807932" y="315271"/>
                  </a:lnTo>
                  <a:lnTo>
                    <a:pt x="2823532" y="318370"/>
                  </a:lnTo>
                  <a:lnTo>
                    <a:pt x="2839131" y="321383"/>
                  </a:lnTo>
                  <a:lnTo>
                    <a:pt x="2854731" y="324332"/>
                  </a:lnTo>
                  <a:lnTo>
                    <a:pt x="2870330" y="327226"/>
                  </a:lnTo>
                  <a:lnTo>
                    <a:pt x="2885930" y="330061"/>
                  </a:lnTo>
                  <a:lnTo>
                    <a:pt x="2901530" y="332822"/>
                  </a:lnTo>
                  <a:lnTo>
                    <a:pt x="2917129" y="335494"/>
                  </a:lnTo>
                  <a:lnTo>
                    <a:pt x="2932729" y="338064"/>
                  </a:lnTo>
                  <a:lnTo>
                    <a:pt x="2948329" y="340527"/>
                  </a:lnTo>
                  <a:lnTo>
                    <a:pt x="2963928" y="342888"/>
                  </a:lnTo>
                  <a:lnTo>
                    <a:pt x="2979528" y="345161"/>
                  </a:lnTo>
                  <a:lnTo>
                    <a:pt x="2995127" y="347368"/>
                  </a:lnTo>
                  <a:lnTo>
                    <a:pt x="3010727" y="349533"/>
                  </a:lnTo>
                  <a:lnTo>
                    <a:pt x="3026327" y="351679"/>
                  </a:lnTo>
                  <a:lnTo>
                    <a:pt x="3041926" y="353827"/>
                  </a:lnTo>
                  <a:lnTo>
                    <a:pt x="3057526" y="355988"/>
                  </a:lnTo>
                  <a:lnTo>
                    <a:pt x="3073126" y="358164"/>
                  </a:lnTo>
                  <a:lnTo>
                    <a:pt x="3088725" y="360348"/>
                  </a:lnTo>
                  <a:lnTo>
                    <a:pt x="3104325" y="362529"/>
                  </a:lnTo>
                  <a:lnTo>
                    <a:pt x="3119924" y="364692"/>
                  </a:lnTo>
                  <a:lnTo>
                    <a:pt x="3135524" y="366822"/>
                  </a:lnTo>
                  <a:lnTo>
                    <a:pt x="3151124" y="368905"/>
                  </a:lnTo>
                  <a:lnTo>
                    <a:pt x="3166723" y="370928"/>
                  </a:lnTo>
                  <a:lnTo>
                    <a:pt x="3182323" y="372881"/>
                  </a:lnTo>
                  <a:lnTo>
                    <a:pt x="3197923" y="374754"/>
                  </a:lnTo>
                  <a:lnTo>
                    <a:pt x="3213522" y="376537"/>
                  </a:lnTo>
                  <a:lnTo>
                    <a:pt x="3229122" y="378221"/>
                  </a:lnTo>
                  <a:lnTo>
                    <a:pt x="3244721" y="379794"/>
                  </a:lnTo>
                  <a:lnTo>
                    <a:pt x="3260321" y="381239"/>
                  </a:lnTo>
                  <a:lnTo>
                    <a:pt x="3275921" y="382558"/>
                  </a:lnTo>
                  <a:lnTo>
                    <a:pt x="3291520" y="383747"/>
                  </a:lnTo>
                  <a:lnTo>
                    <a:pt x="3307120" y="384809"/>
                  </a:lnTo>
                  <a:lnTo>
                    <a:pt x="3322720" y="385749"/>
                  </a:lnTo>
                  <a:lnTo>
                    <a:pt x="3338319" y="386580"/>
                  </a:lnTo>
                  <a:lnTo>
                    <a:pt x="3353919" y="387317"/>
                  </a:lnTo>
                  <a:lnTo>
                    <a:pt x="3369518" y="387977"/>
                  </a:lnTo>
                  <a:lnTo>
                    <a:pt x="3385118" y="388577"/>
                  </a:lnTo>
                  <a:lnTo>
                    <a:pt x="3400718" y="389133"/>
                  </a:lnTo>
                  <a:lnTo>
                    <a:pt x="3416317" y="389655"/>
                  </a:lnTo>
                  <a:lnTo>
                    <a:pt x="3431917" y="390152"/>
                  </a:lnTo>
                  <a:lnTo>
                    <a:pt x="3447517" y="390626"/>
                  </a:lnTo>
                  <a:lnTo>
                    <a:pt x="3463116" y="391075"/>
                  </a:lnTo>
                  <a:lnTo>
                    <a:pt x="3478716" y="391495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742719" y="2123412"/>
              <a:ext cx="4539490" cy="295253"/>
            </a:xfrm>
            <a:custGeom>
              <a:avLst/>
              <a:pathLst>
                <a:path w="4539490" h="295253">
                  <a:moveTo>
                    <a:pt x="0" y="291590"/>
                  </a:moveTo>
                  <a:lnTo>
                    <a:pt x="15599" y="291467"/>
                  </a:lnTo>
                  <a:lnTo>
                    <a:pt x="31199" y="291374"/>
                  </a:lnTo>
                  <a:lnTo>
                    <a:pt x="46798" y="291298"/>
                  </a:lnTo>
                  <a:lnTo>
                    <a:pt x="62398" y="291224"/>
                  </a:lnTo>
                  <a:lnTo>
                    <a:pt x="77998" y="291136"/>
                  </a:lnTo>
                  <a:lnTo>
                    <a:pt x="93597" y="291016"/>
                  </a:lnTo>
                  <a:lnTo>
                    <a:pt x="109197" y="290851"/>
                  </a:lnTo>
                  <a:lnTo>
                    <a:pt x="124796" y="290633"/>
                  </a:lnTo>
                  <a:lnTo>
                    <a:pt x="140396" y="290359"/>
                  </a:lnTo>
                  <a:lnTo>
                    <a:pt x="155996" y="290035"/>
                  </a:lnTo>
                  <a:lnTo>
                    <a:pt x="171595" y="289675"/>
                  </a:lnTo>
                  <a:lnTo>
                    <a:pt x="187195" y="289295"/>
                  </a:lnTo>
                  <a:lnTo>
                    <a:pt x="202795" y="288919"/>
                  </a:lnTo>
                  <a:lnTo>
                    <a:pt x="218394" y="288571"/>
                  </a:lnTo>
                  <a:lnTo>
                    <a:pt x="233994" y="288263"/>
                  </a:lnTo>
                  <a:lnTo>
                    <a:pt x="249593" y="288001"/>
                  </a:lnTo>
                  <a:lnTo>
                    <a:pt x="265193" y="287777"/>
                  </a:lnTo>
                  <a:lnTo>
                    <a:pt x="280793" y="287573"/>
                  </a:lnTo>
                  <a:lnTo>
                    <a:pt x="296392" y="287360"/>
                  </a:lnTo>
                  <a:lnTo>
                    <a:pt x="311992" y="287101"/>
                  </a:lnTo>
                  <a:lnTo>
                    <a:pt x="327592" y="286758"/>
                  </a:lnTo>
                  <a:lnTo>
                    <a:pt x="343191" y="286295"/>
                  </a:lnTo>
                  <a:lnTo>
                    <a:pt x="358791" y="285681"/>
                  </a:lnTo>
                  <a:lnTo>
                    <a:pt x="374390" y="284900"/>
                  </a:lnTo>
                  <a:lnTo>
                    <a:pt x="389990" y="283946"/>
                  </a:lnTo>
                  <a:lnTo>
                    <a:pt x="405590" y="282824"/>
                  </a:lnTo>
                  <a:lnTo>
                    <a:pt x="421189" y="281571"/>
                  </a:lnTo>
                  <a:lnTo>
                    <a:pt x="436789" y="280230"/>
                  </a:lnTo>
                  <a:lnTo>
                    <a:pt x="452389" y="278845"/>
                  </a:lnTo>
                  <a:lnTo>
                    <a:pt x="467988" y="277459"/>
                  </a:lnTo>
                  <a:lnTo>
                    <a:pt x="483588" y="276109"/>
                  </a:lnTo>
                  <a:lnTo>
                    <a:pt x="499187" y="274824"/>
                  </a:lnTo>
                  <a:lnTo>
                    <a:pt x="514787" y="273621"/>
                  </a:lnTo>
                  <a:lnTo>
                    <a:pt x="530387" y="272506"/>
                  </a:lnTo>
                  <a:lnTo>
                    <a:pt x="545986" y="271470"/>
                  </a:lnTo>
                  <a:lnTo>
                    <a:pt x="561586" y="270496"/>
                  </a:lnTo>
                  <a:lnTo>
                    <a:pt x="577186" y="269560"/>
                  </a:lnTo>
                  <a:lnTo>
                    <a:pt x="592785" y="268629"/>
                  </a:lnTo>
                  <a:lnTo>
                    <a:pt x="608385" y="267668"/>
                  </a:lnTo>
                  <a:lnTo>
                    <a:pt x="623984" y="266644"/>
                  </a:lnTo>
                  <a:lnTo>
                    <a:pt x="639584" y="265530"/>
                  </a:lnTo>
                  <a:lnTo>
                    <a:pt x="655184" y="264301"/>
                  </a:lnTo>
                  <a:lnTo>
                    <a:pt x="670783" y="262937"/>
                  </a:lnTo>
                  <a:lnTo>
                    <a:pt x="686383" y="261419"/>
                  </a:lnTo>
                  <a:lnTo>
                    <a:pt x="701983" y="259735"/>
                  </a:lnTo>
                  <a:lnTo>
                    <a:pt x="717582" y="257875"/>
                  </a:lnTo>
                  <a:lnTo>
                    <a:pt x="733182" y="255836"/>
                  </a:lnTo>
                  <a:lnTo>
                    <a:pt x="748781" y="253624"/>
                  </a:lnTo>
                  <a:lnTo>
                    <a:pt x="764381" y="251254"/>
                  </a:lnTo>
                  <a:lnTo>
                    <a:pt x="779981" y="248754"/>
                  </a:lnTo>
                  <a:lnTo>
                    <a:pt x="795580" y="246160"/>
                  </a:lnTo>
                  <a:lnTo>
                    <a:pt x="811180" y="243534"/>
                  </a:lnTo>
                  <a:lnTo>
                    <a:pt x="826780" y="240939"/>
                  </a:lnTo>
                  <a:lnTo>
                    <a:pt x="842379" y="238437"/>
                  </a:lnTo>
                  <a:lnTo>
                    <a:pt x="857979" y="236081"/>
                  </a:lnTo>
                  <a:lnTo>
                    <a:pt x="873578" y="233912"/>
                  </a:lnTo>
                  <a:lnTo>
                    <a:pt x="889178" y="231951"/>
                  </a:lnTo>
                  <a:lnTo>
                    <a:pt x="904778" y="230200"/>
                  </a:lnTo>
                  <a:lnTo>
                    <a:pt x="920377" y="228636"/>
                  </a:lnTo>
                  <a:lnTo>
                    <a:pt x="935977" y="227222"/>
                  </a:lnTo>
                  <a:lnTo>
                    <a:pt x="951577" y="225911"/>
                  </a:lnTo>
                  <a:lnTo>
                    <a:pt x="967176" y="224651"/>
                  </a:lnTo>
                  <a:lnTo>
                    <a:pt x="982776" y="223396"/>
                  </a:lnTo>
                  <a:lnTo>
                    <a:pt x="998375" y="222110"/>
                  </a:lnTo>
                  <a:lnTo>
                    <a:pt x="1013975" y="220777"/>
                  </a:lnTo>
                  <a:lnTo>
                    <a:pt x="1029575" y="219392"/>
                  </a:lnTo>
                  <a:lnTo>
                    <a:pt x="1045174" y="217955"/>
                  </a:lnTo>
                  <a:lnTo>
                    <a:pt x="1060774" y="216460"/>
                  </a:lnTo>
                  <a:lnTo>
                    <a:pt x="1076374" y="214892"/>
                  </a:lnTo>
                  <a:lnTo>
                    <a:pt x="1091973" y="213220"/>
                  </a:lnTo>
                  <a:lnTo>
                    <a:pt x="1107573" y="211399"/>
                  </a:lnTo>
                  <a:lnTo>
                    <a:pt x="1123172" y="209374"/>
                  </a:lnTo>
                  <a:lnTo>
                    <a:pt x="1138772" y="207090"/>
                  </a:lnTo>
                  <a:lnTo>
                    <a:pt x="1154372" y="204496"/>
                  </a:lnTo>
                  <a:lnTo>
                    <a:pt x="1169971" y="201562"/>
                  </a:lnTo>
                  <a:lnTo>
                    <a:pt x="1185571" y="198275"/>
                  </a:lnTo>
                  <a:lnTo>
                    <a:pt x="1201171" y="194644"/>
                  </a:lnTo>
                  <a:lnTo>
                    <a:pt x="1216770" y="190747"/>
                  </a:lnTo>
                  <a:lnTo>
                    <a:pt x="1232370" y="186646"/>
                  </a:lnTo>
                  <a:lnTo>
                    <a:pt x="1247969" y="182406"/>
                  </a:lnTo>
                  <a:lnTo>
                    <a:pt x="1263569" y="178080"/>
                  </a:lnTo>
                  <a:lnTo>
                    <a:pt x="1279169" y="173705"/>
                  </a:lnTo>
                  <a:lnTo>
                    <a:pt x="1294768" y="169296"/>
                  </a:lnTo>
                  <a:lnTo>
                    <a:pt x="1310368" y="164850"/>
                  </a:lnTo>
                  <a:lnTo>
                    <a:pt x="1325968" y="160349"/>
                  </a:lnTo>
                  <a:lnTo>
                    <a:pt x="1341567" y="155771"/>
                  </a:lnTo>
                  <a:lnTo>
                    <a:pt x="1357167" y="151095"/>
                  </a:lnTo>
                  <a:lnTo>
                    <a:pt x="1372766" y="146313"/>
                  </a:lnTo>
                  <a:lnTo>
                    <a:pt x="1388366" y="141433"/>
                  </a:lnTo>
                  <a:lnTo>
                    <a:pt x="1403966" y="136496"/>
                  </a:lnTo>
                  <a:lnTo>
                    <a:pt x="1419565" y="131562"/>
                  </a:lnTo>
                  <a:lnTo>
                    <a:pt x="1435165" y="126697"/>
                  </a:lnTo>
                  <a:lnTo>
                    <a:pt x="1450765" y="121968"/>
                  </a:lnTo>
                  <a:lnTo>
                    <a:pt x="1466364" y="117439"/>
                  </a:lnTo>
                  <a:lnTo>
                    <a:pt x="1481964" y="113157"/>
                  </a:lnTo>
                  <a:lnTo>
                    <a:pt x="1497563" y="109151"/>
                  </a:lnTo>
                  <a:lnTo>
                    <a:pt x="1513163" y="105435"/>
                  </a:lnTo>
                  <a:lnTo>
                    <a:pt x="1528763" y="102004"/>
                  </a:lnTo>
                  <a:lnTo>
                    <a:pt x="1544362" y="98848"/>
                  </a:lnTo>
                  <a:lnTo>
                    <a:pt x="1559962" y="95958"/>
                  </a:lnTo>
                  <a:lnTo>
                    <a:pt x="1575562" y="93334"/>
                  </a:lnTo>
                  <a:lnTo>
                    <a:pt x="1591161" y="91023"/>
                  </a:lnTo>
                  <a:lnTo>
                    <a:pt x="1606761" y="89040"/>
                  </a:lnTo>
                  <a:lnTo>
                    <a:pt x="1622360" y="87430"/>
                  </a:lnTo>
                  <a:lnTo>
                    <a:pt x="1637960" y="86235"/>
                  </a:lnTo>
                  <a:lnTo>
                    <a:pt x="1653560" y="85479"/>
                  </a:lnTo>
                  <a:lnTo>
                    <a:pt x="1669159" y="85154"/>
                  </a:lnTo>
                  <a:lnTo>
                    <a:pt x="1684759" y="85213"/>
                  </a:lnTo>
                  <a:lnTo>
                    <a:pt x="1700359" y="85569"/>
                  </a:lnTo>
                  <a:lnTo>
                    <a:pt x="1715958" y="86100"/>
                  </a:lnTo>
                  <a:lnTo>
                    <a:pt x="1731558" y="86659"/>
                  </a:lnTo>
                  <a:lnTo>
                    <a:pt x="1747157" y="87086"/>
                  </a:lnTo>
                  <a:lnTo>
                    <a:pt x="1762757" y="87230"/>
                  </a:lnTo>
                  <a:lnTo>
                    <a:pt x="1778357" y="86943"/>
                  </a:lnTo>
                  <a:lnTo>
                    <a:pt x="1793956" y="86095"/>
                  </a:lnTo>
                  <a:lnTo>
                    <a:pt x="1809556" y="84661"/>
                  </a:lnTo>
                  <a:lnTo>
                    <a:pt x="1825156" y="82619"/>
                  </a:lnTo>
                  <a:lnTo>
                    <a:pt x="1840755" y="79974"/>
                  </a:lnTo>
                  <a:lnTo>
                    <a:pt x="1856355" y="76749"/>
                  </a:lnTo>
                  <a:lnTo>
                    <a:pt x="1871954" y="72977"/>
                  </a:lnTo>
                  <a:lnTo>
                    <a:pt x="1887554" y="68698"/>
                  </a:lnTo>
                  <a:lnTo>
                    <a:pt x="1903154" y="63952"/>
                  </a:lnTo>
                  <a:lnTo>
                    <a:pt x="1918753" y="58785"/>
                  </a:lnTo>
                  <a:lnTo>
                    <a:pt x="1934353" y="53251"/>
                  </a:lnTo>
                  <a:lnTo>
                    <a:pt x="1949953" y="47414"/>
                  </a:lnTo>
                  <a:lnTo>
                    <a:pt x="1965552" y="41358"/>
                  </a:lnTo>
                  <a:lnTo>
                    <a:pt x="1981152" y="35195"/>
                  </a:lnTo>
                  <a:lnTo>
                    <a:pt x="1996751" y="29086"/>
                  </a:lnTo>
                  <a:lnTo>
                    <a:pt x="2012351" y="23199"/>
                  </a:lnTo>
                  <a:lnTo>
                    <a:pt x="2027951" y="17706"/>
                  </a:lnTo>
                  <a:lnTo>
                    <a:pt x="2043550" y="12775"/>
                  </a:lnTo>
                  <a:lnTo>
                    <a:pt x="2059150" y="8553"/>
                  </a:lnTo>
                  <a:lnTo>
                    <a:pt x="2074750" y="5148"/>
                  </a:lnTo>
                  <a:lnTo>
                    <a:pt x="2090349" y="2617"/>
                  </a:lnTo>
                  <a:lnTo>
                    <a:pt x="2105949" y="961"/>
                  </a:lnTo>
                  <a:lnTo>
                    <a:pt x="2121548" y="123"/>
                  </a:lnTo>
                  <a:lnTo>
                    <a:pt x="2137148" y="0"/>
                  </a:lnTo>
                  <a:lnTo>
                    <a:pt x="2152748" y="451"/>
                  </a:lnTo>
                  <a:lnTo>
                    <a:pt x="2168347" y="1324"/>
                  </a:lnTo>
                  <a:lnTo>
                    <a:pt x="2183947" y="2469"/>
                  </a:lnTo>
                  <a:lnTo>
                    <a:pt x="2199547" y="3715"/>
                  </a:lnTo>
                  <a:lnTo>
                    <a:pt x="2215146" y="4953"/>
                  </a:lnTo>
                  <a:lnTo>
                    <a:pt x="2230746" y="6098"/>
                  </a:lnTo>
                  <a:lnTo>
                    <a:pt x="2246345" y="7084"/>
                  </a:lnTo>
                  <a:lnTo>
                    <a:pt x="2261945" y="7860"/>
                  </a:lnTo>
                  <a:lnTo>
                    <a:pt x="2277545" y="8386"/>
                  </a:lnTo>
                  <a:lnTo>
                    <a:pt x="2293144" y="8633"/>
                  </a:lnTo>
                  <a:lnTo>
                    <a:pt x="2308744" y="8582"/>
                  </a:lnTo>
                  <a:lnTo>
                    <a:pt x="2324344" y="8231"/>
                  </a:lnTo>
                  <a:lnTo>
                    <a:pt x="2339943" y="7596"/>
                  </a:lnTo>
                  <a:lnTo>
                    <a:pt x="2355543" y="6721"/>
                  </a:lnTo>
                  <a:lnTo>
                    <a:pt x="2371142" y="5676"/>
                  </a:lnTo>
                  <a:lnTo>
                    <a:pt x="2386742" y="4569"/>
                  </a:lnTo>
                  <a:lnTo>
                    <a:pt x="2402342" y="3527"/>
                  </a:lnTo>
                  <a:lnTo>
                    <a:pt x="2417941" y="2666"/>
                  </a:lnTo>
                  <a:lnTo>
                    <a:pt x="2433541" y="2089"/>
                  </a:lnTo>
                  <a:lnTo>
                    <a:pt x="2449141" y="1883"/>
                  </a:lnTo>
                  <a:lnTo>
                    <a:pt x="2464740" y="2103"/>
                  </a:lnTo>
                  <a:lnTo>
                    <a:pt x="2480340" y="2776"/>
                  </a:lnTo>
                  <a:lnTo>
                    <a:pt x="2495939" y="3900"/>
                  </a:lnTo>
                  <a:lnTo>
                    <a:pt x="2511539" y="5447"/>
                  </a:lnTo>
                  <a:lnTo>
                    <a:pt x="2527139" y="7376"/>
                  </a:lnTo>
                  <a:lnTo>
                    <a:pt x="2542738" y="9633"/>
                  </a:lnTo>
                  <a:lnTo>
                    <a:pt x="2558338" y="12163"/>
                  </a:lnTo>
                  <a:lnTo>
                    <a:pt x="2573938" y="14924"/>
                  </a:lnTo>
                  <a:lnTo>
                    <a:pt x="2589537" y="17850"/>
                  </a:lnTo>
                  <a:lnTo>
                    <a:pt x="2605137" y="20891"/>
                  </a:lnTo>
                  <a:lnTo>
                    <a:pt x="2620736" y="24010"/>
                  </a:lnTo>
                  <a:lnTo>
                    <a:pt x="2636336" y="27170"/>
                  </a:lnTo>
                  <a:lnTo>
                    <a:pt x="2651936" y="30345"/>
                  </a:lnTo>
                  <a:lnTo>
                    <a:pt x="2667535" y="33516"/>
                  </a:lnTo>
                  <a:lnTo>
                    <a:pt x="2683135" y="36675"/>
                  </a:lnTo>
                  <a:lnTo>
                    <a:pt x="2698735" y="39827"/>
                  </a:lnTo>
                  <a:lnTo>
                    <a:pt x="2714334" y="42988"/>
                  </a:lnTo>
                  <a:lnTo>
                    <a:pt x="2729934" y="46185"/>
                  </a:lnTo>
                  <a:lnTo>
                    <a:pt x="2745533" y="49450"/>
                  </a:lnTo>
                  <a:lnTo>
                    <a:pt x="2761133" y="52815"/>
                  </a:lnTo>
                  <a:lnTo>
                    <a:pt x="2776733" y="56311"/>
                  </a:lnTo>
                  <a:lnTo>
                    <a:pt x="2792332" y="59932"/>
                  </a:lnTo>
                  <a:lnTo>
                    <a:pt x="2807932" y="63655"/>
                  </a:lnTo>
                  <a:lnTo>
                    <a:pt x="2823532" y="67441"/>
                  </a:lnTo>
                  <a:lnTo>
                    <a:pt x="2839131" y="71229"/>
                  </a:lnTo>
                  <a:lnTo>
                    <a:pt x="2854731" y="74953"/>
                  </a:lnTo>
                  <a:lnTo>
                    <a:pt x="2870330" y="78541"/>
                  </a:lnTo>
                  <a:lnTo>
                    <a:pt x="2885930" y="81937"/>
                  </a:lnTo>
                  <a:lnTo>
                    <a:pt x="2901530" y="85102"/>
                  </a:lnTo>
                  <a:lnTo>
                    <a:pt x="2917129" y="88026"/>
                  </a:lnTo>
                  <a:lnTo>
                    <a:pt x="2932729" y="90732"/>
                  </a:lnTo>
                  <a:lnTo>
                    <a:pt x="2948329" y="93274"/>
                  </a:lnTo>
                  <a:lnTo>
                    <a:pt x="2963928" y="95733"/>
                  </a:lnTo>
                  <a:lnTo>
                    <a:pt x="2979528" y="98218"/>
                  </a:lnTo>
                  <a:lnTo>
                    <a:pt x="2995127" y="100825"/>
                  </a:lnTo>
                  <a:lnTo>
                    <a:pt x="3010727" y="103629"/>
                  </a:lnTo>
                  <a:lnTo>
                    <a:pt x="3026327" y="106676"/>
                  </a:lnTo>
                  <a:lnTo>
                    <a:pt x="3041926" y="109977"/>
                  </a:lnTo>
                  <a:lnTo>
                    <a:pt x="3057526" y="113505"/>
                  </a:lnTo>
                  <a:lnTo>
                    <a:pt x="3073126" y="117198"/>
                  </a:lnTo>
                  <a:lnTo>
                    <a:pt x="3088725" y="120965"/>
                  </a:lnTo>
                  <a:lnTo>
                    <a:pt x="3104325" y="124696"/>
                  </a:lnTo>
                  <a:lnTo>
                    <a:pt x="3119924" y="128278"/>
                  </a:lnTo>
                  <a:lnTo>
                    <a:pt x="3135524" y="131608"/>
                  </a:lnTo>
                  <a:lnTo>
                    <a:pt x="3151124" y="134612"/>
                  </a:lnTo>
                  <a:lnTo>
                    <a:pt x="3166723" y="137227"/>
                  </a:lnTo>
                  <a:lnTo>
                    <a:pt x="3182323" y="139504"/>
                  </a:lnTo>
                  <a:lnTo>
                    <a:pt x="3197923" y="141525"/>
                  </a:lnTo>
                  <a:lnTo>
                    <a:pt x="3213522" y="143403"/>
                  </a:lnTo>
                  <a:lnTo>
                    <a:pt x="3229122" y="145275"/>
                  </a:lnTo>
                  <a:lnTo>
                    <a:pt x="3244721" y="147280"/>
                  </a:lnTo>
                  <a:lnTo>
                    <a:pt x="3260321" y="149547"/>
                  </a:lnTo>
                  <a:lnTo>
                    <a:pt x="3275921" y="152173"/>
                  </a:lnTo>
                  <a:lnTo>
                    <a:pt x="3291520" y="155217"/>
                  </a:lnTo>
                  <a:lnTo>
                    <a:pt x="3307120" y="158694"/>
                  </a:lnTo>
                  <a:lnTo>
                    <a:pt x="3322720" y="162576"/>
                  </a:lnTo>
                  <a:lnTo>
                    <a:pt x="3338319" y="166801"/>
                  </a:lnTo>
                  <a:lnTo>
                    <a:pt x="3353919" y="171285"/>
                  </a:lnTo>
                  <a:lnTo>
                    <a:pt x="3369518" y="175925"/>
                  </a:lnTo>
                  <a:lnTo>
                    <a:pt x="3385118" y="180611"/>
                  </a:lnTo>
                  <a:lnTo>
                    <a:pt x="3400718" y="185260"/>
                  </a:lnTo>
                  <a:lnTo>
                    <a:pt x="3416317" y="189804"/>
                  </a:lnTo>
                  <a:lnTo>
                    <a:pt x="3431917" y="194186"/>
                  </a:lnTo>
                  <a:lnTo>
                    <a:pt x="3447517" y="198365"/>
                  </a:lnTo>
                  <a:lnTo>
                    <a:pt x="3463116" y="202303"/>
                  </a:lnTo>
                  <a:lnTo>
                    <a:pt x="3478716" y="205975"/>
                  </a:lnTo>
                  <a:lnTo>
                    <a:pt x="3494315" y="209360"/>
                  </a:lnTo>
                  <a:lnTo>
                    <a:pt x="3509915" y="212448"/>
                  </a:lnTo>
                  <a:lnTo>
                    <a:pt x="3525515" y="215242"/>
                  </a:lnTo>
                  <a:lnTo>
                    <a:pt x="3541114" y="217760"/>
                  </a:lnTo>
                  <a:lnTo>
                    <a:pt x="3556714" y="220029"/>
                  </a:lnTo>
                  <a:lnTo>
                    <a:pt x="3572314" y="222113"/>
                  </a:lnTo>
                  <a:lnTo>
                    <a:pt x="3587913" y="224084"/>
                  </a:lnTo>
                  <a:lnTo>
                    <a:pt x="3603513" y="226003"/>
                  </a:lnTo>
                  <a:lnTo>
                    <a:pt x="3619112" y="227920"/>
                  </a:lnTo>
                  <a:lnTo>
                    <a:pt x="3634712" y="229866"/>
                  </a:lnTo>
                  <a:lnTo>
                    <a:pt x="3650312" y="231852"/>
                  </a:lnTo>
                  <a:lnTo>
                    <a:pt x="3665911" y="233864"/>
                  </a:lnTo>
                  <a:lnTo>
                    <a:pt x="3681511" y="235869"/>
                  </a:lnTo>
                  <a:lnTo>
                    <a:pt x="3697111" y="237823"/>
                  </a:lnTo>
                  <a:lnTo>
                    <a:pt x="3712710" y="239679"/>
                  </a:lnTo>
                  <a:lnTo>
                    <a:pt x="3728310" y="241397"/>
                  </a:lnTo>
                  <a:lnTo>
                    <a:pt x="3743909" y="242953"/>
                  </a:lnTo>
                  <a:lnTo>
                    <a:pt x="3759509" y="244328"/>
                  </a:lnTo>
                  <a:lnTo>
                    <a:pt x="3775109" y="245560"/>
                  </a:lnTo>
                  <a:lnTo>
                    <a:pt x="3790708" y="246690"/>
                  </a:lnTo>
                  <a:lnTo>
                    <a:pt x="3806308" y="247771"/>
                  </a:lnTo>
                  <a:lnTo>
                    <a:pt x="3821908" y="248859"/>
                  </a:lnTo>
                  <a:lnTo>
                    <a:pt x="3837507" y="250008"/>
                  </a:lnTo>
                  <a:lnTo>
                    <a:pt x="3853107" y="251266"/>
                  </a:lnTo>
                  <a:lnTo>
                    <a:pt x="3868706" y="252667"/>
                  </a:lnTo>
                  <a:lnTo>
                    <a:pt x="3884306" y="254227"/>
                  </a:lnTo>
                  <a:lnTo>
                    <a:pt x="3899906" y="255948"/>
                  </a:lnTo>
                  <a:lnTo>
                    <a:pt x="3915505" y="257809"/>
                  </a:lnTo>
                  <a:lnTo>
                    <a:pt x="3931105" y="259776"/>
                  </a:lnTo>
                  <a:lnTo>
                    <a:pt x="3946705" y="261798"/>
                  </a:lnTo>
                  <a:lnTo>
                    <a:pt x="3962304" y="263811"/>
                  </a:lnTo>
                  <a:lnTo>
                    <a:pt x="3977904" y="265754"/>
                  </a:lnTo>
                  <a:lnTo>
                    <a:pt x="3993503" y="267577"/>
                  </a:lnTo>
                  <a:lnTo>
                    <a:pt x="4009103" y="269243"/>
                  </a:lnTo>
                  <a:lnTo>
                    <a:pt x="4024703" y="270731"/>
                  </a:lnTo>
                  <a:lnTo>
                    <a:pt x="4040302" y="272036"/>
                  </a:lnTo>
                  <a:lnTo>
                    <a:pt x="4055902" y="273168"/>
                  </a:lnTo>
                  <a:lnTo>
                    <a:pt x="4071502" y="274153"/>
                  </a:lnTo>
                  <a:lnTo>
                    <a:pt x="4087101" y="275021"/>
                  </a:lnTo>
                  <a:lnTo>
                    <a:pt x="4102701" y="275810"/>
                  </a:lnTo>
                  <a:lnTo>
                    <a:pt x="4118300" y="276556"/>
                  </a:lnTo>
                  <a:lnTo>
                    <a:pt x="4133900" y="277291"/>
                  </a:lnTo>
                  <a:lnTo>
                    <a:pt x="4149500" y="278042"/>
                  </a:lnTo>
                  <a:lnTo>
                    <a:pt x="4165099" y="278823"/>
                  </a:lnTo>
                  <a:lnTo>
                    <a:pt x="4180699" y="279638"/>
                  </a:lnTo>
                  <a:lnTo>
                    <a:pt x="4196299" y="280479"/>
                  </a:lnTo>
                  <a:lnTo>
                    <a:pt x="4211898" y="281335"/>
                  </a:lnTo>
                  <a:lnTo>
                    <a:pt x="4227498" y="282187"/>
                  </a:lnTo>
                  <a:lnTo>
                    <a:pt x="4243097" y="283014"/>
                  </a:lnTo>
                  <a:lnTo>
                    <a:pt x="4258697" y="283799"/>
                  </a:lnTo>
                  <a:lnTo>
                    <a:pt x="4274297" y="284525"/>
                  </a:lnTo>
                  <a:lnTo>
                    <a:pt x="4289896" y="285183"/>
                  </a:lnTo>
                  <a:lnTo>
                    <a:pt x="4305496" y="285771"/>
                  </a:lnTo>
                  <a:lnTo>
                    <a:pt x="4321096" y="286294"/>
                  </a:lnTo>
                  <a:lnTo>
                    <a:pt x="4336695" y="286761"/>
                  </a:lnTo>
                  <a:lnTo>
                    <a:pt x="4352295" y="287190"/>
                  </a:lnTo>
                  <a:lnTo>
                    <a:pt x="4367894" y="287602"/>
                  </a:lnTo>
                  <a:lnTo>
                    <a:pt x="4383494" y="288012"/>
                  </a:lnTo>
                  <a:lnTo>
                    <a:pt x="4399094" y="288432"/>
                  </a:lnTo>
                  <a:lnTo>
                    <a:pt x="4414693" y="288864"/>
                  </a:lnTo>
                  <a:lnTo>
                    <a:pt x="4430293" y="289307"/>
                  </a:lnTo>
                  <a:lnTo>
                    <a:pt x="4445893" y="289750"/>
                  </a:lnTo>
                  <a:lnTo>
                    <a:pt x="4461492" y="290180"/>
                  </a:lnTo>
                  <a:lnTo>
                    <a:pt x="4477092" y="290579"/>
                  </a:lnTo>
                  <a:lnTo>
                    <a:pt x="4492691" y="290932"/>
                  </a:lnTo>
                  <a:lnTo>
                    <a:pt x="4508291" y="291225"/>
                  </a:lnTo>
                  <a:lnTo>
                    <a:pt x="4523891" y="291449"/>
                  </a:lnTo>
                  <a:lnTo>
                    <a:pt x="4539490" y="291601"/>
                  </a:lnTo>
                  <a:lnTo>
                    <a:pt x="4539490" y="295253"/>
                  </a:lnTo>
                  <a:lnTo>
                    <a:pt x="4523891" y="295253"/>
                  </a:lnTo>
                  <a:lnTo>
                    <a:pt x="4508291" y="295253"/>
                  </a:lnTo>
                  <a:lnTo>
                    <a:pt x="4492691" y="295253"/>
                  </a:lnTo>
                  <a:lnTo>
                    <a:pt x="4477092" y="295253"/>
                  </a:lnTo>
                  <a:lnTo>
                    <a:pt x="4461492" y="295253"/>
                  </a:lnTo>
                  <a:lnTo>
                    <a:pt x="4445893" y="295253"/>
                  </a:lnTo>
                  <a:lnTo>
                    <a:pt x="4430293" y="295253"/>
                  </a:lnTo>
                  <a:lnTo>
                    <a:pt x="4414693" y="295253"/>
                  </a:lnTo>
                  <a:lnTo>
                    <a:pt x="4399094" y="295253"/>
                  </a:lnTo>
                  <a:lnTo>
                    <a:pt x="4383494" y="295253"/>
                  </a:lnTo>
                  <a:lnTo>
                    <a:pt x="4367894" y="295253"/>
                  </a:lnTo>
                  <a:lnTo>
                    <a:pt x="4352295" y="295253"/>
                  </a:lnTo>
                  <a:lnTo>
                    <a:pt x="4336695" y="295253"/>
                  </a:lnTo>
                  <a:lnTo>
                    <a:pt x="4321096" y="295253"/>
                  </a:lnTo>
                  <a:lnTo>
                    <a:pt x="4305496" y="295253"/>
                  </a:lnTo>
                  <a:lnTo>
                    <a:pt x="4289896" y="295253"/>
                  </a:lnTo>
                  <a:lnTo>
                    <a:pt x="4274297" y="295253"/>
                  </a:lnTo>
                  <a:lnTo>
                    <a:pt x="4258697" y="295253"/>
                  </a:lnTo>
                  <a:lnTo>
                    <a:pt x="4243097" y="295253"/>
                  </a:lnTo>
                  <a:lnTo>
                    <a:pt x="4227498" y="295253"/>
                  </a:lnTo>
                  <a:lnTo>
                    <a:pt x="4211898" y="295253"/>
                  </a:lnTo>
                  <a:lnTo>
                    <a:pt x="4196299" y="295253"/>
                  </a:lnTo>
                  <a:lnTo>
                    <a:pt x="4180699" y="295253"/>
                  </a:lnTo>
                  <a:lnTo>
                    <a:pt x="4165099" y="295253"/>
                  </a:lnTo>
                  <a:lnTo>
                    <a:pt x="4149500" y="295253"/>
                  </a:lnTo>
                  <a:lnTo>
                    <a:pt x="4133900" y="295253"/>
                  </a:lnTo>
                  <a:lnTo>
                    <a:pt x="4118300" y="295253"/>
                  </a:lnTo>
                  <a:lnTo>
                    <a:pt x="4102701" y="295253"/>
                  </a:lnTo>
                  <a:lnTo>
                    <a:pt x="4087101" y="295253"/>
                  </a:lnTo>
                  <a:lnTo>
                    <a:pt x="4071502" y="295253"/>
                  </a:lnTo>
                  <a:lnTo>
                    <a:pt x="4055902" y="295253"/>
                  </a:lnTo>
                  <a:lnTo>
                    <a:pt x="4040302" y="295253"/>
                  </a:lnTo>
                  <a:lnTo>
                    <a:pt x="4024703" y="295253"/>
                  </a:lnTo>
                  <a:lnTo>
                    <a:pt x="4009103" y="295253"/>
                  </a:lnTo>
                  <a:lnTo>
                    <a:pt x="3993503" y="295253"/>
                  </a:lnTo>
                  <a:lnTo>
                    <a:pt x="3977904" y="295253"/>
                  </a:lnTo>
                  <a:lnTo>
                    <a:pt x="3962304" y="295253"/>
                  </a:lnTo>
                  <a:lnTo>
                    <a:pt x="3946705" y="295253"/>
                  </a:lnTo>
                  <a:lnTo>
                    <a:pt x="3931105" y="295253"/>
                  </a:lnTo>
                  <a:lnTo>
                    <a:pt x="3915505" y="295253"/>
                  </a:lnTo>
                  <a:lnTo>
                    <a:pt x="3899906" y="295253"/>
                  </a:lnTo>
                  <a:lnTo>
                    <a:pt x="3884306" y="295253"/>
                  </a:lnTo>
                  <a:lnTo>
                    <a:pt x="3868706" y="295253"/>
                  </a:lnTo>
                  <a:lnTo>
                    <a:pt x="3853107" y="295253"/>
                  </a:lnTo>
                  <a:lnTo>
                    <a:pt x="3837507" y="295253"/>
                  </a:lnTo>
                  <a:lnTo>
                    <a:pt x="3821908" y="295253"/>
                  </a:lnTo>
                  <a:lnTo>
                    <a:pt x="3806308" y="295253"/>
                  </a:lnTo>
                  <a:lnTo>
                    <a:pt x="3790708" y="295253"/>
                  </a:lnTo>
                  <a:lnTo>
                    <a:pt x="3775109" y="295253"/>
                  </a:lnTo>
                  <a:lnTo>
                    <a:pt x="3759509" y="295253"/>
                  </a:lnTo>
                  <a:lnTo>
                    <a:pt x="3743909" y="295253"/>
                  </a:lnTo>
                  <a:lnTo>
                    <a:pt x="3728310" y="295253"/>
                  </a:lnTo>
                  <a:lnTo>
                    <a:pt x="3712710" y="295253"/>
                  </a:lnTo>
                  <a:lnTo>
                    <a:pt x="3697111" y="295253"/>
                  </a:lnTo>
                  <a:lnTo>
                    <a:pt x="3681511" y="295253"/>
                  </a:lnTo>
                  <a:lnTo>
                    <a:pt x="3665911" y="295253"/>
                  </a:lnTo>
                  <a:lnTo>
                    <a:pt x="3650312" y="295253"/>
                  </a:lnTo>
                  <a:lnTo>
                    <a:pt x="3634712" y="295253"/>
                  </a:lnTo>
                  <a:lnTo>
                    <a:pt x="3619112" y="295253"/>
                  </a:lnTo>
                  <a:lnTo>
                    <a:pt x="3603513" y="295253"/>
                  </a:lnTo>
                  <a:lnTo>
                    <a:pt x="3587913" y="295253"/>
                  </a:lnTo>
                  <a:lnTo>
                    <a:pt x="3572314" y="295253"/>
                  </a:lnTo>
                  <a:lnTo>
                    <a:pt x="3556714" y="295253"/>
                  </a:lnTo>
                  <a:lnTo>
                    <a:pt x="3541114" y="295253"/>
                  </a:lnTo>
                  <a:lnTo>
                    <a:pt x="3525515" y="295253"/>
                  </a:lnTo>
                  <a:lnTo>
                    <a:pt x="3509915" y="295253"/>
                  </a:lnTo>
                  <a:lnTo>
                    <a:pt x="3494315" y="295253"/>
                  </a:lnTo>
                  <a:lnTo>
                    <a:pt x="3478716" y="295253"/>
                  </a:lnTo>
                  <a:lnTo>
                    <a:pt x="3463116" y="295253"/>
                  </a:lnTo>
                  <a:lnTo>
                    <a:pt x="3447517" y="295253"/>
                  </a:lnTo>
                  <a:lnTo>
                    <a:pt x="3431917" y="295253"/>
                  </a:lnTo>
                  <a:lnTo>
                    <a:pt x="3416317" y="295253"/>
                  </a:lnTo>
                  <a:lnTo>
                    <a:pt x="3400718" y="295253"/>
                  </a:lnTo>
                  <a:lnTo>
                    <a:pt x="3385118" y="295253"/>
                  </a:lnTo>
                  <a:lnTo>
                    <a:pt x="3369518" y="295253"/>
                  </a:lnTo>
                  <a:lnTo>
                    <a:pt x="3353919" y="295253"/>
                  </a:lnTo>
                  <a:lnTo>
                    <a:pt x="3338319" y="295253"/>
                  </a:lnTo>
                  <a:lnTo>
                    <a:pt x="3322720" y="295253"/>
                  </a:lnTo>
                  <a:lnTo>
                    <a:pt x="3307120" y="295253"/>
                  </a:lnTo>
                  <a:lnTo>
                    <a:pt x="3291520" y="295253"/>
                  </a:lnTo>
                  <a:lnTo>
                    <a:pt x="3275921" y="295253"/>
                  </a:lnTo>
                  <a:lnTo>
                    <a:pt x="3260321" y="295253"/>
                  </a:lnTo>
                  <a:lnTo>
                    <a:pt x="3244721" y="295253"/>
                  </a:lnTo>
                  <a:lnTo>
                    <a:pt x="3229122" y="295253"/>
                  </a:lnTo>
                  <a:lnTo>
                    <a:pt x="3213522" y="295253"/>
                  </a:lnTo>
                  <a:lnTo>
                    <a:pt x="3197923" y="295253"/>
                  </a:lnTo>
                  <a:lnTo>
                    <a:pt x="3182323" y="295253"/>
                  </a:lnTo>
                  <a:lnTo>
                    <a:pt x="3166723" y="295253"/>
                  </a:lnTo>
                  <a:lnTo>
                    <a:pt x="3151124" y="295253"/>
                  </a:lnTo>
                  <a:lnTo>
                    <a:pt x="3135524" y="295253"/>
                  </a:lnTo>
                  <a:lnTo>
                    <a:pt x="3119924" y="295253"/>
                  </a:lnTo>
                  <a:lnTo>
                    <a:pt x="3104325" y="295253"/>
                  </a:lnTo>
                  <a:lnTo>
                    <a:pt x="3088725" y="295253"/>
                  </a:lnTo>
                  <a:lnTo>
                    <a:pt x="3073126" y="295253"/>
                  </a:lnTo>
                  <a:lnTo>
                    <a:pt x="3057526" y="295253"/>
                  </a:lnTo>
                  <a:lnTo>
                    <a:pt x="3041926" y="295253"/>
                  </a:lnTo>
                  <a:lnTo>
                    <a:pt x="3026327" y="295253"/>
                  </a:lnTo>
                  <a:lnTo>
                    <a:pt x="3010727" y="295253"/>
                  </a:lnTo>
                  <a:lnTo>
                    <a:pt x="2995127" y="295253"/>
                  </a:lnTo>
                  <a:lnTo>
                    <a:pt x="2979528" y="295253"/>
                  </a:lnTo>
                  <a:lnTo>
                    <a:pt x="2963928" y="295253"/>
                  </a:lnTo>
                  <a:lnTo>
                    <a:pt x="2948329" y="295253"/>
                  </a:lnTo>
                  <a:lnTo>
                    <a:pt x="2932729" y="295253"/>
                  </a:lnTo>
                  <a:lnTo>
                    <a:pt x="2917129" y="295253"/>
                  </a:lnTo>
                  <a:lnTo>
                    <a:pt x="2901530" y="295253"/>
                  </a:lnTo>
                  <a:lnTo>
                    <a:pt x="2885930" y="295253"/>
                  </a:lnTo>
                  <a:lnTo>
                    <a:pt x="2870330" y="295253"/>
                  </a:lnTo>
                  <a:lnTo>
                    <a:pt x="2854731" y="295253"/>
                  </a:lnTo>
                  <a:lnTo>
                    <a:pt x="2839131" y="295253"/>
                  </a:lnTo>
                  <a:lnTo>
                    <a:pt x="2823532" y="295253"/>
                  </a:lnTo>
                  <a:lnTo>
                    <a:pt x="2807932" y="295253"/>
                  </a:lnTo>
                  <a:lnTo>
                    <a:pt x="2792332" y="295253"/>
                  </a:lnTo>
                  <a:lnTo>
                    <a:pt x="2776733" y="295253"/>
                  </a:lnTo>
                  <a:lnTo>
                    <a:pt x="2761133" y="295253"/>
                  </a:lnTo>
                  <a:lnTo>
                    <a:pt x="2745533" y="295253"/>
                  </a:lnTo>
                  <a:lnTo>
                    <a:pt x="2729934" y="295253"/>
                  </a:lnTo>
                  <a:lnTo>
                    <a:pt x="2714334" y="295253"/>
                  </a:lnTo>
                  <a:lnTo>
                    <a:pt x="2698735" y="295253"/>
                  </a:lnTo>
                  <a:lnTo>
                    <a:pt x="2683135" y="295253"/>
                  </a:lnTo>
                  <a:lnTo>
                    <a:pt x="2667535" y="295253"/>
                  </a:lnTo>
                  <a:lnTo>
                    <a:pt x="2651936" y="295253"/>
                  </a:lnTo>
                  <a:lnTo>
                    <a:pt x="2636336" y="295253"/>
                  </a:lnTo>
                  <a:lnTo>
                    <a:pt x="2620736" y="295253"/>
                  </a:lnTo>
                  <a:lnTo>
                    <a:pt x="2605137" y="295253"/>
                  </a:lnTo>
                  <a:lnTo>
                    <a:pt x="2589537" y="295253"/>
                  </a:lnTo>
                  <a:lnTo>
                    <a:pt x="2573938" y="295253"/>
                  </a:lnTo>
                  <a:lnTo>
                    <a:pt x="2558338" y="295253"/>
                  </a:lnTo>
                  <a:lnTo>
                    <a:pt x="2542738" y="295253"/>
                  </a:lnTo>
                  <a:lnTo>
                    <a:pt x="2527139" y="295253"/>
                  </a:lnTo>
                  <a:lnTo>
                    <a:pt x="2511539" y="295253"/>
                  </a:lnTo>
                  <a:lnTo>
                    <a:pt x="2495939" y="295253"/>
                  </a:lnTo>
                  <a:lnTo>
                    <a:pt x="2480340" y="295253"/>
                  </a:lnTo>
                  <a:lnTo>
                    <a:pt x="2464740" y="295253"/>
                  </a:lnTo>
                  <a:lnTo>
                    <a:pt x="2449141" y="295253"/>
                  </a:lnTo>
                  <a:lnTo>
                    <a:pt x="2433541" y="295253"/>
                  </a:lnTo>
                  <a:lnTo>
                    <a:pt x="2417941" y="295253"/>
                  </a:lnTo>
                  <a:lnTo>
                    <a:pt x="2402342" y="295253"/>
                  </a:lnTo>
                  <a:lnTo>
                    <a:pt x="2386742" y="295253"/>
                  </a:lnTo>
                  <a:lnTo>
                    <a:pt x="2371142" y="295253"/>
                  </a:lnTo>
                  <a:lnTo>
                    <a:pt x="2355543" y="295253"/>
                  </a:lnTo>
                  <a:lnTo>
                    <a:pt x="2339943" y="295253"/>
                  </a:lnTo>
                  <a:lnTo>
                    <a:pt x="2324344" y="295253"/>
                  </a:lnTo>
                  <a:lnTo>
                    <a:pt x="2308744" y="295253"/>
                  </a:lnTo>
                  <a:lnTo>
                    <a:pt x="2293144" y="295253"/>
                  </a:lnTo>
                  <a:lnTo>
                    <a:pt x="2277545" y="295253"/>
                  </a:lnTo>
                  <a:lnTo>
                    <a:pt x="2261945" y="295253"/>
                  </a:lnTo>
                  <a:lnTo>
                    <a:pt x="2246345" y="295253"/>
                  </a:lnTo>
                  <a:lnTo>
                    <a:pt x="2230746" y="295253"/>
                  </a:lnTo>
                  <a:lnTo>
                    <a:pt x="2215146" y="295253"/>
                  </a:lnTo>
                  <a:lnTo>
                    <a:pt x="2199547" y="295253"/>
                  </a:lnTo>
                  <a:lnTo>
                    <a:pt x="2183947" y="295253"/>
                  </a:lnTo>
                  <a:lnTo>
                    <a:pt x="2168347" y="295253"/>
                  </a:lnTo>
                  <a:lnTo>
                    <a:pt x="2152748" y="295253"/>
                  </a:lnTo>
                  <a:lnTo>
                    <a:pt x="2137148" y="295253"/>
                  </a:lnTo>
                  <a:lnTo>
                    <a:pt x="2121548" y="295253"/>
                  </a:lnTo>
                  <a:lnTo>
                    <a:pt x="2105949" y="295253"/>
                  </a:lnTo>
                  <a:lnTo>
                    <a:pt x="2090349" y="295253"/>
                  </a:lnTo>
                  <a:lnTo>
                    <a:pt x="2074750" y="295253"/>
                  </a:lnTo>
                  <a:lnTo>
                    <a:pt x="2059150" y="295253"/>
                  </a:lnTo>
                  <a:lnTo>
                    <a:pt x="2043550" y="295253"/>
                  </a:lnTo>
                  <a:lnTo>
                    <a:pt x="2027951" y="295253"/>
                  </a:lnTo>
                  <a:lnTo>
                    <a:pt x="2012351" y="295253"/>
                  </a:lnTo>
                  <a:lnTo>
                    <a:pt x="1996751" y="295253"/>
                  </a:lnTo>
                  <a:lnTo>
                    <a:pt x="1981152" y="295253"/>
                  </a:lnTo>
                  <a:lnTo>
                    <a:pt x="1965552" y="295253"/>
                  </a:lnTo>
                  <a:lnTo>
                    <a:pt x="1949953" y="295253"/>
                  </a:lnTo>
                  <a:lnTo>
                    <a:pt x="1934353" y="295253"/>
                  </a:lnTo>
                  <a:lnTo>
                    <a:pt x="1918753" y="295253"/>
                  </a:lnTo>
                  <a:lnTo>
                    <a:pt x="1903154" y="295253"/>
                  </a:lnTo>
                  <a:lnTo>
                    <a:pt x="1887554" y="295253"/>
                  </a:lnTo>
                  <a:lnTo>
                    <a:pt x="1871954" y="295253"/>
                  </a:lnTo>
                  <a:lnTo>
                    <a:pt x="1856355" y="295253"/>
                  </a:lnTo>
                  <a:lnTo>
                    <a:pt x="1840755" y="295253"/>
                  </a:lnTo>
                  <a:lnTo>
                    <a:pt x="1825156" y="295253"/>
                  </a:lnTo>
                  <a:lnTo>
                    <a:pt x="1809556" y="295253"/>
                  </a:lnTo>
                  <a:lnTo>
                    <a:pt x="1793956" y="295253"/>
                  </a:lnTo>
                  <a:lnTo>
                    <a:pt x="1778357" y="295253"/>
                  </a:lnTo>
                  <a:lnTo>
                    <a:pt x="1762757" y="295253"/>
                  </a:lnTo>
                  <a:lnTo>
                    <a:pt x="1747157" y="295253"/>
                  </a:lnTo>
                  <a:lnTo>
                    <a:pt x="1731558" y="295253"/>
                  </a:lnTo>
                  <a:lnTo>
                    <a:pt x="1715958" y="295253"/>
                  </a:lnTo>
                  <a:lnTo>
                    <a:pt x="1700359" y="295253"/>
                  </a:lnTo>
                  <a:lnTo>
                    <a:pt x="1684759" y="295253"/>
                  </a:lnTo>
                  <a:lnTo>
                    <a:pt x="1669159" y="295253"/>
                  </a:lnTo>
                  <a:lnTo>
                    <a:pt x="1653560" y="295253"/>
                  </a:lnTo>
                  <a:lnTo>
                    <a:pt x="1637960" y="295253"/>
                  </a:lnTo>
                  <a:lnTo>
                    <a:pt x="1622360" y="295253"/>
                  </a:lnTo>
                  <a:lnTo>
                    <a:pt x="1606761" y="295253"/>
                  </a:lnTo>
                  <a:lnTo>
                    <a:pt x="1591161" y="295253"/>
                  </a:lnTo>
                  <a:lnTo>
                    <a:pt x="1575562" y="295253"/>
                  </a:lnTo>
                  <a:lnTo>
                    <a:pt x="1559962" y="295253"/>
                  </a:lnTo>
                  <a:lnTo>
                    <a:pt x="1544362" y="295253"/>
                  </a:lnTo>
                  <a:lnTo>
                    <a:pt x="1528763" y="295253"/>
                  </a:lnTo>
                  <a:lnTo>
                    <a:pt x="1513163" y="295253"/>
                  </a:lnTo>
                  <a:lnTo>
                    <a:pt x="1497563" y="295253"/>
                  </a:lnTo>
                  <a:lnTo>
                    <a:pt x="1481964" y="295253"/>
                  </a:lnTo>
                  <a:lnTo>
                    <a:pt x="1466364" y="295253"/>
                  </a:lnTo>
                  <a:lnTo>
                    <a:pt x="1450765" y="295253"/>
                  </a:lnTo>
                  <a:lnTo>
                    <a:pt x="1435165" y="295253"/>
                  </a:lnTo>
                  <a:lnTo>
                    <a:pt x="1419565" y="295253"/>
                  </a:lnTo>
                  <a:lnTo>
                    <a:pt x="1403966" y="295253"/>
                  </a:lnTo>
                  <a:lnTo>
                    <a:pt x="1388366" y="295253"/>
                  </a:lnTo>
                  <a:lnTo>
                    <a:pt x="1372766" y="295253"/>
                  </a:lnTo>
                  <a:lnTo>
                    <a:pt x="1357167" y="295253"/>
                  </a:lnTo>
                  <a:lnTo>
                    <a:pt x="1341567" y="295253"/>
                  </a:lnTo>
                  <a:lnTo>
                    <a:pt x="1325968" y="295253"/>
                  </a:lnTo>
                  <a:lnTo>
                    <a:pt x="1310368" y="295253"/>
                  </a:lnTo>
                  <a:lnTo>
                    <a:pt x="1294768" y="295253"/>
                  </a:lnTo>
                  <a:lnTo>
                    <a:pt x="1279169" y="295253"/>
                  </a:lnTo>
                  <a:lnTo>
                    <a:pt x="1263569" y="295253"/>
                  </a:lnTo>
                  <a:lnTo>
                    <a:pt x="1247969" y="295253"/>
                  </a:lnTo>
                  <a:lnTo>
                    <a:pt x="1232370" y="295253"/>
                  </a:lnTo>
                  <a:lnTo>
                    <a:pt x="1216770" y="295253"/>
                  </a:lnTo>
                  <a:lnTo>
                    <a:pt x="1201171" y="295253"/>
                  </a:lnTo>
                  <a:lnTo>
                    <a:pt x="1185571" y="295253"/>
                  </a:lnTo>
                  <a:lnTo>
                    <a:pt x="1169971" y="295253"/>
                  </a:lnTo>
                  <a:lnTo>
                    <a:pt x="1154372" y="295253"/>
                  </a:lnTo>
                  <a:lnTo>
                    <a:pt x="1138772" y="295253"/>
                  </a:lnTo>
                  <a:lnTo>
                    <a:pt x="1123172" y="295253"/>
                  </a:lnTo>
                  <a:lnTo>
                    <a:pt x="1107573" y="295253"/>
                  </a:lnTo>
                  <a:lnTo>
                    <a:pt x="1091973" y="295253"/>
                  </a:lnTo>
                  <a:lnTo>
                    <a:pt x="1076374" y="295253"/>
                  </a:lnTo>
                  <a:lnTo>
                    <a:pt x="1060774" y="295253"/>
                  </a:lnTo>
                  <a:lnTo>
                    <a:pt x="1045174" y="295253"/>
                  </a:lnTo>
                  <a:lnTo>
                    <a:pt x="1029575" y="295253"/>
                  </a:lnTo>
                  <a:lnTo>
                    <a:pt x="1013975" y="295253"/>
                  </a:lnTo>
                  <a:lnTo>
                    <a:pt x="998375" y="295253"/>
                  </a:lnTo>
                  <a:lnTo>
                    <a:pt x="982776" y="295253"/>
                  </a:lnTo>
                  <a:lnTo>
                    <a:pt x="967176" y="295253"/>
                  </a:lnTo>
                  <a:lnTo>
                    <a:pt x="951577" y="295253"/>
                  </a:lnTo>
                  <a:lnTo>
                    <a:pt x="935977" y="295253"/>
                  </a:lnTo>
                  <a:lnTo>
                    <a:pt x="920377" y="295253"/>
                  </a:lnTo>
                  <a:lnTo>
                    <a:pt x="904778" y="295253"/>
                  </a:lnTo>
                  <a:lnTo>
                    <a:pt x="889178" y="295253"/>
                  </a:lnTo>
                  <a:lnTo>
                    <a:pt x="873578" y="295253"/>
                  </a:lnTo>
                  <a:lnTo>
                    <a:pt x="857979" y="295253"/>
                  </a:lnTo>
                  <a:lnTo>
                    <a:pt x="842379" y="295253"/>
                  </a:lnTo>
                  <a:lnTo>
                    <a:pt x="826780" y="295253"/>
                  </a:lnTo>
                  <a:lnTo>
                    <a:pt x="811180" y="295253"/>
                  </a:lnTo>
                  <a:lnTo>
                    <a:pt x="795580" y="295253"/>
                  </a:lnTo>
                  <a:lnTo>
                    <a:pt x="779981" y="295253"/>
                  </a:lnTo>
                  <a:lnTo>
                    <a:pt x="764381" y="295253"/>
                  </a:lnTo>
                  <a:lnTo>
                    <a:pt x="748781" y="295253"/>
                  </a:lnTo>
                  <a:lnTo>
                    <a:pt x="733182" y="295253"/>
                  </a:lnTo>
                  <a:lnTo>
                    <a:pt x="717582" y="295253"/>
                  </a:lnTo>
                  <a:lnTo>
                    <a:pt x="701983" y="295253"/>
                  </a:lnTo>
                  <a:lnTo>
                    <a:pt x="686383" y="295253"/>
                  </a:lnTo>
                  <a:lnTo>
                    <a:pt x="670783" y="295253"/>
                  </a:lnTo>
                  <a:lnTo>
                    <a:pt x="655184" y="295253"/>
                  </a:lnTo>
                  <a:lnTo>
                    <a:pt x="639584" y="295253"/>
                  </a:lnTo>
                  <a:lnTo>
                    <a:pt x="623984" y="295253"/>
                  </a:lnTo>
                  <a:lnTo>
                    <a:pt x="608385" y="295253"/>
                  </a:lnTo>
                  <a:lnTo>
                    <a:pt x="592785" y="295253"/>
                  </a:lnTo>
                  <a:lnTo>
                    <a:pt x="577186" y="295253"/>
                  </a:lnTo>
                  <a:lnTo>
                    <a:pt x="561586" y="295253"/>
                  </a:lnTo>
                  <a:lnTo>
                    <a:pt x="545986" y="295253"/>
                  </a:lnTo>
                  <a:lnTo>
                    <a:pt x="530387" y="295253"/>
                  </a:lnTo>
                  <a:lnTo>
                    <a:pt x="514787" y="295253"/>
                  </a:lnTo>
                  <a:lnTo>
                    <a:pt x="499187" y="295253"/>
                  </a:lnTo>
                  <a:lnTo>
                    <a:pt x="483588" y="295253"/>
                  </a:lnTo>
                  <a:lnTo>
                    <a:pt x="467988" y="295253"/>
                  </a:lnTo>
                  <a:lnTo>
                    <a:pt x="452389" y="295253"/>
                  </a:lnTo>
                  <a:lnTo>
                    <a:pt x="436789" y="295253"/>
                  </a:lnTo>
                  <a:lnTo>
                    <a:pt x="421189" y="295253"/>
                  </a:lnTo>
                  <a:lnTo>
                    <a:pt x="405590" y="295253"/>
                  </a:lnTo>
                  <a:lnTo>
                    <a:pt x="389990" y="295253"/>
                  </a:lnTo>
                  <a:lnTo>
                    <a:pt x="374390" y="295253"/>
                  </a:lnTo>
                  <a:lnTo>
                    <a:pt x="358791" y="295253"/>
                  </a:lnTo>
                  <a:lnTo>
                    <a:pt x="343191" y="295253"/>
                  </a:lnTo>
                  <a:lnTo>
                    <a:pt x="327592" y="295253"/>
                  </a:lnTo>
                  <a:lnTo>
                    <a:pt x="311992" y="295253"/>
                  </a:lnTo>
                  <a:lnTo>
                    <a:pt x="296392" y="295253"/>
                  </a:lnTo>
                  <a:lnTo>
                    <a:pt x="280793" y="295253"/>
                  </a:lnTo>
                  <a:lnTo>
                    <a:pt x="265193" y="295253"/>
                  </a:lnTo>
                  <a:lnTo>
                    <a:pt x="249593" y="295253"/>
                  </a:lnTo>
                  <a:lnTo>
                    <a:pt x="233994" y="295253"/>
                  </a:lnTo>
                  <a:lnTo>
                    <a:pt x="218394" y="295253"/>
                  </a:lnTo>
                  <a:lnTo>
                    <a:pt x="202795" y="295253"/>
                  </a:lnTo>
                  <a:lnTo>
                    <a:pt x="187195" y="295253"/>
                  </a:lnTo>
                  <a:lnTo>
                    <a:pt x="171595" y="295253"/>
                  </a:lnTo>
                  <a:lnTo>
                    <a:pt x="155996" y="295253"/>
                  </a:lnTo>
                  <a:lnTo>
                    <a:pt x="140396" y="295253"/>
                  </a:lnTo>
                  <a:lnTo>
                    <a:pt x="124796" y="295253"/>
                  </a:lnTo>
                  <a:lnTo>
                    <a:pt x="109197" y="295253"/>
                  </a:lnTo>
                  <a:lnTo>
                    <a:pt x="93597" y="295253"/>
                  </a:lnTo>
                  <a:lnTo>
                    <a:pt x="77998" y="295253"/>
                  </a:lnTo>
                  <a:lnTo>
                    <a:pt x="62398" y="295253"/>
                  </a:lnTo>
                  <a:lnTo>
                    <a:pt x="46798" y="295253"/>
                  </a:lnTo>
                  <a:lnTo>
                    <a:pt x="31199" y="295253"/>
                  </a:lnTo>
                  <a:lnTo>
                    <a:pt x="15599" y="295253"/>
                  </a:lnTo>
                  <a:lnTo>
                    <a:pt x="0" y="295253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2719" y="2123412"/>
              <a:ext cx="4539490" cy="291601"/>
            </a:xfrm>
            <a:custGeom>
              <a:avLst/>
              <a:pathLst>
                <a:path w="4539490" h="291601">
                  <a:moveTo>
                    <a:pt x="0" y="291590"/>
                  </a:moveTo>
                  <a:lnTo>
                    <a:pt x="15599" y="291467"/>
                  </a:lnTo>
                  <a:lnTo>
                    <a:pt x="31199" y="291374"/>
                  </a:lnTo>
                  <a:lnTo>
                    <a:pt x="46798" y="291298"/>
                  </a:lnTo>
                  <a:lnTo>
                    <a:pt x="62398" y="291224"/>
                  </a:lnTo>
                  <a:lnTo>
                    <a:pt x="77998" y="291136"/>
                  </a:lnTo>
                  <a:lnTo>
                    <a:pt x="93597" y="291016"/>
                  </a:lnTo>
                  <a:lnTo>
                    <a:pt x="109197" y="290851"/>
                  </a:lnTo>
                  <a:lnTo>
                    <a:pt x="124796" y="290633"/>
                  </a:lnTo>
                  <a:lnTo>
                    <a:pt x="140396" y="290359"/>
                  </a:lnTo>
                  <a:lnTo>
                    <a:pt x="155996" y="290035"/>
                  </a:lnTo>
                  <a:lnTo>
                    <a:pt x="171595" y="289675"/>
                  </a:lnTo>
                  <a:lnTo>
                    <a:pt x="187195" y="289295"/>
                  </a:lnTo>
                  <a:lnTo>
                    <a:pt x="202795" y="288919"/>
                  </a:lnTo>
                  <a:lnTo>
                    <a:pt x="218394" y="288571"/>
                  </a:lnTo>
                  <a:lnTo>
                    <a:pt x="233994" y="288263"/>
                  </a:lnTo>
                  <a:lnTo>
                    <a:pt x="249593" y="288001"/>
                  </a:lnTo>
                  <a:lnTo>
                    <a:pt x="265193" y="287777"/>
                  </a:lnTo>
                  <a:lnTo>
                    <a:pt x="280793" y="287573"/>
                  </a:lnTo>
                  <a:lnTo>
                    <a:pt x="296392" y="287360"/>
                  </a:lnTo>
                  <a:lnTo>
                    <a:pt x="311992" y="287101"/>
                  </a:lnTo>
                  <a:lnTo>
                    <a:pt x="327592" y="286758"/>
                  </a:lnTo>
                  <a:lnTo>
                    <a:pt x="343191" y="286295"/>
                  </a:lnTo>
                  <a:lnTo>
                    <a:pt x="358791" y="285681"/>
                  </a:lnTo>
                  <a:lnTo>
                    <a:pt x="374390" y="284900"/>
                  </a:lnTo>
                  <a:lnTo>
                    <a:pt x="389990" y="283946"/>
                  </a:lnTo>
                  <a:lnTo>
                    <a:pt x="405590" y="282824"/>
                  </a:lnTo>
                  <a:lnTo>
                    <a:pt x="421189" y="281571"/>
                  </a:lnTo>
                  <a:lnTo>
                    <a:pt x="436789" y="280230"/>
                  </a:lnTo>
                  <a:lnTo>
                    <a:pt x="452389" y="278845"/>
                  </a:lnTo>
                  <a:lnTo>
                    <a:pt x="467988" y="277459"/>
                  </a:lnTo>
                  <a:lnTo>
                    <a:pt x="483588" y="276109"/>
                  </a:lnTo>
                  <a:lnTo>
                    <a:pt x="499187" y="274824"/>
                  </a:lnTo>
                  <a:lnTo>
                    <a:pt x="514787" y="273621"/>
                  </a:lnTo>
                  <a:lnTo>
                    <a:pt x="530387" y="272506"/>
                  </a:lnTo>
                  <a:lnTo>
                    <a:pt x="545986" y="271470"/>
                  </a:lnTo>
                  <a:lnTo>
                    <a:pt x="561586" y="270496"/>
                  </a:lnTo>
                  <a:lnTo>
                    <a:pt x="577186" y="269560"/>
                  </a:lnTo>
                  <a:lnTo>
                    <a:pt x="592785" y="268629"/>
                  </a:lnTo>
                  <a:lnTo>
                    <a:pt x="608385" y="267668"/>
                  </a:lnTo>
                  <a:lnTo>
                    <a:pt x="623984" y="266644"/>
                  </a:lnTo>
                  <a:lnTo>
                    <a:pt x="639584" y="265530"/>
                  </a:lnTo>
                  <a:lnTo>
                    <a:pt x="655184" y="264301"/>
                  </a:lnTo>
                  <a:lnTo>
                    <a:pt x="670783" y="262937"/>
                  </a:lnTo>
                  <a:lnTo>
                    <a:pt x="686383" y="261419"/>
                  </a:lnTo>
                  <a:lnTo>
                    <a:pt x="701983" y="259735"/>
                  </a:lnTo>
                  <a:lnTo>
                    <a:pt x="717582" y="257875"/>
                  </a:lnTo>
                  <a:lnTo>
                    <a:pt x="733182" y="255836"/>
                  </a:lnTo>
                  <a:lnTo>
                    <a:pt x="748781" y="253624"/>
                  </a:lnTo>
                  <a:lnTo>
                    <a:pt x="764381" y="251254"/>
                  </a:lnTo>
                  <a:lnTo>
                    <a:pt x="779981" y="248754"/>
                  </a:lnTo>
                  <a:lnTo>
                    <a:pt x="795580" y="246160"/>
                  </a:lnTo>
                  <a:lnTo>
                    <a:pt x="811180" y="243534"/>
                  </a:lnTo>
                  <a:lnTo>
                    <a:pt x="826780" y="240939"/>
                  </a:lnTo>
                  <a:lnTo>
                    <a:pt x="842379" y="238437"/>
                  </a:lnTo>
                  <a:lnTo>
                    <a:pt x="857979" y="236081"/>
                  </a:lnTo>
                  <a:lnTo>
                    <a:pt x="873578" y="233912"/>
                  </a:lnTo>
                  <a:lnTo>
                    <a:pt x="889178" y="231951"/>
                  </a:lnTo>
                  <a:lnTo>
                    <a:pt x="904778" y="230200"/>
                  </a:lnTo>
                  <a:lnTo>
                    <a:pt x="920377" y="228636"/>
                  </a:lnTo>
                  <a:lnTo>
                    <a:pt x="935977" y="227222"/>
                  </a:lnTo>
                  <a:lnTo>
                    <a:pt x="951577" y="225911"/>
                  </a:lnTo>
                  <a:lnTo>
                    <a:pt x="967176" y="224651"/>
                  </a:lnTo>
                  <a:lnTo>
                    <a:pt x="982776" y="223396"/>
                  </a:lnTo>
                  <a:lnTo>
                    <a:pt x="998375" y="222110"/>
                  </a:lnTo>
                  <a:lnTo>
                    <a:pt x="1013975" y="220777"/>
                  </a:lnTo>
                  <a:lnTo>
                    <a:pt x="1029575" y="219392"/>
                  </a:lnTo>
                  <a:lnTo>
                    <a:pt x="1045174" y="217955"/>
                  </a:lnTo>
                  <a:lnTo>
                    <a:pt x="1060774" y="216460"/>
                  </a:lnTo>
                  <a:lnTo>
                    <a:pt x="1076374" y="214892"/>
                  </a:lnTo>
                  <a:lnTo>
                    <a:pt x="1091973" y="213220"/>
                  </a:lnTo>
                  <a:lnTo>
                    <a:pt x="1107573" y="211399"/>
                  </a:lnTo>
                  <a:lnTo>
                    <a:pt x="1123172" y="209374"/>
                  </a:lnTo>
                  <a:lnTo>
                    <a:pt x="1138772" y="207090"/>
                  </a:lnTo>
                  <a:lnTo>
                    <a:pt x="1154372" y="204496"/>
                  </a:lnTo>
                  <a:lnTo>
                    <a:pt x="1169971" y="201562"/>
                  </a:lnTo>
                  <a:lnTo>
                    <a:pt x="1185571" y="198275"/>
                  </a:lnTo>
                  <a:lnTo>
                    <a:pt x="1201171" y="194644"/>
                  </a:lnTo>
                  <a:lnTo>
                    <a:pt x="1216770" y="190747"/>
                  </a:lnTo>
                  <a:lnTo>
                    <a:pt x="1232370" y="186646"/>
                  </a:lnTo>
                  <a:lnTo>
                    <a:pt x="1247969" y="182406"/>
                  </a:lnTo>
                  <a:lnTo>
                    <a:pt x="1263569" y="178080"/>
                  </a:lnTo>
                  <a:lnTo>
                    <a:pt x="1279169" y="173705"/>
                  </a:lnTo>
                  <a:lnTo>
                    <a:pt x="1294768" y="169296"/>
                  </a:lnTo>
                  <a:lnTo>
                    <a:pt x="1310368" y="164850"/>
                  </a:lnTo>
                  <a:lnTo>
                    <a:pt x="1325968" y="160349"/>
                  </a:lnTo>
                  <a:lnTo>
                    <a:pt x="1341567" y="155771"/>
                  </a:lnTo>
                  <a:lnTo>
                    <a:pt x="1357167" y="151095"/>
                  </a:lnTo>
                  <a:lnTo>
                    <a:pt x="1372766" y="146313"/>
                  </a:lnTo>
                  <a:lnTo>
                    <a:pt x="1388366" y="141433"/>
                  </a:lnTo>
                  <a:lnTo>
                    <a:pt x="1403966" y="136496"/>
                  </a:lnTo>
                  <a:lnTo>
                    <a:pt x="1419565" y="131562"/>
                  </a:lnTo>
                  <a:lnTo>
                    <a:pt x="1435165" y="126697"/>
                  </a:lnTo>
                  <a:lnTo>
                    <a:pt x="1450765" y="121968"/>
                  </a:lnTo>
                  <a:lnTo>
                    <a:pt x="1466364" y="117439"/>
                  </a:lnTo>
                  <a:lnTo>
                    <a:pt x="1481964" y="113157"/>
                  </a:lnTo>
                  <a:lnTo>
                    <a:pt x="1497563" y="109151"/>
                  </a:lnTo>
                  <a:lnTo>
                    <a:pt x="1513163" y="105435"/>
                  </a:lnTo>
                  <a:lnTo>
                    <a:pt x="1528763" y="102004"/>
                  </a:lnTo>
                  <a:lnTo>
                    <a:pt x="1544362" y="98848"/>
                  </a:lnTo>
                  <a:lnTo>
                    <a:pt x="1559962" y="95958"/>
                  </a:lnTo>
                  <a:lnTo>
                    <a:pt x="1575562" y="93334"/>
                  </a:lnTo>
                  <a:lnTo>
                    <a:pt x="1591161" y="91023"/>
                  </a:lnTo>
                  <a:lnTo>
                    <a:pt x="1606761" y="89040"/>
                  </a:lnTo>
                  <a:lnTo>
                    <a:pt x="1622360" y="87430"/>
                  </a:lnTo>
                  <a:lnTo>
                    <a:pt x="1637960" y="86235"/>
                  </a:lnTo>
                  <a:lnTo>
                    <a:pt x="1653560" y="85479"/>
                  </a:lnTo>
                  <a:lnTo>
                    <a:pt x="1669159" y="85154"/>
                  </a:lnTo>
                  <a:lnTo>
                    <a:pt x="1684759" y="85213"/>
                  </a:lnTo>
                  <a:lnTo>
                    <a:pt x="1700359" y="85569"/>
                  </a:lnTo>
                  <a:lnTo>
                    <a:pt x="1715958" y="86100"/>
                  </a:lnTo>
                  <a:lnTo>
                    <a:pt x="1731558" y="86659"/>
                  </a:lnTo>
                  <a:lnTo>
                    <a:pt x="1747157" y="87086"/>
                  </a:lnTo>
                  <a:lnTo>
                    <a:pt x="1762757" y="87230"/>
                  </a:lnTo>
                  <a:lnTo>
                    <a:pt x="1778357" y="86943"/>
                  </a:lnTo>
                  <a:lnTo>
                    <a:pt x="1793956" y="86095"/>
                  </a:lnTo>
                  <a:lnTo>
                    <a:pt x="1809556" y="84661"/>
                  </a:lnTo>
                  <a:lnTo>
                    <a:pt x="1825156" y="82619"/>
                  </a:lnTo>
                  <a:lnTo>
                    <a:pt x="1840755" y="79974"/>
                  </a:lnTo>
                  <a:lnTo>
                    <a:pt x="1856355" y="76749"/>
                  </a:lnTo>
                  <a:lnTo>
                    <a:pt x="1871954" y="72977"/>
                  </a:lnTo>
                  <a:lnTo>
                    <a:pt x="1887554" y="68698"/>
                  </a:lnTo>
                  <a:lnTo>
                    <a:pt x="1903154" y="63952"/>
                  </a:lnTo>
                  <a:lnTo>
                    <a:pt x="1918753" y="58785"/>
                  </a:lnTo>
                  <a:lnTo>
                    <a:pt x="1934353" y="53251"/>
                  </a:lnTo>
                  <a:lnTo>
                    <a:pt x="1949953" y="47414"/>
                  </a:lnTo>
                  <a:lnTo>
                    <a:pt x="1965552" y="41358"/>
                  </a:lnTo>
                  <a:lnTo>
                    <a:pt x="1981152" y="35195"/>
                  </a:lnTo>
                  <a:lnTo>
                    <a:pt x="1996751" y="29086"/>
                  </a:lnTo>
                  <a:lnTo>
                    <a:pt x="2012351" y="23199"/>
                  </a:lnTo>
                  <a:lnTo>
                    <a:pt x="2027951" y="17706"/>
                  </a:lnTo>
                  <a:lnTo>
                    <a:pt x="2043550" y="12775"/>
                  </a:lnTo>
                  <a:lnTo>
                    <a:pt x="2059150" y="8553"/>
                  </a:lnTo>
                  <a:lnTo>
                    <a:pt x="2074750" y="5148"/>
                  </a:lnTo>
                  <a:lnTo>
                    <a:pt x="2090349" y="2617"/>
                  </a:lnTo>
                  <a:lnTo>
                    <a:pt x="2105949" y="961"/>
                  </a:lnTo>
                  <a:lnTo>
                    <a:pt x="2121548" y="123"/>
                  </a:lnTo>
                  <a:lnTo>
                    <a:pt x="2137148" y="0"/>
                  </a:lnTo>
                  <a:lnTo>
                    <a:pt x="2152748" y="451"/>
                  </a:lnTo>
                  <a:lnTo>
                    <a:pt x="2168347" y="1324"/>
                  </a:lnTo>
                  <a:lnTo>
                    <a:pt x="2183947" y="2469"/>
                  </a:lnTo>
                  <a:lnTo>
                    <a:pt x="2199547" y="3715"/>
                  </a:lnTo>
                  <a:lnTo>
                    <a:pt x="2215146" y="4953"/>
                  </a:lnTo>
                  <a:lnTo>
                    <a:pt x="2230746" y="6098"/>
                  </a:lnTo>
                  <a:lnTo>
                    <a:pt x="2246345" y="7084"/>
                  </a:lnTo>
                  <a:lnTo>
                    <a:pt x="2261945" y="7860"/>
                  </a:lnTo>
                  <a:lnTo>
                    <a:pt x="2277545" y="8386"/>
                  </a:lnTo>
                  <a:lnTo>
                    <a:pt x="2293144" y="8633"/>
                  </a:lnTo>
                  <a:lnTo>
                    <a:pt x="2308744" y="8582"/>
                  </a:lnTo>
                  <a:lnTo>
                    <a:pt x="2324344" y="8231"/>
                  </a:lnTo>
                  <a:lnTo>
                    <a:pt x="2339943" y="7596"/>
                  </a:lnTo>
                  <a:lnTo>
                    <a:pt x="2355543" y="6721"/>
                  </a:lnTo>
                  <a:lnTo>
                    <a:pt x="2371142" y="5676"/>
                  </a:lnTo>
                  <a:lnTo>
                    <a:pt x="2386742" y="4569"/>
                  </a:lnTo>
                  <a:lnTo>
                    <a:pt x="2402342" y="3527"/>
                  </a:lnTo>
                  <a:lnTo>
                    <a:pt x="2417941" y="2666"/>
                  </a:lnTo>
                  <a:lnTo>
                    <a:pt x="2433541" y="2089"/>
                  </a:lnTo>
                  <a:lnTo>
                    <a:pt x="2449141" y="1883"/>
                  </a:lnTo>
                  <a:lnTo>
                    <a:pt x="2464740" y="2103"/>
                  </a:lnTo>
                  <a:lnTo>
                    <a:pt x="2480340" y="2776"/>
                  </a:lnTo>
                  <a:lnTo>
                    <a:pt x="2495939" y="3900"/>
                  </a:lnTo>
                  <a:lnTo>
                    <a:pt x="2511539" y="5447"/>
                  </a:lnTo>
                  <a:lnTo>
                    <a:pt x="2527139" y="7376"/>
                  </a:lnTo>
                  <a:lnTo>
                    <a:pt x="2542738" y="9633"/>
                  </a:lnTo>
                  <a:lnTo>
                    <a:pt x="2558338" y="12163"/>
                  </a:lnTo>
                  <a:lnTo>
                    <a:pt x="2573938" y="14924"/>
                  </a:lnTo>
                  <a:lnTo>
                    <a:pt x="2589537" y="17850"/>
                  </a:lnTo>
                  <a:lnTo>
                    <a:pt x="2605137" y="20891"/>
                  </a:lnTo>
                  <a:lnTo>
                    <a:pt x="2620736" y="24010"/>
                  </a:lnTo>
                  <a:lnTo>
                    <a:pt x="2636336" y="27170"/>
                  </a:lnTo>
                  <a:lnTo>
                    <a:pt x="2651936" y="30345"/>
                  </a:lnTo>
                  <a:lnTo>
                    <a:pt x="2667535" y="33516"/>
                  </a:lnTo>
                  <a:lnTo>
                    <a:pt x="2683135" y="36675"/>
                  </a:lnTo>
                  <a:lnTo>
                    <a:pt x="2698735" y="39827"/>
                  </a:lnTo>
                  <a:lnTo>
                    <a:pt x="2714334" y="42988"/>
                  </a:lnTo>
                  <a:lnTo>
                    <a:pt x="2729934" y="46185"/>
                  </a:lnTo>
                  <a:lnTo>
                    <a:pt x="2745533" y="49450"/>
                  </a:lnTo>
                  <a:lnTo>
                    <a:pt x="2761133" y="52815"/>
                  </a:lnTo>
                  <a:lnTo>
                    <a:pt x="2776733" y="56311"/>
                  </a:lnTo>
                  <a:lnTo>
                    <a:pt x="2792332" y="59932"/>
                  </a:lnTo>
                  <a:lnTo>
                    <a:pt x="2807932" y="63655"/>
                  </a:lnTo>
                  <a:lnTo>
                    <a:pt x="2823532" y="67441"/>
                  </a:lnTo>
                  <a:lnTo>
                    <a:pt x="2839131" y="71229"/>
                  </a:lnTo>
                  <a:lnTo>
                    <a:pt x="2854731" y="74953"/>
                  </a:lnTo>
                  <a:lnTo>
                    <a:pt x="2870330" y="78541"/>
                  </a:lnTo>
                  <a:lnTo>
                    <a:pt x="2885930" y="81937"/>
                  </a:lnTo>
                  <a:lnTo>
                    <a:pt x="2901530" y="85102"/>
                  </a:lnTo>
                  <a:lnTo>
                    <a:pt x="2917129" y="88026"/>
                  </a:lnTo>
                  <a:lnTo>
                    <a:pt x="2932729" y="90732"/>
                  </a:lnTo>
                  <a:lnTo>
                    <a:pt x="2948329" y="93274"/>
                  </a:lnTo>
                  <a:lnTo>
                    <a:pt x="2963928" y="95733"/>
                  </a:lnTo>
                  <a:lnTo>
                    <a:pt x="2979528" y="98218"/>
                  </a:lnTo>
                  <a:lnTo>
                    <a:pt x="2995127" y="100825"/>
                  </a:lnTo>
                  <a:lnTo>
                    <a:pt x="3010727" y="103629"/>
                  </a:lnTo>
                  <a:lnTo>
                    <a:pt x="3026327" y="106676"/>
                  </a:lnTo>
                  <a:lnTo>
                    <a:pt x="3041926" y="109977"/>
                  </a:lnTo>
                  <a:lnTo>
                    <a:pt x="3057526" y="113505"/>
                  </a:lnTo>
                  <a:lnTo>
                    <a:pt x="3073126" y="117198"/>
                  </a:lnTo>
                  <a:lnTo>
                    <a:pt x="3088725" y="120965"/>
                  </a:lnTo>
                  <a:lnTo>
                    <a:pt x="3104325" y="124696"/>
                  </a:lnTo>
                  <a:lnTo>
                    <a:pt x="3119924" y="128278"/>
                  </a:lnTo>
                  <a:lnTo>
                    <a:pt x="3135524" y="131608"/>
                  </a:lnTo>
                  <a:lnTo>
                    <a:pt x="3151124" y="134612"/>
                  </a:lnTo>
                  <a:lnTo>
                    <a:pt x="3166723" y="137227"/>
                  </a:lnTo>
                  <a:lnTo>
                    <a:pt x="3182323" y="139504"/>
                  </a:lnTo>
                  <a:lnTo>
                    <a:pt x="3197923" y="141525"/>
                  </a:lnTo>
                  <a:lnTo>
                    <a:pt x="3213522" y="143403"/>
                  </a:lnTo>
                  <a:lnTo>
                    <a:pt x="3229122" y="145275"/>
                  </a:lnTo>
                  <a:lnTo>
                    <a:pt x="3244721" y="147280"/>
                  </a:lnTo>
                  <a:lnTo>
                    <a:pt x="3260321" y="149547"/>
                  </a:lnTo>
                  <a:lnTo>
                    <a:pt x="3275921" y="152173"/>
                  </a:lnTo>
                  <a:lnTo>
                    <a:pt x="3291520" y="155217"/>
                  </a:lnTo>
                  <a:lnTo>
                    <a:pt x="3307120" y="158694"/>
                  </a:lnTo>
                  <a:lnTo>
                    <a:pt x="3322720" y="162576"/>
                  </a:lnTo>
                  <a:lnTo>
                    <a:pt x="3338319" y="166801"/>
                  </a:lnTo>
                  <a:lnTo>
                    <a:pt x="3353919" y="171285"/>
                  </a:lnTo>
                  <a:lnTo>
                    <a:pt x="3369518" y="175925"/>
                  </a:lnTo>
                  <a:lnTo>
                    <a:pt x="3385118" y="180611"/>
                  </a:lnTo>
                  <a:lnTo>
                    <a:pt x="3400718" y="185260"/>
                  </a:lnTo>
                  <a:lnTo>
                    <a:pt x="3416317" y="189804"/>
                  </a:lnTo>
                  <a:lnTo>
                    <a:pt x="3431917" y="194186"/>
                  </a:lnTo>
                  <a:lnTo>
                    <a:pt x="3447517" y="198365"/>
                  </a:lnTo>
                  <a:lnTo>
                    <a:pt x="3463116" y="202303"/>
                  </a:lnTo>
                  <a:lnTo>
                    <a:pt x="3478716" y="205975"/>
                  </a:lnTo>
                  <a:lnTo>
                    <a:pt x="3494315" y="209360"/>
                  </a:lnTo>
                  <a:lnTo>
                    <a:pt x="3509915" y="212448"/>
                  </a:lnTo>
                  <a:lnTo>
                    <a:pt x="3525515" y="215242"/>
                  </a:lnTo>
                  <a:lnTo>
                    <a:pt x="3541114" y="217760"/>
                  </a:lnTo>
                  <a:lnTo>
                    <a:pt x="3556714" y="220029"/>
                  </a:lnTo>
                  <a:lnTo>
                    <a:pt x="3572314" y="222113"/>
                  </a:lnTo>
                  <a:lnTo>
                    <a:pt x="3587913" y="224084"/>
                  </a:lnTo>
                  <a:lnTo>
                    <a:pt x="3603513" y="226003"/>
                  </a:lnTo>
                  <a:lnTo>
                    <a:pt x="3619112" y="227920"/>
                  </a:lnTo>
                  <a:lnTo>
                    <a:pt x="3634712" y="229866"/>
                  </a:lnTo>
                  <a:lnTo>
                    <a:pt x="3650312" y="231852"/>
                  </a:lnTo>
                  <a:lnTo>
                    <a:pt x="3665911" y="233864"/>
                  </a:lnTo>
                  <a:lnTo>
                    <a:pt x="3681511" y="235869"/>
                  </a:lnTo>
                  <a:lnTo>
                    <a:pt x="3697111" y="237823"/>
                  </a:lnTo>
                  <a:lnTo>
                    <a:pt x="3712710" y="239679"/>
                  </a:lnTo>
                  <a:lnTo>
                    <a:pt x="3728310" y="241397"/>
                  </a:lnTo>
                  <a:lnTo>
                    <a:pt x="3743909" y="242953"/>
                  </a:lnTo>
                  <a:lnTo>
                    <a:pt x="3759509" y="244328"/>
                  </a:lnTo>
                  <a:lnTo>
                    <a:pt x="3775109" y="245560"/>
                  </a:lnTo>
                  <a:lnTo>
                    <a:pt x="3790708" y="246690"/>
                  </a:lnTo>
                  <a:lnTo>
                    <a:pt x="3806308" y="247771"/>
                  </a:lnTo>
                  <a:lnTo>
                    <a:pt x="3821908" y="248859"/>
                  </a:lnTo>
                  <a:lnTo>
                    <a:pt x="3837507" y="250008"/>
                  </a:lnTo>
                  <a:lnTo>
                    <a:pt x="3853107" y="251266"/>
                  </a:lnTo>
                  <a:lnTo>
                    <a:pt x="3868706" y="252667"/>
                  </a:lnTo>
                  <a:lnTo>
                    <a:pt x="3884306" y="254227"/>
                  </a:lnTo>
                  <a:lnTo>
                    <a:pt x="3899906" y="255948"/>
                  </a:lnTo>
                  <a:lnTo>
                    <a:pt x="3915505" y="257809"/>
                  </a:lnTo>
                  <a:lnTo>
                    <a:pt x="3931105" y="259776"/>
                  </a:lnTo>
                  <a:lnTo>
                    <a:pt x="3946705" y="261798"/>
                  </a:lnTo>
                  <a:lnTo>
                    <a:pt x="3962304" y="263811"/>
                  </a:lnTo>
                  <a:lnTo>
                    <a:pt x="3977904" y="265754"/>
                  </a:lnTo>
                  <a:lnTo>
                    <a:pt x="3993503" y="267577"/>
                  </a:lnTo>
                  <a:lnTo>
                    <a:pt x="4009103" y="269243"/>
                  </a:lnTo>
                  <a:lnTo>
                    <a:pt x="4024703" y="270731"/>
                  </a:lnTo>
                  <a:lnTo>
                    <a:pt x="4040302" y="272036"/>
                  </a:lnTo>
                  <a:lnTo>
                    <a:pt x="4055902" y="273168"/>
                  </a:lnTo>
                  <a:lnTo>
                    <a:pt x="4071502" y="274153"/>
                  </a:lnTo>
                  <a:lnTo>
                    <a:pt x="4087101" y="275021"/>
                  </a:lnTo>
                  <a:lnTo>
                    <a:pt x="4102701" y="275810"/>
                  </a:lnTo>
                  <a:lnTo>
                    <a:pt x="4118300" y="276556"/>
                  </a:lnTo>
                  <a:lnTo>
                    <a:pt x="4133900" y="277291"/>
                  </a:lnTo>
                  <a:lnTo>
                    <a:pt x="4149500" y="278042"/>
                  </a:lnTo>
                  <a:lnTo>
                    <a:pt x="4165099" y="278823"/>
                  </a:lnTo>
                  <a:lnTo>
                    <a:pt x="4180699" y="279638"/>
                  </a:lnTo>
                  <a:lnTo>
                    <a:pt x="4196299" y="280479"/>
                  </a:lnTo>
                  <a:lnTo>
                    <a:pt x="4211898" y="281335"/>
                  </a:lnTo>
                  <a:lnTo>
                    <a:pt x="4227498" y="282187"/>
                  </a:lnTo>
                  <a:lnTo>
                    <a:pt x="4243097" y="283014"/>
                  </a:lnTo>
                  <a:lnTo>
                    <a:pt x="4258697" y="283799"/>
                  </a:lnTo>
                  <a:lnTo>
                    <a:pt x="4274297" y="284525"/>
                  </a:lnTo>
                  <a:lnTo>
                    <a:pt x="4289896" y="285183"/>
                  </a:lnTo>
                  <a:lnTo>
                    <a:pt x="4305496" y="285771"/>
                  </a:lnTo>
                  <a:lnTo>
                    <a:pt x="4321096" y="286294"/>
                  </a:lnTo>
                  <a:lnTo>
                    <a:pt x="4336695" y="286761"/>
                  </a:lnTo>
                  <a:lnTo>
                    <a:pt x="4352295" y="287190"/>
                  </a:lnTo>
                  <a:lnTo>
                    <a:pt x="4367894" y="287602"/>
                  </a:lnTo>
                  <a:lnTo>
                    <a:pt x="4383494" y="288012"/>
                  </a:lnTo>
                  <a:lnTo>
                    <a:pt x="4399094" y="288432"/>
                  </a:lnTo>
                  <a:lnTo>
                    <a:pt x="4414693" y="288864"/>
                  </a:lnTo>
                  <a:lnTo>
                    <a:pt x="4430293" y="289307"/>
                  </a:lnTo>
                  <a:lnTo>
                    <a:pt x="4445893" y="289750"/>
                  </a:lnTo>
                  <a:lnTo>
                    <a:pt x="4461492" y="290180"/>
                  </a:lnTo>
                  <a:lnTo>
                    <a:pt x="4477092" y="290579"/>
                  </a:lnTo>
                  <a:lnTo>
                    <a:pt x="4492691" y="290932"/>
                  </a:lnTo>
                  <a:lnTo>
                    <a:pt x="4508291" y="291225"/>
                  </a:lnTo>
                  <a:lnTo>
                    <a:pt x="4523891" y="291449"/>
                  </a:lnTo>
                  <a:lnTo>
                    <a:pt x="4539490" y="291601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3241907" y="2045965"/>
              <a:ext cx="3853107" cy="372700"/>
            </a:xfrm>
            <a:custGeom>
              <a:avLst/>
              <a:pathLst>
                <a:path w="3853107" h="372700">
                  <a:moveTo>
                    <a:pt x="0" y="369110"/>
                  </a:moveTo>
                  <a:lnTo>
                    <a:pt x="15599" y="368827"/>
                  </a:lnTo>
                  <a:lnTo>
                    <a:pt x="31199" y="368520"/>
                  </a:lnTo>
                  <a:lnTo>
                    <a:pt x="46798" y="368196"/>
                  </a:lnTo>
                  <a:lnTo>
                    <a:pt x="62398" y="367866"/>
                  </a:lnTo>
                  <a:lnTo>
                    <a:pt x="77998" y="367542"/>
                  </a:lnTo>
                  <a:lnTo>
                    <a:pt x="93597" y="367237"/>
                  </a:lnTo>
                  <a:lnTo>
                    <a:pt x="109197" y="366967"/>
                  </a:lnTo>
                  <a:lnTo>
                    <a:pt x="124796" y="366738"/>
                  </a:lnTo>
                  <a:lnTo>
                    <a:pt x="140396" y="366551"/>
                  </a:lnTo>
                  <a:lnTo>
                    <a:pt x="155996" y="366403"/>
                  </a:lnTo>
                  <a:lnTo>
                    <a:pt x="171595" y="366278"/>
                  </a:lnTo>
                  <a:lnTo>
                    <a:pt x="187195" y="366158"/>
                  </a:lnTo>
                  <a:lnTo>
                    <a:pt x="202795" y="366018"/>
                  </a:lnTo>
                  <a:lnTo>
                    <a:pt x="218394" y="365831"/>
                  </a:lnTo>
                  <a:lnTo>
                    <a:pt x="233994" y="365573"/>
                  </a:lnTo>
                  <a:lnTo>
                    <a:pt x="249593" y="365226"/>
                  </a:lnTo>
                  <a:lnTo>
                    <a:pt x="265193" y="364779"/>
                  </a:lnTo>
                  <a:lnTo>
                    <a:pt x="280793" y="364235"/>
                  </a:lnTo>
                  <a:lnTo>
                    <a:pt x="296392" y="363601"/>
                  </a:lnTo>
                  <a:lnTo>
                    <a:pt x="311992" y="362905"/>
                  </a:lnTo>
                  <a:lnTo>
                    <a:pt x="327592" y="362181"/>
                  </a:lnTo>
                  <a:lnTo>
                    <a:pt x="343191" y="361461"/>
                  </a:lnTo>
                  <a:lnTo>
                    <a:pt x="358791" y="360774"/>
                  </a:lnTo>
                  <a:lnTo>
                    <a:pt x="374390" y="360141"/>
                  </a:lnTo>
                  <a:lnTo>
                    <a:pt x="389990" y="359574"/>
                  </a:lnTo>
                  <a:lnTo>
                    <a:pt x="405590" y="359074"/>
                  </a:lnTo>
                  <a:lnTo>
                    <a:pt x="421189" y="358628"/>
                  </a:lnTo>
                  <a:lnTo>
                    <a:pt x="436789" y="358215"/>
                  </a:lnTo>
                  <a:lnTo>
                    <a:pt x="452389" y="357803"/>
                  </a:lnTo>
                  <a:lnTo>
                    <a:pt x="467988" y="357355"/>
                  </a:lnTo>
                  <a:lnTo>
                    <a:pt x="483588" y="356831"/>
                  </a:lnTo>
                  <a:lnTo>
                    <a:pt x="499187" y="356179"/>
                  </a:lnTo>
                  <a:lnTo>
                    <a:pt x="514787" y="355368"/>
                  </a:lnTo>
                  <a:lnTo>
                    <a:pt x="530387" y="354370"/>
                  </a:lnTo>
                  <a:lnTo>
                    <a:pt x="545986" y="353164"/>
                  </a:lnTo>
                  <a:lnTo>
                    <a:pt x="561586" y="351739"/>
                  </a:lnTo>
                  <a:lnTo>
                    <a:pt x="577186" y="350088"/>
                  </a:lnTo>
                  <a:lnTo>
                    <a:pt x="592785" y="348218"/>
                  </a:lnTo>
                  <a:lnTo>
                    <a:pt x="608385" y="346145"/>
                  </a:lnTo>
                  <a:lnTo>
                    <a:pt x="623984" y="343896"/>
                  </a:lnTo>
                  <a:lnTo>
                    <a:pt x="639584" y="341507"/>
                  </a:lnTo>
                  <a:lnTo>
                    <a:pt x="655184" y="339025"/>
                  </a:lnTo>
                  <a:lnTo>
                    <a:pt x="670783" y="336499"/>
                  </a:lnTo>
                  <a:lnTo>
                    <a:pt x="686383" y="333981"/>
                  </a:lnTo>
                  <a:lnTo>
                    <a:pt x="701983" y="331524"/>
                  </a:lnTo>
                  <a:lnTo>
                    <a:pt x="717582" y="329156"/>
                  </a:lnTo>
                  <a:lnTo>
                    <a:pt x="733182" y="326892"/>
                  </a:lnTo>
                  <a:lnTo>
                    <a:pt x="748781" y="324730"/>
                  </a:lnTo>
                  <a:lnTo>
                    <a:pt x="764381" y="322655"/>
                  </a:lnTo>
                  <a:lnTo>
                    <a:pt x="779981" y="320644"/>
                  </a:lnTo>
                  <a:lnTo>
                    <a:pt x="795580" y="318675"/>
                  </a:lnTo>
                  <a:lnTo>
                    <a:pt x="811180" y="316730"/>
                  </a:lnTo>
                  <a:lnTo>
                    <a:pt x="826780" y="314803"/>
                  </a:lnTo>
                  <a:lnTo>
                    <a:pt x="842379" y="312901"/>
                  </a:lnTo>
                  <a:lnTo>
                    <a:pt x="857979" y="311040"/>
                  </a:lnTo>
                  <a:lnTo>
                    <a:pt x="873578" y="309245"/>
                  </a:lnTo>
                  <a:lnTo>
                    <a:pt x="889178" y="307544"/>
                  </a:lnTo>
                  <a:lnTo>
                    <a:pt x="904778" y="305947"/>
                  </a:lnTo>
                  <a:lnTo>
                    <a:pt x="920377" y="304434"/>
                  </a:lnTo>
                  <a:lnTo>
                    <a:pt x="935977" y="302966"/>
                  </a:lnTo>
                  <a:lnTo>
                    <a:pt x="951577" y="301475"/>
                  </a:lnTo>
                  <a:lnTo>
                    <a:pt x="967176" y="299870"/>
                  </a:lnTo>
                  <a:lnTo>
                    <a:pt x="982776" y="298047"/>
                  </a:lnTo>
                  <a:lnTo>
                    <a:pt x="998375" y="295890"/>
                  </a:lnTo>
                  <a:lnTo>
                    <a:pt x="1013975" y="293290"/>
                  </a:lnTo>
                  <a:lnTo>
                    <a:pt x="1029575" y="290151"/>
                  </a:lnTo>
                  <a:lnTo>
                    <a:pt x="1045174" y="286401"/>
                  </a:lnTo>
                  <a:lnTo>
                    <a:pt x="1060774" y="282000"/>
                  </a:lnTo>
                  <a:lnTo>
                    <a:pt x="1076374" y="276944"/>
                  </a:lnTo>
                  <a:lnTo>
                    <a:pt x="1091973" y="271218"/>
                  </a:lnTo>
                  <a:lnTo>
                    <a:pt x="1107573" y="264953"/>
                  </a:lnTo>
                  <a:lnTo>
                    <a:pt x="1123172" y="258252"/>
                  </a:lnTo>
                  <a:lnTo>
                    <a:pt x="1138772" y="251229"/>
                  </a:lnTo>
                  <a:lnTo>
                    <a:pt x="1154372" y="244002"/>
                  </a:lnTo>
                  <a:lnTo>
                    <a:pt x="1169971" y="236682"/>
                  </a:lnTo>
                  <a:lnTo>
                    <a:pt x="1185571" y="229368"/>
                  </a:lnTo>
                  <a:lnTo>
                    <a:pt x="1201171" y="222138"/>
                  </a:lnTo>
                  <a:lnTo>
                    <a:pt x="1216770" y="215046"/>
                  </a:lnTo>
                  <a:lnTo>
                    <a:pt x="1232370" y="208120"/>
                  </a:lnTo>
                  <a:lnTo>
                    <a:pt x="1247969" y="201361"/>
                  </a:lnTo>
                  <a:lnTo>
                    <a:pt x="1263569" y="194747"/>
                  </a:lnTo>
                  <a:lnTo>
                    <a:pt x="1279169" y="188238"/>
                  </a:lnTo>
                  <a:lnTo>
                    <a:pt x="1294768" y="181781"/>
                  </a:lnTo>
                  <a:lnTo>
                    <a:pt x="1310368" y="175325"/>
                  </a:lnTo>
                  <a:lnTo>
                    <a:pt x="1325968" y="168841"/>
                  </a:lnTo>
                  <a:lnTo>
                    <a:pt x="1341567" y="162326"/>
                  </a:lnTo>
                  <a:lnTo>
                    <a:pt x="1357167" y="155805"/>
                  </a:lnTo>
                  <a:lnTo>
                    <a:pt x="1372766" y="149329"/>
                  </a:lnTo>
                  <a:lnTo>
                    <a:pt x="1388366" y="142968"/>
                  </a:lnTo>
                  <a:lnTo>
                    <a:pt x="1403966" y="136805"/>
                  </a:lnTo>
                  <a:lnTo>
                    <a:pt x="1419565" y="130920"/>
                  </a:lnTo>
                  <a:lnTo>
                    <a:pt x="1435165" y="125380"/>
                  </a:lnTo>
                  <a:lnTo>
                    <a:pt x="1450765" y="120232"/>
                  </a:lnTo>
                  <a:lnTo>
                    <a:pt x="1466364" y="115496"/>
                  </a:lnTo>
                  <a:lnTo>
                    <a:pt x="1481964" y="111192"/>
                  </a:lnTo>
                  <a:lnTo>
                    <a:pt x="1497563" y="107270"/>
                  </a:lnTo>
                  <a:lnTo>
                    <a:pt x="1513163" y="103666"/>
                  </a:lnTo>
                  <a:lnTo>
                    <a:pt x="1528763" y="100316"/>
                  </a:lnTo>
                  <a:lnTo>
                    <a:pt x="1544362" y="97143"/>
                  </a:lnTo>
                  <a:lnTo>
                    <a:pt x="1559962" y="94063"/>
                  </a:lnTo>
                  <a:lnTo>
                    <a:pt x="1575562" y="90986"/>
                  </a:lnTo>
                  <a:lnTo>
                    <a:pt x="1591161" y="87819"/>
                  </a:lnTo>
                  <a:lnTo>
                    <a:pt x="1606761" y="84475"/>
                  </a:lnTo>
                  <a:lnTo>
                    <a:pt x="1622360" y="80881"/>
                  </a:lnTo>
                  <a:lnTo>
                    <a:pt x="1637960" y="76990"/>
                  </a:lnTo>
                  <a:lnTo>
                    <a:pt x="1653560" y="72791"/>
                  </a:lnTo>
                  <a:lnTo>
                    <a:pt x="1669159" y="68311"/>
                  </a:lnTo>
                  <a:lnTo>
                    <a:pt x="1684759" y="63618"/>
                  </a:lnTo>
                  <a:lnTo>
                    <a:pt x="1700359" y="58858"/>
                  </a:lnTo>
                  <a:lnTo>
                    <a:pt x="1715958" y="54167"/>
                  </a:lnTo>
                  <a:lnTo>
                    <a:pt x="1731558" y="49680"/>
                  </a:lnTo>
                  <a:lnTo>
                    <a:pt x="1747157" y="45512"/>
                  </a:lnTo>
                  <a:lnTo>
                    <a:pt x="1762757" y="41742"/>
                  </a:lnTo>
                  <a:lnTo>
                    <a:pt x="1778357" y="38402"/>
                  </a:lnTo>
                  <a:lnTo>
                    <a:pt x="1793956" y="35478"/>
                  </a:lnTo>
                  <a:lnTo>
                    <a:pt x="1809556" y="32916"/>
                  </a:lnTo>
                  <a:lnTo>
                    <a:pt x="1825156" y="30630"/>
                  </a:lnTo>
                  <a:lnTo>
                    <a:pt x="1840755" y="28526"/>
                  </a:lnTo>
                  <a:lnTo>
                    <a:pt x="1856355" y="26512"/>
                  </a:lnTo>
                  <a:lnTo>
                    <a:pt x="1871954" y="24512"/>
                  </a:lnTo>
                  <a:lnTo>
                    <a:pt x="1887554" y="22478"/>
                  </a:lnTo>
                  <a:lnTo>
                    <a:pt x="1903154" y="20395"/>
                  </a:lnTo>
                  <a:lnTo>
                    <a:pt x="1918753" y="18271"/>
                  </a:lnTo>
                  <a:lnTo>
                    <a:pt x="1934353" y="16121"/>
                  </a:lnTo>
                  <a:lnTo>
                    <a:pt x="1949953" y="13962"/>
                  </a:lnTo>
                  <a:lnTo>
                    <a:pt x="1965552" y="11813"/>
                  </a:lnTo>
                  <a:lnTo>
                    <a:pt x="1981152" y="9691"/>
                  </a:lnTo>
                  <a:lnTo>
                    <a:pt x="1996751" y="7619"/>
                  </a:lnTo>
                  <a:lnTo>
                    <a:pt x="2012351" y="5635"/>
                  </a:lnTo>
                  <a:lnTo>
                    <a:pt x="2027951" y="3797"/>
                  </a:lnTo>
                  <a:lnTo>
                    <a:pt x="2043550" y="2189"/>
                  </a:lnTo>
                  <a:lnTo>
                    <a:pt x="2059150" y="919"/>
                  </a:lnTo>
                  <a:lnTo>
                    <a:pt x="2074750" y="152"/>
                  </a:lnTo>
                  <a:lnTo>
                    <a:pt x="2090349" y="0"/>
                  </a:lnTo>
                  <a:lnTo>
                    <a:pt x="2105949" y="541"/>
                  </a:lnTo>
                  <a:lnTo>
                    <a:pt x="2121548" y="1822"/>
                  </a:lnTo>
                  <a:lnTo>
                    <a:pt x="2137148" y="3837"/>
                  </a:lnTo>
                  <a:lnTo>
                    <a:pt x="2152748" y="6523"/>
                  </a:lnTo>
                  <a:lnTo>
                    <a:pt x="2168347" y="9769"/>
                  </a:lnTo>
                  <a:lnTo>
                    <a:pt x="2183947" y="13428"/>
                  </a:lnTo>
                  <a:lnTo>
                    <a:pt x="2199547" y="17337"/>
                  </a:lnTo>
                  <a:lnTo>
                    <a:pt x="2215146" y="21334"/>
                  </a:lnTo>
                  <a:lnTo>
                    <a:pt x="2230746" y="25277"/>
                  </a:lnTo>
                  <a:lnTo>
                    <a:pt x="2246345" y="29055"/>
                  </a:lnTo>
                  <a:lnTo>
                    <a:pt x="2261945" y="32595"/>
                  </a:lnTo>
                  <a:lnTo>
                    <a:pt x="2277545" y="35852"/>
                  </a:lnTo>
                  <a:lnTo>
                    <a:pt x="2293144" y="38865"/>
                  </a:lnTo>
                  <a:lnTo>
                    <a:pt x="2308744" y="41683"/>
                  </a:lnTo>
                  <a:lnTo>
                    <a:pt x="2324344" y="44373"/>
                  </a:lnTo>
                  <a:lnTo>
                    <a:pt x="2339943" y="47016"/>
                  </a:lnTo>
                  <a:lnTo>
                    <a:pt x="2355543" y="49697"/>
                  </a:lnTo>
                  <a:lnTo>
                    <a:pt x="2371142" y="52500"/>
                  </a:lnTo>
                  <a:lnTo>
                    <a:pt x="2386742" y="55504"/>
                  </a:lnTo>
                  <a:lnTo>
                    <a:pt x="2402342" y="58776"/>
                  </a:lnTo>
                  <a:lnTo>
                    <a:pt x="2417941" y="62365"/>
                  </a:lnTo>
                  <a:lnTo>
                    <a:pt x="2433541" y="66307"/>
                  </a:lnTo>
                  <a:lnTo>
                    <a:pt x="2449141" y="70614"/>
                  </a:lnTo>
                  <a:lnTo>
                    <a:pt x="2464740" y="75298"/>
                  </a:lnTo>
                  <a:lnTo>
                    <a:pt x="2480340" y="80332"/>
                  </a:lnTo>
                  <a:lnTo>
                    <a:pt x="2495939" y="85664"/>
                  </a:lnTo>
                  <a:lnTo>
                    <a:pt x="2511539" y="91253"/>
                  </a:lnTo>
                  <a:lnTo>
                    <a:pt x="2527139" y="97059"/>
                  </a:lnTo>
                  <a:lnTo>
                    <a:pt x="2542738" y="103046"/>
                  </a:lnTo>
                  <a:lnTo>
                    <a:pt x="2558338" y="109182"/>
                  </a:lnTo>
                  <a:lnTo>
                    <a:pt x="2573938" y="115438"/>
                  </a:lnTo>
                  <a:lnTo>
                    <a:pt x="2589537" y="121789"/>
                  </a:lnTo>
                  <a:lnTo>
                    <a:pt x="2605137" y="128209"/>
                  </a:lnTo>
                  <a:lnTo>
                    <a:pt x="2620736" y="134670"/>
                  </a:lnTo>
                  <a:lnTo>
                    <a:pt x="2636336" y="141143"/>
                  </a:lnTo>
                  <a:lnTo>
                    <a:pt x="2651936" y="147594"/>
                  </a:lnTo>
                  <a:lnTo>
                    <a:pt x="2667535" y="153983"/>
                  </a:lnTo>
                  <a:lnTo>
                    <a:pt x="2683135" y="160282"/>
                  </a:lnTo>
                  <a:lnTo>
                    <a:pt x="2698735" y="166473"/>
                  </a:lnTo>
                  <a:lnTo>
                    <a:pt x="2714334" y="172546"/>
                  </a:lnTo>
                  <a:lnTo>
                    <a:pt x="2729934" y="178501"/>
                  </a:lnTo>
                  <a:lnTo>
                    <a:pt x="2745533" y="184340"/>
                  </a:lnTo>
                  <a:lnTo>
                    <a:pt x="2761133" y="190065"/>
                  </a:lnTo>
                  <a:lnTo>
                    <a:pt x="2776733" y="195668"/>
                  </a:lnTo>
                  <a:lnTo>
                    <a:pt x="2792332" y="201133"/>
                  </a:lnTo>
                  <a:lnTo>
                    <a:pt x="2807932" y="206433"/>
                  </a:lnTo>
                  <a:lnTo>
                    <a:pt x="2823532" y="211535"/>
                  </a:lnTo>
                  <a:lnTo>
                    <a:pt x="2839131" y="216410"/>
                  </a:lnTo>
                  <a:lnTo>
                    <a:pt x="2854731" y="221036"/>
                  </a:lnTo>
                  <a:lnTo>
                    <a:pt x="2870330" y="225421"/>
                  </a:lnTo>
                  <a:lnTo>
                    <a:pt x="2885930" y="229640"/>
                  </a:lnTo>
                  <a:lnTo>
                    <a:pt x="2901530" y="233785"/>
                  </a:lnTo>
                  <a:lnTo>
                    <a:pt x="2917129" y="237972"/>
                  </a:lnTo>
                  <a:lnTo>
                    <a:pt x="2932729" y="242324"/>
                  </a:lnTo>
                  <a:lnTo>
                    <a:pt x="2948329" y="246953"/>
                  </a:lnTo>
                  <a:lnTo>
                    <a:pt x="2963928" y="251938"/>
                  </a:lnTo>
                  <a:lnTo>
                    <a:pt x="2979528" y="257314"/>
                  </a:lnTo>
                  <a:lnTo>
                    <a:pt x="2995127" y="263065"/>
                  </a:lnTo>
                  <a:lnTo>
                    <a:pt x="3010727" y="269118"/>
                  </a:lnTo>
                  <a:lnTo>
                    <a:pt x="3026327" y="275359"/>
                  </a:lnTo>
                  <a:lnTo>
                    <a:pt x="3041926" y="281642"/>
                  </a:lnTo>
                  <a:lnTo>
                    <a:pt x="3057526" y="287792"/>
                  </a:lnTo>
                  <a:lnTo>
                    <a:pt x="3073126" y="293641"/>
                  </a:lnTo>
                  <a:lnTo>
                    <a:pt x="3088725" y="299072"/>
                  </a:lnTo>
                  <a:lnTo>
                    <a:pt x="3104325" y="304001"/>
                  </a:lnTo>
                  <a:lnTo>
                    <a:pt x="3119924" y="308378"/>
                  </a:lnTo>
                  <a:lnTo>
                    <a:pt x="3135524" y="312192"/>
                  </a:lnTo>
                  <a:lnTo>
                    <a:pt x="3151124" y="315465"/>
                  </a:lnTo>
                  <a:lnTo>
                    <a:pt x="3166723" y="318245"/>
                  </a:lnTo>
                  <a:lnTo>
                    <a:pt x="3182323" y="320603"/>
                  </a:lnTo>
                  <a:lnTo>
                    <a:pt x="3197923" y="322623"/>
                  </a:lnTo>
                  <a:lnTo>
                    <a:pt x="3213522" y="324399"/>
                  </a:lnTo>
                  <a:lnTo>
                    <a:pt x="3229122" y="326026"/>
                  </a:lnTo>
                  <a:lnTo>
                    <a:pt x="3244721" y="327597"/>
                  </a:lnTo>
                  <a:lnTo>
                    <a:pt x="3260321" y="329206"/>
                  </a:lnTo>
                  <a:lnTo>
                    <a:pt x="3275921" y="330919"/>
                  </a:lnTo>
                  <a:lnTo>
                    <a:pt x="3291520" y="332781"/>
                  </a:lnTo>
                  <a:lnTo>
                    <a:pt x="3307120" y="334812"/>
                  </a:lnTo>
                  <a:lnTo>
                    <a:pt x="3322720" y="337010"/>
                  </a:lnTo>
                  <a:lnTo>
                    <a:pt x="3338319" y="339355"/>
                  </a:lnTo>
                  <a:lnTo>
                    <a:pt x="3353919" y="341809"/>
                  </a:lnTo>
                  <a:lnTo>
                    <a:pt x="3369518" y="344323"/>
                  </a:lnTo>
                  <a:lnTo>
                    <a:pt x="3385118" y="346840"/>
                  </a:lnTo>
                  <a:lnTo>
                    <a:pt x="3400718" y="349302"/>
                  </a:lnTo>
                  <a:lnTo>
                    <a:pt x="3416317" y="351655"/>
                  </a:lnTo>
                  <a:lnTo>
                    <a:pt x="3431917" y="353854"/>
                  </a:lnTo>
                  <a:lnTo>
                    <a:pt x="3447517" y="355857"/>
                  </a:lnTo>
                  <a:lnTo>
                    <a:pt x="3463116" y="357634"/>
                  </a:lnTo>
                  <a:lnTo>
                    <a:pt x="3478716" y="359191"/>
                  </a:lnTo>
                  <a:lnTo>
                    <a:pt x="3494315" y="360533"/>
                  </a:lnTo>
                  <a:lnTo>
                    <a:pt x="3509915" y="361670"/>
                  </a:lnTo>
                  <a:lnTo>
                    <a:pt x="3525515" y="362622"/>
                  </a:lnTo>
                  <a:lnTo>
                    <a:pt x="3541114" y="363406"/>
                  </a:lnTo>
                  <a:lnTo>
                    <a:pt x="3556714" y="364044"/>
                  </a:lnTo>
                  <a:lnTo>
                    <a:pt x="3572314" y="364555"/>
                  </a:lnTo>
                  <a:lnTo>
                    <a:pt x="3587913" y="364957"/>
                  </a:lnTo>
                  <a:lnTo>
                    <a:pt x="3603513" y="365265"/>
                  </a:lnTo>
                  <a:lnTo>
                    <a:pt x="3619112" y="365493"/>
                  </a:lnTo>
                  <a:lnTo>
                    <a:pt x="3634712" y="365653"/>
                  </a:lnTo>
                  <a:lnTo>
                    <a:pt x="3650312" y="365756"/>
                  </a:lnTo>
                  <a:lnTo>
                    <a:pt x="3665911" y="365818"/>
                  </a:lnTo>
                  <a:lnTo>
                    <a:pt x="3681511" y="365855"/>
                  </a:lnTo>
                  <a:lnTo>
                    <a:pt x="3697111" y="365883"/>
                  </a:lnTo>
                  <a:lnTo>
                    <a:pt x="3712710" y="365919"/>
                  </a:lnTo>
                  <a:lnTo>
                    <a:pt x="3728310" y="365981"/>
                  </a:lnTo>
                  <a:lnTo>
                    <a:pt x="3743909" y="366086"/>
                  </a:lnTo>
                  <a:lnTo>
                    <a:pt x="3759509" y="366248"/>
                  </a:lnTo>
                  <a:lnTo>
                    <a:pt x="3775109" y="366479"/>
                  </a:lnTo>
                  <a:lnTo>
                    <a:pt x="3790708" y="366785"/>
                  </a:lnTo>
                  <a:lnTo>
                    <a:pt x="3806308" y="367165"/>
                  </a:lnTo>
                  <a:lnTo>
                    <a:pt x="3821908" y="367613"/>
                  </a:lnTo>
                  <a:lnTo>
                    <a:pt x="3837507" y="368116"/>
                  </a:lnTo>
                  <a:lnTo>
                    <a:pt x="3853107" y="368656"/>
                  </a:lnTo>
                  <a:lnTo>
                    <a:pt x="3853107" y="372700"/>
                  </a:lnTo>
                  <a:lnTo>
                    <a:pt x="3837507" y="372700"/>
                  </a:lnTo>
                  <a:lnTo>
                    <a:pt x="3821908" y="372700"/>
                  </a:lnTo>
                  <a:lnTo>
                    <a:pt x="3806308" y="372700"/>
                  </a:lnTo>
                  <a:lnTo>
                    <a:pt x="3790708" y="372700"/>
                  </a:lnTo>
                  <a:lnTo>
                    <a:pt x="3775109" y="372700"/>
                  </a:lnTo>
                  <a:lnTo>
                    <a:pt x="3759509" y="372700"/>
                  </a:lnTo>
                  <a:lnTo>
                    <a:pt x="3743909" y="372700"/>
                  </a:lnTo>
                  <a:lnTo>
                    <a:pt x="3728310" y="372700"/>
                  </a:lnTo>
                  <a:lnTo>
                    <a:pt x="3712710" y="372700"/>
                  </a:lnTo>
                  <a:lnTo>
                    <a:pt x="3697111" y="372700"/>
                  </a:lnTo>
                  <a:lnTo>
                    <a:pt x="3681511" y="372700"/>
                  </a:lnTo>
                  <a:lnTo>
                    <a:pt x="3665911" y="372700"/>
                  </a:lnTo>
                  <a:lnTo>
                    <a:pt x="3650312" y="372700"/>
                  </a:lnTo>
                  <a:lnTo>
                    <a:pt x="3634712" y="372700"/>
                  </a:lnTo>
                  <a:lnTo>
                    <a:pt x="3619112" y="372700"/>
                  </a:lnTo>
                  <a:lnTo>
                    <a:pt x="3603513" y="372700"/>
                  </a:lnTo>
                  <a:lnTo>
                    <a:pt x="3587913" y="372700"/>
                  </a:lnTo>
                  <a:lnTo>
                    <a:pt x="3572314" y="372700"/>
                  </a:lnTo>
                  <a:lnTo>
                    <a:pt x="3556714" y="372700"/>
                  </a:lnTo>
                  <a:lnTo>
                    <a:pt x="3541114" y="372700"/>
                  </a:lnTo>
                  <a:lnTo>
                    <a:pt x="3525515" y="372700"/>
                  </a:lnTo>
                  <a:lnTo>
                    <a:pt x="3509915" y="372700"/>
                  </a:lnTo>
                  <a:lnTo>
                    <a:pt x="3494315" y="372700"/>
                  </a:lnTo>
                  <a:lnTo>
                    <a:pt x="3478716" y="372700"/>
                  </a:lnTo>
                  <a:lnTo>
                    <a:pt x="3463116" y="372700"/>
                  </a:lnTo>
                  <a:lnTo>
                    <a:pt x="3447517" y="372700"/>
                  </a:lnTo>
                  <a:lnTo>
                    <a:pt x="3431917" y="372700"/>
                  </a:lnTo>
                  <a:lnTo>
                    <a:pt x="3416317" y="372700"/>
                  </a:lnTo>
                  <a:lnTo>
                    <a:pt x="3400718" y="372700"/>
                  </a:lnTo>
                  <a:lnTo>
                    <a:pt x="3385118" y="372700"/>
                  </a:lnTo>
                  <a:lnTo>
                    <a:pt x="3369518" y="372700"/>
                  </a:lnTo>
                  <a:lnTo>
                    <a:pt x="3353919" y="372700"/>
                  </a:lnTo>
                  <a:lnTo>
                    <a:pt x="3338319" y="372700"/>
                  </a:lnTo>
                  <a:lnTo>
                    <a:pt x="3322720" y="372700"/>
                  </a:lnTo>
                  <a:lnTo>
                    <a:pt x="3307120" y="372700"/>
                  </a:lnTo>
                  <a:lnTo>
                    <a:pt x="3291520" y="372700"/>
                  </a:lnTo>
                  <a:lnTo>
                    <a:pt x="3275921" y="372700"/>
                  </a:lnTo>
                  <a:lnTo>
                    <a:pt x="3260321" y="372700"/>
                  </a:lnTo>
                  <a:lnTo>
                    <a:pt x="3244721" y="372700"/>
                  </a:lnTo>
                  <a:lnTo>
                    <a:pt x="3229122" y="372700"/>
                  </a:lnTo>
                  <a:lnTo>
                    <a:pt x="3213522" y="372700"/>
                  </a:lnTo>
                  <a:lnTo>
                    <a:pt x="3197923" y="372700"/>
                  </a:lnTo>
                  <a:lnTo>
                    <a:pt x="3182323" y="372700"/>
                  </a:lnTo>
                  <a:lnTo>
                    <a:pt x="3166723" y="372700"/>
                  </a:lnTo>
                  <a:lnTo>
                    <a:pt x="3151124" y="372700"/>
                  </a:lnTo>
                  <a:lnTo>
                    <a:pt x="3135524" y="372700"/>
                  </a:lnTo>
                  <a:lnTo>
                    <a:pt x="3119924" y="372700"/>
                  </a:lnTo>
                  <a:lnTo>
                    <a:pt x="3104325" y="372700"/>
                  </a:lnTo>
                  <a:lnTo>
                    <a:pt x="3088725" y="372700"/>
                  </a:lnTo>
                  <a:lnTo>
                    <a:pt x="3073126" y="372700"/>
                  </a:lnTo>
                  <a:lnTo>
                    <a:pt x="3057526" y="372700"/>
                  </a:lnTo>
                  <a:lnTo>
                    <a:pt x="3041926" y="372700"/>
                  </a:lnTo>
                  <a:lnTo>
                    <a:pt x="3026327" y="372700"/>
                  </a:lnTo>
                  <a:lnTo>
                    <a:pt x="3010727" y="372700"/>
                  </a:lnTo>
                  <a:lnTo>
                    <a:pt x="2995127" y="372700"/>
                  </a:lnTo>
                  <a:lnTo>
                    <a:pt x="2979528" y="372700"/>
                  </a:lnTo>
                  <a:lnTo>
                    <a:pt x="2963928" y="372700"/>
                  </a:lnTo>
                  <a:lnTo>
                    <a:pt x="2948329" y="372700"/>
                  </a:lnTo>
                  <a:lnTo>
                    <a:pt x="2932729" y="372700"/>
                  </a:lnTo>
                  <a:lnTo>
                    <a:pt x="2917129" y="372700"/>
                  </a:lnTo>
                  <a:lnTo>
                    <a:pt x="2901530" y="372700"/>
                  </a:lnTo>
                  <a:lnTo>
                    <a:pt x="2885930" y="372700"/>
                  </a:lnTo>
                  <a:lnTo>
                    <a:pt x="2870330" y="372700"/>
                  </a:lnTo>
                  <a:lnTo>
                    <a:pt x="2854731" y="372700"/>
                  </a:lnTo>
                  <a:lnTo>
                    <a:pt x="2839131" y="372700"/>
                  </a:lnTo>
                  <a:lnTo>
                    <a:pt x="2823532" y="372700"/>
                  </a:lnTo>
                  <a:lnTo>
                    <a:pt x="2807932" y="372700"/>
                  </a:lnTo>
                  <a:lnTo>
                    <a:pt x="2792332" y="372700"/>
                  </a:lnTo>
                  <a:lnTo>
                    <a:pt x="2776733" y="372700"/>
                  </a:lnTo>
                  <a:lnTo>
                    <a:pt x="2761133" y="372700"/>
                  </a:lnTo>
                  <a:lnTo>
                    <a:pt x="2745533" y="372700"/>
                  </a:lnTo>
                  <a:lnTo>
                    <a:pt x="2729934" y="372700"/>
                  </a:lnTo>
                  <a:lnTo>
                    <a:pt x="2714334" y="372700"/>
                  </a:lnTo>
                  <a:lnTo>
                    <a:pt x="2698735" y="372700"/>
                  </a:lnTo>
                  <a:lnTo>
                    <a:pt x="2683135" y="372700"/>
                  </a:lnTo>
                  <a:lnTo>
                    <a:pt x="2667535" y="372700"/>
                  </a:lnTo>
                  <a:lnTo>
                    <a:pt x="2651936" y="372700"/>
                  </a:lnTo>
                  <a:lnTo>
                    <a:pt x="2636336" y="372700"/>
                  </a:lnTo>
                  <a:lnTo>
                    <a:pt x="2620736" y="372700"/>
                  </a:lnTo>
                  <a:lnTo>
                    <a:pt x="2605137" y="372700"/>
                  </a:lnTo>
                  <a:lnTo>
                    <a:pt x="2589537" y="372700"/>
                  </a:lnTo>
                  <a:lnTo>
                    <a:pt x="2573938" y="372700"/>
                  </a:lnTo>
                  <a:lnTo>
                    <a:pt x="2558338" y="372700"/>
                  </a:lnTo>
                  <a:lnTo>
                    <a:pt x="2542738" y="372700"/>
                  </a:lnTo>
                  <a:lnTo>
                    <a:pt x="2527139" y="372700"/>
                  </a:lnTo>
                  <a:lnTo>
                    <a:pt x="2511539" y="372700"/>
                  </a:lnTo>
                  <a:lnTo>
                    <a:pt x="2495939" y="372700"/>
                  </a:lnTo>
                  <a:lnTo>
                    <a:pt x="2480340" y="372700"/>
                  </a:lnTo>
                  <a:lnTo>
                    <a:pt x="2464740" y="372700"/>
                  </a:lnTo>
                  <a:lnTo>
                    <a:pt x="2449141" y="372700"/>
                  </a:lnTo>
                  <a:lnTo>
                    <a:pt x="2433541" y="372700"/>
                  </a:lnTo>
                  <a:lnTo>
                    <a:pt x="2417941" y="372700"/>
                  </a:lnTo>
                  <a:lnTo>
                    <a:pt x="2402342" y="372700"/>
                  </a:lnTo>
                  <a:lnTo>
                    <a:pt x="2386742" y="372700"/>
                  </a:lnTo>
                  <a:lnTo>
                    <a:pt x="2371142" y="372700"/>
                  </a:lnTo>
                  <a:lnTo>
                    <a:pt x="2355543" y="372700"/>
                  </a:lnTo>
                  <a:lnTo>
                    <a:pt x="2339943" y="372700"/>
                  </a:lnTo>
                  <a:lnTo>
                    <a:pt x="2324344" y="372700"/>
                  </a:lnTo>
                  <a:lnTo>
                    <a:pt x="2308744" y="372700"/>
                  </a:lnTo>
                  <a:lnTo>
                    <a:pt x="2293144" y="372700"/>
                  </a:lnTo>
                  <a:lnTo>
                    <a:pt x="2277545" y="372700"/>
                  </a:lnTo>
                  <a:lnTo>
                    <a:pt x="2261945" y="372700"/>
                  </a:lnTo>
                  <a:lnTo>
                    <a:pt x="2246345" y="372700"/>
                  </a:lnTo>
                  <a:lnTo>
                    <a:pt x="2230746" y="372700"/>
                  </a:lnTo>
                  <a:lnTo>
                    <a:pt x="2215146" y="372700"/>
                  </a:lnTo>
                  <a:lnTo>
                    <a:pt x="2199547" y="372700"/>
                  </a:lnTo>
                  <a:lnTo>
                    <a:pt x="2183947" y="372700"/>
                  </a:lnTo>
                  <a:lnTo>
                    <a:pt x="2168347" y="372700"/>
                  </a:lnTo>
                  <a:lnTo>
                    <a:pt x="2152748" y="372700"/>
                  </a:lnTo>
                  <a:lnTo>
                    <a:pt x="2137148" y="372700"/>
                  </a:lnTo>
                  <a:lnTo>
                    <a:pt x="2121548" y="372700"/>
                  </a:lnTo>
                  <a:lnTo>
                    <a:pt x="2105949" y="372700"/>
                  </a:lnTo>
                  <a:lnTo>
                    <a:pt x="2090349" y="372700"/>
                  </a:lnTo>
                  <a:lnTo>
                    <a:pt x="2074750" y="372700"/>
                  </a:lnTo>
                  <a:lnTo>
                    <a:pt x="2059150" y="372700"/>
                  </a:lnTo>
                  <a:lnTo>
                    <a:pt x="2043550" y="372700"/>
                  </a:lnTo>
                  <a:lnTo>
                    <a:pt x="2027951" y="372700"/>
                  </a:lnTo>
                  <a:lnTo>
                    <a:pt x="2012351" y="372700"/>
                  </a:lnTo>
                  <a:lnTo>
                    <a:pt x="1996751" y="372700"/>
                  </a:lnTo>
                  <a:lnTo>
                    <a:pt x="1981152" y="372700"/>
                  </a:lnTo>
                  <a:lnTo>
                    <a:pt x="1965552" y="372700"/>
                  </a:lnTo>
                  <a:lnTo>
                    <a:pt x="1949953" y="372700"/>
                  </a:lnTo>
                  <a:lnTo>
                    <a:pt x="1934353" y="372700"/>
                  </a:lnTo>
                  <a:lnTo>
                    <a:pt x="1918753" y="372700"/>
                  </a:lnTo>
                  <a:lnTo>
                    <a:pt x="1903154" y="372700"/>
                  </a:lnTo>
                  <a:lnTo>
                    <a:pt x="1887554" y="372700"/>
                  </a:lnTo>
                  <a:lnTo>
                    <a:pt x="1871954" y="372700"/>
                  </a:lnTo>
                  <a:lnTo>
                    <a:pt x="1856355" y="372700"/>
                  </a:lnTo>
                  <a:lnTo>
                    <a:pt x="1840755" y="372700"/>
                  </a:lnTo>
                  <a:lnTo>
                    <a:pt x="1825156" y="372700"/>
                  </a:lnTo>
                  <a:lnTo>
                    <a:pt x="1809556" y="372700"/>
                  </a:lnTo>
                  <a:lnTo>
                    <a:pt x="1793956" y="372700"/>
                  </a:lnTo>
                  <a:lnTo>
                    <a:pt x="1778357" y="372700"/>
                  </a:lnTo>
                  <a:lnTo>
                    <a:pt x="1762757" y="372700"/>
                  </a:lnTo>
                  <a:lnTo>
                    <a:pt x="1747157" y="372700"/>
                  </a:lnTo>
                  <a:lnTo>
                    <a:pt x="1731558" y="372700"/>
                  </a:lnTo>
                  <a:lnTo>
                    <a:pt x="1715958" y="372700"/>
                  </a:lnTo>
                  <a:lnTo>
                    <a:pt x="1700359" y="372700"/>
                  </a:lnTo>
                  <a:lnTo>
                    <a:pt x="1684759" y="372700"/>
                  </a:lnTo>
                  <a:lnTo>
                    <a:pt x="1669159" y="372700"/>
                  </a:lnTo>
                  <a:lnTo>
                    <a:pt x="1653560" y="372700"/>
                  </a:lnTo>
                  <a:lnTo>
                    <a:pt x="1637960" y="372700"/>
                  </a:lnTo>
                  <a:lnTo>
                    <a:pt x="1622360" y="372700"/>
                  </a:lnTo>
                  <a:lnTo>
                    <a:pt x="1606761" y="372700"/>
                  </a:lnTo>
                  <a:lnTo>
                    <a:pt x="1591161" y="372700"/>
                  </a:lnTo>
                  <a:lnTo>
                    <a:pt x="1575562" y="372700"/>
                  </a:lnTo>
                  <a:lnTo>
                    <a:pt x="1559962" y="372700"/>
                  </a:lnTo>
                  <a:lnTo>
                    <a:pt x="1544362" y="372700"/>
                  </a:lnTo>
                  <a:lnTo>
                    <a:pt x="1528763" y="372700"/>
                  </a:lnTo>
                  <a:lnTo>
                    <a:pt x="1513163" y="372700"/>
                  </a:lnTo>
                  <a:lnTo>
                    <a:pt x="1497563" y="372700"/>
                  </a:lnTo>
                  <a:lnTo>
                    <a:pt x="1481964" y="372700"/>
                  </a:lnTo>
                  <a:lnTo>
                    <a:pt x="1466364" y="372700"/>
                  </a:lnTo>
                  <a:lnTo>
                    <a:pt x="1450765" y="372700"/>
                  </a:lnTo>
                  <a:lnTo>
                    <a:pt x="1435165" y="372700"/>
                  </a:lnTo>
                  <a:lnTo>
                    <a:pt x="1419565" y="372700"/>
                  </a:lnTo>
                  <a:lnTo>
                    <a:pt x="1403966" y="372700"/>
                  </a:lnTo>
                  <a:lnTo>
                    <a:pt x="1388366" y="372700"/>
                  </a:lnTo>
                  <a:lnTo>
                    <a:pt x="1372766" y="372700"/>
                  </a:lnTo>
                  <a:lnTo>
                    <a:pt x="1357167" y="372700"/>
                  </a:lnTo>
                  <a:lnTo>
                    <a:pt x="1341567" y="372700"/>
                  </a:lnTo>
                  <a:lnTo>
                    <a:pt x="1325968" y="372700"/>
                  </a:lnTo>
                  <a:lnTo>
                    <a:pt x="1310368" y="372700"/>
                  </a:lnTo>
                  <a:lnTo>
                    <a:pt x="1294768" y="372700"/>
                  </a:lnTo>
                  <a:lnTo>
                    <a:pt x="1279169" y="372700"/>
                  </a:lnTo>
                  <a:lnTo>
                    <a:pt x="1263569" y="372700"/>
                  </a:lnTo>
                  <a:lnTo>
                    <a:pt x="1247969" y="372700"/>
                  </a:lnTo>
                  <a:lnTo>
                    <a:pt x="1232370" y="372700"/>
                  </a:lnTo>
                  <a:lnTo>
                    <a:pt x="1216770" y="372700"/>
                  </a:lnTo>
                  <a:lnTo>
                    <a:pt x="1201171" y="372700"/>
                  </a:lnTo>
                  <a:lnTo>
                    <a:pt x="1185571" y="372700"/>
                  </a:lnTo>
                  <a:lnTo>
                    <a:pt x="1169971" y="372700"/>
                  </a:lnTo>
                  <a:lnTo>
                    <a:pt x="1154372" y="372700"/>
                  </a:lnTo>
                  <a:lnTo>
                    <a:pt x="1138772" y="372700"/>
                  </a:lnTo>
                  <a:lnTo>
                    <a:pt x="1123172" y="372700"/>
                  </a:lnTo>
                  <a:lnTo>
                    <a:pt x="1107573" y="372700"/>
                  </a:lnTo>
                  <a:lnTo>
                    <a:pt x="1091973" y="372700"/>
                  </a:lnTo>
                  <a:lnTo>
                    <a:pt x="1076374" y="372700"/>
                  </a:lnTo>
                  <a:lnTo>
                    <a:pt x="1060774" y="372700"/>
                  </a:lnTo>
                  <a:lnTo>
                    <a:pt x="1045174" y="372700"/>
                  </a:lnTo>
                  <a:lnTo>
                    <a:pt x="1029575" y="372700"/>
                  </a:lnTo>
                  <a:lnTo>
                    <a:pt x="1013975" y="372700"/>
                  </a:lnTo>
                  <a:lnTo>
                    <a:pt x="998375" y="372700"/>
                  </a:lnTo>
                  <a:lnTo>
                    <a:pt x="982776" y="372700"/>
                  </a:lnTo>
                  <a:lnTo>
                    <a:pt x="967176" y="372700"/>
                  </a:lnTo>
                  <a:lnTo>
                    <a:pt x="951577" y="372700"/>
                  </a:lnTo>
                  <a:lnTo>
                    <a:pt x="935977" y="372700"/>
                  </a:lnTo>
                  <a:lnTo>
                    <a:pt x="920377" y="372700"/>
                  </a:lnTo>
                  <a:lnTo>
                    <a:pt x="904778" y="372700"/>
                  </a:lnTo>
                  <a:lnTo>
                    <a:pt x="889178" y="372700"/>
                  </a:lnTo>
                  <a:lnTo>
                    <a:pt x="873578" y="372700"/>
                  </a:lnTo>
                  <a:lnTo>
                    <a:pt x="857979" y="372700"/>
                  </a:lnTo>
                  <a:lnTo>
                    <a:pt x="842379" y="372700"/>
                  </a:lnTo>
                  <a:lnTo>
                    <a:pt x="826780" y="372700"/>
                  </a:lnTo>
                  <a:lnTo>
                    <a:pt x="811180" y="372700"/>
                  </a:lnTo>
                  <a:lnTo>
                    <a:pt x="795580" y="372700"/>
                  </a:lnTo>
                  <a:lnTo>
                    <a:pt x="779981" y="372700"/>
                  </a:lnTo>
                  <a:lnTo>
                    <a:pt x="764381" y="372700"/>
                  </a:lnTo>
                  <a:lnTo>
                    <a:pt x="748781" y="372700"/>
                  </a:lnTo>
                  <a:lnTo>
                    <a:pt x="733182" y="372700"/>
                  </a:lnTo>
                  <a:lnTo>
                    <a:pt x="717582" y="372700"/>
                  </a:lnTo>
                  <a:lnTo>
                    <a:pt x="701983" y="372700"/>
                  </a:lnTo>
                  <a:lnTo>
                    <a:pt x="686383" y="372700"/>
                  </a:lnTo>
                  <a:lnTo>
                    <a:pt x="670783" y="372700"/>
                  </a:lnTo>
                  <a:lnTo>
                    <a:pt x="655184" y="372700"/>
                  </a:lnTo>
                  <a:lnTo>
                    <a:pt x="639584" y="372700"/>
                  </a:lnTo>
                  <a:lnTo>
                    <a:pt x="623984" y="372700"/>
                  </a:lnTo>
                  <a:lnTo>
                    <a:pt x="608385" y="372700"/>
                  </a:lnTo>
                  <a:lnTo>
                    <a:pt x="592785" y="372700"/>
                  </a:lnTo>
                  <a:lnTo>
                    <a:pt x="577186" y="372700"/>
                  </a:lnTo>
                  <a:lnTo>
                    <a:pt x="561586" y="372700"/>
                  </a:lnTo>
                  <a:lnTo>
                    <a:pt x="545986" y="372700"/>
                  </a:lnTo>
                  <a:lnTo>
                    <a:pt x="530387" y="372700"/>
                  </a:lnTo>
                  <a:lnTo>
                    <a:pt x="514787" y="372700"/>
                  </a:lnTo>
                  <a:lnTo>
                    <a:pt x="499187" y="372700"/>
                  </a:lnTo>
                  <a:lnTo>
                    <a:pt x="483588" y="372700"/>
                  </a:lnTo>
                  <a:lnTo>
                    <a:pt x="467988" y="372700"/>
                  </a:lnTo>
                  <a:lnTo>
                    <a:pt x="452389" y="372700"/>
                  </a:lnTo>
                  <a:lnTo>
                    <a:pt x="436789" y="372700"/>
                  </a:lnTo>
                  <a:lnTo>
                    <a:pt x="421189" y="372700"/>
                  </a:lnTo>
                  <a:lnTo>
                    <a:pt x="405590" y="372700"/>
                  </a:lnTo>
                  <a:lnTo>
                    <a:pt x="389990" y="372700"/>
                  </a:lnTo>
                  <a:lnTo>
                    <a:pt x="374390" y="372700"/>
                  </a:lnTo>
                  <a:lnTo>
                    <a:pt x="358791" y="372700"/>
                  </a:lnTo>
                  <a:lnTo>
                    <a:pt x="343191" y="372700"/>
                  </a:lnTo>
                  <a:lnTo>
                    <a:pt x="327592" y="372700"/>
                  </a:lnTo>
                  <a:lnTo>
                    <a:pt x="311992" y="372700"/>
                  </a:lnTo>
                  <a:lnTo>
                    <a:pt x="296392" y="372700"/>
                  </a:lnTo>
                  <a:lnTo>
                    <a:pt x="280793" y="372700"/>
                  </a:lnTo>
                  <a:lnTo>
                    <a:pt x="265193" y="372700"/>
                  </a:lnTo>
                  <a:lnTo>
                    <a:pt x="249593" y="372700"/>
                  </a:lnTo>
                  <a:lnTo>
                    <a:pt x="233994" y="372700"/>
                  </a:lnTo>
                  <a:lnTo>
                    <a:pt x="218394" y="372700"/>
                  </a:lnTo>
                  <a:lnTo>
                    <a:pt x="202795" y="372700"/>
                  </a:lnTo>
                  <a:lnTo>
                    <a:pt x="187195" y="372700"/>
                  </a:lnTo>
                  <a:lnTo>
                    <a:pt x="171595" y="372700"/>
                  </a:lnTo>
                  <a:lnTo>
                    <a:pt x="155996" y="372700"/>
                  </a:lnTo>
                  <a:lnTo>
                    <a:pt x="140396" y="372700"/>
                  </a:lnTo>
                  <a:lnTo>
                    <a:pt x="124796" y="372700"/>
                  </a:lnTo>
                  <a:lnTo>
                    <a:pt x="109197" y="372700"/>
                  </a:lnTo>
                  <a:lnTo>
                    <a:pt x="93597" y="372700"/>
                  </a:lnTo>
                  <a:lnTo>
                    <a:pt x="77998" y="372700"/>
                  </a:lnTo>
                  <a:lnTo>
                    <a:pt x="62398" y="372700"/>
                  </a:lnTo>
                  <a:lnTo>
                    <a:pt x="46798" y="372700"/>
                  </a:lnTo>
                  <a:lnTo>
                    <a:pt x="31199" y="372700"/>
                  </a:lnTo>
                  <a:lnTo>
                    <a:pt x="15599" y="372700"/>
                  </a:lnTo>
                  <a:lnTo>
                    <a:pt x="0" y="372700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241907" y="2045965"/>
              <a:ext cx="3853107" cy="369110"/>
            </a:xfrm>
            <a:custGeom>
              <a:avLst/>
              <a:pathLst>
                <a:path w="3853107" h="369110">
                  <a:moveTo>
                    <a:pt x="0" y="369110"/>
                  </a:moveTo>
                  <a:lnTo>
                    <a:pt x="15599" y="368827"/>
                  </a:lnTo>
                  <a:lnTo>
                    <a:pt x="31199" y="368520"/>
                  </a:lnTo>
                  <a:lnTo>
                    <a:pt x="46798" y="368196"/>
                  </a:lnTo>
                  <a:lnTo>
                    <a:pt x="62398" y="367866"/>
                  </a:lnTo>
                  <a:lnTo>
                    <a:pt x="77998" y="367542"/>
                  </a:lnTo>
                  <a:lnTo>
                    <a:pt x="93597" y="367237"/>
                  </a:lnTo>
                  <a:lnTo>
                    <a:pt x="109197" y="366967"/>
                  </a:lnTo>
                  <a:lnTo>
                    <a:pt x="124796" y="366738"/>
                  </a:lnTo>
                  <a:lnTo>
                    <a:pt x="140396" y="366551"/>
                  </a:lnTo>
                  <a:lnTo>
                    <a:pt x="155996" y="366403"/>
                  </a:lnTo>
                  <a:lnTo>
                    <a:pt x="171595" y="366278"/>
                  </a:lnTo>
                  <a:lnTo>
                    <a:pt x="187195" y="366158"/>
                  </a:lnTo>
                  <a:lnTo>
                    <a:pt x="202795" y="366018"/>
                  </a:lnTo>
                  <a:lnTo>
                    <a:pt x="218394" y="365831"/>
                  </a:lnTo>
                  <a:lnTo>
                    <a:pt x="233994" y="365573"/>
                  </a:lnTo>
                  <a:lnTo>
                    <a:pt x="249593" y="365226"/>
                  </a:lnTo>
                  <a:lnTo>
                    <a:pt x="265193" y="364779"/>
                  </a:lnTo>
                  <a:lnTo>
                    <a:pt x="280793" y="364235"/>
                  </a:lnTo>
                  <a:lnTo>
                    <a:pt x="296392" y="363601"/>
                  </a:lnTo>
                  <a:lnTo>
                    <a:pt x="311992" y="362905"/>
                  </a:lnTo>
                  <a:lnTo>
                    <a:pt x="327592" y="362181"/>
                  </a:lnTo>
                  <a:lnTo>
                    <a:pt x="343191" y="361461"/>
                  </a:lnTo>
                  <a:lnTo>
                    <a:pt x="358791" y="360774"/>
                  </a:lnTo>
                  <a:lnTo>
                    <a:pt x="374390" y="360141"/>
                  </a:lnTo>
                  <a:lnTo>
                    <a:pt x="389990" y="359574"/>
                  </a:lnTo>
                  <a:lnTo>
                    <a:pt x="405590" y="359074"/>
                  </a:lnTo>
                  <a:lnTo>
                    <a:pt x="421189" y="358628"/>
                  </a:lnTo>
                  <a:lnTo>
                    <a:pt x="436789" y="358215"/>
                  </a:lnTo>
                  <a:lnTo>
                    <a:pt x="452389" y="357803"/>
                  </a:lnTo>
                  <a:lnTo>
                    <a:pt x="467988" y="357355"/>
                  </a:lnTo>
                  <a:lnTo>
                    <a:pt x="483588" y="356831"/>
                  </a:lnTo>
                  <a:lnTo>
                    <a:pt x="499187" y="356179"/>
                  </a:lnTo>
                  <a:lnTo>
                    <a:pt x="514787" y="355368"/>
                  </a:lnTo>
                  <a:lnTo>
                    <a:pt x="530387" y="354370"/>
                  </a:lnTo>
                  <a:lnTo>
                    <a:pt x="545986" y="353164"/>
                  </a:lnTo>
                  <a:lnTo>
                    <a:pt x="561586" y="351739"/>
                  </a:lnTo>
                  <a:lnTo>
                    <a:pt x="577186" y="350088"/>
                  </a:lnTo>
                  <a:lnTo>
                    <a:pt x="592785" y="348218"/>
                  </a:lnTo>
                  <a:lnTo>
                    <a:pt x="608385" y="346145"/>
                  </a:lnTo>
                  <a:lnTo>
                    <a:pt x="623984" y="343896"/>
                  </a:lnTo>
                  <a:lnTo>
                    <a:pt x="639584" y="341507"/>
                  </a:lnTo>
                  <a:lnTo>
                    <a:pt x="655184" y="339025"/>
                  </a:lnTo>
                  <a:lnTo>
                    <a:pt x="670783" y="336499"/>
                  </a:lnTo>
                  <a:lnTo>
                    <a:pt x="686383" y="333981"/>
                  </a:lnTo>
                  <a:lnTo>
                    <a:pt x="701983" y="331524"/>
                  </a:lnTo>
                  <a:lnTo>
                    <a:pt x="717582" y="329156"/>
                  </a:lnTo>
                  <a:lnTo>
                    <a:pt x="733182" y="326892"/>
                  </a:lnTo>
                  <a:lnTo>
                    <a:pt x="748781" y="324730"/>
                  </a:lnTo>
                  <a:lnTo>
                    <a:pt x="764381" y="322655"/>
                  </a:lnTo>
                  <a:lnTo>
                    <a:pt x="779981" y="320644"/>
                  </a:lnTo>
                  <a:lnTo>
                    <a:pt x="795580" y="318675"/>
                  </a:lnTo>
                  <a:lnTo>
                    <a:pt x="811180" y="316730"/>
                  </a:lnTo>
                  <a:lnTo>
                    <a:pt x="826780" y="314803"/>
                  </a:lnTo>
                  <a:lnTo>
                    <a:pt x="842379" y="312901"/>
                  </a:lnTo>
                  <a:lnTo>
                    <a:pt x="857979" y="311040"/>
                  </a:lnTo>
                  <a:lnTo>
                    <a:pt x="873578" y="309245"/>
                  </a:lnTo>
                  <a:lnTo>
                    <a:pt x="889178" y="307544"/>
                  </a:lnTo>
                  <a:lnTo>
                    <a:pt x="904778" y="305947"/>
                  </a:lnTo>
                  <a:lnTo>
                    <a:pt x="920377" y="304434"/>
                  </a:lnTo>
                  <a:lnTo>
                    <a:pt x="935977" y="302966"/>
                  </a:lnTo>
                  <a:lnTo>
                    <a:pt x="951577" y="301475"/>
                  </a:lnTo>
                  <a:lnTo>
                    <a:pt x="967176" y="299870"/>
                  </a:lnTo>
                  <a:lnTo>
                    <a:pt x="982776" y="298047"/>
                  </a:lnTo>
                  <a:lnTo>
                    <a:pt x="998375" y="295890"/>
                  </a:lnTo>
                  <a:lnTo>
                    <a:pt x="1013975" y="293290"/>
                  </a:lnTo>
                  <a:lnTo>
                    <a:pt x="1029575" y="290151"/>
                  </a:lnTo>
                  <a:lnTo>
                    <a:pt x="1045174" y="286401"/>
                  </a:lnTo>
                  <a:lnTo>
                    <a:pt x="1060774" y="282000"/>
                  </a:lnTo>
                  <a:lnTo>
                    <a:pt x="1076374" y="276944"/>
                  </a:lnTo>
                  <a:lnTo>
                    <a:pt x="1091973" y="271218"/>
                  </a:lnTo>
                  <a:lnTo>
                    <a:pt x="1107573" y="264953"/>
                  </a:lnTo>
                  <a:lnTo>
                    <a:pt x="1123172" y="258252"/>
                  </a:lnTo>
                  <a:lnTo>
                    <a:pt x="1138772" y="251229"/>
                  </a:lnTo>
                  <a:lnTo>
                    <a:pt x="1154372" y="244002"/>
                  </a:lnTo>
                  <a:lnTo>
                    <a:pt x="1169971" y="236682"/>
                  </a:lnTo>
                  <a:lnTo>
                    <a:pt x="1185571" y="229368"/>
                  </a:lnTo>
                  <a:lnTo>
                    <a:pt x="1201171" y="222138"/>
                  </a:lnTo>
                  <a:lnTo>
                    <a:pt x="1216770" y="215046"/>
                  </a:lnTo>
                  <a:lnTo>
                    <a:pt x="1232370" y="208120"/>
                  </a:lnTo>
                  <a:lnTo>
                    <a:pt x="1247969" y="201361"/>
                  </a:lnTo>
                  <a:lnTo>
                    <a:pt x="1263569" y="194747"/>
                  </a:lnTo>
                  <a:lnTo>
                    <a:pt x="1279169" y="188238"/>
                  </a:lnTo>
                  <a:lnTo>
                    <a:pt x="1294768" y="181781"/>
                  </a:lnTo>
                  <a:lnTo>
                    <a:pt x="1310368" y="175325"/>
                  </a:lnTo>
                  <a:lnTo>
                    <a:pt x="1325968" y="168841"/>
                  </a:lnTo>
                  <a:lnTo>
                    <a:pt x="1341567" y="162326"/>
                  </a:lnTo>
                  <a:lnTo>
                    <a:pt x="1357167" y="155805"/>
                  </a:lnTo>
                  <a:lnTo>
                    <a:pt x="1372766" y="149329"/>
                  </a:lnTo>
                  <a:lnTo>
                    <a:pt x="1388366" y="142968"/>
                  </a:lnTo>
                  <a:lnTo>
                    <a:pt x="1403966" y="136805"/>
                  </a:lnTo>
                  <a:lnTo>
                    <a:pt x="1419565" y="130920"/>
                  </a:lnTo>
                  <a:lnTo>
                    <a:pt x="1435165" y="125380"/>
                  </a:lnTo>
                  <a:lnTo>
                    <a:pt x="1450765" y="120232"/>
                  </a:lnTo>
                  <a:lnTo>
                    <a:pt x="1466364" y="115496"/>
                  </a:lnTo>
                  <a:lnTo>
                    <a:pt x="1481964" y="111192"/>
                  </a:lnTo>
                  <a:lnTo>
                    <a:pt x="1497563" y="107270"/>
                  </a:lnTo>
                  <a:lnTo>
                    <a:pt x="1513163" y="103666"/>
                  </a:lnTo>
                  <a:lnTo>
                    <a:pt x="1528763" y="100316"/>
                  </a:lnTo>
                  <a:lnTo>
                    <a:pt x="1544362" y="97143"/>
                  </a:lnTo>
                  <a:lnTo>
                    <a:pt x="1559962" y="94063"/>
                  </a:lnTo>
                  <a:lnTo>
                    <a:pt x="1575562" y="90986"/>
                  </a:lnTo>
                  <a:lnTo>
                    <a:pt x="1591161" y="87819"/>
                  </a:lnTo>
                  <a:lnTo>
                    <a:pt x="1606761" y="84475"/>
                  </a:lnTo>
                  <a:lnTo>
                    <a:pt x="1622360" y="80881"/>
                  </a:lnTo>
                  <a:lnTo>
                    <a:pt x="1637960" y="76990"/>
                  </a:lnTo>
                  <a:lnTo>
                    <a:pt x="1653560" y="72791"/>
                  </a:lnTo>
                  <a:lnTo>
                    <a:pt x="1669159" y="68311"/>
                  </a:lnTo>
                  <a:lnTo>
                    <a:pt x="1684759" y="63618"/>
                  </a:lnTo>
                  <a:lnTo>
                    <a:pt x="1700359" y="58858"/>
                  </a:lnTo>
                  <a:lnTo>
                    <a:pt x="1715958" y="54167"/>
                  </a:lnTo>
                  <a:lnTo>
                    <a:pt x="1731558" y="49680"/>
                  </a:lnTo>
                  <a:lnTo>
                    <a:pt x="1747157" y="45512"/>
                  </a:lnTo>
                  <a:lnTo>
                    <a:pt x="1762757" y="41742"/>
                  </a:lnTo>
                  <a:lnTo>
                    <a:pt x="1778357" y="38402"/>
                  </a:lnTo>
                  <a:lnTo>
                    <a:pt x="1793956" y="35478"/>
                  </a:lnTo>
                  <a:lnTo>
                    <a:pt x="1809556" y="32916"/>
                  </a:lnTo>
                  <a:lnTo>
                    <a:pt x="1825156" y="30630"/>
                  </a:lnTo>
                  <a:lnTo>
                    <a:pt x="1840755" y="28526"/>
                  </a:lnTo>
                  <a:lnTo>
                    <a:pt x="1856355" y="26512"/>
                  </a:lnTo>
                  <a:lnTo>
                    <a:pt x="1871954" y="24512"/>
                  </a:lnTo>
                  <a:lnTo>
                    <a:pt x="1887554" y="22478"/>
                  </a:lnTo>
                  <a:lnTo>
                    <a:pt x="1903154" y="20395"/>
                  </a:lnTo>
                  <a:lnTo>
                    <a:pt x="1918753" y="18271"/>
                  </a:lnTo>
                  <a:lnTo>
                    <a:pt x="1934353" y="16121"/>
                  </a:lnTo>
                  <a:lnTo>
                    <a:pt x="1949953" y="13962"/>
                  </a:lnTo>
                  <a:lnTo>
                    <a:pt x="1965552" y="11813"/>
                  </a:lnTo>
                  <a:lnTo>
                    <a:pt x="1981152" y="9691"/>
                  </a:lnTo>
                  <a:lnTo>
                    <a:pt x="1996751" y="7619"/>
                  </a:lnTo>
                  <a:lnTo>
                    <a:pt x="2012351" y="5635"/>
                  </a:lnTo>
                  <a:lnTo>
                    <a:pt x="2027951" y="3797"/>
                  </a:lnTo>
                  <a:lnTo>
                    <a:pt x="2043550" y="2189"/>
                  </a:lnTo>
                  <a:lnTo>
                    <a:pt x="2059150" y="919"/>
                  </a:lnTo>
                  <a:lnTo>
                    <a:pt x="2074750" y="152"/>
                  </a:lnTo>
                  <a:lnTo>
                    <a:pt x="2090349" y="0"/>
                  </a:lnTo>
                  <a:lnTo>
                    <a:pt x="2105949" y="541"/>
                  </a:lnTo>
                  <a:lnTo>
                    <a:pt x="2121548" y="1822"/>
                  </a:lnTo>
                  <a:lnTo>
                    <a:pt x="2137148" y="3837"/>
                  </a:lnTo>
                  <a:lnTo>
                    <a:pt x="2152748" y="6523"/>
                  </a:lnTo>
                  <a:lnTo>
                    <a:pt x="2168347" y="9769"/>
                  </a:lnTo>
                  <a:lnTo>
                    <a:pt x="2183947" y="13428"/>
                  </a:lnTo>
                  <a:lnTo>
                    <a:pt x="2199547" y="17337"/>
                  </a:lnTo>
                  <a:lnTo>
                    <a:pt x="2215146" y="21334"/>
                  </a:lnTo>
                  <a:lnTo>
                    <a:pt x="2230746" y="25277"/>
                  </a:lnTo>
                  <a:lnTo>
                    <a:pt x="2246345" y="29055"/>
                  </a:lnTo>
                  <a:lnTo>
                    <a:pt x="2261945" y="32595"/>
                  </a:lnTo>
                  <a:lnTo>
                    <a:pt x="2277545" y="35852"/>
                  </a:lnTo>
                  <a:lnTo>
                    <a:pt x="2293144" y="38865"/>
                  </a:lnTo>
                  <a:lnTo>
                    <a:pt x="2308744" y="41683"/>
                  </a:lnTo>
                  <a:lnTo>
                    <a:pt x="2324344" y="44373"/>
                  </a:lnTo>
                  <a:lnTo>
                    <a:pt x="2339943" y="47016"/>
                  </a:lnTo>
                  <a:lnTo>
                    <a:pt x="2355543" y="49697"/>
                  </a:lnTo>
                  <a:lnTo>
                    <a:pt x="2371142" y="52500"/>
                  </a:lnTo>
                  <a:lnTo>
                    <a:pt x="2386742" y="55504"/>
                  </a:lnTo>
                  <a:lnTo>
                    <a:pt x="2402342" y="58776"/>
                  </a:lnTo>
                  <a:lnTo>
                    <a:pt x="2417941" y="62365"/>
                  </a:lnTo>
                  <a:lnTo>
                    <a:pt x="2433541" y="66307"/>
                  </a:lnTo>
                  <a:lnTo>
                    <a:pt x="2449141" y="70614"/>
                  </a:lnTo>
                  <a:lnTo>
                    <a:pt x="2464740" y="75298"/>
                  </a:lnTo>
                  <a:lnTo>
                    <a:pt x="2480340" y="80332"/>
                  </a:lnTo>
                  <a:lnTo>
                    <a:pt x="2495939" y="85664"/>
                  </a:lnTo>
                  <a:lnTo>
                    <a:pt x="2511539" y="91253"/>
                  </a:lnTo>
                  <a:lnTo>
                    <a:pt x="2527139" y="97059"/>
                  </a:lnTo>
                  <a:lnTo>
                    <a:pt x="2542738" y="103046"/>
                  </a:lnTo>
                  <a:lnTo>
                    <a:pt x="2558338" y="109182"/>
                  </a:lnTo>
                  <a:lnTo>
                    <a:pt x="2573938" y="115438"/>
                  </a:lnTo>
                  <a:lnTo>
                    <a:pt x="2589537" y="121789"/>
                  </a:lnTo>
                  <a:lnTo>
                    <a:pt x="2605137" y="128209"/>
                  </a:lnTo>
                  <a:lnTo>
                    <a:pt x="2620736" y="134670"/>
                  </a:lnTo>
                  <a:lnTo>
                    <a:pt x="2636336" y="141143"/>
                  </a:lnTo>
                  <a:lnTo>
                    <a:pt x="2651936" y="147594"/>
                  </a:lnTo>
                  <a:lnTo>
                    <a:pt x="2667535" y="153983"/>
                  </a:lnTo>
                  <a:lnTo>
                    <a:pt x="2683135" y="160282"/>
                  </a:lnTo>
                  <a:lnTo>
                    <a:pt x="2698735" y="166473"/>
                  </a:lnTo>
                  <a:lnTo>
                    <a:pt x="2714334" y="172546"/>
                  </a:lnTo>
                  <a:lnTo>
                    <a:pt x="2729934" y="178501"/>
                  </a:lnTo>
                  <a:lnTo>
                    <a:pt x="2745533" y="184340"/>
                  </a:lnTo>
                  <a:lnTo>
                    <a:pt x="2761133" y="190065"/>
                  </a:lnTo>
                  <a:lnTo>
                    <a:pt x="2776733" y="195668"/>
                  </a:lnTo>
                  <a:lnTo>
                    <a:pt x="2792332" y="201133"/>
                  </a:lnTo>
                  <a:lnTo>
                    <a:pt x="2807932" y="206433"/>
                  </a:lnTo>
                  <a:lnTo>
                    <a:pt x="2823532" y="211535"/>
                  </a:lnTo>
                  <a:lnTo>
                    <a:pt x="2839131" y="216410"/>
                  </a:lnTo>
                  <a:lnTo>
                    <a:pt x="2854731" y="221036"/>
                  </a:lnTo>
                  <a:lnTo>
                    <a:pt x="2870330" y="225421"/>
                  </a:lnTo>
                  <a:lnTo>
                    <a:pt x="2885930" y="229640"/>
                  </a:lnTo>
                  <a:lnTo>
                    <a:pt x="2901530" y="233785"/>
                  </a:lnTo>
                  <a:lnTo>
                    <a:pt x="2917129" y="237972"/>
                  </a:lnTo>
                  <a:lnTo>
                    <a:pt x="2932729" y="242324"/>
                  </a:lnTo>
                  <a:lnTo>
                    <a:pt x="2948329" y="246953"/>
                  </a:lnTo>
                  <a:lnTo>
                    <a:pt x="2963928" y="251938"/>
                  </a:lnTo>
                  <a:lnTo>
                    <a:pt x="2979528" y="257314"/>
                  </a:lnTo>
                  <a:lnTo>
                    <a:pt x="2995127" y="263065"/>
                  </a:lnTo>
                  <a:lnTo>
                    <a:pt x="3010727" y="269118"/>
                  </a:lnTo>
                  <a:lnTo>
                    <a:pt x="3026327" y="275359"/>
                  </a:lnTo>
                  <a:lnTo>
                    <a:pt x="3041926" y="281642"/>
                  </a:lnTo>
                  <a:lnTo>
                    <a:pt x="3057526" y="287792"/>
                  </a:lnTo>
                  <a:lnTo>
                    <a:pt x="3073126" y="293641"/>
                  </a:lnTo>
                  <a:lnTo>
                    <a:pt x="3088725" y="299072"/>
                  </a:lnTo>
                  <a:lnTo>
                    <a:pt x="3104325" y="304001"/>
                  </a:lnTo>
                  <a:lnTo>
                    <a:pt x="3119924" y="308378"/>
                  </a:lnTo>
                  <a:lnTo>
                    <a:pt x="3135524" y="312192"/>
                  </a:lnTo>
                  <a:lnTo>
                    <a:pt x="3151124" y="315465"/>
                  </a:lnTo>
                  <a:lnTo>
                    <a:pt x="3166723" y="318245"/>
                  </a:lnTo>
                  <a:lnTo>
                    <a:pt x="3182323" y="320603"/>
                  </a:lnTo>
                  <a:lnTo>
                    <a:pt x="3197923" y="322623"/>
                  </a:lnTo>
                  <a:lnTo>
                    <a:pt x="3213522" y="324399"/>
                  </a:lnTo>
                  <a:lnTo>
                    <a:pt x="3229122" y="326026"/>
                  </a:lnTo>
                  <a:lnTo>
                    <a:pt x="3244721" y="327597"/>
                  </a:lnTo>
                  <a:lnTo>
                    <a:pt x="3260321" y="329206"/>
                  </a:lnTo>
                  <a:lnTo>
                    <a:pt x="3275921" y="330919"/>
                  </a:lnTo>
                  <a:lnTo>
                    <a:pt x="3291520" y="332781"/>
                  </a:lnTo>
                  <a:lnTo>
                    <a:pt x="3307120" y="334812"/>
                  </a:lnTo>
                  <a:lnTo>
                    <a:pt x="3322720" y="337010"/>
                  </a:lnTo>
                  <a:lnTo>
                    <a:pt x="3338319" y="339355"/>
                  </a:lnTo>
                  <a:lnTo>
                    <a:pt x="3353919" y="341809"/>
                  </a:lnTo>
                  <a:lnTo>
                    <a:pt x="3369518" y="344323"/>
                  </a:lnTo>
                  <a:lnTo>
                    <a:pt x="3385118" y="346840"/>
                  </a:lnTo>
                  <a:lnTo>
                    <a:pt x="3400718" y="349302"/>
                  </a:lnTo>
                  <a:lnTo>
                    <a:pt x="3416317" y="351655"/>
                  </a:lnTo>
                  <a:lnTo>
                    <a:pt x="3431917" y="353854"/>
                  </a:lnTo>
                  <a:lnTo>
                    <a:pt x="3447517" y="355857"/>
                  </a:lnTo>
                  <a:lnTo>
                    <a:pt x="3463116" y="357634"/>
                  </a:lnTo>
                  <a:lnTo>
                    <a:pt x="3478716" y="359191"/>
                  </a:lnTo>
                  <a:lnTo>
                    <a:pt x="3494315" y="360533"/>
                  </a:lnTo>
                  <a:lnTo>
                    <a:pt x="3509915" y="361670"/>
                  </a:lnTo>
                  <a:lnTo>
                    <a:pt x="3525515" y="362622"/>
                  </a:lnTo>
                  <a:lnTo>
                    <a:pt x="3541114" y="363406"/>
                  </a:lnTo>
                  <a:lnTo>
                    <a:pt x="3556714" y="364044"/>
                  </a:lnTo>
                  <a:lnTo>
                    <a:pt x="3572314" y="364555"/>
                  </a:lnTo>
                  <a:lnTo>
                    <a:pt x="3587913" y="364957"/>
                  </a:lnTo>
                  <a:lnTo>
                    <a:pt x="3603513" y="365265"/>
                  </a:lnTo>
                  <a:lnTo>
                    <a:pt x="3619112" y="365493"/>
                  </a:lnTo>
                  <a:lnTo>
                    <a:pt x="3634712" y="365653"/>
                  </a:lnTo>
                  <a:lnTo>
                    <a:pt x="3650312" y="365756"/>
                  </a:lnTo>
                  <a:lnTo>
                    <a:pt x="3665911" y="365818"/>
                  </a:lnTo>
                  <a:lnTo>
                    <a:pt x="3681511" y="365855"/>
                  </a:lnTo>
                  <a:lnTo>
                    <a:pt x="3697111" y="365883"/>
                  </a:lnTo>
                  <a:lnTo>
                    <a:pt x="3712710" y="365919"/>
                  </a:lnTo>
                  <a:lnTo>
                    <a:pt x="3728310" y="365981"/>
                  </a:lnTo>
                  <a:lnTo>
                    <a:pt x="3743909" y="366086"/>
                  </a:lnTo>
                  <a:lnTo>
                    <a:pt x="3759509" y="366248"/>
                  </a:lnTo>
                  <a:lnTo>
                    <a:pt x="3775109" y="366479"/>
                  </a:lnTo>
                  <a:lnTo>
                    <a:pt x="3790708" y="366785"/>
                  </a:lnTo>
                  <a:lnTo>
                    <a:pt x="3806308" y="367165"/>
                  </a:lnTo>
                  <a:lnTo>
                    <a:pt x="3821908" y="367613"/>
                  </a:lnTo>
                  <a:lnTo>
                    <a:pt x="3837507" y="368116"/>
                  </a:lnTo>
                  <a:lnTo>
                    <a:pt x="3853107" y="368656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709896" y="1997641"/>
              <a:ext cx="3291520" cy="421023"/>
            </a:xfrm>
            <a:custGeom>
              <a:avLst/>
              <a:pathLst>
                <a:path w="3291520" h="421023">
                  <a:moveTo>
                    <a:pt x="0" y="417189"/>
                  </a:moveTo>
                  <a:lnTo>
                    <a:pt x="15599" y="416644"/>
                  </a:lnTo>
                  <a:lnTo>
                    <a:pt x="31199" y="416089"/>
                  </a:lnTo>
                  <a:lnTo>
                    <a:pt x="46798" y="415536"/>
                  </a:lnTo>
                  <a:lnTo>
                    <a:pt x="62398" y="414990"/>
                  </a:lnTo>
                  <a:lnTo>
                    <a:pt x="77998" y="414456"/>
                  </a:lnTo>
                  <a:lnTo>
                    <a:pt x="93597" y="413929"/>
                  </a:lnTo>
                  <a:lnTo>
                    <a:pt x="109197" y="413404"/>
                  </a:lnTo>
                  <a:lnTo>
                    <a:pt x="124796" y="412869"/>
                  </a:lnTo>
                  <a:lnTo>
                    <a:pt x="140396" y="412308"/>
                  </a:lnTo>
                  <a:lnTo>
                    <a:pt x="155996" y="411706"/>
                  </a:lnTo>
                  <a:lnTo>
                    <a:pt x="171595" y="411043"/>
                  </a:lnTo>
                  <a:lnTo>
                    <a:pt x="187195" y="410305"/>
                  </a:lnTo>
                  <a:lnTo>
                    <a:pt x="202795" y="409480"/>
                  </a:lnTo>
                  <a:lnTo>
                    <a:pt x="218394" y="408560"/>
                  </a:lnTo>
                  <a:lnTo>
                    <a:pt x="233994" y="407540"/>
                  </a:lnTo>
                  <a:lnTo>
                    <a:pt x="249593" y="406437"/>
                  </a:lnTo>
                  <a:lnTo>
                    <a:pt x="265193" y="405263"/>
                  </a:lnTo>
                  <a:lnTo>
                    <a:pt x="280793" y="404033"/>
                  </a:lnTo>
                  <a:lnTo>
                    <a:pt x="296392" y="402763"/>
                  </a:lnTo>
                  <a:lnTo>
                    <a:pt x="311992" y="401463"/>
                  </a:lnTo>
                  <a:lnTo>
                    <a:pt x="327592" y="400139"/>
                  </a:lnTo>
                  <a:lnTo>
                    <a:pt x="343191" y="398786"/>
                  </a:lnTo>
                  <a:lnTo>
                    <a:pt x="358791" y="397396"/>
                  </a:lnTo>
                  <a:lnTo>
                    <a:pt x="374390" y="395950"/>
                  </a:lnTo>
                  <a:lnTo>
                    <a:pt x="389990" y="394424"/>
                  </a:lnTo>
                  <a:lnTo>
                    <a:pt x="405590" y="392793"/>
                  </a:lnTo>
                  <a:lnTo>
                    <a:pt x="421189" y="391024"/>
                  </a:lnTo>
                  <a:lnTo>
                    <a:pt x="436789" y="389093"/>
                  </a:lnTo>
                  <a:lnTo>
                    <a:pt x="452389" y="386991"/>
                  </a:lnTo>
                  <a:lnTo>
                    <a:pt x="467988" y="384711"/>
                  </a:lnTo>
                  <a:lnTo>
                    <a:pt x="483588" y="382249"/>
                  </a:lnTo>
                  <a:lnTo>
                    <a:pt x="499187" y="379610"/>
                  </a:lnTo>
                  <a:lnTo>
                    <a:pt x="514787" y="376804"/>
                  </a:lnTo>
                  <a:lnTo>
                    <a:pt x="530387" y="373844"/>
                  </a:lnTo>
                  <a:lnTo>
                    <a:pt x="545986" y="370750"/>
                  </a:lnTo>
                  <a:lnTo>
                    <a:pt x="561586" y="367541"/>
                  </a:lnTo>
                  <a:lnTo>
                    <a:pt x="577186" y="364241"/>
                  </a:lnTo>
                  <a:lnTo>
                    <a:pt x="592785" y="360869"/>
                  </a:lnTo>
                  <a:lnTo>
                    <a:pt x="608385" y="357441"/>
                  </a:lnTo>
                  <a:lnTo>
                    <a:pt x="623984" y="353958"/>
                  </a:lnTo>
                  <a:lnTo>
                    <a:pt x="639584" y="350411"/>
                  </a:lnTo>
                  <a:lnTo>
                    <a:pt x="655184" y="346768"/>
                  </a:lnTo>
                  <a:lnTo>
                    <a:pt x="670783" y="342979"/>
                  </a:lnTo>
                  <a:lnTo>
                    <a:pt x="686383" y="338976"/>
                  </a:lnTo>
                  <a:lnTo>
                    <a:pt x="701983" y="334679"/>
                  </a:lnTo>
                  <a:lnTo>
                    <a:pt x="717582" y="330008"/>
                  </a:lnTo>
                  <a:lnTo>
                    <a:pt x="733182" y="324888"/>
                  </a:lnTo>
                  <a:lnTo>
                    <a:pt x="748781" y="319264"/>
                  </a:lnTo>
                  <a:lnTo>
                    <a:pt x="764381" y="313109"/>
                  </a:lnTo>
                  <a:lnTo>
                    <a:pt x="779981" y="306433"/>
                  </a:lnTo>
                  <a:lnTo>
                    <a:pt x="795580" y="299290"/>
                  </a:lnTo>
                  <a:lnTo>
                    <a:pt x="811180" y="291764"/>
                  </a:lnTo>
                  <a:lnTo>
                    <a:pt x="826780" y="283993"/>
                  </a:lnTo>
                  <a:lnTo>
                    <a:pt x="842379" y="276154"/>
                  </a:lnTo>
                  <a:lnTo>
                    <a:pt x="857979" y="268396"/>
                  </a:lnTo>
                  <a:lnTo>
                    <a:pt x="873578" y="260857"/>
                  </a:lnTo>
                  <a:lnTo>
                    <a:pt x="889178" y="253644"/>
                  </a:lnTo>
                  <a:lnTo>
                    <a:pt x="904778" y="246832"/>
                  </a:lnTo>
                  <a:lnTo>
                    <a:pt x="920377" y="240456"/>
                  </a:lnTo>
                  <a:lnTo>
                    <a:pt x="935977" y="234517"/>
                  </a:lnTo>
                  <a:lnTo>
                    <a:pt x="951577" y="228987"/>
                  </a:lnTo>
                  <a:lnTo>
                    <a:pt x="967176" y="223819"/>
                  </a:lnTo>
                  <a:lnTo>
                    <a:pt x="982776" y="218953"/>
                  </a:lnTo>
                  <a:lnTo>
                    <a:pt x="998375" y="214329"/>
                  </a:lnTo>
                  <a:lnTo>
                    <a:pt x="1013975" y="209895"/>
                  </a:lnTo>
                  <a:lnTo>
                    <a:pt x="1029575" y="205584"/>
                  </a:lnTo>
                  <a:lnTo>
                    <a:pt x="1045174" y="201338"/>
                  </a:lnTo>
                  <a:lnTo>
                    <a:pt x="1060774" y="197099"/>
                  </a:lnTo>
                  <a:lnTo>
                    <a:pt x="1076374" y="192798"/>
                  </a:lnTo>
                  <a:lnTo>
                    <a:pt x="1091973" y="188357"/>
                  </a:lnTo>
                  <a:lnTo>
                    <a:pt x="1107573" y="183683"/>
                  </a:lnTo>
                  <a:lnTo>
                    <a:pt x="1123172" y="178676"/>
                  </a:lnTo>
                  <a:lnTo>
                    <a:pt x="1138772" y="173236"/>
                  </a:lnTo>
                  <a:lnTo>
                    <a:pt x="1154372" y="167273"/>
                  </a:lnTo>
                  <a:lnTo>
                    <a:pt x="1169971" y="160717"/>
                  </a:lnTo>
                  <a:lnTo>
                    <a:pt x="1185571" y="153530"/>
                  </a:lnTo>
                  <a:lnTo>
                    <a:pt x="1201171" y="145710"/>
                  </a:lnTo>
                  <a:lnTo>
                    <a:pt x="1216770" y="137268"/>
                  </a:lnTo>
                  <a:lnTo>
                    <a:pt x="1232370" y="128363"/>
                  </a:lnTo>
                  <a:lnTo>
                    <a:pt x="1247969" y="119132"/>
                  </a:lnTo>
                  <a:lnTo>
                    <a:pt x="1263569" y="109726"/>
                  </a:lnTo>
                  <a:lnTo>
                    <a:pt x="1279169" y="100300"/>
                  </a:lnTo>
                  <a:lnTo>
                    <a:pt x="1294768" y="90990"/>
                  </a:lnTo>
                  <a:lnTo>
                    <a:pt x="1310368" y="81906"/>
                  </a:lnTo>
                  <a:lnTo>
                    <a:pt x="1325968" y="73124"/>
                  </a:lnTo>
                  <a:lnTo>
                    <a:pt x="1341567" y="64683"/>
                  </a:lnTo>
                  <a:lnTo>
                    <a:pt x="1357167" y="56594"/>
                  </a:lnTo>
                  <a:lnTo>
                    <a:pt x="1372766" y="48854"/>
                  </a:lnTo>
                  <a:lnTo>
                    <a:pt x="1388366" y="41455"/>
                  </a:lnTo>
                  <a:lnTo>
                    <a:pt x="1403966" y="34419"/>
                  </a:lnTo>
                  <a:lnTo>
                    <a:pt x="1419565" y="27800"/>
                  </a:lnTo>
                  <a:lnTo>
                    <a:pt x="1435165" y="21655"/>
                  </a:lnTo>
                  <a:lnTo>
                    <a:pt x="1450765" y="16088"/>
                  </a:lnTo>
                  <a:lnTo>
                    <a:pt x="1466364" y="11215"/>
                  </a:lnTo>
                  <a:lnTo>
                    <a:pt x="1481964" y="7148"/>
                  </a:lnTo>
                  <a:lnTo>
                    <a:pt x="1497563" y="3975"/>
                  </a:lnTo>
                  <a:lnTo>
                    <a:pt x="1513163" y="1740"/>
                  </a:lnTo>
                  <a:lnTo>
                    <a:pt x="1528763" y="438"/>
                  </a:lnTo>
                  <a:lnTo>
                    <a:pt x="1544362" y="0"/>
                  </a:lnTo>
                  <a:lnTo>
                    <a:pt x="1559962" y="306"/>
                  </a:lnTo>
                  <a:lnTo>
                    <a:pt x="1575562" y="1193"/>
                  </a:lnTo>
                  <a:lnTo>
                    <a:pt x="1591161" y="2475"/>
                  </a:lnTo>
                  <a:lnTo>
                    <a:pt x="1606761" y="3966"/>
                  </a:lnTo>
                  <a:lnTo>
                    <a:pt x="1622360" y="5479"/>
                  </a:lnTo>
                  <a:lnTo>
                    <a:pt x="1637960" y="6903"/>
                  </a:lnTo>
                  <a:lnTo>
                    <a:pt x="1653560" y="8183"/>
                  </a:lnTo>
                  <a:lnTo>
                    <a:pt x="1669159" y="9314"/>
                  </a:lnTo>
                  <a:lnTo>
                    <a:pt x="1684759" y="10338"/>
                  </a:lnTo>
                  <a:lnTo>
                    <a:pt x="1700359" y="11330"/>
                  </a:lnTo>
                  <a:lnTo>
                    <a:pt x="1715958" y="12386"/>
                  </a:lnTo>
                  <a:lnTo>
                    <a:pt x="1731558" y="13615"/>
                  </a:lnTo>
                  <a:lnTo>
                    <a:pt x="1747157" y="15124"/>
                  </a:lnTo>
                  <a:lnTo>
                    <a:pt x="1762757" y="17011"/>
                  </a:lnTo>
                  <a:lnTo>
                    <a:pt x="1778357" y="19361"/>
                  </a:lnTo>
                  <a:lnTo>
                    <a:pt x="1793956" y="22240"/>
                  </a:lnTo>
                  <a:lnTo>
                    <a:pt x="1809556" y="25724"/>
                  </a:lnTo>
                  <a:lnTo>
                    <a:pt x="1825156" y="29760"/>
                  </a:lnTo>
                  <a:lnTo>
                    <a:pt x="1840755" y="34306"/>
                  </a:lnTo>
                  <a:lnTo>
                    <a:pt x="1856355" y="39287"/>
                  </a:lnTo>
                  <a:lnTo>
                    <a:pt x="1871954" y="44599"/>
                  </a:lnTo>
                  <a:lnTo>
                    <a:pt x="1887554" y="50122"/>
                  </a:lnTo>
                  <a:lnTo>
                    <a:pt x="1903154" y="55725"/>
                  </a:lnTo>
                  <a:lnTo>
                    <a:pt x="1918753" y="61288"/>
                  </a:lnTo>
                  <a:lnTo>
                    <a:pt x="1934353" y="66705"/>
                  </a:lnTo>
                  <a:lnTo>
                    <a:pt x="1949953" y="71902"/>
                  </a:lnTo>
                  <a:lnTo>
                    <a:pt x="1965552" y="76840"/>
                  </a:lnTo>
                  <a:lnTo>
                    <a:pt x="1981152" y="81517"/>
                  </a:lnTo>
                  <a:lnTo>
                    <a:pt x="1996751" y="85964"/>
                  </a:lnTo>
                  <a:lnTo>
                    <a:pt x="2012351" y="90257"/>
                  </a:lnTo>
                  <a:lnTo>
                    <a:pt x="2027951" y="94498"/>
                  </a:lnTo>
                  <a:lnTo>
                    <a:pt x="2043550" y="98780"/>
                  </a:lnTo>
                  <a:lnTo>
                    <a:pt x="2059150" y="103198"/>
                  </a:lnTo>
                  <a:lnTo>
                    <a:pt x="2074750" y="107837"/>
                  </a:lnTo>
                  <a:lnTo>
                    <a:pt x="2090349" y="112769"/>
                  </a:lnTo>
                  <a:lnTo>
                    <a:pt x="2105949" y="118054"/>
                  </a:lnTo>
                  <a:lnTo>
                    <a:pt x="2121548" y="123734"/>
                  </a:lnTo>
                  <a:lnTo>
                    <a:pt x="2137148" y="129840"/>
                  </a:lnTo>
                  <a:lnTo>
                    <a:pt x="2152748" y="136391"/>
                  </a:lnTo>
                  <a:lnTo>
                    <a:pt x="2168347" y="143397"/>
                  </a:lnTo>
                  <a:lnTo>
                    <a:pt x="2183947" y="150857"/>
                  </a:lnTo>
                  <a:lnTo>
                    <a:pt x="2199547" y="158794"/>
                  </a:lnTo>
                  <a:lnTo>
                    <a:pt x="2215146" y="167152"/>
                  </a:lnTo>
                  <a:lnTo>
                    <a:pt x="2230746" y="175882"/>
                  </a:lnTo>
                  <a:lnTo>
                    <a:pt x="2246345" y="184924"/>
                  </a:lnTo>
                  <a:lnTo>
                    <a:pt x="2261945" y="194198"/>
                  </a:lnTo>
                  <a:lnTo>
                    <a:pt x="2277545" y="203604"/>
                  </a:lnTo>
                  <a:lnTo>
                    <a:pt x="2293144" y="213025"/>
                  </a:lnTo>
                  <a:lnTo>
                    <a:pt x="2308744" y="222334"/>
                  </a:lnTo>
                  <a:lnTo>
                    <a:pt x="2324344" y="231399"/>
                  </a:lnTo>
                  <a:lnTo>
                    <a:pt x="2339943" y="240093"/>
                  </a:lnTo>
                  <a:lnTo>
                    <a:pt x="2355543" y="248303"/>
                  </a:lnTo>
                  <a:lnTo>
                    <a:pt x="2371142" y="255938"/>
                  </a:lnTo>
                  <a:lnTo>
                    <a:pt x="2386742" y="262923"/>
                  </a:lnTo>
                  <a:lnTo>
                    <a:pt x="2402342" y="269204"/>
                  </a:lnTo>
                  <a:lnTo>
                    <a:pt x="2417941" y="274852"/>
                  </a:lnTo>
                  <a:lnTo>
                    <a:pt x="2433541" y="279927"/>
                  </a:lnTo>
                  <a:lnTo>
                    <a:pt x="2449141" y="284514"/>
                  </a:lnTo>
                  <a:lnTo>
                    <a:pt x="2464740" y="288717"/>
                  </a:lnTo>
                  <a:lnTo>
                    <a:pt x="2480340" y="292650"/>
                  </a:lnTo>
                  <a:lnTo>
                    <a:pt x="2495939" y="296424"/>
                  </a:lnTo>
                  <a:lnTo>
                    <a:pt x="2511539" y="300139"/>
                  </a:lnTo>
                  <a:lnTo>
                    <a:pt x="2527139" y="303881"/>
                  </a:lnTo>
                  <a:lnTo>
                    <a:pt x="2542738" y="307713"/>
                  </a:lnTo>
                  <a:lnTo>
                    <a:pt x="2558338" y="311677"/>
                  </a:lnTo>
                  <a:lnTo>
                    <a:pt x="2573938" y="315795"/>
                  </a:lnTo>
                  <a:lnTo>
                    <a:pt x="2589537" y="320078"/>
                  </a:lnTo>
                  <a:lnTo>
                    <a:pt x="2605137" y="324511"/>
                  </a:lnTo>
                  <a:lnTo>
                    <a:pt x="2620736" y="329065"/>
                  </a:lnTo>
                  <a:lnTo>
                    <a:pt x="2636336" y="333711"/>
                  </a:lnTo>
                  <a:lnTo>
                    <a:pt x="2651936" y="338414"/>
                  </a:lnTo>
                  <a:lnTo>
                    <a:pt x="2667535" y="343139"/>
                  </a:lnTo>
                  <a:lnTo>
                    <a:pt x="2683135" y="347844"/>
                  </a:lnTo>
                  <a:lnTo>
                    <a:pt x="2698735" y="352487"/>
                  </a:lnTo>
                  <a:lnTo>
                    <a:pt x="2714334" y="357025"/>
                  </a:lnTo>
                  <a:lnTo>
                    <a:pt x="2729934" y="361413"/>
                  </a:lnTo>
                  <a:lnTo>
                    <a:pt x="2745533" y="365611"/>
                  </a:lnTo>
                  <a:lnTo>
                    <a:pt x="2761133" y="369580"/>
                  </a:lnTo>
                  <a:lnTo>
                    <a:pt x="2776733" y="373287"/>
                  </a:lnTo>
                  <a:lnTo>
                    <a:pt x="2792332" y="376678"/>
                  </a:lnTo>
                  <a:lnTo>
                    <a:pt x="2807932" y="379758"/>
                  </a:lnTo>
                  <a:lnTo>
                    <a:pt x="2823532" y="382518"/>
                  </a:lnTo>
                  <a:lnTo>
                    <a:pt x="2839131" y="384956"/>
                  </a:lnTo>
                  <a:lnTo>
                    <a:pt x="2854731" y="387078"/>
                  </a:lnTo>
                  <a:lnTo>
                    <a:pt x="2870330" y="388897"/>
                  </a:lnTo>
                  <a:lnTo>
                    <a:pt x="2885930" y="390435"/>
                  </a:lnTo>
                  <a:lnTo>
                    <a:pt x="2901530" y="391721"/>
                  </a:lnTo>
                  <a:lnTo>
                    <a:pt x="2917129" y="392795"/>
                  </a:lnTo>
                  <a:lnTo>
                    <a:pt x="2932729" y="393704"/>
                  </a:lnTo>
                  <a:lnTo>
                    <a:pt x="2948329" y="394501"/>
                  </a:lnTo>
                  <a:lnTo>
                    <a:pt x="2963928" y="395245"/>
                  </a:lnTo>
                  <a:lnTo>
                    <a:pt x="2979528" y="395995"/>
                  </a:lnTo>
                  <a:lnTo>
                    <a:pt x="2995127" y="396813"/>
                  </a:lnTo>
                  <a:lnTo>
                    <a:pt x="3010727" y="397739"/>
                  </a:lnTo>
                  <a:lnTo>
                    <a:pt x="3026327" y="398796"/>
                  </a:lnTo>
                  <a:lnTo>
                    <a:pt x="3041926" y="399993"/>
                  </a:lnTo>
                  <a:lnTo>
                    <a:pt x="3057526" y="401321"/>
                  </a:lnTo>
                  <a:lnTo>
                    <a:pt x="3073126" y="402758"/>
                  </a:lnTo>
                  <a:lnTo>
                    <a:pt x="3088725" y="404269"/>
                  </a:lnTo>
                  <a:lnTo>
                    <a:pt x="3104325" y="405813"/>
                  </a:lnTo>
                  <a:lnTo>
                    <a:pt x="3119924" y="407346"/>
                  </a:lnTo>
                  <a:lnTo>
                    <a:pt x="3135524" y="408827"/>
                  </a:lnTo>
                  <a:lnTo>
                    <a:pt x="3151124" y="410219"/>
                  </a:lnTo>
                  <a:lnTo>
                    <a:pt x="3166723" y="411493"/>
                  </a:lnTo>
                  <a:lnTo>
                    <a:pt x="3182323" y="412622"/>
                  </a:lnTo>
                  <a:lnTo>
                    <a:pt x="3197923" y="413604"/>
                  </a:lnTo>
                  <a:lnTo>
                    <a:pt x="3213522" y="414449"/>
                  </a:lnTo>
                  <a:lnTo>
                    <a:pt x="3229122" y="415170"/>
                  </a:lnTo>
                  <a:lnTo>
                    <a:pt x="3244721" y="415786"/>
                  </a:lnTo>
                  <a:lnTo>
                    <a:pt x="3260321" y="416317"/>
                  </a:lnTo>
                  <a:lnTo>
                    <a:pt x="3275921" y="416786"/>
                  </a:lnTo>
                  <a:lnTo>
                    <a:pt x="3291520" y="417211"/>
                  </a:lnTo>
                  <a:lnTo>
                    <a:pt x="3291520" y="421023"/>
                  </a:lnTo>
                  <a:lnTo>
                    <a:pt x="3275921" y="421023"/>
                  </a:lnTo>
                  <a:lnTo>
                    <a:pt x="3260321" y="421023"/>
                  </a:lnTo>
                  <a:lnTo>
                    <a:pt x="3244721" y="421023"/>
                  </a:lnTo>
                  <a:lnTo>
                    <a:pt x="3229122" y="421023"/>
                  </a:lnTo>
                  <a:lnTo>
                    <a:pt x="3213522" y="421023"/>
                  </a:lnTo>
                  <a:lnTo>
                    <a:pt x="3197923" y="421023"/>
                  </a:lnTo>
                  <a:lnTo>
                    <a:pt x="3182323" y="421023"/>
                  </a:lnTo>
                  <a:lnTo>
                    <a:pt x="3166723" y="421023"/>
                  </a:lnTo>
                  <a:lnTo>
                    <a:pt x="3151124" y="421023"/>
                  </a:lnTo>
                  <a:lnTo>
                    <a:pt x="3135524" y="421023"/>
                  </a:lnTo>
                  <a:lnTo>
                    <a:pt x="3119924" y="421023"/>
                  </a:lnTo>
                  <a:lnTo>
                    <a:pt x="3104325" y="421023"/>
                  </a:lnTo>
                  <a:lnTo>
                    <a:pt x="3088725" y="421023"/>
                  </a:lnTo>
                  <a:lnTo>
                    <a:pt x="3073126" y="421023"/>
                  </a:lnTo>
                  <a:lnTo>
                    <a:pt x="3057526" y="421023"/>
                  </a:lnTo>
                  <a:lnTo>
                    <a:pt x="3041926" y="421023"/>
                  </a:lnTo>
                  <a:lnTo>
                    <a:pt x="3026327" y="421023"/>
                  </a:lnTo>
                  <a:lnTo>
                    <a:pt x="3010727" y="421023"/>
                  </a:lnTo>
                  <a:lnTo>
                    <a:pt x="2995127" y="421023"/>
                  </a:lnTo>
                  <a:lnTo>
                    <a:pt x="2979528" y="421023"/>
                  </a:lnTo>
                  <a:lnTo>
                    <a:pt x="2963928" y="421023"/>
                  </a:lnTo>
                  <a:lnTo>
                    <a:pt x="2948329" y="421023"/>
                  </a:lnTo>
                  <a:lnTo>
                    <a:pt x="2932729" y="421023"/>
                  </a:lnTo>
                  <a:lnTo>
                    <a:pt x="2917129" y="421023"/>
                  </a:lnTo>
                  <a:lnTo>
                    <a:pt x="2901530" y="421023"/>
                  </a:lnTo>
                  <a:lnTo>
                    <a:pt x="2885930" y="421023"/>
                  </a:lnTo>
                  <a:lnTo>
                    <a:pt x="2870330" y="421023"/>
                  </a:lnTo>
                  <a:lnTo>
                    <a:pt x="2854731" y="421023"/>
                  </a:lnTo>
                  <a:lnTo>
                    <a:pt x="2839131" y="421023"/>
                  </a:lnTo>
                  <a:lnTo>
                    <a:pt x="2823532" y="421023"/>
                  </a:lnTo>
                  <a:lnTo>
                    <a:pt x="2807932" y="421023"/>
                  </a:lnTo>
                  <a:lnTo>
                    <a:pt x="2792332" y="421023"/>
                  </a:lnTo>
                  <a:lnTo>
                    <a:pt x="2776733" y="421023"/>
                  </a:lnTo>
                  <a:lnTo>
                    <a:pt x="2761133" y="421023"/>
                  </a:lnTo>
                  <a:lnTo>
                    <a:pt x="2745533" y="421023"/>
                  </a:lnTo>
                  <a:lnTo>
                    <a:pt x="2729934" y="421023"/>
                  </a:lnTo>
                  <a:lnTo>
                    <a:pt x="2714334" y="421023"/>
                  </a:lnTo>
                  <a:lnTo>
                    <a:pt x="2698735" y="421023"/>
                  </a:lnTo>
                  <a:lnTo>
                    <a:pt x="2683135" y="421023"/>
                  </a:lnTo>
                  <a:lnTo>
                    <a:pt x="2667535" y="421023"/>
                  </a:lnTo>
                  <a:lnTo>
                    <a:pt x="2651936" y="421023"/>
                  </a:lnTo>
                  <a:lnTo>
                    <a:pt x="2636336" y="421023"/>
                  </a:lnTo>
                  <a:lnTo>
                    <a:pt x="2620736" y="421023"/>
                  </a:lnTo>
                  <a:lnTo>
                    <a:pt x="2605137" y="421023"/>
                  </a:lnTo>
                  <a:lnTo>
                    <a:pt x="2589537" y="421023"/>
                  </a:lnTo>
                  <a:lnTo>
                    <a:pt x="2573938" y="421023"/>
                  </a:lnTo>
                  <a:lnTo>
                    <a:pt x="2558338" y="421023"/>
                  </a:lnTo>
                  <a:lnTo>
                    <a:pt x="2542738" y="421023"/>
                  </a:lnTo>
                  <a:lnTo>
                    <a:pt x="2527139" y="421023"/>
                  </a:lnTo>
                  <a:lnTo>
                    <a:pt x="2511539" y="421023"/>
                  </a:lnTo>
                  <a:lnTo>
                    <a:pt x="2495939" y="421023"/>
                  </a:lnTo>
                  <a:lnTo>
                    <a:pt x="2480340" y="421023"/>
                  </a:lnTo>
                  <a:lnTo>
                    <a:pt x="2464740" y="421023"/>
                  </a:lnTo>
                  <a:lnTo>
                    <a:pt x="2449141" y="421023"/>
                  </a:lnTo>
                  <a:lnTo>
                    <a:pt x="2433541" y="421023"/>
                  </a:lnTo>
                  <a:lnTo>
                    <a:pt x="2417941" y="421023"/>
                  </a:lnTo>
                  <a:lnTo>
                    <a:pt x="2402342" y="421023"/>
                  </a:lnTo>
                  <a:lnTo>
                    <a:pt x="2386742" y="421023"/>
                  </a:lnTo>
                  <a:lnTo>
                    <a:pt x="2371142" y="421023"/>
                  </a:lnTo>
                  <a:lnTo>
                    <a:pt x="2355543" y="421023"/>
                  </a:lnTo>
                  <a:lnTo>
                    <a:pt x="2339943" y="421023"/>
                  </a:lnTo>
                  <a:lnTo>
                    <a:pt x="2324344" y="421023"/>
                  </a:lnTo>
                  <a:lnTo>
                    <a:pt x="2308744" y="421023"/>
                  </a:lnTo>
                  <a:lnTo>
                    <a:pt x="2293144" y="421023"/>
                  </a:lnTo>
                  <a:lnTo>
                    <a:pt x="2277545" y="421023"/>
                  </a:lnTo>
                  <a:lnTo>
                    <a:pt x="2261945" y="421023"/>
                  </a:lnTo>
                  <a:lnTo>
                    <a:pt x="2246345" y="421023"/>
                  </a:lnTo>
                  <a:lnTo>
                    <a:pt x="2230746" y="421023"/>
                  </a:lnTo>
                  <a:lnTo>
                    <a:pt x="2215146" y="421023"/>
                  </a:lnTo>
                  <a:lnTo>
                    <a:pt x="2199547" y="421023"/>
                  </a:lnTo>
                  <a:lnTo>
                    <a:pt x="2183947" y="421023"/>
                  </a:lnTo>
                  <a:lnTo>
                    <a:pt x="2168347" y="421023"/>
                  </a:lnTo>
                  <a:lnTo>
                    <a:pt x="2152748" y="421023"/>
                  </a:lnTo>
                  <a:lnTo>
                    <a:pt x="2137148" y="421023"/>
                  </a:lnTo>
                  <a:lnTo>
                    <a:pt x="2121548" y="421023"/>
                  </a:lnTo>
                  <a:lnTo>
                    <a:pt x="2105949" y="421023"/>
                  </a:lnTo>
                  <a:lnTo>
                    <a:pt x="2090349" y="421023"/>
                  </a:lnTo>
                  <a:lnTo>
                    <a:pt x="2074750" y="421023"/>
                  </a:lnTo>
                  <a:lnTo>
                    <a:pt x="2059150" y="421023"/>
                  </a:lnTo>
                  <a:lnTo>
                    <a:pt x="2043550" y="421023"/>
                  </a:lnTo>
                  <a:lnTo>
                    <a:pt x="2027951" y="421023"/>
                  </a:lnTo>
                  <a:lnTo>
                    <a:pt x="2012351" y="421023"/>
                  </a:lnTo>
                  <a:lnTo>
                    <a:pt x="1996751" y="421023"/>
                  </a:lnTo>
                  <a:lnTo>
                    <a:pt x="1981152" y="421023"/>
                  </a:lnTo>
                  <a:lnTo>
                    <a:pt x="1965552" y="421023"/>
                  </a:lnTo>
                  <a:lnTo>
                    <a:pt x="1949953" y="421023"/>
                  </a:lnTo>
                  <a:lnTo>
                    <a:pt x="1934353" y="421023"/>
                  </a:lnTo>
                  <a:lnTo>
                    <a:pt x="1918753" y="421023"/>
                  </a:lnTo>
                  <a:lnTo>
                    <a:pt x="1903154" y="421023"/>
                  </a:lnTo>
                  <a:lnTo>
                    <a:pt x="1887554" y="421023"/>
                  </a:lnTo>
                  <a:lnTo>
                    <a:pt x="1871954" y="421023"/>
                  </a:lnTo>
                  <a:lnTo>
                    <a:pt x="1856355" y="421023"/>
                  </a:lnTo>
                  <a:lnTo>
                    <a:pt x="1840755" y="421023"/>
                  </a:lnTo>
                  <a:lnTo>
                    <a:pt x="1825156" y="421023"/>
                  </a:lnTo>
                  <a:lnTo>
                    <a:pt x="1809556" y="421023"/>
                  </a:lnTo>
                  <a:lnTo>
                    <a:pt x="1793956" y="421023"/>
                  </a:lnTo>
                  <a:lnTo>
                    <a:pt x="1778357" y="421023"/>
                  </a:lnTo>
                  <a:lnTo>
                    <a:pt x="1762757" y="421023"/>
                  </a:lnTo>
                  <a:lnTo>
                    <a:pt x="1747157" y="421023"/>
                  </a:lnTo>
                  <a:lnTo>
                    <a:pt x="1731558" y="421023"/>
                  </a:lnTo>
                  <a:lnTo>
                    <a:pt x="1715958" y="421023"/>
                  </a:lnTo>
                  <a:lnTo>
                    <a:pt x="1700359" y="421023"/>
                  </a:lnTo>
                  <a:lnTo>
                    <a:pt x="1684759" y="421023"/>
                  </a:lnTo>
                  <a:lnTo>
                    <a:pt x="1669159" y="421023"/>
                  </a:lnTo>
                  <a:lnTo>
                    <a:pt x="1653560" y="421023"/>
                  </a:lnTo>
                  <a:lnTo>
                    <a:pt x="1637960" y="421023"/>
                  </a:lnTo>
                  <a:lnTo>
                    <a:pt x="1622360" y="421023"/>
                  </a:lnTo>
                  <a:lnTo>
                    <a:pt x="1606761" y="421023"/>
                  </a:lnTo>
                  <a:lnTo>
                    <a:pt x="1591161" y="421023"/>
                  </a:lnTo>
                  <a:lnTo>
                    <a:pt x="1575562" y="421023"/>
                  </a:lnTo>
                  <a:lnTo>
                    <a:pt x="1559962" y="421023"/>
                  </a:lnTo>
                  <a:lnTo>
                    <a:pt x="1544362" y="421023"/>
                  </a:lnTo>
                  <a:lnTo>
                    <a:pt x="1528763" y="421023"/>
                  </a:lnTo>
                  <a:lnTo>
                    <a:pt x="1513163" y="421023"/>
                  </a:lnTo>
                  <a:lnTo>
                    <a:pt x="1497563" y="421023"/>
                  </a:lnTo>
                  <a:lnTo>
                    <a:pt x="1481964" y="421023"/>
                  </a:lnTo>
                  <a:lnTo>
                    <a:pt x="1466364" y="421023"/>
                  </a:lnTo>
                  <a:lnTo>
                    <a:pt x="1450765" y="421023"/>
                  </a:lnTo>
                  <a:lnTo>
                    <a:pt x="1435165" y="421023"/>
                  </a:lnTo>
                  <a:lnTo>
                    <a:pt x="1419565" y="421023"/>
                  </a:lnTo>
                  <a:lnTo>
                    <a:pt x="1403966" y="421023"/>
                  </a:lnTo>
                  <a:lnTo>
                    <a:pt x="1388366" y="421023"/>
                  </a:lnTo>
                  <a:lnTo>
                    <a:pt x="1372766" y="421023"/>
                  </a:lnTo>
                  <a:lnTo>
                    <a:pt x="1357167" y="421023"/>
                  </a:lnTo>
                  <a:lnTo>
                    <a:pt x="1341567" y="421023"/>
                  </a:lnTo>
                  <a:lnTo>
                    <a:pt x="1325968" y="421023"/>
                  </a:lnTo>
                  <a:lnTo>
                    <a:pt x="1310368" y="421023"/>
                  </a:lnTo>
                  <a:lnTo>
                    <a:pt x="1294768" y="421023"/>
                  </a:lnTo>
                  <a:lnTo>
                    <a:pt x="1279169" y="421023"/>
                  </a:lnTo>
                  <a:lnTo>
                    <a:pt x="1263569" y="421023"/>
                  </a:lnTo>
                  <a:lnTo>
                    <a:pt x="1247969" y="421023"/>
                  </a:lnTo>
                  <a:lnTo>
                    <a:pt x="1232370" y="421023"/>
                  </a:lnTo>
                  <a:lnTo>
                    <a:pt x="1216770" y="421023"/>
                  </a:lnTo>
                  <a:lnTo>
                    <a:pt x="1201171" y="421023"/>
                  </a:lnTo>
                  <a:lnTo>
                    <a:pt x="1185571" y="421023"/>
                  </a:lnTo>
                  <a:lnTo>
                    <a:pt x="1169971" y="421023"/>
                  </a:lnTo>
                  <a:lnTo>
                    <a:pt x="1154372" y="421023"/>
                  </a:lnTo>
                  <a:lnTo>
                    <a:pt x="1138772" y="421023"/>
                  </a:lnTo>
                  <a:lnTo>
                    <a:pt x="1123172" y="421023"/>
                  </a:lnTo>
                  <a:lnTo>
                    <a:pt x="1107573" y="421023"/>
                  </a:lnTo>
                  <a:lnTo>
                    <a:pt x="1091973" y="421023"/>
                  </a:lnTo>
                  <a:lnTo>
                    <a:pt x="1076374" y="421023"/>
                  </a:lnTo>
                  <a:lnTo>
                    <a:pt x="1060774" y="421023"/>
                  </a:lnTo>
                  <a:lnTo>
                    <a:pt x="1045174" y="421023"/>
                  </a:lnTo>
                  <a:lnTo>
                    <a:pt x="1029575" y="421023"/>
                  </a:lnTo>
                  <a:lnTo>
                    <a:pt x="1013975" y="421023"/>
                  </a:lnTo>
                  <a:lnTo>
                    <a:pt x="998375" y="421023"/>
                  </a:lnTo>
                  <a:lnTo>
                    <a:pt x="982776" y="421023"/>
                  </a:lnTo>
                  <a:lnTo>
                    <a:pt x="967176" y="421023"/>
                  </a:lnTo>
                  <a:lnTo>
                    <a:pt x="951577" y="421023"/>
                  </a:lnTo>
                  <a:lnTo>
                    <a:pt x="935977" y="421023"/>
                  </a:lnTo>
                  <a:lnTo>
                    <a:pt x="920377" y="421023"/>
                  </a:lnTo>
                  <a:lnTo>
                    <a:pt x="904778" y="421023"/>
                  </a:lnTo>
                  <a:lnTo>
                    <a:pt x="889178" y="421023"/>
                  </a:lnTo>
                  <a:lnTo>
                    <a:pt x="873578" y="421023"/>
                  </a:lnTo>
                  <a:lnTo>
                    <a:pt x="857979" y="421023"/>
                  </a:lnTo>
                  <a:lnTo>
                    <a:pt x="842379" y="421023"/>
                  </a:lnTo>
                  <a:lnTo>
                    <a:pt x="826780" y="421023"/>
                  </a:lnTo>
                  <a:lnTo>
                    <a:pt x="811180" y="421023"/>
                  </a:lnTo>
                  <a:lnTo>
                    <a:pt x="795580" y="421023"/>
                  </a:lnTo>
                  <a:lnTo>
                    <a:pt x="779981" y="421023"/>
                  </a:lnTo>
                  <a:lnTo>
                    <a:pt x="764381" y="421023"/>
                  </a:lnTo>
                  <a:lnTo>
                    <a:pt x="748781" y="421023"/>
                  </a:lnTo>
                  <a:lnTo>
                    <a:pt x="733182" y="421023"/>
                  </a:lnTo>
                  <a:lnTo>
                    <a:pt x="717582" y="421023"/>
                  </a:lnTo>
                  <a:lnTo>
                    <a:pt x="701983" y="421023"/>
                  </a:lnTo>
                  <a:lnTo>
                    <a:pt x="686383" y="421023"/>
                  </a:lnTo>
                  <a:lnTo>
                    <a:pt x="670783" y="421023"/>
                  </a:lnTo>
                  <a:lnTo>
                    <a:pt x="655184" y="421023"/>
                  </a:lnTo>
                  <a:lnTo>
                    <a:pt x="639584" y="421023"/>
                  </a:lnTo>
                  <a:lnTo>
                    <a:pt x="623984" y="421023"/>
                  </a:lnTo>
                  <a:lnTo>
                    <a:pt x="608385" y="421023"/>
                  </a:lnTo>
                  <a:lnTo>
                    <a:pt x="592785" y="421023"/>
                  </a:lnTo>
                  <a:lnTo>
                    <a:pt x="577186" y="421023"/>
                  </a:lnTo>
                  <a:lnTo>
                    <a:pt x="561586" y="421023"/>
                  </a:lnTo>
                  <a:lnTo>
                    <a:pt x="545986" y="421023"/>
                  </a:lnTo>
                  <a:lnTo>
                    <a:pt x="530387" y="421023"/>
                  </a:lnTo>
                  <a:lnTo>
                    <a:pt x="514787" y="421023"/>
                  </a:lnTo>
                  <a:lnTo>
                    <a:pt x="499187" y="421023"/>
                  </a:lnTo>
                  <a:lnTo>
                    <a:pt x="483588" y="421023"/>
                  </a:lnTo>
                  <a:lnTo>
                    <a:pt x="467988" y="421023"/>
                  </a:lnTo>
                  <a:lnTo>
                    <a:pt x="452389" y="421023"/>
                  </a:lnTo>
                  <a:lnTo>
                    <a:pt x="436789" y="421023"/>
                  </a:lnTo>
                  <a:lnTo>
                    <a:pt x="421189" y="421023"/>
                  </a:lnTo>
                  <a:lnTo>
                    <a:pt x="405590" y="421023"/>
                  </a:lnTo>
                  <a:lnTo>
                    <a:pt x="389990" y="421023"/>
                  </a:lnTo>
                  <a:lnTo>
                    <a:pt x="374390" y="421023"/>
                  </a:lnTo>
                  <a:lnTo>
                    <a:pt x="358791" y="421023"/>
                  </a:lnTo>
                  <a:lnTo>
                    <a:pt x="343191" y="421023"/>
                  </a:lnTo>
                  <a:lnTo>
                    <a:pt x="327592" y="421023"/>
                  </a:lnTo>
                  <a:lnTo>
                    <a:pt x="311992" y="421023"/>
                  </a:lnTo>
                  <a:lnTo>
                    <a:pt x="296392" y="421023"/>
                  </a:lnTo>
                  <a:lnTo>
                    <a:pt x="280793" y="421023"/>
                  </a:lnTo>
                  <a:lnTo>
                    <a:pt x="265193" y="421023"/>
                  </a:lnTo>
                  <a:lnTo>
                    <a:pt x="249593" y="421023"/>
                  </a:lnTo>
                  <a:lnTo>
                    <a:pt x="233994" y="421023"/>
                  </a:lnTo>
                  <a:lnTo>
                    <a:pt x="218394" y="421023"/>
                  </a:lnTo>
                  <a:lnTo>
                    <a:pt x="202795" y="421023"/>
                  </a:lnTo>
                  <a:lnTo>
                    <a:pt x="187195" y="421023"/>
                  </a:lnTo>
                  <a:lnTo>
                    <a:pt x="171595" y="421023"/>
                  </a:lnTo>
                  <a:lnTo>
                    <a:pt x="155996" y="421023"/>
                  </a:lnTo>
                  <a:lnTo>
                    <a:pt x="140396" y="421023"/>
                  </a:lnTo>
                  <a:lnTo>
                    <a:pt x="124796" y="421023"/>
                  </a:lnTo>
                  <a:lnTo>
                    <a:pt x="109197" y="421023"/>
                  </a:lnTo>
                  <a:lnTo>
                    <a:pt x="93597" y="421023"/>
                  </a:lnTo>
                  <a:lnTo>
                    <a:pt x="77998" y="421023"/>
                  </a:lnTo>
                  <a:lnTo>
                    <a:pt x="62398" y="421023"/>
                  </a:lnTo>
                  <a:lnTo>
                    <a:pt x="46798" y="421023"/>
                  </a:lnTo>
                  <a:lnTo>
                    <a:pt x="31199" y="421023"/>
                  </a:lnTo>
                  <a:lnTo>
                    <a:pt x="15599" y="421023"/>
                  </a:lnTo>
                  <a:lnTo>
                    <a:pt x="0" y="421023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709896" y="1997641"/>
              <a:ext cx="3291520" cy="417211"/>
            </a:xfrm>
            <a:custGeom>
              <a:avLst/>
              <a:pathLst>
                <a:path w="3291520" h="417211">
                  <a:moveTo>
                    <a:pt x="0" y="417189"/>
                  </a:moveTo>
                  <a:lnTo>
                    <a:pt x="15599" y="416644"/>
                  </a:lnTo>
                  <a:lnTo>
                    <a:pt x="31199" y="416089"/>
                  </a:lnTo>
                  <a:lnTo>
                    <a:pt x="46798" y="415536"/>
                  </a:lnTo>
                  <a:lnTo>
                    <a:pt x="62398" y="414990"/>
                  </a:lnTo>
                  <a:lnTo>
                    <a:pt x="77998" y="414456"/>
                  </a:lnTo>
                  <a:lnTo>
                    <a:pt x="93597" y="413929"/>
                  </a:lnTo>
                  <a:lnTo>
                    <a:pt x="109197" y="413404"/>
                  </a:lnTo>
                  <a:lnTo>
                    <a:pt x="124796" y="412869"/>
                  </a:lnTo>
                  <a:lnTo>
                    <a:pt x="140396" y="412308"/>
                  </a:lnTo>
                  <a:lnTo>
                    <a:pt x="155996" y="411706"/>
                  </a:lnTo>
                  <a:lnTo>
                    <a:pt x="171595" y="411043"/>
                  </a:lnTo>
                  <a:lnTo>
                    <a:pt x="187195" y="410305"/>
                  </a:lnTo>
                  <a:lnTo>
                    <a:pt x="202795" y="409480"/>
                  </a:lnTo>
                  <a:lnTo>
                    <a:pt x="218394" y="408560"/>
                  </a:lnTo>
                  <a:lnTo>
                    <a:pt x="233994" y="407540"/>
                  </a:lnTo>
                  <a:lnTo>
                    <a:pt x="249593" y="406437"/>
                  </a:lnTo>
                  <a:lnTo>
                    <a:pt x="265193" y="405263"/>
                  </a:lnTo>
                  <a:lnTo>
                    <a:pt x="280793" y="404033"/>
                  </a:lnTo>
                  <a:lnTo>
                    <a:pt x="296392" y="402763"/>
                  </a:lnTo>
                  <a:lnTo>
                    <a:pt x="311992" y="401463"/>
                  </a:lnTo>
                  <a:lnTo>
                    <a:pt x="327592" y="400139"/>
                  </a:lnTo>
                  <a:lnTo>
                    <a:pt x="343191" y="398786"/>
                  </a:lnTo>
                  <a:lnTo>
                    <a:pt x="358791" y="397396"/>
                  </a:lnTo>
                  <a:lnTo>
                    <a:pt x="374390" y="395950"/>
                  </a:lnTo>
                  <a:lnTo>
                    <a:pt x="389990" y="394424"/>
                  </a:lnTo>
                  <a:lnTo>
                    <a:pt x="405590" y="392793"/>
                  </a:lnTo>
                  <a:lnTo>
                    <a:pt x="421189" y="391024"/>
                  </a:lnTo>
                  <a:lnTo>
                    <a:pt x="436789" y="389093"/>
                  </a:lnTo>
                  <a:lnTo>
                    <a:pt x="452389" y="386991"/>
                  </a:lnTo>
                  <a:lnTo>
                    <a:pt x="467988" y="384711"/>
                  </a:lnTo>
                  <a:lnTo>
                    <a:pt x="483588" y="382249"/>
                  </a:lnTo>
                  <a:lnTo>
                    <a:pt x="499187" y="379610"/>
                  </a:lnTo>
                  <a:lnTo>
                    <a:pt x="514787" y="376804"/>
                  </a:lnTo>
                  <a:lnTo>
                    <a:pt x="530387" y="373844"/>
                  </a:lnTo>
                  <a:lnTo>
                    <a:pt x="545986" y="370750"/>
                  </a:lnTo>
                  <a:lnTo>
                    <a:pt x="561586" y="367541"/>
                  </a:lnTo>
                  <a:lnTo>
                    <a:pt x="577186" y="364241"/>
                  </a:lnTo>
                  <a:lnTo>
                    <a:pt x="592785" y="360869"/>
                  </a:lnTo>
                  <a:lnTo>
                    <a:pt x="608385" y="357441"/>
                  </a:lnTo>
                  <a:lnTo>
                    <a:pt x="623984" y="353958"/>
                  </a:lnTo>
                  <a:lnTo>
                    <a:pt x="639584" y="350411"/>
                  </a:lnTo>
                  <a:lnTo>
                    <a:pt x="655184" y="346768"/>
                  </a:lnTo>
                  <a:lnTo>
                    <a:pt x="670783" y="342979"/>
                  </a:lnTo>
                  <a:lnTo>
                    <a:pt x="686383" y="338976"/>
                  </a:lnTo>
                  <a:lnTo>
                    <a:pt x="701983" y="334679"/>
                  </a:lnTo>
                  <a:lnTo>
                    <a:pt x="717582" y="330008"/>
                  </a:lnTo>
                  <a:lnTo>
                    <a:pt x="733182" y="324888"/>
                  </a:lnTo>
                  <a:lnTo>
                    <a:pt x="748781" y="319264"/>
                  </a:lnTo>
                  <a:lnTo>
                    <a:pt x="764381" y="313109"/>
                  </a:lnTo>
                  <a:lnTo>
                    <a:pt x="779981" y="306433"/>
                  </a:lnTo>
                  <a:lnTo>
                    <a:pt x="795580" y="299290"/>
                  </a:lnTo>
                  <a:lnTo>
                    <a:pt x="811180" y="291764"/>
                  </a:lnTo>
                  <a:lnTo>
                    <a:pt x="826780" y="283993"/>
                  </a:lnTo>
                  <a:lnTo>
                    <a:pt x="842379" y="276154"/>
                  </a:lnTo>
                  <a:lnTo>
                    <a:pt x="857979" y="268396"/>
                  </a:lnTo>
                  <a:lnTo>
                    <a:pt x="873578" y="260857"/>
                  </a:lnTo>
                  <a:lnTo>
                    <a:pt x="889178" y="253644"/>
                  </a:lnTo>
                  <a:lnTo>
                    <a:pt x="904778" y="246832"/>
                  </a:lnTo>
                  <a:lnTo>
                    <a:pt x="920377" y="240456"/>
                  </a:lnTo>
                  <a:lnTo>
                    <a:pt x="935977" y="234517"/>
                  </a:lnTo>
                  <a:lnTo>
                    <a:pt x="951577" y="228987"/>
                  </a:lnTo>
                  <a:lnTo>
                    <a:pt x="967176" y="223819"/>
                  </a:lnTo>
                  <a:lnTo>
                    <a:pt x="982776" y="218953"/>
                  </a:lnTo>
                  <a:lnTo>
                    <a:pt x="998375" y="214329"/>
                  </a:lnTo>
                  <a:lnTo>
                    <a:pt x="1013975" y="209895"/>
                  </a:lnTo>
                  <a:lnTo>
                    <a:pt x="1029575" y="205584"/>
                  </a:lnTo>
                  <a:lnTo>
                    <a:pt x="1045174" y="201338"/>
                  </a:lnTo>
                  <a:lnTo>
                    <a:pt x="1060774" y="197099"/>
                  </a:lnTo>
                  <a:lnTo>
                    <a:pt x="1076374" y="192798"/>
                  </a:lnTo>
                  <a:lnTo>
                    <a:pt x="1091973" y="188357"/>
                  </a:lnTo>
                  <a:lnTo>
                    <a:pt x="1107573" y="183683"/>
                  </a:lnTo>
                  <a:lnTo>
                    <a:pt x="1123172" y="178676"/>
                  </a:lnTo>
                  <a:lnTo>
                    <a:pt x="1138772" y="173236"/>
                  </a:lnTo>
                  <a:lnTo>
                    <a:pt x="1154372" y="167273"/>
                  </a:lnTo>
                  <a:lnTo>
                    <a:pt x="1169971" y="160717"/>
                  </a:lnTo>
                  <a:lnTo>
                    <a:pt x="1185571" y="153530"/>
                  </a:lnTo>
                  <a:lnTo>
                    <a:pt x="1201171" y="145710"/>
                  </a:lnTo>
                  <a:lnTo>
                    <a:pt x="1216770" y="137268"/>
                  </a:lnTo>
                  <a:lnTo>
                    <a:pt x="1232370" y="128363"/>
                  </a:lnTo>
                  <a:lnTo>
                    <a:pt x="1247969" y="119132"/>
                  </a:lnTo>
                  <a:lnTo>
                    <a:pt x="1263569" y="109726"/>
                  </a:lnTo>
                  <a:lnTo>
                    <a:pt x="1279169" y="100300"/>
                  </a:lnTo>
                  <a:lnTo>
                    <a:pt x="1294768" y="90990"/>
                  </a:lnTo>
                  <a:lnTo>
                    <a:pt x="1310368" y="81906"/>
                  </a:lnTo>
                  <a:lnTo>
                    <a:pt x="1325968" y="73124"/>
                  </a:lnTo>
                  <a:lnTo>
                    <a:pt x="1341567" y="64683"/>
                  </a:lnTo>
                  <a:lnTo>
                    <a:pt x="1357167" y="56594"/>
                  </a:lnTo>
                  <a:lnTo>
                    <a:pt x="1372766" y="48854"/>
                  </a:lnTo>
                  <a:lnTo>
                    <a:pt x="1388366" y="41455"/>
                  </a:lnTo>
                  <a:lnTo>
                    <a:pt x="1403966" y="34419"/>
                  </a:lnTo>
                  <a:lnTo>
                    <a:pt x="1419565" y="27800"/>
                  </a:lnTo>
                  <a:lnTo>
                    <a:pt x="1435165" y="21655"/>
                  </a:lnTo>
                  <a:lnTo>
                    <a:pt x="1450765" y="16088"/>
                  </a:lnTo>
                  <a:lnTo>
                    <a:pt x="1466364" y="11215"/>
                  </a:lnTo>
                  <a:lnTo>
                    <a:pt x="1481964" y="7148"/>
                  </a:lnTo>
                  <a:lnTo>
                    <a:pt x="1497563" y="3975"/>
                  </a:lnTo>
                  <a:lnTo>
                    <a:pt x="1513163" y="1740"/>
                  </a:lnTo>
                  <a:lnTo>
                    <a:pt x="1528763" y="438"/>
                  </a:lnTo>
                  <a:lnTo>
                    <a:pt x="1544362" y="0"/>
                  </a:lnTo>
                  <a:lnTo>
                    <a:pt x="1559962" y="306"/>
                  </a:lnTo>
                  <a:lnTo>
                    <a:pt x="1575562" y="1193"/>
                  </a:lnTo>
                  <a:lnTo>
                    <a:pt x="1591161" y="2475"/>
                  </a:lnTo>
                  <a:lnTo>
                    <a:pt x="1606761" y="3966"/>
                  </a:lnTo>
                  <a:lnTo>
                    <a:pt x="1622360" y="5479"/>
                  </a:lnTo>
                  <a:lnTo>
                    <a:pt x="1637960" y="6903"/>
                  </a:lnTo>
                  <a:lnTo>
                    <a:pt x="1653560" y="8183"/>
                  </a:lnTo>
                  <a:lnTo>
                    <a:pt x="1669159" y="9314"/>
                  </a:lnTo>
                  <a:lnTo>
                    <a:pt x="1684759" y="10338"/>
                  </a:lnTo>
                  <a:lnTo>
                    <a:pt x="1700359" y="11330"/>
                  </a:lnTo>
                  <a:lnTo>
                    <a:pt x="1715958" y="12386"/>
                  </a:lnTo>
                  <a:lnTo>
                    <a:pt x="1731558" y="13615"/>
                  </a:lnTo>
                  <a:lnTo>
                    <a:pt x="1747157" y="15124"/>
                  </a:lnTo>
                  <a:lnTo>
                    <a:pt x="1762757" y="17011"/>
                  </a:lnTo>
                  <a:lnTo>
                    <a:pt x="1778357" y="19361"/>
                  </a:lnTo>
                  <a:lnTo>
                    <a:pt x="1793956" y="22240"/>
                  </a:lnTo>
                  <a:lnTo>
                    <a:pt x="1809556" y="25724"/>
                  </a:lnTo>
                  <a:lnTo>
                    <a:pt x="1825156" y="29760"/>
                  </a:lnTo>
                  <a:lnTo>
                    <a:pt x="1840755" y="34306"/>
                  </a:lnTo>
                  <a:lnTo>
                    <a:pt x="1856355" y="39287"/>
                  </a:lnTo>
                  <a:lnTo>
                    <a:pt x="1871954" y="44599"/>
                  </a:lnTo>
                  <a:lnTo>
                    <a:pt x="1887554" y="50122"/>
                  </a:lnTo>
                  <a:lnTo>
                    <a:pt x="1903154" y="55725"/>
                  </a:lnTo>
                  <a:lnTo>
                    <a:pt x="1918753" y="61288"/>
                  </a:lnTo>
                  <a:lnTo>
                    <a:pt x="1934353" y="66705"/>
                  </a:lnTo>
                  <a:lnTo>
                    <a:pt x="1949953" y="71902"/>
                  </a:lnTo>
                  <a:lnTo>
                    <a:pt x="1965552" y="76840"/>
                  </a:lnTo>
                  <a:lnTo>
                    <a:pt x="1981152" y="81517"/>
                  </a:lnTo>
                  <a:lnTo>
                    <a:pt x="1996751" y="85964"/>
                  </a:lnTo>
                  <a:lnTo>
                    <a:pt x="2012351" y="90257"/>
                  </a:lnTo>
                  <a:lnTo>
                    <a:pt x="2027951" y="94498"/>
                  </a:lnTo>
                  <a:lnTo>
                    <a:pt x="2043550" y="98780"/>
                  </a:lnTo>
                  <a:lnTo>
                    <a:pt x="2059150" y="103198"/>
                  </a:lnTo>
                  <a:lnTo>
                    <a:pt x="2074750" y="107837"/>
                  </a:lnTo>
                  <a:lnTo>
                    <a:pt x="2090349" y="112769"/>
                  </a:lnTo>
                  <a:lnTo>
                    <a:pt x="2105949" y="118054"/>
                  </a:lnTo>
                  <a:lnTo>
                    <a:pt x="2121548" y="123734"/>
                  </a:lnTo>
                  <a:lnTo>
                    <a:pt x="2137148" y="129840"/>
                  </a:lnTo>
                  <a:lnTo>
                    <a:pt x="2152748" y="136391"/>
                  </a:lnTo>
                  <a:lnTo>
                    <a:pt x="2168347" y="143397"/>
                  </a:lnTo>
                  <a:lnTo>
                    <a:pt x="2183947" y="150857"/>
                  </a:lnTo>
                  <a:lnTo>
                    <a:pt x="2199547" y="158794"/>
                  </a:lnTo>
                  <a:lnTo>
                    <a:pt x="2215146" y="167152"/>
                  </a:lnTo>
                  <a:lnTo>
                    <a:pt x="2230746" y="175882"/>
                  </a:lnTo>
                  <a:lnTo>
                    <a:pt x="2246345" y="184924"/>
                  </a:lnTo>
                  <a:lnTo>
                    <a:pt x="2261945" y="194198"/>
                  </a:lnTo>
                  <a:lnTo>
                    <a:pt x="2277545" y="203604"/>
                  </a:lnTo>
                  <a:lnTo>
                    <a:pt x="2293144" y="213025"/>
                  </a:lnTo>
                  <a:lnTo>
                    <a:pt x="2308744" y="222334"/>
                  </a:lnTo>
                  <a:lnTo>
                    <a:pt x="2324344" y="231399"/>
                  </a:lnTo>
                  <a:lnTo>
                    <a:pt x="2339943" y="240093"/>
                  </a:lnTo>
                  <a:lnTo>
                    <a:pt x="2355543" y="248303"/>
                  </a:lnTo>
                  <a:lnTo>
                    <a:pt x="2371142" y="255938"/>
                  </a:lnTo>
                  <a:lnTo>
                    <a:pt x="2386742" y="262923"/>
                  </a:lnTo>
                  <a:lnTo>
                    <a:pt x="2402342" y="269204"/>
                  </a:lnTo>
                  <a:lnTo>
                    <a:pt x="2417941" y="274852"/>
                  </a:lnTo>
                  <a:lnTo>
                    <a:pt x="2433541" y="279927"/>
                  </a:lnTo>
                  <a:lnTo>
                    <a:pt x="2449141" y="284514"/>
                  </a:lnTo>
                  <a:lnTo>
                    <a:pt x="2464740" y="288717"/>
                  </a:lnTo>
                  <a:lnTo>
                    <a:pt x="2480340" y="292650"/>
                  </a:lnTo>
                  <a:lnTo>
                    <a:pt x="2495939" y="296424"/>
                  </a:lnTo>
                  <a:lnTo>
                    <a:pt x="2511539" y="300139"/>
                  </a:lnTo>
                  <a:lnTo>
                    <a:pt x="2527139" y="303881"/>
                  </a:lnTo>
                  <a:lnTo>
                    <a:pt x="2542738" y="307713"/>
                  </a:lnTo>
                  <a:lnTo>
                    <a:pt x="2558338" y="311677"/>
                  </a:lnTo>
                  <a:lnTo>
                    <a:pt x="2573938" y="315795"/>
                  </a:lnTo>
                  <a:lnTo>
                    <a:pt x="2589537" y="320078"/>
                  </a:lnTo>
                  <a:lnTo>
                    <a:pt x="2605137" y="324511"/>
                  </a:lnTo>
                  <a:lnTo>
                    <a:pt x="2620736" y="329065"/>
                  </a:lnTo>
                  <a:lnTo>
                    <a:pt x="2636336" y="333711"/>
                  </a:lnTo>
                  <a:lnTo>
                    <a:pt x="2651936" y="338414"/>
                  </a:lnTo>
                  <a:lnTo>
                    <a:pt x="2667535" y="343139"/>
                  </a:lnTo>
                  <a:lnTo>
                    <a:pt x="2683135" y="347844"/>
                  </a:lnTo>
                  <a:lnTo>
                    <a:pt x="2698735" y="352487"/>
                  </a:lnTo>
                  <a:lnTo>
                    <a:pt x="2714334" y="357025"/>
                  </a:lnTo>
                  <a:lnTo>
                    <a:pt x="2729934" y="361413"/>
                  </a:lnTo>
                  <a:lnTo>
                    <a:pt x="2745533" y="365611"/>
                  </a:lnTo>
                  <a:lnTo>
                    <a:pt x="2761133" y="369580"/>
                  </a:lnTo>
                  <a:lnTo>
                    <a:pt x="2776733" y="373287"/>
                  </a:lnTo>
                  <a:lnTo>
                    <a:pt x="2792332" y="376678"/>
                  </a:lnTo>
                  <a:lnTo>
                    <a:pt x="2807932" y="379758"/>
                  </a:lnTo>
                  <a:lnTo>
                    <a:pt x="2823532" y="382518"/>
                  </a:lnTo>
                  <a:lnTo>
                    <a:pt x="2839131" y="384956"/>
                  </a:lnTo>
                  <a:lnTo>
                    <a:pt x="2854731" y="387078"/>
                  </a:lnTo>
                  <a:lnTo>
                    <a:pt x="2870330" y="388897"/>
                  </a:lnTo>
                  <a:lnTo>
                    <a:pt x="2885930" y="390435"/>
                  </a:lnTo>
                  <a:lnTo>
                    <a:pt x="2901530" y="391721"/>
                  </a:lnTo>
                  <a:lnTo>
                    <a:pt x="2917129" y="392795"/>
                  </a:lnTo>
                  <a:lnTo>
                    <a:pt x="2932729" y="393704"/>
                  </a:lnTo>
                  <a:lnTo>
                    <a:pt x="2948329" y="394501"/>
                  </a:lnTo>
                  <a:lnTo>
                    <a:pt x="2963928" y="395245"/>
                  </a:lnTo>
                  <a:lnTo>
                    <a:pt x="2979528" y="395995"/>
                  </a:lnTo>
                  <a:lnTo>
                    <a:pt x="2995127" y="396813"/>
                  </a:lnTo>
                  <a:lnTo>
                    <a:pt x="3010727" y="397739"/>
                  </a:lnTo>
                  <a:lnTo>
                    <a:pt x="3026327" y="398796"/>
                  </a:lnTo>
                  <a:lnTo>
                    <a:pt x="3041926" y="399993"/>
                  </a:lnTo>
                  <a:lnTo>
                    <a:pt x="3057526" y="401321"/>
                  </a:lnTo>
                  <a:lnTo>
                    <a:pt x="3073126" y="402758"/>
                  </a:lnTo>
                  <a:lnTo>
                    <a:pt x="3088725" y="404269"/>
                  </a:lnTo>
                  <a:lnTo>
                    <a:pt x="3104325" y="405813"/>
                  </a:lnTo>
                  <a:lnTo>
                    <a:pt x="3119924" y="407346"/>
                  </a:lnTo>
                  <a:lnTo>
                    <a:pt x="3135524" y="408827"/>
                  </a:lnTo>
                  <a:lnTo>
                    <a:pt x="3151124" y="410219"/>
                  </a:lnTo>
                  <a:lnTo>
                    <a:pt x="3166723" y="411493"/>
                  </a:lnTo>
                  <a:lnTo>
                    <a:pt x="3182323" y="412622"/>
                  </a:lnTo>
                  <a:lnTo>
                    <a:pt x="3197923" y="413604"/>
                  </a:lnTo>
                  <a:lnTo>
                    <a:pt x="3213522" y="414449"/>
                  </a:lnTo>
                  <a:lnTo>
                    <a:pt x="3229122" y="415170"/>
                  </a:lnTo>
                  <a:lnTo>
                    <a:pt x="3244721" y="415786"/>
                  </a:lnTo>
                  <a:lnTo>
                    <a:pt x="3260321" y="416317"/>
                  </a:lnTo>
                  <a:lnTo>
                    <a:pt x="3275921" y="416786"/>
                  </a:lnTo>
                  <a:lnTo>
                    <a:pt x="3291520" y="417211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302682" y="2357021"/>
              <a:ext cx="3026327" cy="504461"/>
            </a:xfrm>
            <a:custGeom>
              <a:avLst/>
              <a:pathLst>
                <a:path w="3026327" h="504461">
                  <a:moveTo>
                    <a:pt x="0" y="500639"/>
                  </a:moveTo>
                  <a:lnTo>
                    <a:pt x="15599" y="500180"/>
                  </a:lnTo>
                  <a:lnTo>
                    <a:pt x="31199" y="499687"/>
                  </a:lnTo>
                  <a:lnTo>
                    <a:pt x="46798" y="499159"/>
                  </a:lnTo>
                  <a:lnTo>
                    <a:pt x="62398" y="498592"/>
                  </a:lnTo>
                  <a:lnTo>
                    <a:pt x="77998" y="497983"/>
                  </a:lnTo>
                  <a:lnTo>
                    <a:pt x="93597" y="497326"/>
                  </a:lnTo>
                  <a:lnTo>
                    <a:pt x="109197" y="496617"/>
                  </a:lnTo>
                  <a:lnTo>
                    <a:pt x="124796" y="495851"/>
                  </a:lnTo>
                  <a:lnTo>
                    <a:pt x="140396" y="495020"/>
                  </a:lnTo>
                  <a:lnTo>
                    <a:pt x="155996" y="494121"/>
                  </a:lnTo>
                  <a:lnTo>
                    <a:pt x="171595" y="493150"/>
                  </a:lnTo>
                  <a:lnTo>
                    <a:pt x="187195" y="492107"/>
                  </a:lnTo>
                  <a:lnTo>
                    <a:pt x="202795" y="490999"/>
                  </a:lnTo>
                  <a:lnTo>
                    <a:pt x="218394" y="489834"/>
                  </a:lnTo>
                  <a:lnTo>
                    <a:pt x="233994" y="488633"/>
                  </a:lnTo>
                  <a:lnTo>
                    <a:pt x="249593" y="487419"/>
                  </a:lnTo>
                  <a:lnTo>
                    <a:pt x="265193" y="486212"/>
                  </a:lnTo>
                  <a:lnTo>
                    <a:pt x="280793" y="485026"/>
                  </a:lnTo>
                  <a:lnTo>
                    <a:pt x="296392" y="483864"/>
                  </a:lnTo>
                  <a:lnTo>
                    <a:pt x="311992" y="482716"/>
                  </a:lnTo>
                  <a:lnTo>
                    <a:pt x="327592" y="481558"/>
                  </a:lnTo>
                  <a:lnTo>
                    <a:pt x="343191" y="480349"/>
                  </a:lnTo>
                  <a:lnTo>
                    <a:pt x="358791" y="479038"/>
                  </a:lnTo>
                  <a:lnTo>
                    <a:pt x="374390" y="477563"/>
                  </a:lnTo>
                  <a:lnTo>
                    <a:pt x="389990" y="475864"/>
                  </a:lnTo>
                  <a:lnTo>
                    <a:pt x="405590" y="473883"/>
                  </a:lnTo>
                  <a:lnTo>
                    <a:pt x="421189" y="471551"/>
                  </a:lnTo>
                  <a:lnTo>
                    <a:pt x="436789" y="468851"/>
                  </a:lnTo>
                  <a:lnTo>
                    <a:pt x="452389" y="465789"/>
                  </a:lnTo>
                  <a:lnTo>
                    <a:pt x="467988" y="462384"/>
                  </a:lnTo>
                  <a:lnTo>
                    <a:pt x="483588" y="458670"/>
                  </a:lnTo>
                  <a:lnTo>
                    <a:pt x="499187" y="454698"/>
                  </a:lnTo>
                  <a:lnTo>
                    <a:pt x="514787" y="450527"/>
                  </a:lnTo>
                  <a:lnTo>
                    <a:pt x="530387" y="446220"/>
                  </a:lnTo>
                  <a:lnTo>
                    <a:pt x="545986" y="441840"/>
                  </a:lnTo>
                  <a:lnTo>
                    <a:pt x="561586" y="437440"/>
                  </a:lnTo>
                  <a:lnTo>
                    <a:pt x="577186" y="433061"/>
                  </a:lnTo>
                  <a:lnTo>
                    <a:pt x="592785" y="428728"/>
                  </a:lnTo>
                  <a:lnTo>
                    <a:pt x="608385" y="424445"/>
                  </a:lnTo>
                  <a:lnTo>
                    <a:pt x="623984" y="420200"/>
                  </a:lnTo>
                  <a:lnTo>
                    <a:pt x="639584" y="415953"/>
                  </a:lnTo>
                  <a:lnTo>
                    <a:pt x="655184" y="411665"/>
                  </a:lnTo>
                  <a:lnTo>
                    <a:pt x="670783" y="407288"/>
                  </a:lnTo>
                  <a:lnTo>
                    <a:pt x="686383" y="402782"/>
                  </a:lnTo>
                  <a:lnTo>
                    <a:pt x="701983" y="398107"/>
                  </a:lnTo>
                  <a:lnTo>
                    <a:pt x="717582" y="393236"/>
                  </a:lnTo>
                  <a:lnTo>
                    <a:pt x="733182" y="388145"/>
                  </a:lnTo>
                  <a:lnTo>
                    <a:pt x="748781" y="382816"/>
                  </a:lnTo>
                  <a:lnTo>
                    <a:pt x="764381" y="377230"/>
                  </a:lnTo>
                  <a:lnTo>
                    <a:pt x="779981" y="371368"/>
                  </a:lnTo>
                  <a:lnTo>
                    <a:pt x="795580" y="365198"/>
                  </a:lnTo>
                  <a:lnTo>
                    <a:pt x="811180" y="358665"/>
                  </a:lnTo>
                  <a:lnTo>
                    <a:pt x="826780" y="351705"/>
                  </a:lnTo>
                  <a:lnTo>
                    <a:pt x="842379" y="344281"/>
                  </a:lnTo>
                  <a:lnTo>
                    <a:pt x="857979" y="336340"/>
                  </a:lnTo>
                  <a:lnTo>
                    <a:pt x="873578" y="327845"/>
                  </a:lnTo>
                  <a:lnTo>
                    <a:pt x="889178" y="318778"/>
                  </a:lnTo>
                  <a:lnTo>
                    <a:pt x="904778" y="309155"/>
                  </a:lnTo>
                  <a:lnTo>
                    <a:pt x="920377" y="299022"/>
                  </a:lnTo>
                  <a:lnTo>
                    <a:pt x="935977" y="288465"/>
                  </a:lnTo>
                  <a:lnTo>
                    <a:pt x="951577" y="277596"/>
                  </a:lnTo>
                  <a:lnTo>
                    <a:pt x="967176" y="266553"/>
                  </a:lnTo>
                  <a:lnTo>
                    <a:pt x="982776" y="255481"/>
                  </a:lnTo>
                  <a:lnTo>
                    <a:pt x="998375" y="244522"/>
                  </a:lnTo>
                  <a:lnTo>
                    <a:pt x="1013975" y="233825"/>
                  </a:lnTo>
                  <a:lnTo>
                    <a:pt x="1029575" y="223472"/>
                  </a:lnTo>
                  <a:lnTo>
                    <a:pt x="1045174" y="213496"/>
                  </a:lnTo>
                  <a:lnTo>
                    <a:pt x="1060774" y="203893"/>
                  </a:lnTo>
                  <a:lnTo>
                    <a:pt x="1076374" y="194621"/>
                  </a:lnTo>
                  <a:lnTo>
                    <a:pt x="1091973" y="185604"/>
                  </a:lnTo>
                  <a:lnTo>
                    <a:pt x="1107573" y="176746"/>
                  </a:lnTo>
                  <a:lnTo>
                    <a:pt x="1123172" y="167937"/>
                  </a:lnTo>
                  <a:lnTo>
                    <a:pt x="1138772" y="159068"/>
                  </a:lnTo>
                  <a:lnTo>
                    <a:pt x="1154372" y="150043"/>
                  </a:lnTo>
                  <a:lnTo>
                    <a:pt x="1169971" y="140782"/>
                  </a:lnTo>
                  <a:lnTo>
                    <a:pt x="1185571" y="131241"/>
                  </a:lnTo>
                  <a:lnTo>
                    <a:pt x="1201171" y="121405"/>
                  </a:lnTo>
                  <a:lnTo>
                    <a:pt x="1216770" y="111299"/>
                  </a:lnTo>
                  <a:lnTo>
                    <a:pt x="1232370" y="101036"/>
                  </a:lnTo>
                  <a:lnTo>
                    <a:pt x="1247969" y="90743"/>
                  </a:lnTo>
                  <a:lnTo>
                    <a:pt x="1263569" y="80579"/>
                  </a:lnTo>
                  <a:lnTo>
                    <a:pt x="1279169" y="70719"/>
                  </a:lnTo>
                  <a:lnTo>
                    <a:pt x="1294768" y="61337"/>
                  </a:lnTo>
                  <a:lnTo>
                    <a:pt x="1310368" y="52590"/>
                  </a:lnTo>
                  <a:lnTo>
                    <a:pt x="1325968" y="44596"/>
                  </a:lnTo>
                  <a:lnTo>
                    <a:pt x="1341567" y="37426"/>
                  </a:lnTo>
                  <a:lnTo>
                    <a:pt x="1357167" y="31092"/>
                  </a:lnTo>
                  <a:lnTo>
                    <a:pt x="1372766" y="25551"/>
                  </a:lnTo>
                  <a:lnTo>
                    <a:pt x="1388366" y="20717"/>
                  </a:lnTo>
                  <a:lnTo>
                    <a:pt x="1403966" y="16497"/>
                  </a:lnTo>
                  <a:lnTo>
                    <a:pt x="1419565" y="12768"/>
                  </a:lnTo>
                  <a:lnTo>
                    <a:pt x="1435165" y="9432"/>
                  </a:lnTo>
                  <a:lnTo>
                    <a:pt x="1450765" y="6473"/>
                  </a:lnTo>
                  <a:lnTo>
                    <a:pt x="1466364" y="3933"/>
                  </a:lnTo>
                  <a:lnTo>
                    <a:pt x="1481964" y="1913"/>
                  </a:lnTo>
                  <a:lnTo>
                    <a:pt x="1497563" y="550"/>
                  </a:lnTo>
                  <a:lnTo>
                    <a:pt x="1513163" y="0"/>
                  </a:lnTo>
                  <a:lnTo>
                    <a:pt x="1528763" y="408"/>
                  </a:lnTo>
                  <a:lnTo>
                    <a:pt x="1544362" y="1882"/>
                  </a:lnTo>
                  <a:lnTo>
                    <a:pt x="1559962" y="4471"/>
                  </a:lnTo>
                  <a:lnTo>
                    <a:pt x="1575562" y="8150"/>
                  </a:lnTo>
                  <a:lnTo>
                    <a:pt x="1591161" y="12816"/>
                  </a:lnTo>
                  <a:lnTo>
                    <a:pt x="1606761" y="18342"/>
                  </a:lnTo>
                  <a:lnTo>
                    <a:pt x="1622360" y="24424"/>
                  </a:lnTo>
                  <a:lnTo>
                    <a:pt x="1637960" y="30818"/>
                  </a:lnTo>
                  <a:lnTo>
                    <a:pt x="1653560" y="37315"/>
                  </a:lnTo>
                  <a:lnTo>
                    <a:pt x="1669159" y="43756"/>
                  </a:lnTo>
                  <a:lnTo>
                    <a:pt x="1684759" y="50048"/>
                  </a:lnTo>
                  <a:lnTo>
                    <a:pt x="1700359" y="56171"/>
                  </a:lnTo>
                  <a:lnTo>
                    <a:pt x="1715958" y="62173"/>
                  </a:lnTo>
                  <a:lnTo>
                    <a:pt x="1731558" y="68155"/>
                  </a:lnTo>
                  <a:lnTo>
                    <a:pt x="1747157" y="74248"/>
                  </a:lnTo>
                  <a:lnTo>
                    <a:pt x="1762757" y="80594"/>
                  </a:lnTo>
                  <a:lnTo>
                    <a:pt x="1778357" y="87317"/>
                  </a:lnTo>
                  <a:lnTo>
                    <a:pt x="1793956" y="94522"/>
                  </a:lnTo>
                  <a:lnTo>
                    <a:pt x="1809556" y="102284"/>
                  </a:lnTo>
                  <a:lnTo>
                    <a:pt x="1825156" y="110563"/>
                  </a:lnTo>
                  <a:lnTo>
                    <a:pt x="1840755" y="119326"/>
                  </a:lnTo>
                  <a:lnTo>
                    <a:pt x="1856355" y="128525"/>
                  </a:lnTo>
                  <a:lnTo>
                    <a:pt x="1871954" y="138114"/>
                  </a:lnTo>
                  <a:lnTo>
                    <a:pt x="1887554" y="148068"/>
                  </a:lnTo>
                  <a:lnTo>
                    <a:pt x="1903154" y="158382"/>
                  </a:lnTo>
                  <a:lnTo>
                    <a:pt x="1918753" y="169078"/>
                  </a:lnTo>
                  <a:lnTo>
                    <a:pt x="1934353" y="180196"/>
                  </a:lnTo>
                  <a:lnTo>
                    <a:pt x="1949953" y="191777"/>
                  </a:lnTo>
                  <a:lnTo>
                    <a:pt x="1965552" y="203851"/>
                  </a:lnTo>
                  <a:lnTo>
                    <a:pt x="1981152" y="216413"/>
                  </a:lnTo>
                  <a:lnTo>
                    <a:pt x="1996751" y="229434"/>
                  </a:lnTo>
                  <a:lnTo>
                    <a:pt x="2012351" y="242780"/>
                  </a:lnTo>
                  <a:lnTo>
                    <a:pt x="2027951" y="256275"/>
                  </a:lnTo>
                  <a:lnTo>
                    <a:pt x="2043550" y="269729"/>
                  </a:lnTo>
                  <a:lnTo>
                    <a:pt x="2059150" y="282939"/>
                  </a:lnTo>
                  <a:lnTo>
                    <a:pt x="2074750" y="295708"/>
                  </a:lnTo>
                  <a:lnTo>
                    <a:pt x="2090349" y="307858"/>
                  </a:lnTo>
                  <a:lnTo>
                    <a:pt x="2105949" y="319238"/>
                  </a:lnTo>
                  <a:lnTo>
                    <a:pt x="2121548" y="329732"/>
                  </a:lnTo>
                  <a:lnTo>
                    <a:pt x="2137148" y="339258"/>
                  </a:lnTo>
                  <a:lnTo>
                    <a:pt x="2152748" y="347772"/>
                  </a:lnTo>
                  <a:lnTo>
                    <a:pt x="2168347" y="355265"/>
                  </a:lnTo>
                  <a:lnTo>
                    <a:pt x="2183947" y="361766"/>
                  </a:lnTo>
                  <a:lnTo>
                    <a:pt x="2199547" y="367265"/>
                  </a:lnTo>
                  <a:lnTo>
                    <a:pt x="2215146" y="371961"/>
                  </a:lnTo>
                  <a:lnTo>
                    <a:pt x="2230746" y="376000"/>
                  </a:lnTo>
                  <a:lnTo>
                    <a:pt x="2246345" y="379545"/>
                  </a:lnTo>
                  <a:lnTo>
                    <a:pt x="2261945" y="382770"/>
                  </a:lnTo>
                  <a:lnTo>
                    <a:pt x="2277545" y="385848"/>
                  </a:lnTo>
                  <a:lnTo>
                    <a:pt x="2293144" y="388937"/>
                  </a:lnTo>
                  <a:lnTo>
                    <a:pt x="2308744" y="392170"/>
                  </a:lnTo>
                  <a:lnTo>
                    <a:pt x="2324344" y="395648"/>
                  </a:lnTo>
                  <a:lnTo>
                    <a:pt x="2339943" y="399433"/>
                  </a:lnTo>
                  <a:lnTo>
                    <a:pt x="2355543" y="403553"/>
                  </a:lnTo>
                  <a:lnTo>
                    <a:pt x="2371142" y="407996"/>
                  </a:lnTo>
                  <a:lnTo>
                    <a:pt x="2386742" y="412731"/>
                  </a:lnTo>
                  <a:lnTo>
                    <a:pt x="2402342" y="417687"/>
                  </a:lnTo>
                  <a:lnTo>
                    <a:pt x="2417941" y="422763"/>
                  </a:lnTo>
                  <a:lnTo>
                    <a:pt x="2433541" y="427867"/>
                  </a:lnTo>
                  <a:lnTo>
                    <a:pt x="2449141" y="432905"/>
                  </a:lnTo>
                  <a:lnTo>
                    <a:pt x="2464740" y="437793"/>
                  </a:lnTo>
                  <a:lnTo>
                    <a:pt x="2480340" y="442458"/>
                  </a:lnTo>
                  <a:lnTo>
                    <a:pt x="2495939" y="446845"/>
                  </a:lnTo>
                  <a:lnTo>
                    <a:pt x="2511539" y="450923"/>
                  </a:lnTo>
                  <a:lnTo>
                    <a:pt x="2527139" y="454682"/>
                  </a:lnTo>
                  <a:lnTo>
                    <a:pt x="2542738" y="458134"/>
                  </a:lnTo>
                  <a:lnTo>
                    <a:pt x="2558338" y="461312"/>
                  </a:lnTo>
                  <a:lnTo>
                    <a:pt x="2573938" y="464262"/>
                  </a:lnTo>
                  <a:lnTo>
                    <a:pt x="2589537" y="467029"/>
                  </a:lnTo>
                  <a:lnTo>
                    <a:pt x="2605137" y="469676"/>
                  </a:lnTo>
                  <a:lnTo>
                    <a:pt x="2620736" y="472249"/>
                  </a:lnTo>
                  <a:lnTo>
                    <a:pt x="2636336" y="474777"/>
                  </a:lnTo>
                  <a:lnTo>
                    <a:pt x="2651936" y="477271"/>
                  </a:lnTo>
                  <a:lnTo>
                    <a:pt x="2667535" y="479729"/>
                  </a:lnTo>
                  <a:lnTo>
                    <a:pt x="2683135" y="482133"/>
                  </a:lnTo>
                  <a:lnTo>
                    <a:pt x="2698735" y="484456"/>
                  </a:lnTo>
                  <a:lnTo>
                    <a:pt x="2714334" y="486668"/>
                  </a:lnTo>
                  <a:lnTo>
                    <a:pt x="2729934" y="488734"/>
                  </a:lnTo>
                  <a:lnTo>
                    <a:pt x="2745533" y="490624"/>
                  </a:lnTo>
                  <a:lnTo>
                    <a:pt x="2761133" y="492313"/>
                  </a:lnTo>
                  <a:lnTo>
                    <a:pt x="2776733" y="493786"/>
                  </a:lnTo>
                  <a:lnTo>
                    <a:pt x="2792332" y="495020"/>
                  </a:lnTo>
                  <a:lnTo>
                    <a:pt x="2807932" y="496041"/>
                  </a:lnTo>
                  <a:lnTo>
                    <a:pt x="2823532" y="496864"/>
                  </a:lnTo>
                  <a:lnTo>
                    <a:pt x="2839131" y="497513"/>
                  </a:lnTo>
                  <a:lnTo>
                    <a:pt x="2854731" y="498011"/>
                  </a:lnTo>
                  <a:lnTo>
                    <a:pt x="2870330" y="498389"/>
                  </a:lnTo>
                  <a:lnTo>
                    <a:pt x="2885930" y="498676"/>
                  </a:lnTo>
                  <a:lnTo>
                    <a:pt x="2901530" y="498900"/>
                  </a:lnTo>
                  <a:lnTo>
                    <a:pt x="2917129" y="499089"/>
                  </a:lnTo>
                  <a:lnTo>
                    <a:pt x="2932729" y="499268"/>
                  </a:lnTo>
                  <a:lnTo>
                    <a:pt x="2948329" y="499455"/>
                  </a:lnTo>
                  <a:lnTo>
                    <a:pt x="2963928" y="499665"/>
                  </a:lnTo>
                  <a:lnTo>
                    <a:pt x="2979528" y="499906"/>
                  </a:lnTo>
                  <a:lnTo>
                    <a:pt x="2995127" y="500179"/>
                  </a:lnTo>
                  <a:lnTo>
                    <a:pt x="3010727" y="500476"/>
                  </a:lnTo>
                  <a:lnTo>
                    <a:pt x="3026327" y="500788"/>
                  </a:lnTo>
                  <a:lnTo>
                    <a:pt x="3026327" y="504461"/>
                  </a:lnTo>
                  <a:lnTo>
                    <a:pt x="3010727" y="504461"/>
                  </a:lnTo>
                  <a:lnTo>
                    <a:pt x="2995127" y="504461"/>
                  </a:lnTo>
                  <a:lnTo>
                    <a:pt x="2979528" y="504461"/>
                  </a:lnTo>
                  <a:lnTo>
                    <a:pt x="2963928" y="504461"/>
                  </a:lnTo>
                  <a:lnTo>
                    <a:pt x="2948329" y="504461"/>
                  </a:lnTo>
                  <a:lnTo>
                    <a:pt x="2932729" y="504461"/>
                  </a:lnTo>
                  <a:lnTo>
                    <a:pt x="2917129" y="504461"/>
                  </a:lnTo>
                  <a:lnTo>
                    <a:pt x="2901530" y="504461"/>
                  </a:lnTo>
                  <a:lnTo>
                    <a:pt x="2885930" y="504461"/>
                  </a:lnTo>
                  <a:lnTo>
                    <a:pt x="2870330" y="504461"/>
                  </a:lnTo>
                  <a:lnTo>
                    <a:pt x="2854731" y="504461"/>
                  </a:lnTo>
                  <a:lnTo>
                    <a:pt x="2839131" y="504461"/>
                  </a:lnTo>
                  <a:lnTo>
                    <a:pt x="2823532" y="504461"/>
                  </a:lnTo>
                  <a:lnTo>
                    <a:pt x="2807932" y="504461"/>
                  </a:lnTo>
                  <a:lnTo>
                    <a:pt x="2792332" y="504461"/>
                  </a:lnTo>
                  <a:lnTo>
                    <a:pt x="2776733" y="504461"/>
                  </a:lnTo>
                  <a:lnTo>
                    <a:pt x="2761133" y="504461"/>
                  </a:lnTo>
                  <a:lnTo>
                    <a:pt x="2745533" y="504461"/>
                  </a:lnTo>
                  <a:lnTo>
                    <a:pt x="2729934" y="504461"/>
                  </a:lnTo>
                  <a:lnTo>
                    <a:pt x="2714334" y="504461"/>
                  </a:lnTo>
                  <a:lnTo>
                    <a:pt x="2698735" y="504461"/>
                  </a:lnTo>
                  <a:lnTo>
                    <a:pt x="2683135" y="504461"/>
                  </a:lnTo>
                  <a:lnTo>
                    <a:pt x="2667535" y="504461"/>
                  </a:lnTo>
                  <a:lnTo>
                    <a:pt x="2651936" y="504461"/>
                  </a:lnTo>
                  <a:lnTo>
                    <a:pt x="2636336" y="504461"/>
                  </a:lnTo>
                  <a:lnTo>
                    <a:pt x="2620736" y="504461"/>
                  </a:lnTo>
                  <a:lnTo>
                    <a:pt x="2605137" y="504461"/>
                  </a:lnTo>
                  <a:lnTo>
                    <a:pt x="2589537" y="504461"/>
                  </a:lnTo>
                  <a:lnTo>
                    <a:pt x="2573938" y="504461"/>
                  </a:lnTo>
                  <a:lnTo>
                    <a:pt x="2558338" y="504461"/>
                  </a:lnTo>
                  <a:lnTo>
                    <a:pt x="2542738" y="504461"/>
                  </a:lnTo>
                  <a:lnTo>
                    <a:pt x="2527139" y="504461"/>
                  </a:lnTo>
                  <a:lnTo>
                    <a:pt x="2511539" y="504461"/>
                  </a:lnTo>
                  <a:lnTo>
                    <a:pt x="2495939" y="504461"/>
                  </a:lnTo>
                  <a:lnTo>
                    <a:pt x="2480340" y="504461"/>
                  </a:lnTo>
                  <a:lnTo>
                    <a:pt x="2464740" y="504461"/>
                  </a:lnTo>
                  <a:lnTo>
                    <a:pt x="2449141" y="504461"/>
                  </a:lnTo>
                  <a:lnTo>
                    <a:pt x="2433541" y="504461"/>
                  </a:lnTo>
                  <a:lnTo>
                    <a:pt x="2417941" y="504461"/>
                  </a:lnTo>
                  <a:lnTo>
                    <a:pt x="2402342" y="504461"/>
                  </a:lnTo>
                  <a:lnTo>
                    <a:pt x="2386742" y="504461"/>
                  </a:lnTo>
                  <a:lnTo>
                    <a:pt x="2371142" y="504461"/>
                  </a:lnTo>
                  <a:lnTo>
                    <a:pt x="2355543" y="504461"/>
                  </a:lnTo>
                  <a:lnTo>
                    <a:pt x="2339943" y="504461"/>
                  </a:lnTo>
                  <a:lnTo>
                    <a:pt x="2324344" y="504461"/>
                  </a:lnTo>
                  <a:lnTo>
                    <a:pt x="2308744" y="504461"/>
                  </a:lnTo>
                  <a:lnTo>
                    <a:pt x="2293144" y="504461"/>
                  </a:lnTo>
                  <a:lnTo>
                    <a:pt x="2277545" y="504461"/>
                  </a:lnTo>
                  <a:lnTo>
                    <a:pt x="2261945" y="504461"/>
                  </a:lnTo>
                  <a:lnTo>
                    <a:pt x="2246345" y="504461"/>
                  </a:lnTo>
                  <a:lnTo>
                    <a:pt x="2230746" y="504461"/>
                  </a:lnTo>
                  <a:lnTo>
                    <a:pt x="2215146" y="504461"/>
                  </a:lnTo>
                  <a:lnTo>
                    <a:pt x="2199547" y="504461"/>
                  </a:lnTo>
                  <a:lnTo>
                    <a:pt x="2183947" y="504461"/>
                  </a:lnTo>
                  <a:lnTo>
                    <a:pt x="2168347" y="504461"/>
                  </a:lnTo>
                  <a:lnTo>
                    <a:pt x="2152748" y="504461"/>
                  </a:lnTo>
                  <a:lnTo>
                    <a:pt x="2137148" y="504461"/>
                  </a:lnTo>
                  <a:lnTo>
                    <a:pt x="2121548" y="504461"/>
                  </a:lnTo>
                  <a:lnTo>
                    <a:pt x="2105949" y="504461"/>
                  </a:lnTo>
                  <a:lnTo>
                    <a:pt x="2090349" y="504461"/>
                  </a:lnTo>
                  <a:lnTo>
                    <a:pt x="2074750" y="504461"/>
                  </a:lnTo>
                  <a:lnTo>
                    <a:pt x="2059150" y="504461"/>
                  </a:lnTo>
                  <a:lnTo>
                    <a:pt x="2043550" y="504461"/>
                  </a:lnTo>
                  <a:lnTo>
                    <a:pt x="2027951" y="504461"/>
                  </a:lnTo>
                  <a:lnTo>
                    <a:pt x="2012351" y="504461"/>
                  </a:lnTo>
                  <a:lnTo>
                    <a:pt x="1996751" y="504461"/>
                  </a:lnTo>
                  <a:lnTo>
                    <a:pt x="1981152" y="504461"/>
                  </a:lnTo>
                  <a:lnTo>
                    <a:pt x="1965552" y="504461"/>
                  </a:lnTo>
                  <a:lnTo>
                    <a:pt x="1949953" y="504461"/>
                  </a:lnTo>
                  <a:lnTo>
                    <a:pt x="1934353" y="504461"/>
                  </a:lnTo>
                  <a:lnTo>
                    <a:pt x="1918753" y="504461"/>
                  </a:lnTo>
                  <a:lnTo>
                    <a:pt x="1903154" y="504461"/>
                  </a:lnTo>
                  <a:lnTo>
                    <a:pt x="1887554" y="504461"/>
                  </a:lnTo>
                  <a:lnTo>
                    <a:pt x="1871954" y="504461"/>
                  </a:lnTo>
                  <a:lnTo>
                    <a:pt x="1856355" y="504461"/>
                  </a:lnTo>
                  <a:lnTo>
                    <a:pt x="1840755" y="504461"/>
                  </a:lnTo>
                  <a:lnTo>
                    <a:pt x="1825156" y="504461"/>
                  </a:lnTo>
                  <a:lnTo>
                    <a:pt x="1809556" y="504461"/>
                  </a:lnTo>
                  <a:lnTo>
                    <a:pt x="1793956" y="504461"/>
                  </a:lnTo>
                  <a:lnTo>
                    <a:pt x="1778357" y="504461"/>
                  </a:lnTo>
                  <a:lnTo>
                    <a:pt x="1762757" y="504461"/>
                  </a:lnTo>
                  <a:lnTo>
                    <a:pt x="1747157" y="504461"/>
                  </a:lnTo>
                  <a:lnTo>
                    <a:pt x="1731558" y="504461"/>
                  </a:lnTo>
                  <a:lnTo>
                    <a:pt x="1715958" y="504461"/>
                  </a:lnTo>
                  <a:lnTo>
                    <a:pt x="1700359" y="504461"/>
                  </a:lnTo>
                  <a:lnTo>
                    <a:pt x="1684759" y="504461"/>
                  </a:lnTo>
                  <a:lnTo>
                    <a:pt x="1669159" y="504461"/>
                  </a:lnTo>
                  <a:lnTo>
                    <a:pt x="1653560" y="504461"/>
                  </a:lnTo>
                  <a:lnTo>
                    <a:pt x="1637960" y="504461"/>
                  </a:lnTo>
                  <a:lnTo>
                    <a:pt x="1622360" y="504461"/>
                  </a:lnTo>
                  <a:lnTo>
                    <a:pt x="1606761" y="504461"/>
                  </a:lnTo>
                  <a:lnTo>
                    <a:pt x="1591161" y="504461"/>
                  </a:lnTo>
                  <a:lnTo>
                    <a:pt x="1575562" y="504461"/>
                  </a:lnTo>
                  <a:lnTo>
                    <a:pt x="1559962" y="504461"/>
                  </a:lnTo>
                  <a:lnTo>
                    <a:pt x="1544362" y="504461"/>
                  </a:lnTo>
                  <a:lnTo>
                    <a:pt x="1528763" y="504461"/>
                  </a:lnTo>
                  <a:lnTo>
                    <a:pt x="1513163" y="504461"/>
                  </a:lnTo>
                  <a:lnTo>
                    <a:pt x="1497563" y="504461"/>
                  </a:lnTo>
                  <a:lnTo>
                    <a:pt x="1481964" y="504461"/>
                  </a:lnTo>
                  <a:lnTo>
                    <a:pt x="1466364" y="504461"/>
                  </a:lnTo>
                  <a:lnTo>
                    <a:pt x="1450765" y="504461"/>
                  </a:lnTo>
                  <a:lnTo>
                    <a:pt x="1435165" y="504461"/>
                  </a:lnTo>
                  <a:lnTo>
                    <a:pt x="1419565" y="504461"/>
                  </a:lnTo>
                  <a:lnTo>
                    <a:pt x="1403966" y="504461"/>
                  </a:lnTo>
                  <a:lnTo>
                    <a:pt x="1388366" y="504461"/>
                  </a:lnTo>
                  <a:lnTo>
                    <a:pt x="1372766" y="504461"/>
                  </a:lnTo>
                  <a:lnTo>
                    <a:pt x="1357167" y="504461"/>
                  </a:lnTo>
                  <a:lnTo>
                    <a:pt x="1341567" y="504461"/>
                  </a:lnTo>
                  <a:lnTo>
                    <a:pt x="1325968" y="504461"/>
                  </a:lnTo>
                  <a:lnTo>
                    <a:pt x="1310368" y="504461"/>
                  </a:lnTo>
                  <a:lnTo>
                    <a:pt x="1294768" y="504461"/>
                  </a:lnTo>
                  <a:lnTo>
                    <a:pt x="1279169" y="504461"/>
                  </a:lnTo>
                  <a:lnTo>
                    <a:pt x="1263569" y="504461"/>
                  </a:lnTo>
                  <a:lnTo>
                    <a:pt x="1247969" y="504461"/>
                  </a:lnTo>
                  <a:lnTo>
                    <a:pt x="1232370" y="504461"/>
                  </a:lnTo>
                  <a:lnTo>
                    <a:pt x="1216770" y="504461"/>
                  </a:lnTo>
                  <a:lnTo>
                    <a:pt x="1201171" y="504461"/>
                  </a:lnTo>
                  <a:lnTo>
                    <a:pt x="1185571" y="504461"/>
                  </a:lnTo>
                  <a:lnTo>
                    <a:pt x="1169971" y="504461"/>
                  </a:lnTo>
                  <a:lnTo>
                    <a:pt x="1154372" y="504461"/>
                  </a:lnTo>
                  <a:lnTo>
                    <a:pt x="1138772" y="504461"/>
                  </a:lnTo>
                  <a:lnTo>
                    <a:pt x="1123172" y="504461"/>
                  </a:lnTo>
                  <a:lnTo>
                    <a:pt x="1107573" y="504461"/>
                  </a:lnTo>
                  <a:lnTo>
                    <a:pt x="1091973" y="504461"/>
                  </a:lnTo>
                  <a:lnTo>
                    <a:pt x="1076374" y="504461"/>
                  </a:lnTo>
                  <a:lnTo>
                    <a:pt x="1060774" y="504461"/>
                  </a:lnTo>
                  <a:lnTo>
                    <a:pt x="1045174" y="504461"/>
                  </a:lnTo>
                  <a:lnTo>
                    <a:pt x="1029575" y="504461"/>
                  </a:lnTo>
                  <a:lnTo>
                    <a:pt x="1013975" y="504461"/>
                  </a:lnTo>
                  <a:lnTo>
                    <a:pt x="998375" y="504461"/>
                  </a:lnTo>
                  <a:lnTo>
                    <a:pt x="982776" y="504461"/>
                  </a:lnTo>
                  <a:lnTo>
                    <a:pt x="967176" y="504461"/>
                  </a:lnTo>
                  <a:lnTo>
                    <a:pt x="951577" y="504461"/>
                  </a:lnTo>
                  <a:lnTo>
                    <a:pt x="935977" y="504461"/>
                  </a:lnTo>
                  <a:lnTo>
                    <a:pt x="920377" y="504461"/>
                  </a:lnTo>
                  <a:lnTo>
                    <a:pt x="904778" y="504461"/>
                  </a:lnTo>
                  <a:lnTo>
                    <a:pt x="889178" y="504461"/>
                  </a:lnTo>
                  <a:lnTo>
                    <a:pt x="873578" y="504461"/>
                  </a:lnTo>
                  <a:lnTo>
                    <a:pt x="857979" y="504461"/>
                  </a:lnTo>
                  <a:lnTo>
                    <a:pt x="842379" y="504461"/>
                  </a:lnTo>
                  <a:lnTo>
                    <a:pt x="826780" y="504461"/>
                  </a:lnTo>
                  <a:lnTo>
                    <a:pt x="811180" y="504461"/>
                  </a:lnTo>
                  <a:lnTo>
                    <a:pt x="795580" y="504461"/>
                  </a:lnTo>
                  <a:lnTo>
                    <a:pt x="779981" y="504461"/>
                  </a:lnTo>
                  <a:lnTo>
                    <a:pt x="764381" y="504461"/>
                  </a:lnTo>
                  <a:lnTo>
                    <a:pt x="748781" y="504461"/>
                  </a:lnTo>
                  <a:lnTo>
                    <a:pt x="733182" y="504461"/>
                  </a:lnTo>
                  <a:lnTo>
                    <a:pt x="717582" y="504461"/>
                  </a:lnTo>
                  <a:lnTo>
                    <a:pt x="701983" y="504461"/>
                  </a:lnTo>
                  <a:lnTo>
                    <a:pt x="686383" y="504461"/>
                  </a:lnTo>
                  <a:lnTo>
                    <a:pt x="670783" y="504461"/>
                  </a:lnTo>
                  <a:lnTo>
                    <a:pt x="655184" y="504461"/>
                  </a:lnTo>
                  <a:lnTo>
                    <a:pt x="639584" y="504461"/>
                  </a:lnTo>
                  <a:lnTo>
                    <a:pt x="623984" y="504461"/>
                  </a:lnTo>
                  <a:lnTo>
                    <a:pt x="608385" y="504461"/>
                  </a:lnTo>
                  <a:lnTo>
                    <a:pt x="592785" y="504461"/>
                  </a:lnTo>
                  <a:lnTo>
                    <a:pt x="577186" y="504461"/>
                  </a:lnTo>
                  <a:lnTo>
                    <a:pt x="561586" y="504461"/>
                  </a:lnTo>
                  <a:lnTo>
                    <a:pt x="545986" y="504461"/>
                  </a:lnTo>
                  <a:lnTo>
                    <a:pt x="530387" y="504461"/>
                  </a:lnTo>
                  <a:lnTo>
                    <a:pt x="514787" y="504461"/>
                  </a:lnTo>
                  <a:lnTo>
                    <a:pt x="499187" y="504461"/>
                  </a:lnTo>
                  <a:lnTo>
                    <a:pt x="483588" y="504461"/>
                  </a:lnTo>
                  <a:lnTo>
                    <a:pt x="467988" y="504461"/>
                  </a:lnTo>
                  <a:lnTo>
                    <a:pt x="452389" y="504461"/>
                  </a:lnTo>
                  <a:lnTo>
                    <a:pt x="436789" y="504461"/>
                  </a:lnTo>
                  <a:lnTo>
                    <a:pt x="421189" y="504461"/>
                  </a:lnTo>
                  <a:lnTo>
                    <a:pt x="405590" y="504461"/>
                  </a:lnTo>
                  <a:lnTo>
                    <a:pt x="389990" y="504461"/>
                  </a:lnTo>
                  <a:lnTo>
                    <a:pt x="374390" y="504461"/>
                  </a:lnTo>
                  <a:lnTo>
                    <a:pt x="358791" y="504461"/>
                  </a:lnTo>
                  <a:lnTo>
                    <a:pt x="343191" y="504461"/>
                  </a:lnTo>
                  <a:lnTo>
                    <a:pt x="327592" y="504461"/>
                  </a:lnTo>
                  <a:lnTo>
                    <a:pt x="311992" y="504461"/>
                  </a:lnTo>
                  <a:lnTo>
                    <a:pt x="296392" y="504461"/>
                  </a:lnTo>
                  <a:lnTo>
                    <a:pt x="280793" y="504461"/>
                  </a:lnTo>
                  <a:lnTo>
                    <a:pt x="265193" y="504461"/>
                  </a:lnTo>
                  <a:lnTo>
                    <a:pt x="249593" y="504461"/>
                  </a:lnTo>
                  <a:lnTo>
                    <a:pt x="233994" y="504461"/>
                  </a:lnTo>
                  <a:lnTo>
                    <a:pt x="218394" y="504461"/>
                  </a:lnTo>
                  <a:lnTo>
                    <a:pt x="202795" y="504461"/>
                  </a:lnTo>
                  <a:lnTo>
                    <a:pt x="187195" y="504461"/>
                  </a:lnTo>
                  <a:lnTo>
                    <a:pt x="171595" y="504461"/>
                  </a:lnTo>
                  <a:lnTo>
                    <a:pt x="155996" y="504461"/>
                  </a:lnTo>
                  <a:lnTo>
                    <a:pt x="140396" y="504461"/>
                  </a:lnTo>
                  <a:lnTo>
                    <a:pt x="124796" y="504461"/>
                  </a:lnTo>
                  <a:lnTo>
                    <a:pt x="109197" y="504461"/>
                  </a:lnTo>
                  <a:lnTo>
                    <a:pt x="93597" y="504461"/>
                  </a:lnTo>
                  <a:lnTo>
                    <a:pt x="77998" y="504461"/>
                  </a:lnTo>
                  <a:lnTo>
                    <a:pt x="62398" y="504461"/>
                  </a:lnTo>
                  <a:lnTo>
                    <a:pt x="46798" y="504461"/>
                  </a:lnTo>
                  <a:lnTo>
                    <a:pt x="31199" y="504461"/>
                  </a:lnTo>
                  <a:lnTo>
                    <a:pt x="15599" y="504461"/>
                  </a:lnTo>
                  <a:lnTo>
                    <a:pt x="0" y="504461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302682" y="2357021"/>
              <a:ext cx="3026327" cy="500788"/>
            </a:xfrm>
            <a:custGeom>
              <a:avLst/>
              <a:pathLst>
                <a:path w="3026327" h="500788">
                  <a:moveTo>
                    <a:pt x="0" y="500639"/>
                  </a:moveTo>
                  <a:lnTo>
                    <a:pt x="15599" y="500180"/>
                  </a:lnTo>
                  <a:lnTo>
                    <a:pt x="31199" y="499687"/>
                  </a:lnTo>
                  <a:lnTo>
                    <a:pt x="46798" y="499159"/>
                  </a:lnTo>
                  <a:lnTo>
                    <a:pt x="62398" y="498592"/>
                  </a:lnTo>
                  <a:lnTo>
                    <a:pt x="77998" y="497983"/>
                  </a:lnTo>
                  <a:lnTo>
                    <a:pt x="93597" y="497326"/>
                  </a:lnTo>
                  <a:lnTo>
                    <a:pt x="109197" y="496617"/>
                  </a:lnTo>
                  <a:lnTo>
                    <a:pt x="124796" y="495851"/>
                  </a:lnTo>
                  <a:lnTo>
                    <a:pt x="140396" y="495020"/>
                  </a:lnTo>
                  <a:lnTo>
                    <a:pt x="155996" y="494121"/>
                  </a:lnTo>
                  <a:lnTo>
                    <a:pt x="171595" y="493150"/>
                  </a:lnTo>
                  <a:lnTo>
                    <a:pt x="187195" y="492107"/>
                  </a:lnTo>
                  <a:lnTo>
                    <a:pt x="202795" y="490999"/>
                  </a:lnTo>
                  <a:lnTo>
                    <a:pt x="218394" y="489834"/>
                  </a:lnTo>
                  <a:lnTo>
                    <a:pt x="233994" y="488633"/>
                  </a:lnTo>
                  <a:lnTo>
                    <a:pt x="249593" y="487419"/>
                  </a:lnTo>
                  <a:lnTo>
                    <a:pt x="265193" y="486212"/>
                  </a:lnTo>
                  <a:lnTo>
                    <a:pt x="280793" y="485026"/>
                  </a:lnTo>
                  <a:lnTo>
                    <a:pt x="296392" y="483864"/>
                  </a:lnTo>
                  <a:lnTo>
                    <a:pt x="311992" y="482716"/>
                  </a:lnTo>
                  <a:lnTo>
                    <a:pt x="327592" y="481558"/>
                  </a:lnTo>
                  <a:lnTo>
                    <a:pt x="343191" y="480349"/>
                  </a:lnTo>
                  <a:lnTo>
                    <a:pt x="358791" y="479038"/>
                  </a:lnTo>
                  <a:lnTo>
                    <a:pt x="374390" y="477563"/>
                  </a:lnTo>
                  <a:lnTo>
                    <a:pt x="389990" y="475864"/>
                  </a:lnTo>
                  <a:lnTo>
                    <a:pt x="405590" y="473883"/>
                  </a:lnTo>
                  <a:lnTo>
                    <a:pt x="421189" y="471551"/>
                  </a:lnTo>
                  <a:lnTo>
                    <a:pt x="436789" y="468851"/>
                  </a:lnTo>
                  <a:lnTo>
                    <a:pt x="452389" y="465789"/>
                  </a:lnTo>
                  <a:lnTo>
                    <a:pt x="467988" y="462384"/>
                  </a:lnTo>
                  <a:lnTo>
                    <a:pt x="483588" y="458670"/>
                  </a:lnTo>
                  <a:lnTo>
                    <a:pt x="499187" y="454698"/>
                  </a:lnTo>
                  <a:lnTo>
                    <a:pt x="514787" y="450527"/>
                  </a:lnTo>
                  <a:lnTo>
                    <a:pt x="530387" y="446220"/>
                  </a:lnTo>
                  <a:lnTo>
                    <a:pt x="545986" y="441840"/>
                  </a:lnTo>
                  <a:lnTo>
                    <a:pt x="561586" y="437440"/>
                  </a:lnTo>
                  <a:lnTo>
                    <a:pt x="577186" y="433061"/>
                  </a:lnTo>
                  <a:lnTo>
                    <a:pt x="592785" y="428728"/>
                  </a:lnTo>
                  <a:lnTo>
                    <a:pt x="608385" y="424445"/>
                  </a:lnTo>
                  <a:lnTo>
                    <a:pt x="623984" y="420200"/>
                  </a:lnTo>
                  <a:lnTo>
                    <a:pt x="639584" y="415953"/>
                  </a:lnTo>
                  <a:lnTo>
                    <a:pt x="655184" y="411665"/>
                  </a:lnTo>
                  <a:lnTo>
                    <a:pt x="670783" y="407288"/>
                  </a:lnTo>
                  <a:lnTo>
                    <a:pt x="686383" y="402782"/>
                  </a:lnTo>
                  <a:lnTo>
                    <a:pt x="701983" y="398107"/>
                  </a:lnTo>
                  <a:lnTo>
                    <a:pt x="717582" y="393236"/>
                  </a:lnTo>
                  <a:lnTo>
                    <a:pt x="733182" y="388145"/>
                  </a:lnTo>
                  <a:lnTo>
                    <a:pt x="748781" y="382816"/>
                  </a:lnTo>
                  <a:lnTo>
                    <a:pt x="764381" y="377230"/>
                  </a:lnTo>
                  <a:lnTo>
                    <a:pt x="779981" y="371368"/>
                  </a:lnTo>
                  <a:lnTo>
                    <a:pt x="795580" y="365198"/>
                  </a:lnTo>
                  <a:lnTo>
                    <a:pt x="811180" y="358665"/>
                  </a:lnTo>
                  <a:lnTo>
                    <a:pt x="826780" y="351705"/>
                  </a:lnTo>
                  <a:lnTo>
                    <a:pt x="842379" y="344281"/>
                  </a:lnTo>
                  <a:lnTo>
                    <a:pt x="857979" y="336340"/>
                  </a:lnTo>
                  <a:lnTo>
                    <a:pt x="873578" y="327845"/>
                  </a:lnTo>
                  <a:lnTo>
                    <a:pt x="889178" y="318778"/>
                  </a:lnTo>
                  <a:lnTo>
                    <a:pt x="904778" y="309155"/>
                  </a:lnTo>
                  <a:lnTo>
                    <a:pt x="920377" y="299022"/>
                  </a:lnTo>
                  <a:lnTo>
                    <a:pt x="935977" y="288465"/>
                  </a:lnTo>
                  <a:lnTo>
                    <a:pt x="951577" y="277596"/>
                  </a:lnTo>
                  <a:lnTo>
                    <a:pt x="967176" y="266553"/>
                  </a:lnTo>
                  <a:lnTo>
                    <a:pt x="982776" y="255481"/>
                  </a:lnTo>
                  <a:lnTo>
                    <a:pt x="998375" y="244522"/>
                  </a:lnTo>
                  <a:lnTo>
                    <a:pt x="1013975" y="233825"/>
                  </a:lnTo>
                  <a:lnTo>
                    <a:pt x="1029575" y="223472"/>
                  </a:lnTo>
                  <a:lnTo>
                    <a:pt x="1045174" y="213496"/>
                  </a:lnTo>
                  <a:lnTo>
                    <a:pt x="1060774" y="203893"/>
                  </a:lnTo>
                  <a:lnTo>
                    <a:pt x="1076374" y="194621"/>
                  </a:lnTo>
                  <a:lnTo>
                    <a:pt x="1091973" y="185604"/>
                  </a:lnTo>
                  <a:lnTo>
                    <a:pt x="1107573" y="176746"/>
                  </a:lnTo>
                  <a:lnTo>
                    <a:pt x="1123172" y="167937"/>
                  </a:lnTo>
                  <a:lnTo>
                    <a:pt x="1138772" y="159068"/>
                  </a:lnTo>
                  <a:lnTo>
                    <a:pt x="1154372" y="150043"/>
                  </a:lnTo>
                  <a:lnTo>
                    <a:pt x="1169971" y="140782"/>
                  </a:lnTo>
                  <a:lnTo>
                    <a:pt x="1185571" y="131241"/>
                  </a:lnTo>
                  <a:lnTo>
                    <a:pt x="1201171" y="121405"/>
                  </a:lnTo>
                  <a:lnTo>
                    <a:pt x="1216770" y="111299"/>
                  </a:lnTo>
                  <a:lnTo>
                    <a:pt x="1232370" y="101036"/>
                  </a:lnTo>
                  <a:lnTo>
                    <a:pt x="1247969" y="90743"/>
                  </a:lnTo>
                  <a:lnTo>
                    <a:pt x="1263569" y="80579"/>
                  </a:lnTo>
                  <a:lnTo>
                    <a:pt x="1279169" y="70719"/>
                  </a:lnTo>
                  <a:lnTo>
                    <a:pt x="1294768" y="61337"/>
                  </a:lnTo>
                  <a:lnTo>
                    <a:pt x="1310368" y="52590"/>
                  </a:lnTo>
                  <a:lnTo>
                    <a:pt x="1325968" y="44596"/>
                  </a:lnTo>
                  <a:lnTo>
                    <a:pt x="1341567" y="37426"/>
                  </a:lnTo>
                  <a:lnTo>
                    <a:pt x="1357167" y="31092"/>
                  </a:lnTo>
                  <a:lnTo>
                    <a:pt x="1372766" y="25551"/>
                  </a:lnTo>
                  <a:lnTo>
                    <a:pt x="1388366" y="20717"/>
                  </a:lnTo>
                  <a:lnTo>
                    <a:pt x="1403966" y="16497"/>
                  </a:lnTo>
                  <a:lnTo>
                    <a:pt x="1419565" y="12768"/>
                  </a:lnTo>
                  <a:lnTo>
                    <a:pt x="1435165" y="9432"/>
                  </a:lnTo>
                  <a:lnTo>
                    <a:pt x="1450765" y="6473"/>
                  </a:lnTo>
                  <a:lnTo>
                    <a:pt x="1466364" y="3933"/>
                  </a:lnTo>
                  <a:lnTo>
                    <a:pt x="1481964" y="1913"/>
                  </a:lnTo>
                  <a:lnTo>
                    <a:pt x="1497563" y="550"/>
                  </a:lnTo>
                  <a:lnTo>
                    <a:pt x="1513163" y="0"/>
                  </a:lnTo>
                  <a:lnTo>
                    <a:pt x="1528763" y="408"/>
                  </a:lnTo>
                  <a:lnTo>
                    <a:pt x="1544362" y="1882"/>
                  </a:lnTo>
                  <a:lnTo>
                    <a:pt x="1559962" y="4471"/>
                  </a:lnTo>
                  <a:lnTo>
                    <a:pt x="1575562" y="8150"/>
                  </a:lnTo>
                  <a:lnTo>
                    <a:pt x="1591161" y="12816"/>
                  </a:lnTo>
                  <a:lnTo>
                    <a:pt x="1606761" y="18342"/>
                  </a:lnTo>
                  <a:lnTo>
                    <a:pt x="1622360" y="24424"/>
                  </a:lnTo>
                  <a:lnTo>
                    <a:pt x="1637960" y="30818"/>
                  </a:lnTo>
                  <a:lnTo>
                    <a:pt x="1653560" y="37315"/>
                  </a:lnTo>
                  <a:lnTo>
                    <a:pt x="1669159" y="43756"/>
                  </a:lnTo>
                  <a:lnTo>
                    <a:pt x="1684759" y="50048"/>
                  </a:lnTo>
                  <a:lnTo>
                    <a:pt x="1700359" y="56171"/>
                  </a:lnTo>
                  <a:lnTo>
                    <a:pt x="1715958" y="62173"/>
                  </a:lnTo>
                  <a:lnTo>
                    <a:pt x="1731558" y="68155"/>
                  </a:lnTo>
                  <a:lnTo>
                    <a:pt x="1747157" y="74248"/>
                  </a:lnTo>
                  <a:lnTo>
                    <a:pt x="1762757" y="80594"/>
                  </a:lnTo>
                  <a:lnTo>
                    <a:pt x="1778357" y="87317"/>
                  </a:lnTo>
                  <a:lnTo>
                    <a:pt x="1793956" y="94522"/>
                  </a:lnTo>
                  <a:lnTo>
                    <a:pt x="1809556" y="102284"/>
                  </a:lnTo>
                  <a:lnTo>
                    <a:pt x="1825156" y="110563"/>
                  </a:lnTo>
                  <a:lnTo>
                    <a:pt x="1840755" y="119326"/>
                  </a:lnTo>
                  <a:lnTo>
                    <a:pt x="1856355" y="128525"/>
                  </a:lnTo>
                  <a:lnTo>
                    <a:pt x="1871954" y="138114"/>
                  </a:lnTo>
                  <a:lnTo>
                    <a:pt x="1887554" y="148068"/>
                  </a:lnTo>
                  <a:lnTo>
                    <a:pt x="1903154" y="158382"/>
                  </a:lnTo>
                  <a:lnTo>
                    <a:pt x="1918753" y="169078"/>
                  </a:lnTo>
                  <a:lnTo>
                    <a:pt x="1934353" y="180196"/>
                  </a:lnTo>
                  <a:lnTo>
                    <a:pt x="1949953" y="191777"/>
                  </a:lnTo>
                  <a:lnTo>
                    <a:pt x="1965552" y="203851"/>
                  </a:lnTo>
                  <a:lnTo>
                    <a:pt x="1981152" y="216413"/>
                  </a:lnTo>
                  <a:lnTo>
                    <a:pt x="1996751" y="229434"/>
                  </a:lnTo>
                  <a:lnTo>
                    <a:pt x="2012351" y="242780"/>
                  </a:lnTo>
                  <a:lnTo>
                    <a:pt x="2027951" y="256275"/>
                  </a:lnTo>
                  <a:lnTo>
                    <a:pt x="2043550" y="269729"/>
                  </a:lnTo>
                  <a:lnTo>
                    <a:pt x="2059150" y="282939"/>
                  </a:lnTo>
                  <a:lnTo>
                    <a:pt x="2074750" y="295708"/>
                  </a:lnTo>
                  <a:lnTo>
                    <a:pt x="2090349" y="307858"/>
                  </a:lnTo>
                  <a:lnTo>
                    <a:pt x="2105949" y="319238"/>
                  </a:lnTo>
                  <a:lnTo>
                    <a:pt x="2121548" y="329732"/>
                  </a:lnTo>
                  <a:lnTo>
                    <a:pt x="2137148" y="339258"/>
                  </a:lnTo>
                  <a:lnTo>
                    <a:pt x="2152748" y="347772"/>
                  </a:lnTo>
                  <a:lnTo>
                    <a:pt x="2168347" y="355265"/>
                  </a:lnTo>
                  <a:lnTo>
                    <a:pt x="2183947" y="361766"/>
                  </a:lnTo>
                  <a:lnTo>
                    <a:pt x="2199547" y="367265"/>
                  </a:lnTo>
                  <a:lnTo>
                    <a:pt x="2215146" y="371961"/>
                  </a:lnTo>
                  <a:lnTo>
                    <a:pt x="2230746" y="376000"/>
                  </a:lnTo>
                  <a:lnTo>
                    <a:pt x="2246345" y="379545"/>
                  </a:lnTo>
                  <a:lnTo>
                    <a:pt x="2261945" y="382770"/>
                  </a:lnTo>
                  <a:lnTo>
                    <a:pt x="2277545" y="385848"/>
                  </a:lnTo>
                  <a:lnTo>
                    <a:pt x="2293144" y="388937"/>
                  </a:lnTo>
                  <a:lnTo>
                    <a:pt x="2308744" y="392170"/>
                  </a:lnTo>
                  <a:lnTo>
                    <a:pt x="2324344" y="395648"/>
                  </a:lnTo>
                  <a:lnTo>
                    <a:pt x="2339943" y="399433"/>
                  </a:lnTo>
                  <a:lnTo>
                    <a:pt x="2355543" y="403553"/>
                  </a:lnTo>
                  <a:lnTo>
                    <a:pt x="2371142" y="407996"/>
                  </a:lnTo>
                  <a:lnTo>
                    <a:pt x="2386742" y="412731"/>
                  </a:lnTo>
                  <a:lnTo>
                    <a:pt x="2402342" y="417687"/>
                  </a:lnTo>
                  <a:lnTo>
                    <a:pt x="2417941" y="422763"/>
                  </a:lnTo>
                  <a:lnTo>
                    <a:pt x="2433541" y="427867"/>
                  </a:lnTo>
                  <a:lnTo>
                    <a:pt x="2449141" y="432905"/>
                  </a:lnTo>
                  <a:lnTo>
                    <a:pt x="2464740" y="437793"/>
                  </a:lnTo>
                  <a:lnTo>
                    <a:pt x="2480340" y="442458"/>
                  </a:lnTo>
                  <a:lnTo>
                    <a:pt x="2495939" y="446845"/>
                  </a:lnTo>
                  <a:lnTo>
                    <a:pt x="2511539" y="450923"/>
                  </a:lnTo>
                  <a:lnTo>
                    <a:pt x="2527139" y="454682"/>
                  </a:lnTo>
                  <a:lnTo>
                    <a:pt x="2542738" y="458134"/>
                  </a:lnTo>
                  <a:lnTo>
                    <a:pt x="2558338" y="461312"/>
                  </a:lnTo>
                  <a:lnTo>
                    <a:pt x="2573938" y="464262"/>
                  </a:lnTo>
                  <a:lnTo>
                    <a:pt x="2589537" y="467029"/>
                  </a:lnTo>
                  <a:lnTo>
                    <a:pt x="2605137" y="469676"/>
                  </a:lnTo>
                  <a:lnTo>
                    <a:pt x="2620736" y="472249"/>
                  </a:lnTo>
                  <a:lnTo>
                    <a:pt x="2636336" y="474777"/>
                  </a:lnTo>
                  <a:lnTo>
                    <a:pt x="2651936" y="477271"/>
                  </a:lnTo>
                  <a:lnTo>
                    <a:pt x="2667535" y="479729"/>
                  </a:lnTo>
                  <a:lnTo>
                    <a:pt x="2683135" y="482133"/>
                  </a:lnTo>
                  <a:lnTo>
                    <a:pt x="2698735" y="484456"/>
                  </a:lnTo>
                  <a:lnTo>
                    <a:pt x="2714334" y="486668"/>
                  </a:lnTo>
                  <a:lnTo>
                    <a:pt x="2729934" y="488734"/>
                  </a:lnTo>
                  <a:lnTo>
                    <a:pt x="2745533" y="490624"/>
                  </a:lnTo>
                  <a:lnTo>
                    <a:pt x="2761133" y="492313"/>
                  </a:lnTo>
                  <a:lnTo>
                    <a:pt x="2776733" y="493786"/>
                  </a:lnTo>
                  <a:lnTo>
                    <a:pt x="2792332" y="495020"/>
                  </a:lnTo>
                  <a:lnTo>
                    <a:pt x="2807932" y="496041"/>
                  </a:lnTo>
                  <a:lnTo>
                    <a:pt x="2823532" y="496864"/>
                  </a:lnTo>
                  <a:lnTo>
                    <a:pt x="2839131" y="497513"/>
                  </a:lnTo>
                  <a:lnTo>
                    <a:pt x="2854731" y="498011"/>
                  </a:lnTo>
                  <a:lnTo>
                    <a:pt x="2870330" y="498389"/>
                  </a:lnTo>
                  <a:lnTo>
                    <a:pt x="2885930" y="498676"/>
                  </a:lnTo>
                  <a:lnTo>
                    <a:pt x="2901530" y="498900"/>
                  </a:lnTo>
                  <a:lnTo>
                    <a:pt x="2917129" y="499089"/>
                  </a:lnTo>
                  <a:lnTo>
                    <a:pt x="2932729" y="499268"/>
                  </a:lnTo>
                  <a:lnTo>
                    <a:pt x="2948329" y="499455"/>
                  </a:lnTo>
                  <a:lnTo>
                    <a:pt x="2963928" y="499665"/>
                  </a:lnTo>
                  <a:lnTo>
                    <a:pt x="2979528" y="499906"/>
                  </a:lnTo>
                  <a:lnTo>
                    <a:pt x="2995127" y="500179"/>
                  </a:lnTo>
                  <a:lnTo>
                    <a:pt x="3010727" y="500476"/>
                  </a:lnTo>
                  <a:lnTo>
                    <a:pt x="3026327" y="500788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708272" y="2345058"/>
              <a:ext cx="2839131" cy="516424"/>
            </a:xfrm>
            <a:custGeom>
              <a:avLst/>
              <a:pathLst>
                <a:path w="2839131" h="516424">
                  <a:moveTo>
                    <a:pt x="0" y="512698"/>
                  </a:moveTo>
                  <a:lnTo>
                    <a:pt x="15599" y="512191"/>
                  </a:lnTo>
                  <a:lnTo>
                    <a:pt x="31199" y="511632"/>
                  </a:lnTo>
                  <a:lnTo>
                    <a:pt x="46798" y="511020"/>
                  </a:lnTo>
                  <a:lnTo>
                    <a:pt x="62398" y="510354"/>
                  </a:lnTo>
                  <a:lnTo>
                    <a:pt x="77998" y="509633"/>
                  </a:lnTo>
                  <a:lnTo>
                    <a:pt x="93597" y="508858"/>
                  </a:lnTo>
                  <a:lnTo>
                    <a:pt x="109197" y="508034"/>
                  </a:lnTo>
                  <a:lnTo>
                    <a:pt x="124796" y="507165"/>
                  </a:lnTo>
                  <a:lnTo>
                    <a:pt x="140396" y="506258"/>
                  </a:lnTo>
                  <a:lnTo>
                    <a:pt x="155996" y="505315"/>
                  </a:lnTo>
                  <a:lnTo>
                    <a:pt x="171595" y="504337"/>
                  </a:lnTo>
                  <a:lnTo>
                    <a:pt x="187195" y="503315"/>
                  </a:lnTo>
                  <a:lnTo>
                    <a:pt x="202795" y="502232"/>
                  </a:lnTo>
                  <a:lnTo>
                    <a:pt x="218394" y="501050"/>
                  </a:lnTo>
                  <a:lnTo>
                    <a:pt x="233994" y="499734"/>
                  </a:lnTo>
                  <a:lnTo>
                    <a:pt x="249593" y="498240"/>
                  </a:lnTo>
                  <a:lnTo>
                    <a:pt x="265193" y="496519"/>
                  </a:lnTo>
                  <a:lnTo>
                    <a:pt x="280793" y="494529"/>
                  </a:lnTo>
                  <a:lnTo>
                    <a:pt x="296392" y="492233"/>
                  </a:lnTo>
                  <a:lnTo>
                    <a:pt x="311992" y="489606"/>
                  </a:lnTo>
                  <a:lnTo>
                    <a:pt x="327592" y="486638"/>
                  </a:lnTo>
                  <a:lnTo>
                    <a:pt x="343191" y="483332"/>
                  </a:lnTo>
                  <a:lnTo>
                    <a:pt x="358791" y="479706"/>
                  </a:lnTo>
                  <a:lnTo>
                    <a:pt x="374390" y="475788"/>
                  </a:lnTo>
                  <a:lnTo>
                    <a:pt x="389990" y="471615"/>
                  </a:lnTo>
                  <a:lnTo>
                    <a:pt x="405590" y="467216"/>
                  </a:lnTo>
                  <a:lnTo>
                    <a:pt x="421189" y="462631"/>
                  </a:lnTo>
                  <a:lnTo>
                    <a:pt x="436789" y="457900"/>
                  </a:lnTo>
                  <a:lnTo>
                    <a:pt x="452389" y="453048"/>
                  </a:lnTo>
                  <a:lnTo>
                    <a:pt x="467988" y="448090"/>
                  </a:lnTo>
                  <a:lnTo>
                    <a:pt x="483588" y="443037"/>
                  </a:lnTo>
                  <a:lnTo>
                    <a:pt x="499187" y="437897"/>
                  </a:lnTo>
                  <a:lnTo>
                    <a:pt x="514787" y="432674"/>
                  </a:lnTo>
                  <a:lnTo>
                    <a:pt x="530387" y="427373"/>
                  </a:lnTo>
                  <a:lnTo>
                    <a:pt x="545986" y="421997"/>
                  </a:lnTo>
                  <a:lnTo>
                    <a:pt x="561586" y="416550"/>
                  </a:lnTo>
                  <a:lnTo>
                    <a:pt x="577186" y="411032"/>
                  </a:lnTo>
                  <a:lnTo>
                    <a:pt x="592785" y="405443"/>
                  </a:lnTo>
                  <a:lnTo>
                    <a:pt x="608385" y="399773"/>
                  </a:lnTo>
                  <a:lnTo>
                    <a:pt x="623984" y="394012"/>
                  </a:lnTo>
                  <a:lnTo>
                    <a:pt x="639584" y="388138"/>
                  </a:lnTo>
                  <a:lnTo>
                    <a:pt x="655184" y="382114"/>
                  </a:lnTo>
                  <a:lnTo>
                    <a:pt x="670783" y="375888"/>
                  </a:lnTo>
                  <a:lnTo>
                    <a:pt x="686383" y="369390"/>
                  </a:lnTo>
                  <a:lnTo>
                    <a:pt x="701983" y="362544"/>
                  </a:lnTo>
                  <a:lnTo>
                    <a:pt x="717582" y="355264"/>
                  </a:lnTo>
                  <a:lnTo>
                    <a:pt x="733182" y="347476"/>
                  </a:lnTo>
                  <a:lnTo>
                    <a:pt x="748781" y="339122"/>
                  </a:lnTo>
                  <a:lnTo>
                    <a:pt x="764381" y="330175"/>
                  </a:lnTo>
                  <a:lnTo>
                    <a:pt x="779981" y="320649"/>
                  </a:lnTo>
                  <a:lnTo>
                    <a:pt x="795580" y="310589"/>
                  </a:lnTo>
                  <a:lnTo>
                    <a:pt x="811180" y="300066"/>
                  </a:lnTo>
                  <a:lnTo>
                    <a:pt x="826780" y="289229"/>
                  </a:lnTo>
                  <a:lnTo>
                    <a:pt x="842379" y="278169"/>
                  </a:lnTo>
                  <a:lnTo>
                    <a:pt x="857979" y="266953"/>
                  </a:lnTo>
                  <a:lnTo>
                    <a:pt x="873578" y="255604"/>
                  </a:lnTo>
                  <a:lnTo>
                    <a:pt x="889178" y="244107"/>
                  </a:lnTo>
                  <a:lnTo>
                    <a:pt x="904778" y="232421"/>
                  </a:lnTo>
                  <a:lnTo>
                    <a:pt x="920377" y="220494"/>
                  </a:lnTo>
                  <a:lnTo>
                    <a:pt x="935977" y="208295"/>
                  </a:lnTo>
                  <a:lnTo>
                    <a:pt x="951577" y="195830"/>
                  </a:lnTo>
                  <a:lnTo>
                    <a:pt x="967176" y="183163"/>
                  </a:lnTo>
                  <a:lnTo>
                    <a:pt x="982776" y="170420"/>
                  </a:lnTo>
                  <a:lnTo>
                    <a:pt x="998375" y="157797"/>
                  </a:lnTo>
                  <a:lnTo>
                    <a:pt x="1013975" y="145540"/>
                  </a:lnTo>
                  <a:lnTo>
                    <a:pt x="1029575" y="133851"/>
                  </a:lnTo>
                  <a:lnTo>
                    <a:pt x="1045174" y="122902"/>
                  </a:lnTo>
                  <a:lnTo>
                    <a:pt x="1060774" y="112807"/>
                  </a:lnTo>
                  <a:lnTo>
                    <a:pt x="1076374" y="103614"/>
                  </a:lnTo>
                  <a:lnTo>
                    <a:pt x="1091973" y="95305"/>
                  </a:lnTo>
                  <a:lnTo>
                    <a:pt x="1107573" y="87801"/>
                  </a:lnTo>
                  <a:lnTo>
                    <a:pt x="1123172" y="80983"/>
                  </a:lnTo>
                  <a:lnTo>
                    <a:pt x="1138772" y="74702"/>
                  </a:lnTo>
                  <a:lnTo>
                    <a:pt x="1154372" y="68802"/>
                  </a:lnTo>
                  <a:lnTo>
                    <a:pt x="1169971" y="63133"/>
                  </a:lnTo>
                  <a:lnTo>
                    <a:pt x="1185571" y="57563"/>
                  </a:lnTo>
                  <a:lnTo>
                    <a:pt x="1201171" y="51982"/>
                  </a:lnTo>
                  <a:lnTo>
                    <a:pt x="1216770" y="46325"/>
                  </a:lnTo>
                  <a:lnTo>
                    <a:pt x="1232370" y="40576"/>
                  </a:lnTo>
                  <a:lnTo>
                    <a:pt x="1247969" y="34764"/>
                  </a:lnTo>
                  <a:lnTo>
                    <a:pt x="1263569" y="28960"/>
                  </a:lnTo>
                  <a:lnTo>
                    <a:pt x="1279169" y="23273"/>
                  </a:lnTo>
                  <a:lnTo>
                    <a:pt x="1294768" y="17845"/>
                  </a:lnTo>
                  <a:lnTo>
                    <a:pt x="1310368" y="12843"/>
                  </a:lnTo>
                  <a:lnTo>
                    <a:pt x="1325968" y="8442"/>
                  </a:lnTo>
                  <a:lnTo>
                    <a:pt x="1341567" y="4814"/>
                  </a:lnTo>
                  <a:lnTo>
                    <a:pt x="1357167" y="2117"/>
                  </a:lnTo>
                  <a:lnTo>
                    <a:pt x="1372766" y="474"/>
                  </a:lnTo>
                  <a:lnTo>
                    <a:pt x="1388366" y="0"/>
                  </a:lnTo>
                  <a:lnTo>
                    <a:pt x="1403966" y="792"/>
                  </a:lnTo>
                  <a:lnTo>
                    <a:pt x="1419565" y="2750"/>
                  </a:lnTo>
                  <a:lnTo>
                    <a:pt x="1435165" y="5814"/>
                  </a:lnTo>
                  <a:lnTo>
                    <a:pt x="1450765" y="9893"/>
                  </a:lnTo>
                  <a:lnTo>
                    <a:pt x="1466364" y="14868"/>
                  </a:lnTo>
                  <a:lnTo>
                    <a:pt x="1481964" y="20609"/>
                  </a:lnTo>
                  <a:lnTo>
                    <a:pt x="1497563" y="26979"/>
                  </a:lnTo>
                  <a:lnTo>
                    <a:pt x="1513163" y="33844"/>
                  </a:lnTo>
                  <a:lnTo>
                    <a:pt x="1528763" y="41085"/>
                  </a:lnTo>
                  <a:lnTo>
                    <a:pt x="1544362" y="48600"/>
                  </a:lnTo>
                  <a:lnTo>
                    <a:pt x="1559962" y="56312"/>
                  </a:lnTo>
                  <a:lnTo>
                    <a:pt x="1575562" y="64167"/>
                  </a:lnTo>
                  <a:lnTo>
                    <a:pt x="1591161" y="72137"/>
                  </a:lnTo>
                  <a:lnTo>
                    <a:pt x="1606761" y="80202"/>
                  </a:lnTo>
                  <a:lnTo>
                    <a:pt x="1622360" y="88346"/>
                  </a:lnTo>
                  <a:lnTo>
                    <a:pt x="1637960" y="96558"/>
                  </a:lnTo>
                  <a:lnTo>
                    <a:pt x="1653560" y="104824"/>
                  </a:lnTo>
                  <a:lnTo>
                    <a:pt x="1669159" y="113126"/>
                  </a:lnTo>
                  <a:lnTo>
                    <a:pt x="1684759" y="121454"/>
                  </a:lnTo>
                  <a:lnTo>
                    <a:pt x="1700359" y="129809"/>
                  </a:lnTo>
                  <a:lnTo>
                    <a:pt x="1715958" y="138208"/>
                  </a:lnTo>
                  <a:lnTo>
                    <a:pt x="1731558" y="146688"/>
                  </a:lnTo>
                  <a:lnTo>
                    <a:pt x="1747157" y="155308"/>
                  </a:lnTo>
                  <a:lnTo>
                    <a:pt x="1762757" y="164136"/>
                  </a:lnTo>
                  <a:lnTo>
                    <a:pt x="1778357" y="173244"/>
                  </a:lnTo>
                  <a:lnTo>
                    <a:pt x="1793956" y="182725"/>
                  </a:lnTo>
                  <a:lnTo>
                    <a:pt x="1809556" y="192583"/>
                  </a:lnTo>
                  <a:lnTo>
                    <a:pt x="1825156" y="202812"/>
                  </a:lnTo>
                  <a:lnTo>
                    <a:pt x="1840755" y="213377"/>
                  </a:lnTo>
                  <a:lnTo>
                    <a:pt x="1856355" y="224218"/>
                  </a:lnTo>
                  <a:lnTo>
                    <a:pt x="1871954" y="235258"/>
                  </a:lnTo>
                  <a:lnTo>
                    <a:pt x="1887554" y="246415"/>
                  </a:lnTo>
                  <a:lnTo>
                    <a:pt x="1903154" y="257606"/>
                  </a:lnTo>
                  <a:lnTo>
                    <a:pt x="1918753" y="268761"/>
                  </a:lnTo>
                  <a:lnTo>
                    <a:pt x="1934353" y="279816"/>
                  </a:lnTo>
                  <a:lnTo>
                    <a:pt x="1949953" y="290723"/>
                  </a:lnTo>
                  <a:lnTo>
                    <a:pt x="1965552" y="301441"/>
                  </a:lnTo>
                  <a:lnTo>
                    <a:pt x="1981152" y="311925"/>
                  </a:lnTo>
                  <a:lnTo>
                    <a:pt x="1996751" y="322128"/>
                  </a:lnTo>
                  <a:lnTo>
                    <a:pt x="2012351" y="332030"/>
                  </a:lnTo>
                  <a:lnTo>
                    <a:pt x="2027951" y="341592"/>
                  </a:lnTo>
                  <a:lnTo>
                    <a:pt x="2043550" y="350781"/>
                  </a:lnTo>
                  <a:lnTo>
                    <a:pt x="2059150" y="359565"/>
                  </a:lnTo>
                  <a:lnTo>
                    <a:pt x="2074750" y="367924"/>
                  </a:lnTo>
                  <a:lnTo>
                    <a:pt x="2090349" y="375852"/>
                  </a:lnTo>
                  <a:lnTo>
                    <a:pt x="2105949" y="383361"/>
                  </a:lnTo>
                  <a:lnTo>
                    <a:pt x="2121548" y="390480"/>
                  </a:lnTo>
                  <a:lnTo>
                    <a:pt x="2137148" y="397254"/>
                  </a:lnTo>
                  <a:lnTo>
                    <a:pt x="2152748" y="403744"/>
                  </a:lnTo>
                  <a:lnTo>
                    <a:pt x="2168347" y="410015"/>
                  </a:lnTo>
                  <a:lnTo>
                    <a:pt x="2183947" y="416126"/>
                  </a:lnTo>
                  <a:lnTo>
                    <a:pt x="2199547" y="422140"/>
                  </a:lnTo>
                  <a:lnTo>
                    <a:pt x="2215146" y="428094"/>
                  </a:lnTo>
                  <a:lnTo>
                    <a:pt x="2230746" y="433995"/>
                  </a:lnTo>
                  <a:lnTo>
                    <a:pt x="2246345" y="439829"/>
                  </a:lnTo>
                  <a:lnTo>
                    <a:pt x="2261945" y="445561"/>
                  </a:lnTo>
                  <a:lnTo>
                    <a:pt x="2277545" y="451142"/>
                  </a:lnTo>
                  <a:lnTo>
                    <a:pt x="2293144" y="456511"/>
                  </a:lnTo>
                  <a:lnTo>
                    <a:pt x="2308744" y="461608"/>
                  </a:lnTo>
                  <a:lnTo>
                    <a:pt x="2324344" y="466382"/>
                  </a:lnTo>
                  <a:lnTo>
                    <a:pt x="2339943" y="470789"/>
                  </a:lnTo>
                  <a:lnTo>
                    <a:pt x="2355543" y="474807"/>
                  </a:lnTo>
                  <a:lnTo>
                    <a:pt x="2371142" y="478427"/>
                  </a:lnTo>
                  <a:lnTo>
                    <a:pt x="2386742" y="481630"/>
                  </a:lnTo>
                  <a:lnTo>
                    <a:pt x="2402342" y="484480"/>
                  </a:lnTo>
                  <a:lnTo>
                    <a:pt x="2417941" y="487010"/>
                  </a:lnTo>
                  <a:lnTo>
                    <a:pt x="2433541" y="489254"/>
                  </a:lnTo>
                  <a:lnTo>
                    <a:pt x="2449141" y="491244"/>
                  </a:lnTo>
                  <a:lnTo>
                    <a:pt x="2464740" y="493004"/>
                  </a:lnTo>
                  <a:lnTo>
                    <a:pt x="2480340" y="494558"/>
                  </a:lnTo>
                  <a:lnTo>
                    <a:pt x="2495939" y="495921"/>
                  </a:lnTo>
                  <a:lnTo>
                    <a:pt x="2511539" y="497110"/>
                  </a:lnTo>
                  <a:lnTo>
                    <a:pt x="2527139" y="498141"/>
                  </a:lnTo>
                  <a:lnTo>
                    <a:pt x="2542738" y="499031"/>
                  </a:lnTo>
                  <a:lnTo>
                    <a:pt x="2558338" y="499804"/>
                  </a:lnTo>
                  <a:lnTo>
                    <a:pt x="2573938" y="500483"/>
                  </a:lnTo>
                  <a:lnTo>
                    <a:pt x="2589537" y="501100"/>
                  </a:lnTo>
                  <a:lnTo>
                    <a:pt x="2605137" y="501688"/>
                  </a:lnTo>
                  <a:lnTo>
                    <a:pt x="2620736" y="502276"/>
                  </a:lnTo>
                  <a:lnTo>
                    <a:pt x="2636336" y="502886"/>
                  </a:lnTo>
                  <a:lnTo>
                    <a:pt x="2651936" y="503538"/>
                  </a:lnTo>
                  <a:lnTo>
                    <a:pt x="2667535" y="504243"/>
                  </a:lnTo>
                  <a:lnTo>
                    <a:pt x="2683135" y="505006"/>
                  </a:lnTo>
                  <a:lnTo>
                    <a:pt x="2698735" y="505825"/>
                  </a:lnTo>
                  <a:lnTo>
                    <a:pt x="2714334" y="506692"/>
                  </a:lnTo>
                  <a:lnTo>
                    <a:pt x="2729934" y="507588"/>
                  </a:lnTo>
                  <a:lnTo>
                    <a:pt x="2745533" y="508493"/>
                  </a:lnTo>
                  <a:lnTo>
                    <a:pt x="2761133" y="509379"/>
                  </a:lnTo>
                  <a:lnTo>
                    <a:pt x="2776733" y="510213"/>
                  </a:lnTo>
                  <a:lnTo>
                    <a:pt x="2792332" y="510967"/>
                  </a:lnTo>
                  <a:lnTo>
                    <a:pt x="2807932" y="511625"/>
                  </a:lnTo>
                  <a:lnTo>
                    <a:pt x="2823532" y="512175"/>
                  </a:lnTo>
                  <a:lnTo>
                    <a:pt x="2839131" y="512615"/>
                  </a:lnTo>
                  <a:lnTo>
                    <a:pt x="2839131" y="516424"/>
                  </a:lnTo>
                  <a:lnTo>
                    <a:pt x="2823532" y="516424"/>
                  </a:lnTo>
                  <a:lnTo>
                    <a:pt x="2807932" y="516424"/>
                  </a:lnTo>
                  <a:lnTo>
                    <a:pt x="2792332" y="516424"/>
                  </a:lnTo>
                  <a:lnTo>
                    <a:pt x="2776733" y="516424"/>
                  </a:lnTo>
                  <a:lnTo>
                    <a:pt x="2761133" y="516424"/>
                  </a:lnTo>
                  <a:lnTo>
                    <a:pt x="2745533" y="516424"/>
                  </a:lnTo>
                  <a:lnTo>
                    <a:pt x="2729934" y="516424"/>
                  </a:lnTo>
                  <a:lnTo>
                    <a:pt x="2714334" y="516424"/>
                  </a:lnTo>
                  <a:lnTo>
                    <a:pt x="2698735" y="516424"/>
                  </a:lnTo>
                  <a:lnTo>
                    <a:pt x="2683135" y="516424"/>
                  </a:lnTo>
                  <a:lnTo>
                    <a:pt x="2667535" y="516424"/>
                  </a:lnTo>
                  <a:lnTo>
                    <a:pt x="2651936" y="516424"/>
                  </a:lnTo>
                  <a:lnTo>
                    <a:pt x="2636336" y="516424"/>
                  </a:lnTo>
                  <a:lnTo>
                    <a:pt x="2620736" y="516424"/>
                  </a:lnTo>
                  <a:lnTo>
                    <a:pt x="2605137" y="516424"/>
                  </a:lnTo>
                  <a:lnTo>
                    <a:pt x="2589537" y="516424"/>
                  </a:lnTo>
                  <a:lnTo>
                    <a:pt x="2573938" y="516424"/>
                  </a:lnTo>
                  <a:lnTo>
                    <a:pt x="2558338" y="516424"/>
                  </a:lnTo>
                  <a:lnTo>
                    <a:pt x="2542738" y="516424"/>
                  </a:lnTo>
                  <a:lnTo>
                    <a:pt x="2527139" y="516424"/>
                  </a:lnTo>
                  <a:lnTo>
                    <a:pt x="2511539" y="516424"/>
                  </a:lnTo>
                  <a:lnTo>
                    <a:pt x="2495939" y="516424"/>
                  </a:lnTo>
                  <a:lnTo>
                    <a:pt x="2480340" y="516424"/>
                  </a:lnTo>
                  <a:lnTo>
                    <a:pt x="2464740" y="516424"/>
                  </a:lnTo>
                  <a:lnTo>
                    <a:pt x="2449141" y="516424"/>
                  </a:lnTo>
                  <a:lnTo>
                    <a:pt x="2433541" y="516424"/>
                  </a:lnTo>
                  <a:lnTo>
                    <a:pt x="2417941" y="516424"/>
                  </a:lnTo>
                  <a:lnTo>
                    <a:pt x="2402342" y="516424"/>
                  </a:lnTo>
                  <a:lnTo>
                    <a:pt x="2386742" y="516424"/>
                  </a:lnTo>
                  <a:lnTo>
                    <a:pt x="2371142" y="516424"/>
                  </a:lnTo>
                  <a:lnTo>
                    <a:pt x="2355543" y="516424"/>
                  </a:lnTo>
                  <a:lnTo>
                    <a:pt x="2339943" y="516424"/>
                  </a:lnTo>
                  <a:lnTo>
                    <a:pt x="2324344" y="516424"/>
                  </a:lnTo>
                  <a:lnTo>
                    <a:pt x="2308744" y="516424"/>
                  </a:lnTo>
                  <a:lnTo>
                    <a:pt x="2293144" y="516424"/>
                  </a:lnTo>
                  <a:lnTo>
                    <a:pt x="2277545" y="516424"/>
                  </a:lnTo>
                  <a:lnTo>
                    <a:pt x="2261945" y="516424"/>
                  </a:lnTo>
                  <a:lnTo>
                    <a:pt x="2246345" y="516424"/>
                  </a:lnTo>
                  <a:lnTo>
                    <a:pt x="2230746" y="516424"/>
                  </a:lnTo>
                  <a:lnTo>
                    <a:pt x="2215146" y="516424"/>
                  </a:lnTo>
                  <a:lnTo>
                    <a:pt x="2199547" y="516424"/>
                  </a:lnTo>
                  <a:lnTo>
                    <a:pt x="2183947" y="516424"/>
                  </a:lnTo>
                  <a:lnTo>
                    <a:pt x="2168347" y="516424"/>
                  </a:lnTo>
                  <a:lnTo>
                    <a:pt x="2152748" y="516424"/>
                  </a:lnTo>
                  <a:lnTo>
                    <a:pt x="2137148" y="516424"/>
                  </a:lnTo>
                  <a:lnTo>
                    <a:pt x="2121548" y="516424"/>
                  </a:lnTo>
                  <a:lnTo>
                    <a:pt x="2105949" y="516424"/>
                  </a:lnTo>
                  <a:lnTo>
                    <a:pt x="2090349" y="516424"/>
                  </a:lnTo>
                  <a:lnTo>
                    <a:pt x="2074750" y="516424"/>
                  </a:lnTo>
                  <a:lnTo>
                    <a:pt x="2059150" y="516424"/>
                  </a:lnTo>
                  <a:lnTo>
                    <a:pt x="2043550" y="516424"/>
                  </a:lnTo>
                  <a:lnTo>
                    <a:pt x="2027951" y="516424"/>
                  </a:lnTo>
                  <a:lnTo>
                    <a:pt x="2012351" y="516424"/>
                  </a:lnTo>
                  <a:lnTo>
                    <a:pt x="1996751" y="516424"/>
                  </a:lnTo>
                  <a:lnTo>
                    <a:pt x="1981152" y="516424"/>
                  </a:lnTo>
                  <a:lnTo>
                    <a:pt x="1965552" y="516424"/>
                  </a:lnTo>
                  <a:lnTo>
                    <a:pt x="1949953" y="516424"/>
                  </a:lnTo>
                  <a:lnTo>
                    <a:pt x="1934353" y="516424"/>
                  </a:lnTo>
                  <a:lnTo>
                    <a:pt x="1918753" y="516424"/>
                  </a:lnTo>
                  <a:lnTo>
                    <a:pt x="1903154" y="516424"/>
                  </a:lnTo>
                  <a:lnTo>
                    <a:pt x="1887554" y="516424"/>
                  </a:lnTo>
                  <a:lnTo>
                    <a:pt x="1871954" y="516424"/>
                  </a:lnTo>
                  <a:lnTo>
                    <a:pt x="1856355" y="516424"/>
                  </a:lnTo>
                  <a:lnTo>
                    <a:pt x="1840755" y="516424"/>
                  </a:lnTo>
                  <a:lnTo>
                    <a:pt x="1825156" y="516424"/>
                  </a:lnTo>
                  <a:lnTo>
                    <a:pt x="1809556" y="516424"/>
                  </a:lnTo>
                  <a:lnTo>
                    <a:pt x="1793956" y="516424"/>
                  </a:lnTo>
                  <a:lnTo>
                    <a:pt x="1778357" y="516424"/>
                  </a:lnTo>
                  <a:lnTo>
                    <a:pt x="1762757" y="516424"/>
                  </a:lnTo>
                  <a:lnTo>
                    <a:pt x="1747157" y="516424"/>
                  </a:lnTo>
                  <a:lnTo>
                    <a:pt x="1731558" y="516424"/>
                  </a:lnTo>
                  <a:lnTo>
                    <a:pt x="1715958" y="516424"/>
                  </a:lnTo>
                  <a:lnTo>
                    <a:pt x="1700359" y="516424"/>
                  </a:lnTo>
                  <a:lnTo>
                    <a:pt x="1684759" y="516424"/>
                  </a:lnTo>
                  <a:lnTo>
                    <a:pt x="1669159" y="516424"/>
                  </a:lnTo>
                  <a:lnTo>
                    <a:pt x="1653560" y="516424"/>
                  </a:lnTo>
                  <a:lnTo>
                    <a:pt x="1637960" y="516424"/>
                  </a:lnTo>
                  <a:lnTo>
                    <a:pt x="1622360" y="516424"/>
                  </a:lnTo>
                  <a:lnTo>
                    <a:pt x="1606761" y="516424"/>
                  </a:lnTo>
                  <a:lnTo>
                    <a:pt x="1591161" y="516424"/>
                  </a:lnTo>
                  <a:lnTo>
                    <a:pt x="1575562" y="516424"/>
                  </a:lnTo>
                  <a:lnTo>
                    <a:pt x="1559962" y="516424"/>
                  </a:lnTo>
                  <a:lnTo>
                    <a:pt x="1544362" y="516424"/>
                  </a:lnTo>
                  <a:lnTo>
                    <a:pt x="1528763" y="516424"/>
                  </a:lnTo>
                  <a:lnTo>
                    <a:pt x="1513163" y="516424"/>
                  </a:lnTo>
                  <a:lnTo>
                    <a:pt x="1497563" y="516424"/>
                  </a:lnTo>
                  <a:lnTo>
                    <a:pt x="1481964" y="516424"/>
                  </a:lnTo>
                  <a:lnTo>
                    <a:pt x="1466364" y="516424"/>
                  </a:lnTo>
                  <a:lnTo>
                    <a:pt x="1450765" y="516424"/>
                  </a:lnTo>
                  <a:lnTo>
                    <a:pt x="1435165" y="516424"/>
                  </a:lnTo>
                  <a:lnTo>
                    <a:pt x="1419565" y="516424"/>
                  </a:lnTo>
                  <a:lnTo>
                    <a:pt x="1403966" y="516424"/>
                  </a:lnTo>
                  <a:lnTo>
                    <a:pt x="1388366" y="516424"/>
                  </a:lnTo>
                  <a:lnTo>
                    <a:pt x="1372766" y="516424"/>
                  </a:lnTo>
                  <a:lnTo>
                    <a:pt x="1357167" y="516424"/>
                  </a:lnTo>
                  <a:lnTo>
                    <a:pt x="1341567" y="516424"/>
                  </a:lnTo>
                  <a:lnTo>
                    <a:pt x="1325968" y="516424"/>
                  </a:lnTo>
                  <a:lnTo>
                    <a:pt x="1310368" y="516424"/>
                  </a:lnTo>
                  <a:lnTo>
                    <a:pt x="1294768" y="516424"/>
                  </a:lnTo>
                  <a:lnTo>
                    <a:pt x="1279169" y="516424"/>
                  </a:lnTo>
                  <a:lnTo>
                    <a:pt x="1263569" y="516424"/>
                  </a:lnTo>
                  <a:lnTo>
                    <a:pt x="1247969" y="516424"/>
                  </a:lnTo>
                  <a:lnTo>
                    <a:pt x="1232370" y="516424"/>
                  </a:lnTo>
                  <a:lnTo>
                    <a:pt x="1216770" y="516424"/>
                  </a:lnTo>
                  <a:lnTo>
                    <a:pt x="1201171" y="516424"/>
                  </a:lnTo>
                  <a:lnTo>
                    <a:pt x="1185571" y="516424"/>
                  </a:lnTo>
                  <a:lnTo>
                    <a:pt x="1169971" y="516424"/>
                  </a:lnTo>
                  <a:lnTo>
                    <a:pt x="1154372" y="516424"/>
                  </a:lnTo>
                  <a:lnTo>
                    <a:pt x="1138772" y="516424"/>
                  </a:lnTo>
                  <a:lnTo>
                    <a:pt x="1123172" y="516424"/>
                  </a:lnTo>
                  <a:lnTo>
                    <a:pt x="1107573" y="516424"/>
                  </a:lnTo>
                  <a:lnTo>
                    <a:pt x="1091973" y="516424"/>
                  </a:lnTo>
                  <a:lnTo>
                    <a:pt x="1076374" y="516424"/>
                  </a:lnTo>
                  <a:lnTo>
                    <a:pt x="1060774" y="516424"/>
                  </a:lnTo>
                  <a:lnTo>
                    <a:pt x="1045174" y="516424"/>
                  </a:lnTo>
                  <a:lnTo>
                    <a:pt x="1029575" y="516424"/>
                  </a:lnTo>
                  <a:lnTo>
                    <a:pt x="1013975" y="516424"/>
                  </a:lnTo>
                  <a:lnTo>
                    <a:pt x="998375" y="516424"/>
                  </a:lnTo>
                  <a:lnTo>
                    <a:pt x="982776" y="516424"/>
                  </a:lnTo>
                  <a:lnTo>
                    <a:pt x="967176" y="516424"/>
                  </a:lnTo>
                  <a:lnTo>
                    <a:pt x="951577" y="516424"/>
                  </a:lnTo>
                  <a:lnTo>
                    <a:pt x="935977" y="516424"/>
                  </a:lnTo>
                  <a:lnTo>
                    <a:pt x="920377" y="516424"/>
                  </a:lnTo>
                  <a:lnTo>
                    <a:pt x="904778" y="516424"/>
                  </a:lnTo>
                  <a:lnTo>
                    <a:pt x="889178" y="516424"/>
                  </a:lnTo>
                  <a:lnTo>
                    <a:pt x="873578" y="516424"/>
                  </a:lnTo>
                  <a:lnTo>
                    <a:pt x="857979" y="516424"/>
                  </a:lnTo>
                  <a:lnTo>
                    <a:pt x="842379" y="516424"/>
                  </a:lnTo>
                  <a:lnTo>
                    <a:pt x="826780" y="516424"/>
                  </a:lnTo>
                  <a:lnTo>
                    <a:pt x="811180" y="516424"/>
                  </a:lnTo>
                  <a:lnTo>
                    <a:pt x="795580" y="516424"/>
                  </a:lnTo>
                  <a:lnTo>
                    <a:pt x="779981" y="516424"/>
                  </a:lnTo>
                  <a:lnTo>
                    <a:pt x="764381" y="516424"/>
                  </a:lnTo>
                  <a:lnTo>
                    <a:pt x="748781" y="516424"/>
                  </a:lnTo>
                  <a:lnTo>
                    <a:pt x="733182" y="516424"/>
                  </a:lnTo>
                  <a:lnTo>
                    <a:pt x="717582" y="516424"/>
                  </a:lnTo>
                  <a:lnTo>
                    <a:pt x="701983" y="516424"/>
                  </a:lnTo>
                  <a:lnTo>
                    <a:pt x="686383" y="516424"/>
                  </a:lnTo>
                  <a:lnTo>
                    <a:pt x="670783" y="516424"/>
                  </a:lnTo>
                  <a:lnTo>
                    <a:pt x="655184" y="516424"/>
                  </a:lnTo>
                  <a:lnTo>
                    <a:pt x="639584" y="516424"/>
                  </a:lnTo>
                  <a:lnTo>
                    <a:pt x="623984" y="516424"/>
                  </a:lnTo>
                  <a:lnTo>
                    <a:pt x="608385" y="516424"/>
                  </a:lnTo>
                  <a:lnTo>
                    <a:pt x="592785" y="516424"/>
                  </a:lnTo>
                  <a:lnTo>
                    <a:pt x="577186" y="516424"/>
                  </a:lnTo>
                  <a:lnTo>
                    <a:pt x="561586" y="516424"/>
                  </a:lnTo>
                  <a:lnTo>
                    <a:pt x="545986" y="516424"/>
                  </a:lnTo>
                  <a:lnTo>
                    <a:pt x="530387" y="516424"/>
                  </a:lnTo>
                  <a:lnTo>
                    <a:pt x="514787" y="516424"/>
                  </a:lnTo>
                  <a:lnTo>
                    <a:pt x="499187" y="516424"/>
                  </a:lnTo>
                  <a:lnTo>
                    <a:pt x="483588" y="516424"/>
                  </a:lnTo>
                  <a:lnTo>
                    <a:pt x="467988" y="516424"/>
                  </a:lnTo>
                  <a:lnTo>
                    <a:pt x="452389" y="516424"/>
                  </a:lnTo>
                  <a:lnTo>
                    <a:pt x="436789" y="516424"/>
                  </a:lnTo>
                  <a:lnTo>
                    <a:pt x="421189" y="516424"/>
                  </a:lnTo>
                  <a:lnTo>
                    <a:pt x="405590" y="516424"/>
                  </a:lnTo>
                  <a:lnTo>
                    <a:pt x="389990" y="516424"/>
                  </a:lnTo>
                  <a:lnTo>
                    <a:pt x="374390" y="516424"/>
                  </a:lnTo>
                  <a:lnTo>
                    <a:pt x="358791" y="516424"/>
                  </a:lnTo>
                  <a:lnTo>
                    <a:pt x="343191" y="516424"/>
                  </a:lnTo>
                  <a:lnTo>
                    <a:pt x="327592" y="516424"/>
                  </a:lnTo>
                  <a:lnTo>
                    <a:pt x="311992" y="516424"/>
                  </a:lnTo>
                  <a:lnTo>
                    <a:pt x="296392" y="516424"/>
                  </a:lnTo>
                  <a:lnTo>
                    <a:pt x="280793" y="516424"/>
                  </a:lnTo>
                  <a:lnTo>
                    <a:pt x="265193" y="516424"/>
                  </a:lnTo>
                  <a:lnTo>
                    <a:pt x="249593" y="516424"/>
                  </a:lnTo>
                  <a:lnTo>
                    <a:pt x="233994" y="516424"/>
                  </a:lnTo>
                  <a:lnTo>
                    <a:pt x="218394" y="516424"/>
                  </a:lnTo>
                  <a:lnTo>
                    <a:pt x="202795" y="516424"/>
                  </a:lnTo>
                  <a:lnTo>
                    <a:pt x="187195" y="516424"/>
                  </a:lnTo>
                  <a:lnTo>
                    <a:pt x="171595" y="516424"/>
                  </a:lnTo>
                  <a:lnTo>
                    <a:pt x="155996" y="516424"/>
                  </a:lnTo>
                  <a:lnTo>
                    <a:pt x="140396" y="516424"/>
                  </a:lnTo>
                  <a:lnTo>
                    <a:pt x="124796" y="516424"/>
                  </a:lnTo>
                  <a:lnTo>
                    <a:pt x="109197" y="516424"/>
                  </a:lnTo>
                  <a:lnTo>
                    <a:pt x="93597" y="516424"/>
                  </a:lnTo>
                  <a:lnTo>
                    <a:pt x="77998" y="516424"/>
                  </a:lnTo>
                  <a:lnTo>
                    <a:pt x="62398" y="516424"/>
                  </a:lnTo>
                  <a:lnTo>
                    <a:pt x="46798" y="516424"/>
                  </a:lnTo>
                  <a:lnTo>
                    <a:pt x="31199" y="516424"/>
                  </a:lnTo>
                  <a:lnTo>
                    <a:pt x="15599" y="516424"/>
                  </a:lnTo>
                  <a:lnTo>
                    <a:pt x="0" y="516424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708272" y="2345058"/>
              <a:ext cx="2839131" cy="512698"/>
            </a:xfrm>
            <a:custGeom>
              <a:avLst/>
              <a:pathLst>
                <a:path w="2839131" h="512698">
                  <a:moveTo>
                    <a:pt x="0" y="512698"/>
                  </a:moveTo>
                  <a:lnTo>
                    <a:pt x="15599" y="512191"/>
                  </a:lnTo>
                  <a:lnTo>
                    <a:pt x="31199" y="511632"/>
                  </a:lnTo>
                  <a:lnTo>
                    <a:pt x="46798" y="511020"/>
                  </a:lnTo>
                  <a:lnTo>
                    <a:pt x="62398" y="510354"/>
                  </a:lnTo>
                  <a:lnTo>
                    <a:pt x="77998" y="509633"/>
                  </a:lnTo>
                  <a:lnTo>
                    <a:pt x="93597" y="508858"/>
                  </a:lnTo>
                  <a:lnTo>
                    <a:pt x="109197" y="508034"/>
                  </a:lnTo>
                  <a:lnTo>
                    <a:pt x="124796" y="507165"/>
                  </a:lnTo>
                  <a:lnTo>
                    <a:pt x="140396" y="506258"/>
                  </a:lnTo>
                  <a:lnTo>
                    <a:pt x="155996" y="505315"/>
                  </a:lnTo>
                  <a:lnTo>
                    <a:pt x="171595" y="504337"/>
                  </a:lnTo>
                  <a:lnTo>
                    <a:pt x="187195" y="503315"/>
                  </a:lnTo>
                  <a:lnTo>
                    <a:pt x="202795" y="502232"/>
                  </a:lnTo>
                  <a:lnTo>
                    <a:pt x="218394" y="501050"/>
                  </a:lnTo>
                  <a:lnTo>
                    <a:pt x="233994" y="499734"/>
                  </a:lnTo>
                  <a:lnTo>
                    <a:pt x="249593" y="498240"/>
                  </a:lnTo>
                  <a:lnTo>
                    <a:pt x="265193" y="496519"/>
                  </a:lnTo>
                  <a:lnTo>
                    <a:pt x="280793" y="494529"/>
                  </a:lnTo>
                  <a:lnTo>
                    <a:pt x="296392" y="492233"/>
                  </a:lnTo>
                  <a:lnTo>
                    <a:pt x="311992" y="489606"/>
                  </a:lnTo>
                  <a:lnTo>
                    <a:pt x="327592" y="486638"/>
                  </a:lnTo>
                  <a:lnTo>
                    <a:pt x="343191" y="483332"/>
                  </a:lnTo>
                  <a:lnTo>
                    <a:pt x="358791" y="479706"/>
                  </a:lnTo>
                  <a:lnTo>
                    <a:pt x="374390" y="475788"/>
                  </a:lnTo>
                  <a:lnTo>
                    <a:pt x="389990" y="471615"/>
                  </a:lnTo>
                  <a:lnTo>
                    <a:pt x="405590" y="467216"/>
                  </a:lnTo>
                  <a:lnTo>
                    <a:pt x="421189" y="462631"/>
                  </a:lnTo>
                  <a:lnTo>
                    <a:pt x="436789" y="457900"/>
                  </a:lnTo>
                  <a:lnTo>
                    <a:pt x="452389" y="453048"/>
                  </a:lnTo>
                  <a:lnTo>
                    <a:pt x="467988" y="448090"/>
                  </a:lnTo>
                  <a:lnTo>
                    <a:pt x="483588" y="443037"/>
                  </a:lnTo>
                  <a:lnTo>
                    <a:pt x="499187" y="437897"/>
                  </a:lnTo>
                  <a:lnTo>
                    <a:pt x="514787" y="432674"/>
                  </a:lnTo>
                  <a:lnTo>
                    <a:pt x="530387" y="427373"/>
                  </a:lnTo>
                  <a:lnTo>
                    <a:pt x="545986" y="421997"/>
                  </a:lnTo>
                  <a:lnTo>
                    <a:pt x="561586" y="416550"/>
                  </a:lnTo>
                  <a:lnTo>
                    <a:pt x="577186" y="411032"/>
                  </a:lnTo>
                  <a:lnTo>
                    <a:pt x="592785" y="405443"/>
                  </a:lnTo>
                  <a:lnTo>
                    <a:pt x="608385" y="399773"/>
                  </a:lnTo>
                  <a:lnTo>
                    <a:pt x="623984" y="394012"/>
                  </a:lnTo>
                  <a:lnTo>
                    <a:pt x="639584" y="388138"/>
                  </a:lnTo>
                  <a:lnTo>
                    <a:pt x="655184" y="382114"/>
                  </a:lnTo>
                  <a:lnTo>
                    <a:pt x="670783" y="375888"/>
                  </a:lnTo>
                  <a:lnTo>
                    <a:pt x="686383" y="369390"/>
                  </a:lnTo>
                  <a:lnTo>
                    <a:pt x="701983" y="362544"/>
                  </a:lnTo>
                  <a:lnTo>
                    <a:pt x="717582" y="355264"/>
                  </a:lnTo>
                  <a:lnTo>
                    <a:pt x="733182" y="347476"/>
                  </a:lnTo>
                  <a:lnTo>
                    <a:pt x="748781" y="339122"/>
                  </a:lnTo>
                  <a:lnTo>
                    <a:pt x="764381" y="330175"/>
                  </a:lnTo>
                  <a:lnTo>
                    <a:pt x="779981" y="320649"/>
                  </a:lnTo>
                  <a:lnTo>
                    <a:pt x="795580" y="310589"/>
                  </a:lnTo>
                  <a:lnTo>
                    <a:pt x="811180" y="300066"/>
                  </a:lnTo>
                  <a:lnTo>
                    <a:pt x="826780" y="289229"/>
                  </a:lnTo>
                  <a:lnTo>
                    <a:pt x="842379" y="278169"/>
                  </a:lnTo>
                  <a:lnTo>
                    <a:pt x="857979" y="266953"/>
                  </a:lnTo>
                  <a:lnTo>
                    <a:pt x="873578" y="255604"/>
                  </a:lnTo>
                  <a:lnTo>
                    <a:pt x="889178" y="244107"/>
                  </a:lnTo>
                  <a:lnTo>
                    <a:pt x="904778" y="232421"/>
                  </a:lnTo>
                  <a:lnTo>
                    <a:pt x="920377" y="220494"/>
                  </a:lnTo>
                  <a:lnTo>
                    <a:pt x="935977" y="208295"/>
                  </a:lnTo>
                  <a:lnTo>
                    <a:pt x="951577" y="195830"/>
                  </a:lnTo>
                  <a:lnTo>
                    <a:pt x="967176" y="183163"/>
                  </a:lnTo>
                  <a:lnTo>
                    <a:pt x="982776" y="170420"/>
                  </a:lnTo>
                  <a:lnTo>
                    <a:pt x="998375" y="157797"/>
                  </a:lnTo>
                  <a:lnTo>
                    <a:pt x="1013975" y="145540"/>
                  </a:lnTo>
                  <a:lnTo>
                    <a:pt x="1029575" y="133851"/>
                  </a:lnTo>
                  <a:lnTo>
                    <a:pt x="1045174" y="122902"/>
                  </a:lnTo>
                  <a:lnTo>
                    <a:pt x="1060774" y="112807"/>
                  </a:lnTo>
                  <a:lnTo>
                    <a:pt x="1076374" y="103614"/>
                  </a:lnTo>
                  <a:lnTo>
                    <a:pt x="1091973" y="95305"/>
                  </a:lnTo>
                  <a:lnTo>
                    <a:pt x="1107573" y="87801"/>
                  </a:lnTo>
                  <a:lnTo>
                    <a:pt x="1123172" y="80983"/>
                  </a:lnTo>
                  <a:lnTo>
                    <a:pt x="1138772" y="74702"/>
                  </a:lnTo>
                  <a:lnTo>
                    <a:pt x="1154372" y="68802"/>
                  </a:lnTo>
                  <a:lnTo>
                    <a:pt x="1169971" y="63133"/>
                  </a:lnTo>
                  <a:lnTo>
                    <a:pt x="1185571" y="57563"/>
                  </a:lnTo>
                  <a:lnTo>
                    <a:pt x="1201171" y="51982"/>
                  </a:lnTo>
                  <a:lnTo>
                    <a:pt x="1216770" y="46325"/>
                  </a:lnTo>
                  <a:lnTo>
                    <a:pt x="1232370" y="40576"/>
                  </a:lnTo>
                  <a:lnTo>
                    <a:pt x="1247969" y="34764"/>
                  </a:lnTo>
                  <a:lnTo>
                    <a:pt x="1263569" y="28960"/>
                  </a:lnTo>
                  <a:lnTo>
                    <a:pt x="1279169" y="23273"/>
                  </a:lnTo>
                  <a:lnTo>
                    <a:pt x="1294768" y="17845"/>
                  </a:lnTo>
                  <a:lnTo>
                    <a:pt x="1310368" y="12843"/>
                  </a:lnTo>
                  <a:lnTo>
                    <a:pt x="1325968" y="8442"/>
                  </a:lnTo>
                  <a:lnTo>
                    <a:pt x="1341567" y="4814"/>
                  </a:lnTo>
                  <a:lnTo>
                    <a:pt x="1357167" y="2117"/>
                  </a:lnTo>
                  <a:lnTo>
                    <a:pt x="1372766" y="474"/>
                  </a:lnTo>
                  <a:lnTo>
                    <a:pt x="1388366" y="0"/>
                  </a:lnTo>
                  <a:lnTo>
                    <a:pt x="1403966" y="792"/>
                  </a:lnTo>
                  <a:lnTo>
                    <a:pt x="1419565" y="2750"/>
                  </a:lnTo>
                  <a:lnTo>
                    <a:pt x="1435165" y="5814"/>
                  </a:lnTo>
                  <a:lnTo>
                    <a:pt x="1450765" y="9893"/>
                  </a:lnTo>
                  <a:lnTo>
                    <a:pt x="1466364" y="14868"/>
                  </a:lnTo>
                  <a:lnTo>
                    <a:pt x="1481964" y="20609"/>
                  </a:lnTo>
                  <a:lnTo>
                    <a:pt x="1497563" y="26979"/>
                  </a:lnTo>
                  <a:lnTo>
                    <a:pt x="1513163" y="33844"/>
                  </a:lnTo>
                  <a:lnTo>
                    <a:pt x="1528763" y="41085"/>
                  </a:lnTo>
                  <a:lnTo>
                    <a:pt x="1544362" y="48600"/>
                  </a:lnTo>
                  <a:lnTo>
                    <a:pt x="1559962" y="56312"/>
                  </a:lnTo>
                  <a:lnTo>
                    <a:pt x="1575562" y="64167"/>
                  </a:lnTo>
                  <a:lnTo>
                    <a:pt x="1591161" y="72137"/>
                  </a:lnTo>
                  <a:lnTo>
                    <a:pt x="1606761" y="80202"/>
                  </a:lnTo>
                  <a:lnTo>
                    <a:pt x="1622360" y="88346"/>
                  </a:lnTo>
                  <a:lnTo>
                    <a:pt x="1637960" y="96558"/>
                  </a:lnTo>
                  <a:lnTo>
                    <a:pt x="1653560" y="104824"/>
                  </a:lnTo>
                  <a:lnTo>
                    <a:pt x="1669159" y="113126"/>
                  </a:lnTo>
                  <a:lnTo>
                    <a:pt x="1684759" y="121454"/>
                  </a:lnTo>
                  <a:lnTo>
                    <a:pt x="1700359" y="129809"/>
                  </a:lnTo>
                  <a:lnTo>
                    <a:pt x="1715958" y="138208"/>
                  </a:lnTo>
                  <a:lnTo>
                    <a:pt x="1731558" y="146688"/>
                  </a:lnTo>
                  <a:lnTo>
                    <a:pt x="1747157" y="155308"/>
                  </a:lnTo>
                  <a:lnTo>
                    <a:pt x="1762757" y="164136"/>
                  </a:lnTo>
                  <a:lnTo>
                    <a:pt x="1778357" y="173244"/>
                  </a:lnTo>
                  <a:lnTo>
                    <a:pt x="1793956" y="182725"/>
                  </a:lnTo>
                  <a:lnTo>
                    <a:pt x="1809556" y="192583"/>
                  </a:lnTo>
                  <a:lnTo>
                    <a:pt x="1825156" y="202812"/>
                  </a:lnTo>
                  <a:lnTo>
                    <a:pt x="1840755" y="213377"/>
                  </a:lnTo>
                  <a:lnTo>
                    <a:pt x="1856355" y="224218"/>
                  </a:lnTo>
                  <a:lnTo>
                    <a:pt x="1871954" y="235258"/>
                  </a:lnTo>
                  <a:lnTo>
                    <a:pt x="1887554" y="246415"/>
                  </a:lnTo>
                  <a:lnTo>
                    <a:pt x="1903154" y="257606"/>
                  </a:lnTo>
                  <a:lnTo>
                    <a:pt x="1918753" y="268761"/>
                  </a:lnTo>
                  <a:lnTo>
                    <a:pt x="1934353" y="279816"/>
                  </a:lnTo>
                  <a:lnTo>
                    <a:pt x="1949953" y="290723"/>
                  </a:lnTo>
                  <a:lnTo>
                    <a:pt x="1965552" y="301441"/>
                  </a:lnTo>
                  <a:lnTo>
                    <a:pt x="1981152" y="311925"/>
                  </a:lnTo>
                  <a:lnTo>
                    <a:pt x="1996751" y="322128"/>
                  </a:lnTo>
                  <a:lnTo>
                    <a:pt x="2012351" y="332030"/>
                  </a:lnTo>
                  <a:lnTo>
                    <a:pt x="2027951" y="341592"/>
                  </a:lnTo>
                  <a:lnTo>
                    <a:pt x="2043550" y="350781"/>
                  </a:lnTo>
                  <a:lnTo>
                    <a:pt x="2059150" y="359565"/>
                  </a:lnTo>
                  <a:lnTo>
                    <a:pt x="2074750" y="367924"/>
                  </a:lnTo>
                  <a:lnTo>
                    <a:pt x="2090349" y="375852"/>
                  </a:lnTo>
                  <a:lnTo>
                    <a:pt x="2105949" y="383361"/>
                  </a:lnTo>
                  <a:lnTo>
                    <a:pt x="2121548" y="390480"/>
                  </a:lnTo>
                  <a:lnTo>
                    <a:pt x="2137148" y="397254"/>
                  </a:lnTo>
                  <a:lnTo>
                    <a:pt x="2152748" y="403744"/>
                  </a:lnTo>
                  <a:lnTo>
                    <a:pt x="2168347" y="410015"/>
                  </a:lnTo>
                  <a:lnTo>
                    <a:pt x="2183947" y="416126"/>
                  </a:lnTo>
                  <a:lnTo>
                    <a:pt x="2199547" y="422140"/>
                  </a:lnTo>
                  <a:lnTo>
                    <a:pt x="2215146" y="428094"/>
                  </a:lnTo>
                  <a:lnTo>
                    <a:pt x="2230746" y="433995"/>
                  </a:lnTo>
                  <a:lnTo>
                    <a:pt x="2246345" y="439829"/>
                  </a:lnTo>
                  <a:lnTo>
                    <a:pt x="2261945" y="445561"/>
                  </a:lnTo>
                  <a:lnTo>
                    <a:pt x="2277545" y="451142"/>
                  </a:lnTo>
                  <a:lnTo>
                    <a:pt x="2293144" y="456511"/>
                  </a:lnTo>
                  <a:lnTo>
                    <a:pt x="2308744" y="461608"/>
                  </a:lnTo>
                  <a:lnTo>
                    <a:pt x="2324344" y="466382"/>
                  </a:lnTo>
                  <a:lnTo>
                    <a:pt x="2339943" y="470789"/>
                  </a:lnTo>
                  <a:lnTo>
                    <a:pt x="2355543" y="474807"/>
                  </a:lnTo>
                  <a:lnTo>
                    <a:pt x="2371142" y="478427"/>
                  </a:lnTo>
                  <a:lnTo>
                    <a:pt x="2386742" y="481630"/>
                  </a:lnTo>
                  <a:lnTo>
                    <a:pt x="2402342" y="484480"/>
                  </a:lnTo>
                  <a:lnTo>
                    <a:pt x="2417941" y="487010"/>
                  </a:lnTo>
                  <a:lnTo>
                    <a:pt x="2433541" y="489254"/>
                  </a:lnTo>
                  <a:lnTo>
                    <a:pt x="2449141" y="491244"/>
                  </a:lnTo>
                  <a:lnTo>
                    <a:pt x="2464740" y="493004"/>
                  </a:lnTo>
                  <a:lnTo>
                    <a:pt x="2480340" y="494558"/>
                  </a:lnTo>
                  <a:lnTo>
                    <a:pt x="2495939" y="495921"/>
                  </a:lnTo>
                  <a:lnTo>
                    <a:pt x="2511539" y="497110"/>
                  </a:lnTo>
                  <a:lnTo>
                    <a:pt x="2527139" y="498141"/>
                  </a:lnTo>
                  <a:lnTo>
                    <a:pt x="2542738" y="499031"/>
                  </a:lnTo>
                  <a:lnTo>
                    <a:pt x="2558338" y="499804"/>
                  </a:lnTo>
                  <a:lnTo>
                    <a:pt x="2573938" y="500483"/>
                  </a:lnTo>
                  <a:lnTo>
                    <a:pt x="2589537" y="501100"/>
                  </a:lnTo>
                  <a:lnTo>
                    <a:pt x="2605137" y="501688"/>
                  </a:lnTo>
                  <a:lnTo>
                    <a:pt x="2620736" y="502276"/>
                  </a:lnTo>
                  <a:lnTo>
                    <a:pt x="2636336" y="502886"/>
                  </a:lnTo>
                  <a:lnTo>
                    <a:pt x="2651936" y="503538"/>
                  </a:lnTo>
                  <a:lnTo>
                    <a:pt x="2667535" y="504243"/>
                  </a:lnTo>
                  <a:lnTo>
                    <a:pt x="2683135" y="505006"/>
                  </a:lnTo>
                  <a:lnTo>
                    <a:pt x="2698735" y="505825"/>
                  </a:lnTo>
                  <a:lnTo>
                    <a:pt x="2714334" y="506692"/>
                  </a:lnTo>
                  <a:lnTo>
                    <a:pt x="2729934" y="507588"/>
                  </a:lnTo>
                  <a:lnTo>
                    <a:pt x="2745533" y="508493"/>
                  </a:lnTo>
                  <a:lnTo>
                    <a:pt x="2761133" y="509379"/>
                  </a:lnTo>
                  <a:lnTo>
                    <a:pt x="2776733" y="510213"/>
                  </a:lnTo>
                  <a:lnTo>
                    <a:pt x="2792332" y="510967"/>
                  </a:lnTo>
                  <a:lnTo>
                    <a:pt x="2807932" y="511625"/>
                  </a:lnTo>
                  <a:lnTo>
                    <a:pt x="2823532" y="512175"/>
                  </a:lnTo>
                  <a:lnTo>
                    <a:pt x="2839131" y="512615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739471" y="2298586"/>
              <a:ext cx="2542738" cy="562895"/>
            </a:xfrm>
            <a:custGeom>
              <a:avLst/>
              <a:pathLst>
                <a:path w="2542738" h="562895">
                  <a:moveTo>
                    <a:pt x="0" y="558833"/>
                  </a:moveTo>
                  <a:lnTo>
                    <a:pt x="15599" y="558059"/>
                  </a:lnTo>
                  <a:lnTo>
                    <a:pt x="31199" y="557130"/>
                  </a:lnTo>
                  <a:lnTo>
                    <a:pt x="46798" y="556055"/>
                  </a:lnTo>
                  <a:lnTo>
                    <a:pt x="62398" y="554843"/>
                  </a:lnTo>
                  <a:lnTo>
                    <a:pt x="77998" y="553507"/>
                  </a:lnTo>
                  <a:lnTo>
                    <a:pt x="93597" y="552054"/>
                  </a:lnTo>
                  <a:lnTo>
                    <a:pt x="109197" y="550486"/>
                  </a:lnTo>
                  <a:lnTo>
                    <a:pt x="124796" y="548798"/>
                  </a:lnTo>
                  <a:lnTo>
                    <a:pt x="140396" y="546973"/>
                  </a:lnTo>
                  <a:lnTo>
                    <a:pt x="155996" y="544986"/>
                  </a:lnTo>
                  <a:lnTo>
                    <a:pt x="171595" y="542801"/>
                  </a:lnTo>
                  <a:lnTo>
                    <a:pt x="187195" y="540353"/>
                  </a:lnTo>
                  <a:lnTo>
                    <a:pt x="202795" y="537619"/>
                  </a:lnTo>
                  <a:lnTo>
                    <a:pt x="218394" y="534564"/>
                  </a:lnTo>
                  <a:lnTo>
                    <a:pt x="233994" y="531160"/>
                  </a:lnTo>
                  <a:lnTo>
                    <a:pt x="249593" y="527395"/>
                  </a:lnTo>
                  <a:lnTo>
                    <a:pt x="265193" y="523268"/>
                  </a:lnTo>
                  <a:lnTo>
                    <a:pt x="280793" y="518792"/>
                  </a:lnTo>
                  <a:lnTo>
                    <a:pt x="296392" y="513992"/>
                  </a:lnTo>
                  <a:lnTo>
                    <a:pt x="311992" y="508901"/>
                  </a:lnTo>
                  <a:lnTo>
                    <a:pt x="327592" y="503558"/>
                  </a:lnTo>
                  <a:lnTo>
                    <a:pt x="343191" y="497997"/>
                  </a:lnTo>
                  <a:lnTo>
                    <a:pt x="358791" y="492248"/>
                  </a:lnTo>
                  <a:lnTo>
                    <a:pt x="374390" y="486323"/>
                  </a:lnTo>
                  <a:lnTo>
                    <a:pt x="389990" y="480217"/>
                  </a:lnTo>
                  <a:lnTo>
                    <a:pt x="405590" y="473915"/>
                  </a:lnTo>
                  <a:lnTo>
                    <a:pt x="421189" y="467374"/>
                  </a:lnTo>
                  <a:lnTo>
                    <a:pt x="436789" y="460534"/>
                  </a:lnTo>
                  <a:lnTo>
                    <a:pt x="452389" y="453329"/>
                  </a:lnTo>
                  <a:lnTo>
                    <a:pt x="467988" y="445691"/>
                  </a:lnTo>
                  <a:lnTo>
                    <a:pt x="483588" y="437562"/>
                  </a:lnTo>
                  <a:lnTo>
                    <a:pt x="499187" y="428899"/>
                  </a:lnTo>
                  <a:lnTo>
                    <a:pt x="514787" y="419689"/>
                  </a:lnTo>
                  <a:lnTo>
                    <a:pt x="530387" y="409943"/>
                  </a:lnTo>
                  <a:lnTo>
                    <a:pt x="545986" y="399704"/>
                  </a:lnTo>
                  <a:lnTo>
                    <a:pt x="561586" y="389039"/>
                  </a:lnTo>
                  <a:lnTo>
                    <a:pt x="577186" y="378013"/>
                  </a:lnTo>
                  <a:lnTo>
                    <a:pt x="592785" y="366747"/>
                  </a:lnTo>
                  <a:lnTo>
                    <a:pt x="608385" y="355335"/>
                  </a:lnTo>
                  <a:lnTo>
                    <a:pt x="623984" y="343855"/>
                  </a:lnTo>
                  <a:lnTo>
                    <a:pt x="639584" y="332369"/>
                  </a:lnTo>
                  <a:lnTo>
                    <a:pt x="655184" y="320929"/>
                  </a:lnTo>
                  <a:lnTo>
                    <a:pt x="670783" y="309571"/>
                  </a:lnTo>
                  <a:lnTo>
                    <a:pt x="686383" y="298322"/>
                  </a:lnTo>
                  <a:lnTo>
                    <a:pt x="701983" y="287192"/>
                  </a:lnTo>
                  <a:lnTo>
                    <a:pt x="717582" y="276182"/>
                  </a:lnTo>
                  <a:lnTo>
                    <a:pt x="733182" y="265278"/>
                  </a:lnTo>
                  <a:lnTo>
                    <a:pt x="748781" y="254451"/>
                  </a:lnTo>
                  <a:lnTo>
                    <a:pt x="764381" y="243658"/>
                  </a:lnTo>
                  <a:lnTo>
                    <a:pt x="779981" y="232833"/>
                  </a:lnTo>
                  <a:lnTo>
                    <a:pt x="795580" y="221913"/>
                  </a:lnTo>
                  <a:lnTo>
                    <a:pt x="811180" y="210839"/>
                  </a:lnTo>
                  <a:lnTo>
                    <a:pt x="826780" y="199569"/>
                  </a:lnTo>
                  <a:lnTo>
                    <a:pt x="842379" y="188081"/>
                  </a:lnTo>
                  <a:lnTo>
                    <a:pt x="857979" y="176377"/>
                  </a:lnTo>
                  <a:lnTo>
                    <a:pt x="873578" y="164492"/>
                  </a:lnTo>
                  <a:lnTo>
                    <a:pt x="889178" y="152485"/>
                  </a:lnTo>
                  <a:lnTo>
                    <a:pt x="904778" y="140442"/>
                  </a:lnTo>
                  <a:lnTo>
                    <a:pt x="920377" y="128465"/>
                  </a:lnTo>
                  <a:lnTo>
                    <a:pt x="935977" y="116669"/>
                  </a:lnTo>
                  <a:lnTo>
                    <a:pt x="951577" y="105169"/>
                  </a:lnTo>
                  <a:lnTo>
                    <a:pt x="967176" y="94102"/>
                  </a:lnTo>
                  <a:lnTo>
                    <a:pt x="982776" y="83580"/>
                  </a:lnTo>
                  <a:lnTo>
                    <a:pt x="998375" y="73660"/>
                  </a:lnTo>
                  <a:lnTo>
                    <a:pt x="1013975" y="64402"/>
                  </a:lnTo>
                  <a:lnTo>
                    <a:pt x="1029575" y="55840"/>
                  </a:lnTo>
                  <a:lnTo>
                    <a:pt x="1045174" y="47992"/>
                  </a:lnTo>
                  <a:lnTo>
                    <a:pt x="1060774" y="40850"/>
                  </a:lnTo>
                  <a:lnTo>
                    <a:pt x="1076374" y="34388"/>
                  </a:lnTo>
                  <a:lnTo>
                    <a:pt x="1091973" y="28563"/>
                  </a:lnTo>
                  <a:lnTo>
                    <a:pt x="1107573" y="23321"/>
                  </a:lnTo>
                  <a:lnTo>
                    <a:pt x="1123172" y="18603"/>
                  </a:lnTo>
                  <a:lnTo>
                    <a:pt x="1138772" y="14357"/>
                  </a:lnTo>
                  <a:lnTo>
                    <a:pt x="1154372" y="10553"/>
                  </a:lnTo>
                  <a:lnTo>
                    <a:pt x="1169971" y="7230"/>
                  </a:lnTo>
                  <a:lnTo>
                    <a:pt x="1185571" y="4409"/>
                  </a:lnTo>
                  <a:lnTo>
                    <a:pt x="1201171" y="2178"/>
                  </a:lnTo>
                  <a:lnTo>
                    <a:pt x="1216770" y="661"/>
                  </a:lnTo>
                  <a:lnTo>
                    <a:pt x="1232370" y="0"/>
                  </a:lnTo>
                  <a:lnTo>
                    <a:pt x="1247969" y="334"/>
                  </a:lnTo>
                  <a:lnTo>
                    <a:pt x="1263569" y="1789"/>
                  </a:lnTo>
                  <a:lnTo>
                    <a:pt x="1279169" y="4457"/>
                  </a:lnTo>
                  <a:lnTo>
                    <a:pt x="1294768" y="8392"/>
                  </a:lnTo>
                  <a:lnTo>
                    <a:pt x="1310368" y="13605"/>
                  </a:lnTo>
                  <a:lnTo>
                    <a:pt x="1325968" y="20070"/>
                  </a:lnTo>
                  <a:lnTo>
                    <a:pt x="1341567" y="27728"/>
                  </a:lnTo>
                  <a:lnTo>
                    <a:pt x="1357167" y="36526"/>
                  </a:lnTo>
                  <a:lnTo>
                    <a:pt x="1372766" y="46417"/>
                  </a:lnTo>
                  <a:lnTo>
                    <a:pt x="1388366" y="57234"/>
                  </a:lnTo>
                  <a:lnTo>
                    <a:pt x="1403966" y="68888"/>
                  </a:lnTo>
                  <a:lnTo>
                    <a:pt x="1419565" y="81284"/>
                  </a:lnTo>
                  <a:lnTo>
                    <a:pt x="1435165" y="94317"/>
                  </a:lnTo>
                  <a:lnTo>
                    <a:pt x="1450765" y="107865"/>
                  </a:lnTo>
                  <a:lnTo>
                    <a:pt x="1466364" y="121783"/>
                  </a:lnTo>
                  <a:lnTo>
                    <a:pt x="1481964" y="135908"/>
                  </a:lnTo>
                  <a:lnTo>
                    <a:pt x="1497563" y="150062"/>
                  </a:lnTo>
                  <a:lnTo>
                    <a:pt x="1513163" y="164066"/>
                  </a:lnTo>
                  <a:lnTo>
                    <a:pt x="1528763" y="177755"/>
                  </a:lnTo>
                  <a:lnTo>
                    <a:pt x="1544362" y="190996"/>
                  </a:lnTo>
                  <a:lnTo>
                    <a:pt x="1559962" y="203669"/>
                  </a:lnTo>
                  <a:lnTo>
                    <a:pt x="1575562" y="215766"/>
                  </a:lnTo>
                  <a:lnTo>
                    <a:pt x="1591161" y="227359"/>
                  </a:lnTo>
                  <a:lnTo>
                    <a:pt x="1606761" y="238555"/>
                  </a:lnTo>
                  <a:lnTo>
                    <a:pt x="1622360" y="249496"/>
                  </a:lnTo>
                  <a:lnTo>
                    <a:pt x="1637960" y="260342"/>
                  </a:lnTo>
                  <a:lnTo>
                    <a:pt x="1653560" y="271249"/>
                  </a:lnTo>
                  <a:lnTo>
                    <a:pt x="1669159" y="282353"/>
                  </a:lnTo>
                  <a:lnTo>
                    <a:pt x="1684759" y="293750"/>
                  </a:lnTo>
                  <a:lnTo>
                    <a:pt x="1700359" y="305489"/>
                  </a:lnTo>
                  <a:lnTo>
                    <a:pt x="1715958" y="317567"/>
                  </a:lnTo>
                  <a:lnTo>
                    <a:pt x="1731558" y="329932"/>
                  </a:lnTo>
                  <a:lnTo>
                    <a:pt x="1747157" y="342495"/>
                  </a:lnTo>
                  <a:lnTo>
                    <a:pt x="1762757" y="355123"/>
                  </a:lnTo>
                  <a:lnTo>
                    <a:pt x="1778357" y="367657"/>
                  </a:lnTo>
                  <a:lnTo>
                    <a:pt x="1793956" y="379958"/>
                  </a:lnTo>
                  <a:lnTo>
                    <a:pt x="1809556" y="391896"/>
                  </a:lnTo>
                  <a:lnTo>
                    <a:pt x="1825156" y="403358"/>
                  </a:lnTo>
                  <a:lnTo>
                    <a:pt x="1840755" y="414252"/>
                  </a:lnTo>
                  <a:lnTo>
                    <a:pt x="1856355" y="424508"/>
                  </a:lnTo>
                  <a:lnTo>
                    <a:pt x="1871954" y="434080"/>
                  </a:lnTo>
                  <a:lnTo>
                    <a:pt x="1887554" y="442945"/>
                  </a:lnTo>
                  <a:lnTo>
                    <a:pt x="1903154" y="451101"/>
                  </a:lnTo>
                  <a:lnTo>
                    <a:pt x="1918753" y="458562"/>
                  </a:lnTo>
                  <a:lnTo>
                    <a:pt x="1934353" y="465361"/>
                  </a:lnTo>
                  <a:lnTo>
                    <a:pt x="1949953" y="471528"/>
                  </a:lnTo>
                  <a:lnTo>
                    <a:pt x="1965552" y="477109"/>
                  </a:lnTo>
                  <a:lnTo>
                    <a:pt x="1981152" y="482213"/>
                  </a:lnTo>
                  <a:lnTo>
                    <a:pt x="1996751" y="486911"/>
                  </a:lnTo>
                  <a:lnTo>
                    <a:pt x="2012351" y="491275"/>
                  </a:lnTo>
                  <a:lnTo>
                    <a:pt x="2027951" y="495377"/>
                  </a:lnTo>
                  <a:lnTo>
                    <a:pt x="2043550" y="499280"/>
                  </a:lnTo>
                  <a:lnTo>
                    <a:pt x="2059150" y="503037"/>
                  </a:lnTo>
                  <a:lnTo>
                    <a:pt x="2074750" y="506687"/>
                  </a:lnTo>
                  <a:lnTo>
                    <a:pt x="2090349" y="510255"/>
                  </a:lnTo>
                  <a:lnTo>
                    <a:pt x="2105949" y="513750"/>
                  </a:lnTo>
                  <a:lnTo>
                    <a:pt x="2121548" y="517166"/>
                  </a:lnTo>
                  <a:lnTo>
                    <a:pt x="2137148" y="520488"/>
                  </a:lnTo>
                  <a:lnTo>
                    <a:pt x="2152748" y="523684"/>
                  </a:lnTo>
                  <a:lnTo>
                    <a:pt x="2168347" y="526729"/>
                  </a:lnTo>
                  <a:lnTo>
                    <a:pt x="2183947" y="529608"/>
                  </a:lnTo>
                  <a:lnTo>
                    <a:pt x="2199547" y="532304"/>
                  </a:lnTo>
                  <a:lnTo>
                    <a:pt x="2215146" y="534810"/>
                  </a:lnTo>
                  <a:lnTo>
                    <a:pt x="2230746" y="537125"/>
                  </a:lnTo>
                  <a:lnTo>
                    <a:pt x="2246345" y="539254"/>
                  </a:lnTo>
                  <a:lnTo>
                    <a:pt x="2261945" y="541207"/>
                  </a:lnTo>
                  <a:lnTo>
                    <a:pt x="2277545" y="542995"/>
                  </a:lnTo>
                  <a:lnTo>
                    <a:pt x="2293144" y="544631"/>
                  </a:lnTo>
                  <a:lnTo>
                    <a:pt x="2308744" y="546128"/>
                  </a:lnTo>
                  <a:lnTo>
                    <a:pt x="2324344" y="547499"/>
                  </a:lnTo>
                  <a:lnTo>
                    <a:pt x="2339943" y="548757"/>
                  </a:lnTo>
                  <a:lnTo>
                    <a:pt x="2355543" y="549906"/>
                  </a:lnTo>
                  <a:lnTo>
                    <a:pt x="2371142" y="550971"/>
                  </a:lnTo>
                  <a:lnTo>
                    <a:pt x="2386742" y="551964"/>
                  </a:lnTo>
                  <a:lnTo>
                    <a:pt x="2402342" y="552896"/>
                  </a:lnTo>
                  <a:lnTo>
                    <a:pt x="2417941" y="553776"/>
                  </a:lnTo>
                  <a:lnTo>
                    <a:pt x="2433541" y="554612"/>
                  </a:lnTo>
                  <a:lnTo>
                    <a:pt x="2449141" y="555408"/>
                  </a:lnTo>
                  <a:lnTo>
                    <a:pt x="2464740" y="556165"/>
                  </a:lnTo>
                  <a:lnTo>
                    <a:pt x="2480340" y="556882"/>
                  </a:lnTo>
                  <a:lnTo>
                    <a:pt x="2495939" y="557554"/>
                  </a:lnTo>
                  <a:lnTo>
                    <a:pt x="2511539" y="558179"/>
                  </a:lnTo>
                  <a:lnTo>
                    <a:pt x="2527139" y="558752"/>
                  </a:lnTo>
                  <a:lnTo>
                    <a:pt x="2542738" y="559268"/>
                  </a:lnTo>
                  <a:lnTo>
                    <a:pt x="2542738" y="562895"/>
                  </a:lnTo>
                  <a:lnTo>
                    <a:pt x="2527139" y="562895"/>
                  </a:lnTo>
                  <a:lnTo>
                    <a:pt x="2511539" y="562895"/>
                  </a:lnTo>
                  <a:lnTo>
                    <a:pt x="2495939" y="562895"/>
                  </a:lnTo>
                  <a:lnTo>
                    <a:pt x="2480340" y="562895"/>
                  </a:lnTo>
                  <a:lnTo>
                    <a:pt x="2464740" y="562895"/>
                  </a:lnTo>
                  <a:lnTo>
                    <a:pt x="2449141" y="562895"/>
                  </a:lnTo>
                  <a:lnTo>
                    <a:pt x="2433541" y="562895"/>
                  </a:lnTo>
                  <a:lnTo>
                    <a:pt x="2417941" y="562895"/>
                  </a:lnTo>
                  <a:lnTo>
                    <a:pt x="2402342" y="562895"/>
                  </a:lnTo>
                  <a:lnTo>
                    <a:pt x="2386742" y="562895"/>
                  </a:lnTo>
                  <a:lnTo>
                    <a:pt x="2371142" y="562895"/>
                  </a:lnTo>
                  <a:lnTo>
                    <a:pt x="2355543" y="562895"/>
                  </a:lnTo>
                  <a:lnTo>
                    <a:pt x="2339943" y="562895"/>
                  </a:lnTo>
                  <a:lnTo>
                    <a:pt x="2324344" y="562895"/>
                  </a:lnTo>
                  <a:lnTo>
                    <a:pt x="2308744" y="562895"/>
                  </a:lnTo>
                  <a:lnTo>
                    <a:pt x="2293144" y="562895"/>
                  </a:lnTo>
                  <a:lnTo>
                    <a:pt x="2277545" y="562895"/>
                  </a:lnTo>
                  <a:lnTo>
                    <a:pt x="2261945" y="562895"/>
                  </a:lnTo>
                  <a:lnTo>
                    <a:pt x="2246345" y="562895"/>
                  </a:lnTo>
                  <a:lnTo>
                    <a:pt x="2230746" y="562895"/>
                  </a:lnTo>
                  <a:lnTo>
                    <a:pt x="2215146" y="562895"/>
                  </a:lnTo>
                  <a:lnTo>
                    <a:pt x="2199547" y="562895"/>
                  </a:lnTo>
                  <a:lnTo>
                    <a:pt x="2183947" y="562895"/>
                  </a:lnTo>
                  <a:lnTo>
                    <a:pt x="2168347" y="562895"/>
                  </a:lnTo>
                  <a:lnTo>
                    <a:pt x="2152748" y="562895"/>
                  </a:lnTo>
                  <a:lnTo>
                    <a:pt x="2137148" y="562895"/>
                  </a:lnTo>
                  <a:lnTo>
                    <a:pt x="2121548" y="562895"/>
                  </a:lnTo>
                  <a:lnTo>
                    <a:pt x="2105949" y="562895"/>
                  </a:lnTo>
                  <a:lnTo>
                    <a:pt x="2090349" y="562895"/>
                  </a:lnTo>
                  <a:lnTo>
                    <a:pt x="2074750" y="562895"/>
                  </a:lnTo>
                  <a:lnTo>
                    <a:pt x="2059150" y="562895"/>
                  </a:lnTo>
                  <a:lnTo>
                    <a:pt x="2043550" y="562895"/>
                  </a:lnTo>
                  <a:lnTo>
                    <a:pt x="2027951" y="562895"/>
                  </a:lnTo>
                  <a:lnTo>
                    <a:pt x="2012351" y="562895"/>
                  </a:lnTo>
                  <a:lnTo>
                    <a:pt x="1996751" y="562895"/>
                  </a:lnTo>
                  <a:lnTo>
                    <a:pt x="1981152" y="562895"/>
                  </a:lnTo>
                  <a:lnTo>
                    <a:pt x="1965552" y="562895"/>
                  </a:lnTo>
                  <a:lnTo>
                    <a:pt x="1949953" y="562895"/>
                  </a:lnTo>
                  <a:lnTo>
                    <a:pt x="1934353" y="562895"/>
                  </a:lnTo>
                  <a:lnTo>
                    <a:pt x="1918753" y="562895"/>
                  </a:lnTo>
                  <a:lnTo>
                    <a:pt x="1903154" y="562895"/>
                  </a:lnTo>
                  <a:lnTo>
                    <a:pt x="1887554" y="562895"/>
                  </a:lnTo>
                  <a:lnTo>
                    <a:pt x="1871954" y="562895"/>
                  </a:lnTo>
                  <a:lnTo>
                    <a:pt x="1856355" y="562895"/>
                  </a:lnTo>
                  <a:lnTo>
                    <a:pt x="1840755" y="562895"/>
                  </a:lnTo>
                  <a:lnTo>
                    <a:pt x="1825156" y="562895"/>
                  </a:lnTo>
                  <a:lnTo>
                    <a:pt x="1809556" y="562895"/>
                  </a:lnTo>
                  <a:lnTo>
                    <a:pt x="1793956" y="562895"/>
                  </a:lnTo>
                  <a:lnTo>
                    <a:pt x="1778357" y="562895"/>
                  </a:lnTo>
                  <a:lnTo>
                    <a:pt x="1762757" y="562895"/>
                  </a:lnTo>
                  <a:lnTo>
                    <a:pt x="1747157" y="562895"/>
                  </a:lnTo>
                  <a:lnTo>
                    <a:pt x="1731558" y="562895"/>
                  </a:lnTo>
                  <a:lnTo>
                    <a:pt x="1715958" y="562895"/>
                  </a:lnTo>
                  <a:lnTo>
                    <a:pt x="1700359" y="562895"/>
                  </a:lnTo>
                  <a:lnTo>
                    <a:pt x="1684759" y="562895"/>
                  </a:lnTo>
                  <a:lnTo>
                    <a:pt x="1669159" y="562895"/>
                  </a:lnTo>
                  <a:lnTo>
                    <a:pt x="1653560" y="562895"/>
                  </a:lnTo>
                  <a:lnTo>
                    <a:pt x="1637960" y="562895"/>
                  </a:lnTo>
                  <a:lnTo>
                    <a:pt x="1622360" y="562895"/>
                  </a:lnTo>
                  <a:lnTo>
                    <a:pt x="1606761" y="562895"/>
                  </a:lnTo>
                  <a:lnTo>
                    <a:pt x="1591161" y="562895"/>
                  </a:lnTo>
                  <a:lnTo>
                    <a:pt x="1575562" y="562895"/>
                  </a:lnTo>
                  <a:lnTo>
                    <a:pt x="1559962" y="562895"/>
                  </a:lnTo>
                  <a:lnTo>
                    <a:pt x="1544362" y="562895"/>
                  </a:lnTo>
                  <a:lnTo>
                    <a:pt x="1528763" y="562895"/>
                  </a:lnTo>
                  <a:lnTo>
                    <a:pt x="1513163" y="562895"/>
                  </a:lnTo>
                  <a:lnTo>
                    <a:pt x="1497563" y="562895"/>
                  </a:lnTo>
                  <a:lnTo>
                    <a:pt x="1481964" y="562895"/>
                  </a:lnTo>
                  <a:lnTo>
                    <a:pt x="1466364" y="562895"/>
                  </a:lnTo>
                  <a:lnTo>
                    <a:pt x="1450765" y="562895"/>
                  </a:lnTo>
                  <a:lnTo>
                    <a:pt x="1435165" y="562895"/>
                  </a:lnTo>
                  <a:lnTo>
                    <a:pt x="1419565" y="562895"/>
                  </a:lnTo>
                  <a:lnTo>
                    <a:pt x="1403966" y="562895"/>
                  </a:lnTo>
                  <a:lnTo>
                    <a:pt x="1388366" y="562895"/>
                  </a:lnTo>
                  <a:lnTo>
                    <a:pt x="1372766" y="562895"/>
                  </a:lnTo>
                  <a:lnTo>
                    <a:pt x="1357167" y="562895"/>
                  </a:lnTo>
                  <a:lnTo>
                    <a:pt x="1341567" y="562895"/>
                  </a:lnTo>
                  <a:lnTo>
                    <a:pt x="1325968" y="562895"/>
                  </a:lnTo>
                  <a:lnTo>
                    <a:pt x="1310368" y="562895"/>
                  </a:lnTo>
                  <a:lnTo>
                    <a:pt x="1294768" y="562895"/>
                  </a:lnTo>
                  <a:lnTo>
                    <a:pt x="1279169" y="562895"/>
                  </a:lnTo>
                  <a:lnTo>
                    <a:pt x="1263569" y="562895"/>
                  </a:lnTo>
                  <a:lnTo>
                    <a:pt x="1247969" y="562895"/>
                  </a:lnTo>
                  <a:lnTo>
                    <a:pt x="1232370" y="562895"/>
                  </a:lnTo>
                  <a:lnTo>
                    <a:pt x="1216770" y="562895"/>
                  </a:lnTo>
                  <a:lnTo>
                    <a:pt x="1201171" y="562895"/>
                  </a:lnTo>
                  <a:lnTo>
                    <a:pt x="1185571" y="562895"/>
                  </a:lnTo>
                  <a:lnTo>
                    <a:pt x="1169971" y="562895"/>
                  </a:lnTo>
                  <a:lnTo>
                    <a:pt x="1154372" y="562895"/>
                  </a:lnTo>
                  <a:lnTo>
                    <a:pt x="1138772" y="562895"/>
                  </a:lnTo>
                  <a:lnTo>
                    <a:pt x="1123172" y="562895"/>
                  </a:lnTo>
                  <a:lnTo>
                    <a:pt x="1107573" y="562895"/>
                  </a:lnTo>
                  <a:lnTo>
                    <a:pt x="1091973" y="562895"/>
                  </a:lnTo>
                  <a:lnTo>
                    <a:pt x="1076374" y="562895"/>
                  </a:lnTo>
                  <a:lnTo>
                    <a:pt x="1060774" y="562895"/>
                  </a:lnTo>
                  <a:lnTo>
                    <a:pt x="1045174" y="562895"/>
                  </a:lnTo>
                  <a:lnTo>
                    <a:pt x="1029575" y="562895"/>
                  </a:lnTo>
                  <a:lnTo>
                    <a:pt x="1013975" y="562895"/>
                  </a:lnTo>
                  <a:lnTo>
                    <a:pt x="998375" y="562895"/>
                  </a:lnTo>
                  <a:lnTo>
                    <a:pt x="982776" y="562895"/>
                  </a:lnTo>
                  <a:lnTo>
                    <a:pt x="967176" y="562895"/>
                  </a:lnTo>
                  <a:lnTo>
                    <a:pt x="951577" y="562895"/>
                  </a:lnTo>
                  <a:lnTo>
                    <a:pt x="935977" y="562895"/>
                  </a:lnTo>
                  <a:lnTo>
                    <a:pt x="920377" y="562895"/>
                  </a:lnTo>
                  <a:lnTo>
                    <a:pt x="904778" y="562895"/>
                  </a:lnTo>
                  <a:lnTo>
                    <a:pt x="889178" y="562895"/>
                  </a:lnTo>
                  <a:lnTo>
                    <a:pt x="873578" y="562895"/>
                  </a:lnTo>
                  <a:lnTo>
                    <a:pt x="857979" y="562895"/>
                  </a:lnTo>
                  <a:lnTo>
                    <a:pt x="842379" y="562895"/>
                  </a:lnTo>
                  <a:lnTo>
                    <a:pt x="826780" y="562895"/>
                  </a:lnTo>
                  <a:lnTo>
                    <a:pt x="811180" y="562895"/>
                  </a:lnTo>
                  <a:lnTo>
                    <a:pt x="795580" y="562895"/>
                  </a:lnTo>
                  <a:lnTo>
                    <a:pt x="779981" y="562895"/>
                  </a:lnTo>
                  <a:lnTo>
                    <a:pt x="764381" y="562895"/>
                  </a:lnTo>
                  <a:lnTo>
                    <a:pt x="748781" y="562895"/>
                  </a:lnTo>
                  <a:lnTo>
                    <a:pt x="733182" y="562895"/>
                  </a:lnTo>
                  <a:lnTo>
                    <a:pt x="717582" y="562895"/>
                  </a:lnTo>
                  <a:lnTo>
                    <a:pt x="701983" y="562895"/>
                  </a:lnTo>
                  <a:lnTo>
                    <a:pt x="686383" y="562895"/>
                  </a:lnTo>
                  <a:lnTo>
                    <a:pt x="670783" y="562895"/>
                  </a:lnTo>
                  <a:lnTo>
                    <a:pt x="655184" y="562895"/>
                  </a:lnTo>
                  <a:lnTo>
                    <a:pt x="639584" y="562895"/>
                  </a:lnTo>
                  <a:lnTo>
                    <a:pt x="623984" y="562895"/>
                  </a:lnTo>
                  <a:lnTo>
                    <a:pt x="608385" y="562895"/>
                  </a:lnTo>
                  <a:lnTo>
                    <a:pt x="592785" y="562895"/>
                  </a:lnTo>
                  <a:lnTo>
                    <a:pt x="577186" y="562895"/>
                  </a:lnTo>
                  <a:lnTo>
                    <a:pt x="561586" y="562895"/>
                  </a:lnTo>
                  <a:lnTo>
                    <a:pt x="545986" y="562895"/>
                  </a:lnTo>
                  <a:lnTo>
                    <a:pt x="530387" y="562895"/>
                  </a:lnTo>
                  <a:lnTo>
                    <a:pt x="514787" y="562895"/>
                  </a:lnTo>
                  <a:lnTo>
                    <a:pt x="499187" y="562895"/>
                  </a:lnTo>
                  <a:lnTo>
                    <a:pt x="483588" y="562895"/>
                  </a:lnTo>
                  <a:lnTo>
                    <a:pt x="467988" y="562895"/>
                  </a:lnTo>
                  <a:lnTo>
                    <a:pt x="452389" y="562895"/>
                  </a:lnTo>
                  <a:lnTo>
                    <a:pt x="436789" y="562895"/>
                  </a:lnTo>
                  <a:lnTo>
                    <a:pt x="421189" y="562895"/>
                  </a:lnTo>
                  <a:lnTo>
                    <a:pt x="405590" y="562895"/>
                  </a:lnTo>
                  <a:lnTo>
                    <a:pt x="389990" y="562895"/>
                  </a:lnTo>
                  <a:lnTo>
                    <a:pt x="374390" y="562895"/>
                  </a:lnTo>
                  <a:lnTo>
                    <a:pt x="358791" y="562895"/>
                  </a:lnTo>
                  <a:lnTo>
                    <a:pt x="343191" y="562895"/>
                  </a:lnTo>
                  <a:lnTo>
                    <a:pt x="327592" y="562895"/>
                  </a:lnTo>
                  <a:lnTo>
                    <a:pt x="311992" y="562895"/>
                  </a:lnTo>
                  <a:lnTo>
                    <a:pt x="296392" y="562895"/>
                  </a:lnTo>
                  <a:lnTo>
                    <a:pt x="280793" y="562895"/>
                  </a:lnTo>
                  <a:lnTo>
                    <a:pt x="265193" y="562895"/>
                  </a:lnTo>
                  <a:lnTo>
                    <a:pt x="249593" y="562895"/>
                  </a:lnTo>
                  <a:lnTo>
                    <a:pt x="233994" y="562895"/>
                  </a:lnTo>
                  <a:lnTo>
                    <a:pt x="218394" y="562895"/>
                  </a:lnTo>
                  <a:lnTo>
                    <a:pt x="202795" y="562895"/>
                  </a:lnTo>
                  <a:lnTo>
                    <a:pt x="187195" y="562895"/>
                  </a:lnTo>
                  <a:lnTo>
                    <a:pt x="171595" y="562895"/>
                  </a:lnTo>
                  <a:lnTo>
                    <a:pt x="155996" y="562895"/>
                  </a:lnTo>
                  <a:lnTo>
                    <a:pt x="140396" y="562895"/>
                  </a:lnTo>
                  <a:lnTo>
                    <a:pt x="124796" y="562895"/>
                  </a:lnTo>
                  <a:lnTo>
                    <a:pt x="109197" y="562895"/>
                  </a:lnTo>
                  <a:lnTo>
                    <a:pt x="93597" y="562895"/>
                  </a:lnTo>
                  <a:lnTo>
                    <a:pt x="77998" y="562895"/>
                  </a:lnTo>
                  <a:lnTo>
                    <a:pt x="62398" y="562895"/>
                  </a:lnTo>
                  <a:lnTo>
                    <a:pt x="46798" y="562895"/>
                  </a:lnTo>
                  <a:lnTo>
                    <a:pt x="31199" y="562895"/>
                  </a:lnTo>
                  <a:lnTo>
                    <a:pt x="15599" y="562895"/>
                  </a:lnTo>
                  <a:lnTo>
                    <a:pt x="0" y="562895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739471" y="2298586"/>
              <a:ext cx="2542738" cy="559268"/>
            </a:xfrm>
            <a:custGeom>
              <a:avLst/>
              <a:pathLst>
                <a:path w="2542738" h="559268">
                  <a:moveTo>
                    <a:pt x="0" y="558833"/>
                  </a:moveTo>
                  <a:lnTo>
                    <a:pt x="15599" y="558059"/>
                  </a:lnTo>
                  <a:lnTo>
                    <a:pt x="31199" y="557130"/>
                  </a:lnTo>
                  <a:lnTo>
                    <a:pt x="46798" y="556055"/>
                  </a:lnTo>
                  <a:lnTo>
                    <a:pt x="62398" y="554843"/>
                  </a:lnTo>
                  <a:lnTo>
                    <a:pt x="77998" y="553507"/>
                  </a:lnTo>
                  <a:lnTo>
                    <a:pt x="93597" y="552054"/>
                  </a:lnTo>
                  <a:lnTo>
                    <a:pt x="109197" y="550486"/>
                  </a:lnTo>
                  <a:lnTo>
                    <a:pt x="124796" y="548798"/>
                  </a:lnTo>
                  <a:lnTo>
                    <a:pt x="140396" y="546973"/>
                  </a:lnTo>
                  <a:lnTo>
                    <a:pt x="155996" y="544986"/>
                  </a:lnTo>
                  <a:lnTo>
                    <a:pt x="171595" y="542801"/>
                  </a:lnTo>
                  <a:lnTo>
                    <a:pt x="187195" y="540353"/>
                  </a:lnTo>
                  <a:lnTo>
                    <a:pt x="202795" y="537619"/>
                  </a:lnTo>
                  <a:lnTo>
                    <a:pt x="218394" y="534564"/>
                  </a:lnTo>
                  <a:lnTo>
                    <a:pt x="233994" y="531160"/>
                  </a:lnTo>
                  <a:lnTo>
                    <a:pt x="249593" y="527395"/>
                  </a:lnTo>
                  <a:lnTo>
                    <a:pt x="265193" y="523268"/>
                  </a:lnTo>
                  <a:lnTo>
                    <a:pt x="280793" y="518792"/>
                  </a:lnTo>
                  <a:lnTo>
                    <a:pt x="296392" y="513992"/>
                  </a:lnTo>
                  <a:lnTo>
                    <a:pt x="311992" y="508901"/>
                  </a:lnTo>
                  <a:lnTo>
                    <a:pt x="327592" y="503558"/>
                  </a:lnTo>
                  <a:lnTo>
                    <a:pt x="343191" y="497997"/>
                  </a:lnTo>
                  <a:lnTo>
                    <a:pt x="358791" y="492248"/>
                  </a:lnTo>
                  <a:lnTo>
                    <a:pt x="374390" y="486323"/>
                  </a:lnTo>
                  <a:lnTo>
                    <a:pt x="389990" y="480217"/>
                  </a:lnTo>
                  <a:lnTo>
                    <a:pt x="405590" y="473915"/>
                  </a:lnTo>
                  <a:lnTo>
                    <a:pt x="421189" y="467374"/>
                  </a:lnTo>
                  <a:lnTo>
                    <a:pt x="436789" y="460534"/>
                  </a:lnTo>
                  <a:lnTo>
                    <a:pt x="452389" y="453329"/>
                  </a:lnTo>
                  <a:lnTo>
                    <a:pt x="467988" y="445691"/>
                  </a:lnTo>
                  <a:lnTo>
                    <a:pt x="483588" y="437562"/>
                  </a:lnTo>
                  <a:lnTo>
                    <a:pt x="499187" y="428899"/>
                  </a:lnTo>
                  <a:lnTo>
                    <a:pt x="514787" y="419689"/>
                  </a:lnTo>
                  <a:lnTo>
                    <a:pt x="530387" y="409943"/>
                  </a:lnTo>
                  <a:lnTo>
                    <a:pt x="545986" y="399704"/>
                  </a:lnTo>
                  <a:lnTo>
                    <a:pt x="561586" y="389039"/>
                  </a:lnTo>
                  <a:lnTo>
                    <a:pt x="577186" y="378013"/>
                  </a:lnTo>
                  <a:lnTo>
                    <a:pt x="592785" y="366747"/>
                  </a:lnTo>
                  <a:lnTo>
                    <a:pt x="608385" y="355335"/>
                  </a:lnTo>
                  <a:lnTo>
                    <a:pt x="623984" y="343855"/>
                  </a:lnTo>
                  <a:lnTo>
                    <a:pt x="639584" y="332369"/>
                  </a:lnTo>
                  <a:lnTo>
                    <a:pt x="655184" y="320929"/>
                  </a:lnTo>
                  <a:lnTo>
                    <a:pt x="670783" y="309571"/>
                  </a:lnTo>
                  <a:lnTo>
                    <a:pt x="686383" y="298322"/>
                  </a:lnTo>
                  <a:lnTo>
                    <a:pt x="701983" y="287192"/>
                  </a:lnTo>
                  <a:lnTo>
                    <a:pt x="717582" y="276182"/>
                  </a:lnTo>
                  <a:lnTo>
                    <a:pt x="733182" y="265278"/>
                  </a:lnTo>
                  <a:lnTo>
                    <a:pt x="748781" y="254451"/>
                  </a:lnTo>
                  <a:lnTo>
                    <a:pt x="764381" y="243658"/>
                  </a:lnTo>
                  <a:lnTo>
                    <a:pt x="779981" y="232833"/>
                  </a:lnTo>
                  <a:lnTo>
                    <a:pt x="795580" y="221913"/>
                  </a:lnTo>
                  <a:lnTo>
                    <a:pt x="811180" y="210839"/>
                  </a:lnTo>
                  <a:lnTo>
                    <a:pt x="826780" y="199569"/>
                  </a:lnTo>
                  <a:lnTo>
                    <a:pt x="842379" y="188081"/>
                  </a:lnTo>
                  <a:lnTo>
                    <a:pt x="857979" y="176377"/>
                  </a:lnTo>
                  <a:lnTo>
                    <a:pt x="873578" y="164492"/>
                  </a:lnTo>
                  <a:lnTo>
                    <a:pt x="889178" y="152485"/>
                  </a:lnTo>
                  <a:lnTo>
                    <a:pt x="904778" y="140442"/>
                  </a:lnTo>
                  <a:lnTo>
                    <a:pt x="920377" y="128465"/>
                  </a:lnTo>
                  <a:lnTo>
                    <a:pt x="935977" y="116669"/>
                  </a:lnTo>
                  <a:lnTo>
                    <a:pt x="951577" y="105169"/>
                  </a:lnTo>
                  <a:lnTo>
                    <a:pt x="967176" y="94102"/>
                  </a:lnTo>
                  <a:lnTo>
                    <a:pt x="982776" y="83580"/>
                  </a:lnTo>
                  <a:lnTo>
                    <a:pt x="998375" y="73660"/>
                  </a:lnTo>
                  <a:lnTo>
                    <a:pt x="1013975" y="64402"/>
                  </a:lnTo>
                  <a:lnTo>
                    <a:pt x="1029575" y="55840"/>
                  </a:lnTo>
                  <a:lnTo>
                    <a:pt x="1045174" y="47992"/>
                  </a:lnTo>
                  <a:lnTo>
                    <a:pt x="1060774" y="40850"/>
                  </a:lnTo>
                  <a:lnTo>
                    <a:pt x="1076374" y="34388"/>
                  </a:lnTo>
                  <a:lnTo>
                    <a:pt x="1091973" y="28563"/>
                  </a:lnTo>
                  <a:lnTo>
                    <a:pt x="1107573" y="23321"/>
                  </a:lnTo>
                  <a:lnTo>
                    <a:pt x="1123172" y="18603"/>
                  </a:lnTo>
                  <a:lnTo>
                    <a:pt x="1138772" y="14357"/>
                  </a:lnTo>
                  <a:lnTo>
                    <a:pt x="1154372" y="10553"/>
                  </a:lnTo>
                  <a:lnTo>
                    <a:pt x="1169971" y="7230"/>
                  </a:lnTo>
                  <a:lnTo>
                    <a:pt x="1185571" y="4409"/>
                  </a:lnTo>
                  <a:lnTo>
                    <a:pt x="1201171" y="2178"/>
                  </a:lnTo>
                  <a:lnTo>
                    <a:pt x="1216770" y="661"/>
                  </a:lnTo>
                  <a:lnTo>
                    <a:pt x="1232370" y="0"/>
                  </a:lnTo>
                  <a:lnTo>
                    <a:pt x="1247969" y="334"/>
                  </a:lnTo>
                  <a:lnTo>
                    <a:pt x="1263569" y="1789"/>
                  </a:lnTo>
                  <a:lnTo>
                    <a:pt x="1279169" y="4457"/>
                  </a:lnTo>
                  <a:lnTo>
                    <a:pt x="1294768" y="8392"/>
                  </a:lnTo>
                  <a:lnTo>
                    <a:pt x="1310368" y="13605"/>
                  </a:lnTo>
                  <a:lnTo>
                    <a:pt x="1325968" y="20070"/>
                  </a:lnTo>
                  <a:lnTo>
                    <a:pt x="1341567" y="27728"/>
                  </a:lnTo>
                  <a:lnTo>
                    <a:pt x="1357167" y="36526"/>
                  </a:lnTo>
                  <a:lnTo>
                    <a:pt x="1372766" y="46417"/>
                  </a:lnTo>
                  <a:lnTo>
                    <a:pt x="1388366" y="57234"/>
                  </a:lnTo>
                  <a:lnTo>
                    <a:pt x="1403966" y="68888"/>
                  </a:lnTo>
                  <a:lnTo>
                    <a:pt x="1419565" y="81284"/>
                  </a:lnTo>
                  <a:lnTo>
                    <a:pt x="1435165" y="94317"/>
                  </a:lnTo>
                  <a:lnTo>
                    <a:pt x="1450765" y="107865"/>
                  </a:lnTo>
                  <a:lnTo>
                    <a:pt x="1466364" y="121783"/>
                  </a:lnTo>
                  <a:lnTo>
                    <a:pt x="1481964" y="135908"/>
                  </a:lnTo>
                  <a:lnTo>
                    <a:pt x="1497563" y="150062"/>
                  </a:lnTo>
                  <a:lnTo>
                    <a:pt x="1513163" y="164066"/>
                  </a:lnTo>
                  <a:lnTo>
                    <a:pt x="1528763" y="177755"/>
                  </a:lnTo>
                  <a:lnTo>
                    <a:pt x="1544362" y="190996"/>
                  </a:lnTo>
                  <a:lnTo>
                    <a:pt x="1559962" y="203669"/>
                  </a:lnTo>
                  <a:lnTo>
                    <a:pt x="1575562" y="215766"/>
                  </a:lnTo>
                  <a:lnTo>
                    <a:pt x="1591161" y="227359"/>
                  </a:lnTo>
                  <a:lnTo>
                    <a:pt x="1606761" y="238555"/>
                  </a:lnTo>
                  <a:lnTo>
                    <a:pt x="1622360" y="249496"/>
                  </a:lnTo>
                  <a:lnTo>
                    <a:pt x="1637960" y="260342"/>
                  </a:lnTo>
                  <a:lnTo>
                    <a:pt x="1653560" y="271249"/>
                  </a:lnTo>
                  <a:lnTo>
                    <a:pt x="1669159" y="282353"/>
                  </a:lnTo>
                  <a:lnTo>
                    <a:pt x="1684759" y="293750"/>
                  </a:lnTo>
                  <a:lnTo>
                    <a:pt x="1700359" y="305489"/>
                  </a:lnTo>
                  <a:lnTo>
                    <a:pt x="1715958" y="317567"/>
                  </a:lnTo>
                  <a:lnTo>
                    <a:pt x="1731558" y="329932"/>
                  </a:lnTo>
                  <a:lnTo>
                    <a:pt x="1747157" y="342495"/>
                  </a:lnTo>
                  <a:lnTo>
                    <a:pt x="1762757" y="355123"/>
                  </a:lnTo>
                  <a:lnTo>
                    <a:pt x="1778357" y="367657"/>
                  </a:lnTo>
                  <a:lnTo>
                    <a:pt x="1793956" y="379958"/>
                  </a:lnTo>
                  <a:lnTo>
                    <a:pt x="1809556" y="391896"/>
                  </a:lnTo>
                  <a:lnTo>
                    <a:pt x="1825156" y="403358"/>
                  </a:lnTo>
                  <a:lnTo>
                    <a:pt x="1840755" y="414252"/>
                  </a:lnTo>
                  <a:lnTo>
                    <a:pt x="1856355" y="424508"/>
                  </a:lnTo>
                  <a:lnTo>
                    <a:pt x="1871954" y="434080"/>
                  </a:lnTo>
                  <a:lnTo>
                    <a:pt x="1887554" y="442945"/>
                  </a:lnTo>
                  <a:lnTo>
                    <a:pt x="1903154" y="451101"/>
                  </a:lnTo>
                  <a:lnTo>
                    <a:pt x="1918753" y="458562"/>
                  </a:lnTo>
                  <a:lnTo>
                    <a:pt x="1934353" y="465361"/>
                  </a:lnTo>
                  <a:lnTo>
                    <a:pt x="1949953" y="471528"/>
                  </a:lnTo>
                  <a:lnTo>
                    <a:pt x="1965552" y="477109"/>
                  </a:lnTo>
                  <a:lnTo>
                    <a:pt x="1981152" y="482213"/>
                  </a:lnTo>
                  <a:lnTo>
                    <a:pt x="1996751" y="486911"/>
                  </a:lnTo>
                  <a:lnTo>
                    <a:pt x="2012351" y="491275"/>
                  </a:lnTo>
                  <a:lnTo>
                    <a:pt x="2027951" y="495377"/>
                  </a:lnTo>
                  <a:lnTo>
                    <a:pt x="2043550" y="499280"/>
                  </a:lnTo>
                  <a:lnTo>
                    <a:pt x="2059150" y="503037"/>
                  </a:lnTo>
                  <a:lnTo>
                    <a:pt x="2074750" y="506687"/>
                  </a:lnTo>
                  <a:lnTo>
                    <a:pt x="2090349" y="510255"/>
                  </a:lnTo>
                  <a:lnTo>
                    <a:pt x="2105949" y="513750"/>
                  </a:lnTo>
                  <a:lnTo>
                    <a:pt x="2121548" y="517166"/>
                  </a:lnTo>
                  <a:lnTo>
                    <a:pt x="2137148" y="520488"/>
                  </a:lnTo>
                  <a:lnTo>
                    <a:pt x="2152748" y="523684"/>
                  </a:lnTo>
                  <a:lnTo>
                    <a:pt x="2168347" y="526729"/>
                  </a:lnTo>
                  <a:lnTo>
                    <a:pt x="2183947" y="529608"/>
                  </a:lnTo>
                  <a:lnTo>
                    <a:pt x="2199547" y="532304"/>
                  </a:lnTo>
                  <a:lnTo>
                    <a:pt x="2215146" y="534810"/>
                  </a:lnTo>
                  <a:lnTo>
                    <a:pt x="2230746" y="537125"/>
                  </a:lnTo>
                  <a:lnTo>
                    <a:pt x="2246345" y="539254"/>
                  </a:lnTo>
                  <a:lnTo>
                    <a:pt x="2261945" y="541207"/>
                  </a:lnTo>
                  <a:lnTo>
                    <a:pt x="2277545" y="542995"/>
                  </a:lnTo>
                  <a:lnTo>
                    <a:pt x="2293144" y="544631"/>
                  </a:lnTo>
                  <a:lnTo>
                    <a:pt x="2308744" y="546128"/>
                  </a:lnTo>
                  <a:lnTo>
                    <a:pt x="2324344" y="547499"/>
                  </a:lnTo>
                  <a:lnTo>
                    <a:pt x="2339943" y="548757"/>
                  </a:lnTo>
                  <a:lnTo>
                    <a:pt x="2355543" y="549906"/>
                  </a:lnTo>
                  <a:lnTo>
                    <a:pt x="2371142" y="550971"/>
                  </a:lnTo>
                  <a:lnTo>
                    <a:pt x="2386742" y="551964"/>
                  </a:lnTo>
                  <a:lnTo>
                    <a:pt x="2402342" y="552896"/>
                  </a:lnTo>
                  <a:lnTo>
                    <a:pt x="2417941" y="553776"/>
                  </a:lnTo>
                  <a:lnTo>
                    <a:pt x="2433541" y="554612"/>
                  </a:lnTo>
                  <a:lnTo>
                    <a:pt x="2449141" y="555408"/>
                  </a:lnTo>
                  <a:lnTo>
                    <a:pt x="2464740" y="556165"/>
                  </a:lnTo>
                  <a:lnTo>
                    <a:pt x="2480340" y="556882"/>
                  </a:lnTo>
                  <a:lnTo>
                    <a:pt x="2495939" y="557554"/>
                  </a:lnTo>
                  <a:lnTo>
                    <a:pt x="2511539" y="558179"/>
                  </a:lnTo>
                  <a:lnTo>
                    <a:pt x="2527139" y="558752"/>
                  </a:lnTo>
                  <a:lnTo>
                    <a:pt x="2542738" y="559268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03494" y="2769566"/>
              <a:ext cx="2698735" cy="534734"/>
            </a:xfrm>
            <a:custGeom>
              <a:avLst/>
              <a:pathLst>
                <a:path w="2698735" h="534734">
                  <a:moveTo>
                    <a:pt x="0" y="530912"/>
                  </a:moveTo>
                  <a:lnTo>
                    <a:pt x="15599" y="530322"/>
                  </a:lnTo>
                  <a:lnTo>
                    <a:pt x="31199" y="529718"/>
                  </a:lnTo>
                  <a:lnTo>
                    <a:pt x="46798" y="529118"/>
                  </a:lnTo>
                  <a:lnTo>
                    <a:pt x="62398" y="528541"/>
                  </a:lnTo>
                  <a:lnTo>
                    <a:pt x="77998" y="528005"/>
                  </a:lnTo>
                  <a:lnTo>
                    <a:pt x="93597" y="527522"/>
                  </a:lnTo>
                  <a:lnTo>
                    <a:pt x="109197" y="527101"/>
                  </a:lnTo>
                  <a:lnTo>
                    <a:pt x="124796" y="526742"/>
                  </a:lnTo>
                  <a:lnTo>
                    <a:pt x="140396" y="526434"/>
                  </a:lnTo>
                  <a:lnTo>
                    <a:pt x="155996" y="526150"/>
                  </a:lnTo>
                  <a:lnTo>
                    <a:pt x="171595" y="525858"/>
                  </a:lnTo>
                  <a:lnTo>
                    <a:pt x="187195" y="525519"/>
                  </a:lnTo>
                  <a:lnTo>
                    <a:pt x="202795" y="525094"/>
                  </a:lnTo>
                  <a:lnTo>
                    <a:pt x="218394" y="524538"/>
                  </a:lnTo>
                  <a:lnTo>
                    <a:pt x="233994" y="523810"/>
                  </a:lnTo>
                  <a:lnTo>
                    <a:pt x="249593" y="522872"/>
                  </a:lnTo>
                  <a:lnTo>
                    <a:pt x="265193" y="521688"/>
                  </a:lnTo>
                  <a:lnTo>
                    <a:pt x="280793" y="520231"/>
                  </a:lnTo>
                  <a:lnTo>
                    <a:pt x="296392" y="518474"/>
                  </a:lnTo>
                  <a:lnTo>
                    <a:pt x="311992" y="516400"/>
                  </a:lnTo>
                  <a:lnTo>
                    <a:pt x="327592" y="513974"/>
                  </a:lnTo>
                  <a:lnTo>
                    <a:pt x="343191" y="511190"/>
                  </a:lnTo>
                  <a:lnTo>
                    <a:pt x="358791" y="508058"/>
                  </a:lnTo>
                  <a:lnTo>
                    <a:pt x="374390" y="504578"/>
                  </a:lnTo>
                  <a:lnTo>
                    <a:pt x="389990" y="500754"/>
                  </a:lnTo>
                  <a:lnTo>
                    <a:pt x="405590" y="496599"/>
                  </a:lnTo>
                  <a:lnTo>
                    <a:pt x="421189" y="492127"/>
                  </a:lnTo>
                  <a:lnTo>
                    <a:pt x="436789" y="487357"/>
                  </a:lnTo>
                  <a:lnTo>
                    <a:pt x="452389" y="482310"/>
                  </a:lnTo>
                  <a:lnTo>
                    <a:pt x="467988" y="477008"/>
                  </a:lnTo>
                  <a:lnTo>
                    <a:pt x="483588" y="471468"/>
                  </a:lnTo>
                  <a:lnTo>
                    <a:pt x="499187" y="465704"/>
                  </a:lnTo>
                  <a:lnTo>
                    <a:pt x="514787" y="459722"/>
                  </a:lnTo>
                  <a:lnTo>
                    <a:pt x="530387" y="453500"/>
                  </a:lnTo>
                  <a:lnTo>
                    <a:pt x="545986" y="447047"/>
                  </a:lnTo>
                  <a:lnTo>
                    <a:pt x="561586" y="440353"/>
                  </a:lnTo>
                  <a:lnTo>
                    <a:pt x="577186" y="433407"/>
                  </a:lnTo>
                  <a:lnTo>
                    <a:pt x="592785" y="426204"/>
                  </a:lnTo>
                  <a:lnTo>
                    <a:pt x="608385" y="418741"/>
                  </a:lnTo>
                  <a:lnTo>
                    <a:pt x="623984" y="411023"/>
                  </a:lnTo>
                  <a:lnTo>
                    <a:pt x="639584" y="403059"/>
                  </a:lnTo>
                  <a:lnTo>
                    <a:pt x="655184" y="394858"/>
                  </a:lnTo>
                  <a:lnTo>
                    <a:pt x="670783" y="386432"/>
                  </a:lnTo>
                  <a:lnTo>
                    <a:pt x="686383" y="377790"/>
                  </a:lnTo>
                  <a:lnTo>
                    <a:pt x="701983" y="368942"/>
                  </a:lnTo>
                  <a:lnTo>
                    <a:pt x="717582" y="359891"/>
                  </a:lnTo>
                  <a:lnTo>
                    <a:pt x="733182" y="350647"/>
                  </a:lnTo>
                  <a:lnTo>
                    <a:pt x="748781" y="341245"/>
                  </a:lnTo>
                  <a:lnTo>
                    <a:pt x="764381" y="331712"/>
                  </a:lnTo>
                  <a:lnTo>
                    <a:pt x="779981" y="322084"/>
                  </a:lnTo>
                  <a:lnTo>
                    <a:pt x="795580" y="312396"/>
                  </a:lnTo>
                  <a:lnTo>
                    <a:pt x="811180" y="302682"/>
                  </a:lnTo>
                  <a:lnTo>
                    <a:pt x="826780" y="292965"/>
                  </a:lnTo>
                  <a:lnTo>
                    <a:pt x="842379" y="283254"/>
                  </a:lnTo>
                  <a:lnTo>
                    <a:pt x="857979" y="273545"/>
                  </a:lnTo>
                  <a:lnTo>
                    <a:pt x="873578" y="263814"/>
                  </a:lnTo>
                  <a:lnTo>
                    <a:pt x="889178" y="254027"/>
                  </a:lnTo>
                  <a:lnTo>
                    <a:pt x="904778" y="244143"/>
                  </a:lnTo>
                  <a:lnTo>
                    <a:pt x="920377" y="234112"/>
                  </a:lnTo>
                  <a:lnTo>
                    <a:pt x="935977" y="223907"/>
                  </a:lnTo>
                  <a:lnTo>
                    <a:pt x="951577" y="213530"/>
                  </a:lnTo>
                  <a:lnTo>
                    <a:pt x="967176" y="203007"/>
                  </a:lnTo>
                  <a:lnTo>
                    <a:pt x="982776" y="192392"/>
                  </a:lnTo>
                  <a:lnTo>
                    <a:pt x="998375" y="181771"/>
                  </a:lnTo>
                  <a:lnTo>
                    <a:pt x="1013975" y="171253"/>
                  </a:lnTo>
                  <a:lnTo>
                    <a:pt x="1029575" y="160965"/>
                  </a:lnTo>
                  <a:lnTo>
                    <a:pt x="1045174" y="151040"/>
                  </a:lnTo>
                  <a:lnTo>
                    <a:pt x="1060774" y="141604"/>
                  </a:lnTo>
                  <a:lnTo>
                    <a:pt x="1076374" y="132760"/>
                  </a:lnTo>
                  <a:lnTo>
                    <a:pt x="1091973" y="124580"/>
                  </a:lnTo>
                  <a:lnTo>
                    <a:pt x="1107573" y="117087"/>
                  </a:lnTo>
                  <a:lnTo>
                    <a:pt x="1123172" y="110299"/>
                  </a:lnTo>
                  <a:lnTo>
                    <a:pt x="1138772" y="104048"/>
                  </a:lnTo>
                  <a:lnTo>
                    <a:pt x="1154372" y="98184"/>
                  </a:lnTo>
                  <a:lnTo>
                    <a:pt x="1169971" y="92523"/>
                  </a:lnTo>
                  <a:lnTo>
                    <a:pt x="1185571" y="86866"/>
                  </a:lnTo>
                  <a:lnTo>
                    <a:pt x="1201171" y="81022"/>
                  </a:lnTo>
                  <a:lnTo>
                    <a:pt x="1216770" y="74828"/>
                  </a:lnTo>
                  <a:lnTo>
                    <a:pt x="1232370" y="68172"/>
                  </a:lnTo>
                  <a:lnTo>
                    <a:pt x="1247969" y="61009"/>
                  </a:lnTo>
                  <a:lnTo>
                    <a:pt x="1263569" y="53372"/>
                  </a:lnTo>
                  <a:lnTo>
                    <a:pt x="1279169" y="45379"/>
                  </a:lnTo>
                  <a:lnTo>
                    <a:pt x="1294768" y="37223"/>
                  </a:lnTo>
                  <a:lnTo>
                    <a:pt x="1310368" y="29179"/>
                  </a:lnTo>
                  <a:lnTo>
                    <a:pt x="1325968" y="21601"/>
                  </a:lnTo>
                  <a:lnTo>
                    <a:pt x="1341567" y="14790"/>
                  </a:lnTo>
                  <a:lnTo>
                    <a:pt x="1357167" y="9029"/>
                  </a:lnTo>
                  <a:lnTo>
                    <a:pt x="1372766" y="4547"/>
                  </a:lnTo>
                  <a:lnTo>
                    <a:pt x="1388366" y="1509"/>
                  </a:lnTo>
                  <a:lnTo>
                    <a:pt x="1403966" y="0"/>
                  </a:lnTo>
                  <a:lnTo>
                    <a:pt x="1419565" y="28"/>
                  </a:lnTo>
                  <a:lnTo>
                    <a:pt x="1435165" y="1532"/>
                  </a:lnTo>
                  <a:lnTo>
                    <a:pt x="1450765" y="4394"/>
                  </a:lnTo>
                  <a:lnTo>
                    <a:pt x="1466364" y="8459"/>
                  </a:lnTo>
                  <a:lnTo>
                    <a:pt x="1481964" y="13552"/>
                  </a:lnTo>
                  <a:lnTo>
                    <a:pt x="1497563" y="19503"/>
                  </a:lnTo>
                  <a:lnTo>
                    <a:pt x="1513163" y="26202"/>
                  </a:lnTo>
                  <a:lnTo>
                    <a:pt x="1528763" y="33488"/>
                  </a:lnTo>
                  <a:lnTo>
                    <a:pt x="1544362" y="41275"/>
                  </a:lnTo>
                  <a:lnTo>
                    <a:pt x="1559962" y="49523"/>
                  </a:lnTo>
                  <a:lnTo>
                    <a:pt x="1575562" y="58214"/>
                  </a:lnTo>
                  <a:lnTo>
                    <a:pt x="1591161" y="67335"/>
                  </a:lnTo>
                  <a:lnTo>
                    <a:pt x="1606761" y="76872"/>
                  </a:lnTo>
                  <a:lnTo>
                    <a:pt x="1622360" y="86792"/>
                  </a:lnTo>
                  <a:lnTo>
                    <a:pt x="1637960" y="97046"/>
                  </a:lnTo>
                  <a:lnTo>
                    <a:pt x="1653560" y="107564"/>
                  </a:lnTo>
                  <a:lnTo>
                    <a:pt x="1669159" y="118265"/>
                  </a:lnTo>
                  <a:lnTo>
                    <a:pt x="1684759" y="129067"/>
                  </a:lnTo>
                  <a:lnTo>
                    <a:pt x="1700359" y="139899"/>
                  </a:lnTo>
                  <a:lnTo>
                    <a:pt x="1715958" y="150708"/>
                  </a:lnTo>
                  <a:lnTo>
                    <a:pt x="1731558" y="161477"/>
                  </a:lnTo>
                  <a:lnTo>
                    <a:pt x="1747157" y="172214"/>
                  </a:lnTo>
                  <a:lnTo>
                    <a:pt x="1762757" y="182941"/>
                  </a:lnTo>
                  <a:lnTo>
                    <a:pt x="1778357" y="193676"/>
                  </a:lnTo>
                  <a:lnTo>
                    <a:pt x="1793956" y="204423"/>
                  </a:lnTo>
                  <a:lnTo>
                    <a:pt x="1809556" y="215165"/>
                  </a:lnTo>
                  <a:lnTo>
                    <a:pt x="1825156" y="225858"/>
                  </a:lnTo>
                  <a:lnTo>
                    <a:pt x="1840755" y="236441"/>
                  </a:lnTo>
                  <a:lnTo>
                    <a:pt x="1856355" y="246842"/>
                  </a:lnTo>
                  <a:lnTo>
                    <a:pt x="1871954" y="256995"/>
                  </a:lnTo>
                  <a:lnTo>
                    <a:pt x="1887554" y="266856"/>
                  </a:lnTo>
                  <a:lnTo>
                    <a:pt x="1903154" y="276403"/>
                  </a:lnTo>
                  <a:lnTo>
                    <a:pt x="1918753" y="285681"/>
                  </a:lnTo>
                  <a:lnTo>
                    <a:pt x="1934353" y="294785"/>
                  </a:lnTo>
                  <a:lnTo>
                    <a:pt x="1949953" y="303822"/>
                  </a:lnTo>
                  <a:lnTo>
                    <a:pt x="1965552" y="312910"/>
                  </a:lnTo>
                  <a:lnTo>
                    <a:pt x="1981152" y="322154"/>
                  </a:lnTo>
                  <a:lnTo>
                    <a:pt x="1996751" y="331638"/>
                  </a:lnTo>
                  <a:lnTo>
                    <a:pt x="2012351" y="341405"/>
                  </a:lnTo>
                  <a:lnTo>
                    <a:pt x="2027951" y="351456"/>
                  </a:lnTo>
                  <a:lnTo>
                    <a:pt x="2043550" y="361742"/>
                  </a:lnTo>
                  <a:lnTo>
                    <a:pt x="2059150" y="372171"/>
                  </a:lnTo>
                  <a:lnTo>
                    <a:pt x="2074750" y="382620"/>
                  </a:lnTo>
                  <a:lnTo>
                    <a:pt x="2090349" y="392943"/>
                  </a:lnTo>
                  <a:lnTo>
                    <a:pt x="2105949" y="402961"/>
                  </a:lnTo>
                  <a:lnTo>
                    <a:pt x="2121548" y="412551"/>
                  </a:lnTo>
                  <a:lnTo>
                    <a:pt x="2137148" y="421623"/>
                  </a:lnTo>
                  <a:lnTo>
                    <a:pt x="2152748" y="430119"/>
                  </a:lnTo>
                  <a:lnTo>
                    <a:pt x="2168347" y="438016"/>
                  </a:lnTo>
                  <a:lnTo>
                    <a:pt x="2183947" y="445322"/>
                  </a:lnTo>
                  <a:lnTo>
                    <a:pt x="2199547" y="452068"/>
                  </a:lnTo>
                  <a:lnTo>
                    <a:pt x="2215146" y="458299"/>
                  </a:lnTo>
                  <a:lnTo>
                    <a:pt x="2230746" y="464069"/>
                  </a:lnTo>
                  <a:lnTo>
                    <a:pt x="2246345" y="469426"/>
                  </a:lnTo>
                  <a:lnTo>
                    <a:pt x="2261945" y="474417"/>
                  </a:lnTo>
                  <a:lnTo>
                    <a:pt x="2277545" y="479075"/>
                  </a:lnTo>
                  <a:lnTo>
                    <a:pt x="2293144" y="483421"/>
                  </a:lnTo>
                  <a:lnTo>
                    <a:pt x="2308744" y="487457"/>
                  </a:lnTo>
                  <a:lnTo>
                    <a:pt x="2324344" y="491216"/>
                  </a:lnTo>
                  <a:lnTo>
                    <a:pt x="2339943" y="494704"/>
                  </a:lnTo>
                  <a:lnTo>
                    <a:pt x="2355543" y="497930"/>
                  </a:lnTo>
                  <a:lnTo>
                    <a:pt x="2371142" y="500905"/>
                  </a:lnTo>
                  <a:lnTo>
                    <a:pt x="2386742" y="503645"/>
                  </a:lnTo>
                  <a:lnTo>
                    <a:pt x="2402342" y="506169"/>
                  </a:lnTo>
                  <a:lnTo>
                    <a:pt x="2417941" y="508501"/>
                  </a:lnTo>
                  <a:lnTo>
                    <a:pt x="2433541" y="510666"/>
                  </a:lnTo>
                  <a:lnTo>
                    <a:pt x="2449141" y="512686"/>
                  </a:lnTo>
                  <a:lnTo>
                    <a:pt x="2464740" y="514581"/>
                  </a:lnTo>
                  <a:lnTo>
                    <a:pt x="2480340" y="516369"/>
                  </a:lnTo>
                  <a:lnTo>
                    <a:pt x="2495939" y="518053"/>
                  </a:lnTo>
                  <a:lnTo>
                    <a:pt x="2511539" y="519639"/>
                  </a:lnTo>
                  <a:lnTo>
                    <a:pt x="2527139" y="521129"/>
                  </a:lnTo>
                  <a:lnTo>
                    <a:pt x="2542738" y="522519"/>
                  </a:lnTo>
                  <a:lnTo>
                    <a:pt x="2558338" y="523803"/>
                  </a:lnTo>
                  <a:lnTo>
                    <a:pt x="2573938" y="524979"/>
                  </a:lnTo>
                  <a:lnTo>
                    <a:pt x="2589537" y="526045"/>
                  </a:lnTo>
                  <a:lnTo>
                    <a:pt x="2605137" y="527005"/>
                  </a:lnTo>
                  <a:lnTo>
                    <a:pt x="2620736" y="527865"/>
                  </a:lnTo>
                  <a:lnTo>
                    <a:pt x="2636336" y="528634"/>
                  </a:lnTo>
                  <a:lnTo>
                    <a:pt x="2651936" y="529322"/>
                  </a:lnTo>
                  <a:lnTo>
                    <a:pt x="2667535" y="529943"/>
                  </a:lnTo>
                  <a:lnTo>
                    <a:pt x="2683135" y="530508"/>
                  </a:lnTo>
                  <a:lnTo>
                    <a:pt x="2698735" y="531025"/>
                  </a:lnTo>
                  <a:lnTo>
                    <a:pt x="2698735" y="534734"/>
                  </a:lnTo>
                  <a:lnTo>
                    <a:pt x="2683135" y="534734"/>
                  </a:lnTo>
                  <a:lnTo>
                    <a:pt x="2667535" y="534734"/>
                  </a:lnTo>
                  <a:lnTo>
                    <a:pt x="2651936" y="534734"/>
                  </a:lnTo>
                  <a:lnTo>
                    <a:pt x="2636336" y="534734"/>
                  </a:lnTo>
                  <a:lnTo>
                    <a:pt x="2620736" y="534734"/>
                  </a:lnTo>
                  <a:lnTo>
                    <a:pt x="2605137" y="534734"/>
                  </a:lnTo>
                  <a:lnTo>
                    <a:pt x="2589537" y="534734"/>
                  </a:lnTo>
                  <a:lnTo>
                    <a:pt x="2573938" y="534734"/>
                  </a:lnTo>
                  <a:lnTo>
                    <a:pt x="2558338" y="534734"/>
                  </a:lnTo>
                  <a:lnTo>
                    <a:pt x="2542738" y="534734"/>
                  </a:lnTo>
                  <a:lnTo>
                    <a:pt x="2527139" y="534734"/>
                  </a:lnTo>
                  <a:lnTo>
                    <a:pt x="2511539" y="534734"/>
                  </a:lnTo>
                  <a:lnTo>
                    <a:pt x="2495939" y="534734"/>
                  </a:lnTo>
                  <a:lnTo>
                    <a:pt x="2480340" y="534734"/>
                  </a:lnTo>
                  <a:lnTo>
                    <a:pt x="2464740" y="534734"/>
                  </a:lnTo>
                  <a:lnTo>
                    <a:pt x="2449141" y="534734"/>
                  </a:lnTo>
                  <a:lnTo>
                    <a:pt x="2433541" y="534734"/>
                  </a:lnTo>
                  <a:lnTo>
                    <a:pt x="2417941" y="534734"/>
                  </a:lnTo>
                  <a:lnTo>
                    <a:pt x="2402342" y="534734"/>
                  </a:lnTo>
                  <a:lnTo>
                    <a:pt x="2386742" y="534734"/>
                  </a:lnTo>
                  <a:lnTo>
                    <a:pt x="2371142" y="534734"/>
                  </a:lnTo>
                  <a:lnTo>
                    <a:pt x="2355543" y="534734"/>
                  </a:lnTo>
                  <a:lnTo>
                    <a:pt x="2339943" y="534734"/>
                  </a:lnTo>
                  <a:lnTo>
                    <a:pt x="2324344" y="534734"/>
                  </a:lnTo>
                  <a:lnTo>
                    <a:pt x="2308744" y="534734"/>
                  </a:lnTo>
                  <a:lnTo>
                    <a:pt x="2293144" y="534734"/>
                  </a:lnTo>
                  <a:lnTo>
                    <a:pt x="2277545" y="534734"/>
                  </a:lnTo>
                  <a:lnTo>
                    <a:pt x="2261945" y="534734"/>
                  </a:lnTo>
                  <a:lnTo>
                    <a:pt x="2246345" y="534734"/>
                  </a:lnTo>
                  <a:lnTo>
                    <a:pt x="2230746" y="534734"/>
                  </a:lnTo>
                  <a:lnTo>
                    <a:pt x="2215146" y="534734"/>
                  </a:lnTo>
                  <a:lnTo>
                    <a:pt x="2199547" y="534734"/>
                  </a:lnTo>
                  <a:lnTo>
                    <a:pt x="2183947" y="534734"/>
                  </a:lnTo>
                  <a:lnTo>
                    <a:pt x="2168347" y="534734"/>
                  </a:lnTo>
                  <a:lnTo>
                    <a:pt x="2152748" y="534734"/>
                  </a:lnTo>
                  <a:lnTo>
                    <a:pt x="2137148" y="534734"/>
                  </a:lnTo>
                  <a:lnTo>
                    <a:pt x="2121548" y="534734"/>
                  </a:lnTo>
                  <a:lnTo>
                    <a:pt x="2105949" y="534734"/>
                  </a:lnTo>
                  <a:lnTo>
                    <a:pt x="2090349" y="534734"/>
                  </a:lnTo>
                  <a:lnTo>
                    <a:pt x="2074750" y="534734"/>
                  </a:lnTo>
                  <a:lnTo>
                    <a:pt x="2059150" y="534734"/>
                  </a:lnTo>
                  <a:lnTo>
                    <a:pt x="2043550" y="534734"/>
                  </a:lnTo>
                  <a:lnTo>
                    <a:pt x="2027951" y="534734"/>
                  </a:lnTo>
                  <a:lnTo>
                    <a:pt x="2012351" y="534734"/>
                  </a:lnTo>
                  <a:lnTo>
                    <a:pt x="1996751" y="534734"/>
                  </a:lnTo>
                  <a:lnTo>
                    <a:pt x="1981152" y="534734"/>
                  </a:lnTo>
                  <a:lnTo>
                    <a:pt x="1965552" y="534734"/>
                  </a:lnTo>
                  <a:lnTo>
                    <a:pt x="1949953" y="534734"/>
                  </a:lnTo>
                  <a:lnTo>
                    <a:pt x="1934353" y="534734"/>
                  </a:lnTo>
                  <a:lnTo>
                    <a:pt x="1918753" y="534734"/>
                  </a:lnTo>
                  <a:lnTo>
                    <a:pt x="1903154" y="534734"/>
                  </a:lnTo>
                  <a:lnTo>
                    <a:pt x="1887554" y="534734"/>
                  </a:lnTo>
                  <a:lnTo>
                    <a:pt x="1871954" y="534734"/>
                  </a:lnTo>
                  <a:lnTo>
                    <a:pt x="1856355" y="534734"/>
                  </a:lnTo>
                  <a:lnTo>
                    <a:pt x="1840755" y="534734"/>
                  </a:lnTo>
                  <a:lnTo>
                    <a:pt x="1825156" y="534734"/>
                  </a:lnTo>
                  <a:lnTo>
                    <a:pt x="1809556" y="534734"/>
                  </a:lnTo>
                  <a:lnTo>
                    <a:pt x="1793956" y="534734"/>
                  </a:lnTo>
                  <a:lnTo>
                    <a:pt x="1778357" y="534734"/>
                  </a:lnTo>
                  <a:lnTo>
                    <a:pt x="1762757" y="534734"/>
                  </a:lnTo>
                  <a:lnTo>
                    <a:pt x="1747157" y="534734"/>
                  </a:lnTo>
                  <a:lnTo>
                    <a:pt x="1731558" y="534734"/>
                  </a:lnTo>
                  <a:lnTo>
                    <a:pt x="1715958" y="534734"/>
                  </a:lnTo>
                  <a:lnTo>
                    <a:pt x="1700359" y="534734"/>
                  </a:lnTo>
                  <a:lnTo>
                    <a:pt x="1684759" y="534734"/>
                  </a:lnTo>
                  <a:lnTo>
                    <a:pt x="1669159" y="534734"/>
                  </a:lnTo>
                  <a:lnTo>
                    <a:pt x="1653560" y="534734"/>
                  </a:lnTo>
                  <a:lnTo>
                    <a:pt x="1637960" y="534734"/>
                  </a:lnTo>
                  <a:lnTo>
                    <a:pt x="1622360" y="534734"/>
                  </a:lnTo>
                  <a:lnTo>
                    <a:pt x="1606761" y="534734"/>
                  </a:lnTo>
                  <a:lnTo>
                    <a:pt x="1591161" y="534734"/>
                  </a:lnTo>
                  <a:lnTo>
                    <a:pt x="1575562" y="534734"/>
                  </a:lnTo>
                  <a:lnTo>
                    <a:pt x="1559962" y="534734"/>
                  </a:lnTo>
                  <a:lnTo>
                    <a:pt x="1544362" y="534734"/>
                  </a:lnTo>
                  <a:lnTo>
                    <a:pt x="1528763" y="534734"/>
                  </a:lnTo>
                  <a:lnTo>
                    <a:pt x="1513163" y="534734"/>
                  </a:lnTo>
                  <a:lnTo>
                    <a:pt x="1497563" y="534734"/>
                  </a:lnTo>
                  <a:lnTo>
                    <a:pt x="1481964" y="534734"/>
                  </a:lnTo>
                  <a:lnTo>
                    <a:pt x="1466364" y="534734"/>
                  </a:lnTo>
                  <a:lnTo>
                    <a:pt x="1450765" y="534734"/>
                  </a:lnTo>
                  <a:lnTo>
                    <a:pt x="1435165" y="534734"/>
                  </a:lnTo>
                  <a:lnTo>
                    <a:pt x="1419565" y="534734"/>
                  </a:lnTo>
                  <a:lnTo>
                    <a:pt x="1403966" y="534734"/>
                  </a:lnTo>
                  <a:lnTo>
                    <a:pt x="1388366" y="534734"/>
                  </a:lnTo>
                  <a:lnTo>
                    <a:pt x="1372766" y="534734"/>
                  </a:lnTo>
                  <a:lnTo>
                    <a:pt x="1357167" y="534734"/>
                  </a:lnTo>
                  <a:lnTo>
                    <a:pt x="1341567" y="534734"/>
                  </a:lnTo>
                  <a:lnTo>
                    <a:pt x="1325968" y="534734"/>
                  </a:lnTo>
                  <a:lnTo>
                    <a:pt x="1310368" y="534734"/>
                  </a:lnTo>
                  <a:lnTo>
                    <a:pt x="1294768" y="534734"/>
                  </a:lnTo>
                  <a:lnTo>
                    <a:pt x="1279169" y="534734"/>
                  </a:lnTo>
                  <a:lnTo>
                    <a:pt x="1263569" y="534734"/>
                  </a:lnTo>
                  <a:lnTo>
                    <a:pt x="1247969" y="534734"/>
                  </a:lnTo>
                  <a:lnTo>
                    <a:pt x="1232370" y="534734"/>
                  </a:lnTo>
                  <a:lnTo>
                    <a:pt x="1216770" y="534734"/>
                  </a:lnTo>
                  <a:lnTo>
                    <a:pt x="1201171" y="534734"/>
                  </a:lnTo>
                  <a:lnTo>
                    <a:pt x="1185571" y="534734"/>
                  </a:lnTo>
                  <a:lnTo>
                    <a:pt x="1169971" y="534734"/>
                  </a:lnTo>
                  <a:lnTo>
                    <a:pt x="1154372" y="534734"/>
                  </a:lnTo>
                  <a:lnTo>
                    <a:pt x="1138772" y="534734"/>
                  </a:lnTo>
                  <a:lnTo>
                    <a:pt x="1123172" y="534734"/>
                  </a:lnTo>
                  <a:lnTo>
                    <a:pt x="1107573" y="534734"/>
                  </a:lnTo>
                  <a:lnTo>
                    <a:pt x="1091973" y="534734"/>
                  </a:lnTo>
                  <a:lnTo>
                    <a:pt x="1076374" y="534734"/>
                  </a:lnTo>
                  <a:lnTo>
                    <a:pt x="1060774" y="534734"/>
                  </a:lnTo>
                  <a:lnTo>
                    <a:pt x="1045174" y="534734"/>
                  </a:lnTo>
                  <a:lnTo>
                    <a:pt x="1029575" y="534734"/>
                  </a:lnTo>
                  <a:lnTo>
                    <a:pt x="1013975" y="534734"/>
                  </a:lnTo>
                  <a:lnTo>
                    <a:pt x="998375" y="534734"/>
                  </a:lnTo>
                  <a:lnTo>
                    <a:pt x="982776" y="534734"/>
                  </a:lnTo>
                  <a:lnTo>
                    <a:pt x="967176" y="534734"/>
                  </a:lnTo>
                  <a:lnTo>
                    <a:pt x="951577" y="534734"/>
                  </a:lnTo>
                  <a:lnTo>
                    <a:pt x="935977" y="534734"/>
                  </a:lnTo>
                  <a:lnTo>
                    <a:pt x="920377" y="534734"/>
                  </a:lnTo>
                  <a:lnTo>
                    <a:pt x="904778" y="534734"/>
                  </a:lnTo>
                  <a:lnTo>
                    <a:pt x="889178" y="534734"/>
                  </a:lnTo>
                  <a:lnTo>
                    <a:pt x="873578" y="534734"/>
                  </a:lnTo>
                  <a:lnTo>
                    <a:pt x="857979" y="534734"/>
                  </a:lnTo>
                  <a:lnTo>
                    <a:pt x="842379" y="534734"/>
                  </a:lnTo>
                  <a:lnTo>
                    <a:pt x="826780" y="534734"/>
                  </a:lnTo>
                  <a:lnTo>
                    <a:pt x="811180" y="534734"/>
                  </a:lnTo>
                  <a:lnTo>
                    <a:pt x="795580" y="534734"/>
                  </a:lnTo>
                  <a:lnTo>
                    <a:pt x="779981" y="534734"/>
                  </a:lnTo>
                  <a:lnTo>
                    <a:pt x="764381" y="534734"/>
                  </a:lnTo>
                  <a:lnTo>
                    <a:pt x="748781" y="534734"/>
                  </a:lnTo>
                  <a:lnTo>
                    <a:pt x="733182" y="534734"/>
                  </a:lnTo>
                  <a:lnTo>
                    <a:pt x="717582" y="534734"/>
                  </a:lnTo>
                  <a:lnTo>
                    <a:pt x="701983" y="534734"/>
                  </a:lnTo>
                  <a:lnTo>
                    <a:pt x="686383" y="534734"/>
                  </a:lnTo>
                  <a:lnTo>
                    <a:pt x="670783" y="534734"/>
                  </a:lnTo>
                  <a:lnTo>
                    <a:pt x="655184" y="534734"/>
                  </a:lnTo>
                  <a:lnTo>
                    <a:pt x="639584" y="534734"/>
                  </a:lnTo>
                  <a:lnTo>
                    <a:pt x="623984" y="534734"/>
                  </a:lnTo>
                  <a:lnTo>
                    <a:pt x="608385" y="534734"/>
                  </a:lnTo>
                  <a:lnTo>
                    <a:pt x="592785" y="534734"/>
                  </a:lnTo>
                  <a:lnTo>
                    <a:pt x="577186" y="534734"/>
                  </a:lnTo>
                  <a:lnTo>
                    <a:pt x="561586" y="534734"/>
                  </a:lnTo>
                  <a:lnTo>
                    <a:pt x="545986" y="534734"/>
                  </a:lnTo>
                  <a:lnTo>
                    <a:pt x="530387" y="534734"/>
                  </a:lnTo>
                  <a:lnTo>
                    <a:pt x="514787" y="534734"/>
                  </a:lnTo>
                  <a:lnTo>
                    <a:pt x="499187" y="534734"/>
                  </a:lnTo>
                  <a:lnTo>
                    <a:pt x="483588" y="534734"/>
                  </a:lnTo>
                  <a:lnTo>
                    <a:pt x="467988" y="534734"/>
                  </a:lnTo>
                  <a:lnTo>
                    <a:pt x="452389" y="534734"/>
                  </a:lnTo>
                  <a:lnTo>
                    <a:pt x="436789" y="534734"/>
                  </a:lnTo>
                  <a:lnTo>
                    <a:pt x="421189" y="534734"/>
                  </a:lnTo>
                  <a:lnTo>
                    <a:pt x="405590" y="534734"/>
                  </a:lnTo>
                  <a:lnTo>
                    <a:pt x="389990" y="534734"/>
                  </a:lnTo>
                  <a:lnTo>
                    <a:pt x="374390" y="534734"/>
                  </a:lnTo>
                  <a:lnTo>
                    <a:pt x="358791" y="534734"/>
                  </a:lnTo>
                  <a:lnTo>
                    <a:pt x="343191" y="534734"/>
                  </a:lnTo>
                  <a:lnTo>
                    <a:pt x="327592" y="534734"/>
                  </a:lnTo>
                  <a:lnTo>
                    <a:pt x="311992" y="534734"/>
                  </a:lnTo>
                  <a:lnTo>
                    <a:pt x="296392" y="534734"/>
                  </a:lnTo>
                  <a:lnTo>
                    <a:pt x="280793" y="534734"/>
                  </a:lnTo>
                  <a:lnTo>
                    <a:pt x="265193" y="534734"/>
                  </a:lnTo>
                  <a:lnTo>
                    <a:pt x="249593" y="534734"/>
                  </a:lnTo>
                  <a:lnTo>
                    <a:pt x="233994" y="534734"/>
                  </a:lnTo>
                  <a:lnTo>
                    <a:pt x="218394" y="534734"/>
                  </a:lnTo>
                  <a:lnTo>
                    <a:pt x="202795" y="534734"/>
                  </a:lnTo>
                  <a:lnTo>
                    <a:pt x="187195" y="534734"/>
                  </a:lnTo>
                  <a:lnTo>
                    <a:pt x="171595" y="534734"/>
                  </a:lnTo>
                  <a:lnTo>
                    <a:pt x="155996" y="534734"/>
                  </a:lnTo>
                  <a:lnTo>
                    <a:pt x="140396" y="534734"/>
                  </a:lnTo>
                  <a:lnTo>
                    <a:pt x="124796" y="534734"/>
                  </a:lnTo>
                  <a:lnTo>
                    <a:pt x="109197" y="534734"/>
                  </a:lnTo>
                  <a:lnTo>
                    <a:pt x="93597" y="534734"/>
                  </a:lnTo>
                  <a:lnTo>
                    <a:pt x="77998" y="534734"/>
                  </a:lnTo>
                  <a:lnTo>
                    <a:pt x="62398" y="534734"/>
                  </a:lnTo>
                  <a:lnTo>
                    <a:pt x="46798" y="534734"/>
                  </a:lnTo>
                  <a:lnTo>
                    <a:pt x="31199" y="534734"/>
                  </a:lnTo>
                  <a:lnTo>
                    <a:pt x="15599" y="534734"/>
                  </a:lnTo>
                  <a:lnTo>
                    <a:pt x="0" y="534734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803494" y="2769566"/>
              <a:ext cx="2698735" cy="531025"/>
            </a:xfrm>
            <a:custGeom>
              <a:avLst/>
              <a:pathLst>
                <a:path w="2698735" h="531025">
                  <a:moveTo>
                    <a:pt x="0" y="530912"/>
                  </a:moveTo>
                  <a:lnTo>
                    <a:pt x="15599" y="530322"/>
                  </a:lnTo>
                  <a:lnTo>
                    <a:pt x="31199" y="529718"/>
                  </a:lnTo>
                  <a:lnTo>
                    <a:pt x="46798" y="529118"/>
                  </a:lnTo>
                  <a:lnTo>
                    <a:pt x="62398" y="528541"/>
                  </a:lnTo>
                  <a:lnTo>
                    <a:pt x="77998" y="528005"/>
                  </a:lnTo>
                  <a:lnTo>
                    <a:pt x="93597" y="527522"/>
                  </a:lnTo>
                  <a:lnTo>
                    <a:pt x="109197" y="527101"/>
                  </a:lnTo>
                  <a:lnTo>
                    <a:pt x="124796" y="526742"/>
                  </a:lnTo>
                  <a:lnTo>
                    <a:pt x="140396" y="526434"/>
                  </a:lnTo>
                  <a:lnTo>
                    <a:pt x="155996" y="526150"/>
                  </a:lnTo>
                  <a:lnTo>
                    <a:pt x="171595" y="525858"/>
                  </a:lnTo>
                  <a:lnTo>
                    <a:pt x="187195" y="525519"/>
                  </a:lnTo>
                  <a:lnTo>
                    <a:pt x="202795" y="525094"/>
                  </a:lnTo>
                  <a:lnTo>
                    <a:pt x="218394" y="524538"/>
                  </a:lnTo>
                  <a:lnTo>
                    <a:pt x="233994" y="523810"/>
                  </a:lnTo>
                  <a:lnTo>
                    <a:pt x="249593" y="522872"/>
                  </a:lnTo>
                  <a:lnTo>
                    <a:pt x="265193" y="521688"/>
                  </a:lnTo>
                  <a:lnTo>
                    <a:pt x="280793" y="520231"/>
                  </a:lnTo>
                  <a:lnTo>
                    <a:pt x="296392" y="518474"/>
                  </a:lnTo>
                  <a:lnTo>
                    <a:pt x="311992" y="516400"/>
                  </a:lnTo>
                  <a:lnTo>
                    <a:pt x="327592" y="513974"/>
                  </a:lnTo>
                  <a:lnTo>
                    <a:pt x="343191" y="511190"/>
                  </a:lnTo>
                  <a:lnTo>
                    <a:pt x="358791" y="508058"/>
                  </a:lnTo>
                  <a:lnTo>
                    <a:pt x="374390" y="504578"/>
                  </a:lnTo>
                  <a:lnTo>
                    <a:pt x="389990" y="500754"/>
                  </a:lnTo>
                  <a:lnTo>
                    <a:pt x="405590" y="496599"/>
                  </a:lnTo>
                  <a:lnTo>
                    <a:pt x="421189" y="492127"/>
                  </a:lnTo>
                  <a:lnTo>
                    <a:pt x="436789" y="487357"/>
                  </a:lnTo>
                  <a:lnTo>
                    <a:pt x="452389" y="482310"/>
                  </a:lnTo>
                  <a:lnTo>
                    <a:pt x="467988" y="477008"/>
                  </a:lnTo>
                  <a:lnTo>
                    <a:pt x="483588" y="471468"/>
                  </a:lnTo>
                  <a:lnTo>
                    <a:pt x="499187" y="465704"/>
                  </a:lnTo>
                  <a:lnTo>
                    <a:pt x="514787" y="459722"/>
                  </a:lnTo>
                  <a:lnTo>
                    <a:pt x="530387" y="453500"/>
                  </a:lnTo>
                  <a:lnTo>
                    <a:pt x="545986" y="447047"/>
                  </a:lnTo>
                  <a:lnTo>
                    <a:pt x="561586" y="440353"/>
                  </a:lnTo>
                  <a:lnTo>
                    <a:pt x="577186" y="433407"/>
                  </a:lnTo>
                  <a:lnTo>
                    <a:pt x="592785" y="426204"/>
                  </a:lnTo>
                  <a:lnTo>
                    <a:pt x="608385" y="418741"/>
                  </a:lnTo>
                  <a:lnTo>
                    <a:pt x="623984" y="411023"/>
                  </a:lnTo>
                  <a:lnTo>
                    <a:pt x="639584" y="403059"/>
                  </a:lnTo>
                  <a:lnTo>
                    <a:pt x="655184" y="394858"/>
                  </a:lnTo>
                  <a:lnTo>
                    <a:pt x="670783" y="386432"/>
                  </a:lnTo>
                  <a:lnTo>
                    <a:pt x="686383" y="377790"/>
                  </a:lnTo>
                  <a:lnTo>
                    <a:pt x="701983" y="368942"/>
                  </a:lnTo>
                  <a:lnTo>
                    <a:pt x="717582" y="359891"/>
                  </a:lnTo>
                  <a:lnTo>
                    <a:pt x="733182" y="350647"/>
                  </a:lnTo>
                  <a:lnTo>
                    <a:pt x="748781" y="341245"/>
                  </a:lnTo>
                  <a:lnTo>
                    <a:pt x="764381" y="331712"/>
                  </a:lnTo>
                  <a:lnTo>
                    <a:pt x="779981" y="322084"/>
                  </a:lnTo>
                  <a:lnTo>
                    <a:pt x="795580" y="312396"/>
                  </a:lnTo>
                  <a:lnTo>
                    <a:pt x="811180" y="302682"/>
                  </a:lnTo>
                  <a:lnTo>
                    <a:pt x="826780" y="292965"/>
                  </a:lnTo>
                  <a:lnTo>
                    <a:pt x="842379" y="283254"/>
                  </a:lnTo>
                  <a:lnTo>
                    <a:pt x="857979" y="273545"/>
                  </a:lnTo>
                  <a:lnTo>
                    <a:pt x="873578" y="263814"/>
                  </a:lnTo>
                  <a:lnTo>
                    <a:pt x="889178" y="254027"/>
                  </a:lnTo>
                  <a:lnTo>
                    <a:pt x="904778" y="244143"/>
                  </a:lnTo>
                  <a:lnTo>
                    <a:pt x="920377" y="234112"/>
                  </a:lnTo>
                  <a:lnTo>
                    <a:pt x="935977" y="223907"/>
                  </a:lnTo>
                  <a:lnTo>
                    <a:pt x="951577" y="213530"/>
                  </a:lnTo>
                  <a:lnTo>
                    <a:pt x="967176" y="203007"/>
                  </a:lnTo>
                  <a:lnTo>
                    <a:pt x="982776" y="192392"/>
                  </a:lnTo>
                  <a:lnTo>
                    <a:pt x="998375" y="181771"/>
                  </a:lnTo>
                  <a:lnTo>
                    <a:pt x="1013975" y="171253"/>
                  </a:lnTo>
                  <a:lnTo>
                    <a:pt x="1029575" y="160965"/>
                  </a:lnTo>
                  <a:lnTo>
                    <a:pt x="1045174" y="151040"/>
                  </a:lnTo>
                  <a:lnTo>
                    <a:pt x="1060774" y="141604"/>
                  </a:lnTo>
                  <a:lnTo>
                    <a:pt x="1076374" y="132760"/>
                  </a:lnTo>
                  <a:lnTo>
                    <a:pt x="1091973" y="124580"/>
                  </a:lnTo>
                  <a:lnTo>
                    <a:pt x="1107573" y="117087"/>
                  </a:lnTo>
                  <a:lnTo>
                    <a:pt x="1123172" y="110299"/>
                  </a:lnTo>
                  <a:lnTo>
                    <a:pt x="1138772" y="104048"/>
                  </a:lnTo>
                  <a:lnTo>
                    <a:pt x="1154372" y="98184"/>
                  </a:lnTo>
                  <a:lnTo>
                    <a:pt x="1169971" y="92523"/>
                  </a:lnTo>
                  <a:lnTo>
                    <a:pt x="1185571" y="86866"/>
                  </a:lnTo>
                  <a:lnTo>
                    <a:pt x="1201171" y="81022"/>
                  </a:lnTo>
                  <a:lnTo>
                    <a:pt x="1216770" y="74828"/>
                  </a:lnTo>
                  <a:lnTo>
                    <a:pt x="1232370" y="68172"/>
                  </a:lnTo>
                  <a:lnTo>
                    <a:pt x="1247969" y="61009"/>
                  </a:lnTo>
                  <a:lnTo>
                    <a:pt x="1263569" y="53372"/>
                  </a:lnTo>
                  <a:lnTo>
                    <a:pt x="1279169" y="45379"/>
                  </a:lnTo>
                  <a:lnTo>
                    <a:pt x="1294768" y="37223"/>
                  </a:lnTo>
                  <a:lnTo>
                    <a:pt x="1310368" y="29179"/>
                  </a:lnTo>
                  <a:lnTo>
                    <a:pt x="1325968" y="21601"/>
                  </a:lnTo>
                  <a:lnTo>
                    <a:pt x="1341567" y="14790"/>
                  </a:lnTo>
                  <a:lnTo>
                    <a:pt x="1357167" y="9029"/>
                  </a:lnTo>
                  <a:lnTo>
                    <a:pt x="1372766" y="4547"/>
                  </a:lnTo>
                  <a:lnTo>
                    <a:pt x="1388366" y="1509"/>
                  </a:lnTo>
                  <a:lnTo>
                    <a:pt x="1403966" y="0"/>
                  </a:lnTo>
                  <a:lnTo>
                    <a:pt x="1419565" y="28"/>
                  </a:lnTo>
                  <a:lnTo>
                    <a:pt x="1435165" y="1532"/>
                  </a:lnTo>
                  <a:lnTo>
                    <a:pt x="1450765" y="4394"/>
                  </a:lnTo>
                  <a:lnTo>
                    <a:pt x="1466364" y="8459"/>
                  </a:lnTo>
                  <a:lnTo>
                    <a:pt x="1481964" y="13552"/>
                  </a:lnTo>
                  <a:lnTo>
                    <a:pt x="1497563" y="19503"/>
                  </a:lnTo>
                  <a:lnTo>
                    <a:pt x="1513163" y="26202"/>
                  </a:lnTo>
                  <a:lnTo>
                    <a:pt x="1528763" y="33488"/>
                  </a:lnTo>
                  <a:lnTo>
                    <a:pt x="1544362" y="41275"/>
                  </a:lnTo>
                  <a:lnTo>
                    <a:pt x="1559962" y="49523"/>
                  </a:lnTo>
                  <a:lnTo>
                    <a:pt x="1575562" y="58214"/>
                  </a:lnTo>
                  <a:lnTo>
                    <a:pt x="1591161" y="67335"/>
                  </a:lnTo>
                  <a:lnTo>
                    <a:pt x="1606761" y="76872"/>
                  </a:lnTo>
                  <a:lnTo>
                    <a:pt x="1622360" y="86792"/>
                  </a:lnTo>
                  <a:lnTo>
                    <a:pt x="1637960" y="97046"/>
                  </a:lnTo>
                  <a:lnTo>
                    <a:pt x="1653560" y="107564"/>
                  </a:lnTo>
                  <a:lnTo>
                    <a:pt x="1669159" y="118265"/>
                  </a:lnTo>
                  <a:lnTo>
                    <a:pt x="1684759" y="129067"/>
                  </a:lnTo>
                  <a:lnTo>
                    <a:pt x="1700359" y="139899"/>
                  </a:lnTo>
                  <a:lnTo>
                    <a:pt x="1715958" y="150708"/>
                  </a:lnTo>
                  <a:lnTo>
                    <a:pt x="1731558" y="161477"/>
                  </a:lnTo>
                  <a:lnTo>
                    <a:pt x="1747157" y="172214"/>
                  </a:lnTo>
                  <a:lnTo>
                    <a:pt x="1762757" y="182941"/>
                  </a:lnTo>
                  <a:lnTo>
                    <a:pt x="1778357" y="193676"/>
                  </a:lnTo>
                  <a:lnTo>
                    <a:pt x="1793956" y="204423"/>
                  </a:lnTo>
                  <a:lnTo>
                    <a:pt x="1809556" y="215165"/>
                  </a:lnTo>
                  <a:lnTo>
                    <a:pt x="1825156" y="225858"/>
                  </a:lnTo>
                  <a:lnTo>
                    <a:pt x="1840755" y="236441"/>
                  </a:lnTo>
                  <a:lnTo>
                    <a:pt x="1856355" y="246842"/>
                  </a:lnTo>
                  <a:lnTo>
                    <a:pt x="1871954" y="256995"/>
                  </a:lnTo>
                  <a:lnTo>
                    <a:pt x="1887554" y="266856"/>
                  </a:lnTo>
                  <a:lnTo>
                    <a:pt x="1903154" y="276403"/>
                  </a:lnTo>
                  <a:lnTo>
                    <a:pt x="1918753" y="285681"/>
                  </a:lnTo>
                  <a:lnTo>
                    <a:pt x="1934353" y="294785"/>
                  </a:lnTo>
                  <a:lnTo>
                    <a:pt x="1949953" y="303822"/>
                  </a:lnTo>
                  <a:lnTo>
                    <a:pt x="1965552" y="312910"/>
                  </a:lnTo>
                  <a:lnTo>
                    <a:pt x="1981152" y="322154"/>
                  </a:lnTo>
                  <a:lnTo>
                    <a:pt x="1996751" y="331638"/>
                  </a:lnTo>
                  <a:lnTo>
                    <a:pt x="2012351" y="341405"/>
                  </a:lnTo>
                  <a:lnTo>
                    <a:pt x="2027951" y="351456"/>
                  </a:lnTo>
                  <a:lnTo>
                    <a:pt x="2043550" y="361742"/>
                  </a:lnTo>
                  <a:lnTo>
                    <a:pt x="2059150" y="372171"/>
                  </a:lnTo>
                  <a:lnTo>
                    <a:pt x="2074750" y="382620"/>
                  </a:lnTo>
                  <a:lnTo>
                    <a:pt x="2090349" y="392943"/>
                  </a:lnTo>
                  <a:lnTo>
                    <a:pt x="2105949" y="402961"/>
                  </a:lnTo>
                  <a:lnTo>
                    <a:pt x="2121548" y="412551"/>
                  </a:lnTo>
                  <a:lnTo>
                    <a:pt x="2137148" y="421623"/>
                  </a:lnTo>
                  <a:lnTo>
                    <a:pt x="2152748" y="430119"/>
                  </a:lnTo>
                  <a:lnTo>
                    <a:pt x="2168347" y="438016"/>
                  </a:lnTo>
                  <a:lnTo>
                    <a:pt x="2183947" y="445322"/>
                  </a:lnTo>
                  <a:lnTo>
                    <a:pt x="2199547" y="452068"/>
                  </a:lnTo>
                  <a:lnTo>
                    <a:pt x="2215146" y="458299"/>
                  </a:lnTo>
                  <a:lnTo>
                    <a:pt x="2230746" y="464069"/>
                  </a:lnTo>
                  <a:lnTo>
                    <a:pt x="2246345" y="469426"/>
                  </a:lnTo>
                  <a:lnTo>
                    <a:pt x="2261945" y="474417"/>
                  </a:lnTo>
                  <a:lnTo>
                    <a:pt x="2277545" y="479075"/>
                  </a:lnTo>
                  <a:lnTo>
                    <a:pt x="2293144" y="483421"/>
                  </a:lnTo>
                  <a:lnTo>
                    <a:pt x="2308744" y="487457"/>
                  </a:lnTo>
                  <a:lnTo>
                    <a:pt x="2324344" y="491216"/>
                  </a:lnTo>
                  <a:lnTo>
                    <a:pt x="2339943" y="494704"/>
                  </a:lnTo>
                  <a:lnTo>
                    <a:pt x="2355543" y="497930"/>
                  </a:lnTo>
                  <a:lnTo>
                    <a:pt x="2371142" y="500905"/>
                  </a:lnTo>
                  <a:lnTo>
                    <a:pt x="2386742" y="503645"/>
                  </a:lnTo>
                  <a:lnTo>
                    <a:pt x="2402342" y="506169"/>
                  </a:lnTo>
                  <a:lnTo>
                    <a:pt x="2417941" y="508501"/>
                  </a:lnTo>
                  <a:lnTo>
                    <a:pt x="2433541" y="510666"/>
                  </a:lnTo>
                  <a:lnTo>
                    <a:pt x="2449141" y="512686"/>
                  </a:lnTo>
                  <a:lnTo>
                    <a:pt x="2464740" y="514581"/>
                  </a:lnTo>
                  <a:lnTo>
                    <a:pt x="2480340" y="516369"/>
                  </a:lnTo>
                  <a:lnTo>
                    <a:pt x="2495939" y="518053"/>
                  </a:lnTo>
                  <a:lnTo>
                    <a:pt x="2511539" y="519639"/>
                  </a:lnTo>
                  <a:lnTo>
                    <a:pt x="2527139" y="521129"/>
                  </a:lnTo>
                  <a:lnTo>
                    <a:pt x="2542738" y="522519"/>
                  </a:lnTo>
                  <a:lnTo>
                    <a:pt x="2558338" y="523803"/>
                  </a:lnTo>
                  <a:lnTo>
                    <a:pt x="2573938" y="524979"/>
                  </a:lnTo>
                  <a:lnTo>
                    <a:pt x="2589537" y="526045"/>
                  </a:lnTo>
                  <a:lnTo>
                    <a:pt x="2605137" y="527005"/>
                  </a:lnTo>
                  <a:lnTo>
                    <a:pt x="2620736" y="527865"/>
                  </a:lnTo>
                  <a:lnTo>
                    <a:pt x="2636336" y="528634"/>
                  </a:lnTo>
                  <a:lnTo>
                    <a:pt x="2651936" y="529322"/>
                  </a:lnTo>
                  <a:lnTo>
                    <a:pt x="2667535" y="529943"/>
                  </a:lnTo>
                  <a:lnTo>
                    <a:pt x="2683135" y="530508"/>
                  </a:lnTo>
                  <a:lnTo>
                    <a:pt x="2698735" y="531025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3943890" y="2755805"/>
              <a:ext cx="2542738" cy="548494"/>
            </a:xfrm>
            <a:custGeom>
              <a:avLst/>
              <a:pathLst>
                <a:path w="2542738" h="548494">
                  <a:moveTo>
                    <a:pt x="0" y="544750"/>
                  </a:moveTo>
                  <a:lnTo>
                    <a:pt x="15599" y="544283"/>
                  </a:lnTo>
                  <a:lnTo>
                    <a:pt x="31199" y="543796"/>
                  </a:lnTo>
                  <a:lnTo>
                    <a:pt x="46798" y="543277"/>
                  </a:lnTo>
                  <a:lnTo>
                    <a:pt x="62398" y="542709"/>
                  </a:lnTo>
                  <a:lnTo>
                    <a:pt x="77998" y="542073"/>
                  </a:lnTo>
                  <a:lnTo>
                    <a:pt x="93597" y="541349"/>
                  </a:lnTo>
                  <a:lnTo>
                    <a:pt x="109197" y="540515"/>
                  </a:lnTo>
                  <a:lnTo>
                    <a:pt x="124796" y="539557"/>
                  </a:lnTo>
                  <a:lnTo>
                    <a:pt x="140396" y="538459"/>
                  </a:lnTo>
                  <a:lnTo>
                    <a:pt x="155996" y="537214"/>
                  </a:lnTo>
                  <a:lnTo>
                    <a:pt x="171595" y="535818"/>
                  </a:lnTo>
                  <a:lnTo>
                    <a:pt x="187195" y="534262"/>
                  </a:lnTo>
                  <a:lnTo>
                    <a:pt x="202795" y="532550"/>
                  </a:lnTo>
                  <a:lnTo>
                    <a:pt x="218394" y="530690"/>
                  </a:lnTo>
                  <a:lnTo>
                    <a:pt x="233994" y="528679"/>
                  </a:lnTo>
                  <a:lnTo>
                    <a:pt x="249593" y="526513"/>
                  </a:lnTo>
                  <a:lnTo>
                    <a:pt x="265193" y="524181"/>
                  </a:lnTo>
                  <a:lnTo>
                    <a:pt x="280793" y="521669"/>
                  </a:lnTo>
                  <a:lnTo>
                    <a:pt x="296392" y="518957"/>
                  </a:lnTo>
                  <a:lnTo>
                    <a:pt x="311992" y="516020"/>
                  </a:lnTo>
                  <a:lnTo>
                    <a:pt x="327592" y="512830"/>
                  </a:lnTo>
                  <a:lnTo>
                    <a:pt x="343191" y="509354"/>
                  </a:lnTo>
                  <a:lnTo>
                    <a:pt x="358791" y="505552"/>
                  </a:lnTo>
                  <a:lnTo>
                    <a:pt x="374390" y="501382"/>
                  </a:lnTo>
                  <a:lnTo>
                    <a:pt x="389990" y="496752"/>
                  </a:lnTo>
                  <a:lnTo>
                    <a:pt x="405590" y="491641"/>
                  </a:lnTo>
                  <a:lnTo>
                    <a:pt x="421189" y="486002"/>
                  </a:lnTo>
                  <a:lnTo>
                    <a:pt x="436789" y="479797"/>
                  </a:lnTo>
                  <a:lnTo>
                    <a:pt x="452389" y="473001"/>
                  </a:lnTo>
                  <a:lnTo>
                    <a:pt x="467988" y="465610"/>
                  </a:lnTo>
                  <a:lnTo>
                    <a:pt x="483588" y="457643"/>
                  </a:lnTo>
                  <a:lnTo>
                    <a:pt x="499187" y="449143"/>
                  </a:lnTo>
                  <a:lnTo>
                    <a:pt x="514787" y="440170"/>
                  </a:lnTo>
                  <a:lnTo>
                    <a:pt x="530387" y="430798"/>
                  </a:lnTo>
                  <a:lnTo>
                    <a:pt x="545986" y="421106"/>
                  </a:lnTo>
                  <a:lnTo>
                    <a:pt x="561586" y="411168"/>
                  </a:lnTo>
                  <a:lnTo>
                    <a:pt x="577186" y="401043"/>
                  </a:lnTo>
                  <a:lnTo>
                    <a:pt x="592785" y="390782"/>
                  </a:lnTo>
                  <a:lnTo>
                    <a:pt x="608385" y="380427"/>
                  </a:lnTo>
                  <a:lnTo>
                    <a:pt x="623984" y="370002"/>
                  </a:lnTo>
                  <a:lnTo>
                    <a:pt x="639584" y="359526"/>
                  </a:lnTo>
                  <a:lnTo>
                    <a:pt x="655184" y="349018"/>
                  </a:lnTo>
                  <a:lnTo>
                    <a:pt x="670783" y="338498"/>
                  </a:lnTo>
                  <a:lnTo>
                    <a:pt x="686383" y="327985"/>
                  </a:lnTo>
                  <a:lnTo>
                    <a:pt x="701983" y="317497"/>
                  </a:lnTo>
                  <a:lnTo>
                    <a:pt x="717582" y="307042"/>
                  </a:lnTo>
                  <a:lnTo>
                    <a:pt x="733182" y="296623"/>
                  </a:lnTo>
                  <a:lnTo>
                    <a:pt x="748781" y="286231"/>
                  </a:lnTo>
                  <a:lnTo>
                    <a:pt x="764381" y="275855"/>
                  </a:lnTo>
                  <a:lnTo>
                    <a:pt x="779981" y="265475"/>
                  </a:lnTo>
                  <a:lnTo>
                    <a:pt x="795580" y="255075"/>
                  </a:lnTo>
                  <a:lnTo>
                    <a:pt x="811180" y="244646"/>
                  </a:lnTo>
                  <a:lnTo>
                    <a:pt x="826780" y="234181"/>
                  </a:lnTo>
                  <a:lnTo>
                    <a:pt x="842379" y="223670"/>
                  </a:lnTo>
                  <a:lnTo>
                    <a:pt x="857979" y="213102"/>
                  </a:lnTo>
                  <a:lnTo>
                    <a:pt x="873578" y="202452"/>
                  </a:lnTo>
                  <a:lnTo>
                    <a:pt x="889178" y="191693"/>
                  </a:lnTo>
                  <a:lnTo>
                    <a:pt x="904778" y="180790"/>
                  </a:lnTo>
                  <a:lnTo>
                    <a:pt x="920377" y="169714"/>
                  </a:lnTo>
                  <a:lnTo>
                    <a:pt x="935977" y="158451"/>
                  </a:lnTo>
                  <a:lnTo>
                    <a:pt x="951577" y="147012"/>
                  </a:lnTo>
                  <a:lnTo>
                    <a:pt x="967176" y="135445"/>
                  </a:lnTo>
                  <a:lnTo>
                    <a:pt x="982776" y="123842"/>
                  </a:lnTo>
                  <a:lnTo>
                    <a:pt x="998375" y="112339"/>
                  </a:lnTo>
                  <a:lnTo>
                    <a:pt x="1013975" y="101075"/>
                  </a:lnTo>
                  <a:lnTo>
                    <a:pt x="1029575" y="90186"/>
                  </a:lnTo>
                  <a:lnTo>
                    <a:pt x="1045174" y="79788"/>
                  </a:lnTo>
                  <a:lnTo>
                    <a:pt x="1060774" y="69969"/>
                  </a:lnTo>
                  <a:lnTo>
                    <a:pt x="1076374" y="60778"/>
                  </a:lnTo>
                  <a:lnTo>
                    <a:pt x="1091973" y="52231"/>
                  </a:lnTo>
                  <a:lnTo>
                    <a:pt x="1107573" y="44317"/>
                  </a:lnTo>
                  <a:lnTo>
                    <a:pt x="1123172" y="37008"/>
                  </a:lnTo>
                  <a:lnTo>
                    <a:pt x="1138772" y="30280"/>
                  </a:lnTo>
                  <a:lnTo>
                    <a:pt x="1154372" y="24117"/>
                  </a:lnTo>
                  <a:lnTo>
                    <a:pt x="1169971" y="18551"/>
                  </a:lnTo>
                  <a:lnTo>
                    <a:pt x="1185571" y="13634"/>
                  </a:lnTo>
                  <a:lnTo>
                    <a:pt x="1201171" y="9391"/>
                  </a:lnTo>
                  <a:lnTo>
                    <a:pt x="1216770" y="5885"/>
                  </a:lnTo>
                  <a:lnTo>
                    <a:pt x="1232370" y="3169"/>
                  </a:lnTo>
                  <a:lnTo>
                    <a:pt x="1247969" y="1280"/>
                  </a:lnTo>
                  <a:lnTo>
                    <a:pt x="1263569" y="229"/>
                  </a:lnTo>
                  <a:lnTo>
                    <a:pt x="1279169" y="0"/>
                  </a:lnTo>
                  <a:lnTo>
                    <a:pt x="1294768" y="552"/>
                  </a:lnTo>
                  <a:lnTo>
                    <a:pt x="1310368" y="1832"/>
                  </a:lnTo>
                  <a:lnTo>
                    <a:pt x="1325968" y="3779"/>
                  </a:lnTo>
                  <a:lnTo>
                    <a:pt x="1341567" y="6340"/>
                  </a:lnTo>
                  <a:lnTo>
                    <a:pt x="1357167" y="9481"/>
                  </a:lnTo>
                  <a:lnTo>
                    <a:pt x="1372766" y="13237"/>
                  </a:lnTo>
                  <a:lnTo>
                    <a:pt x="1388366" y="17609"/>
                  </a:lnTo>
                  <a:lnTo>
                    <a:pt x="1403966" y="22637"/>
                  </a:lnTo>
                  <a:lnTo>
                    <a:pt x="1419565" y="28390"/>
                  </a:lnTo>
                  <a:lnTo>
                    <a:pt x="1435165" y="34932"/>
                  </a:lnTo>
                  <a:lnTo>
                    <a:pt x="1450765" y="42316"/>
                  </a:lnTo>
                  <a:lnTo>
                    <a:pt x="1466364" y="50563"/>
                  </a:lnTo>
                  <a:lnTo>
                    <a:pt x="1481964" y="59659"/>
                  </a:lnTo>
                  <a:lnTo>
                    <a:pt x="1497563" y="69543"/>
                  </a:lnTo>
                  <a:lnTo>
                    <a:pt x="1513163" y="80117"/>
                  </a:lnTo>
                  <a:lnTo>
                    <a:pt x="1528763" y="91247"/>
                  </a:lnTo>
                  <a:lnTo>
                    <a:pt x="1544362" y="102781"/>
                  </a:lnTo>
                  <a:lnTo>
                    <a:pt x="1559962" y="114561"/>
                  </a:lnTo>
                  <a:lnTo>
                    <a:pt x="1575562" y="126440"/>
                  </a:lnTo>
                  <a:lnTo>
                    <a:pt x="1591161" y="138298"/>
                  </a:lnTo>
                  <a:lnTo>
                    <a:pt x="1606761" y="150081"/>
                  </a:lnTo>
                  <a:lnTo>
                    <a:pt x="1622360" y="161780"/>
                  </a:lnTo>
                  <a:lnTo>
                    <a:pt x="1637960" y="173428"/>
                  </a:lnTo>
                  <a:lnTo>
                    <a:pt x="1653560" y="185094"/>
                  </a:lnTo>
                  <a:lnTo>
                    <a:pt x="1669159" y="196867"/>
                  </a:lnTo>
                  <a:lnTo>
                    <a:pt x="1684759" y="208838"/>
                  </a:lnTo>
                  <a:lnTo>
                    <a:pt x="1700359" y="221090"/>
                  </a:lnTo>
                  <a:lnTo>
                    <a:pt x="1715958" y="233677"/>
                  </a:lnTo>
                  <a:lnTo>
                    <a:pt x="1731558" y="246615"/>
                  </a:lnTo>
                  <a:lnTo>
                    <a:pt x="1747157" y="259874"/>
                  </a:lnTo>
                  <a:lnTo>
                    <a:pt x="1762757" y="273388"/>
                  </a:lnTo>
                  <a:lnTo>
                    <a:pt x="1778357" y="287022"/>
                  </a:lnTo>
                  <a:lnTo>
                    <a:pt x="1793956" y="300626"/>
                  </a:lnTo>
                  <a:lnTo>
                    <a:pt x="1809556" y="314057"/>
                  </a:lnTo>
                  <a:lnTo>
                    <a:pt x="1825156" y="327185"/>
                  </a:lnTo>
                  <a:lnTo>
                    <a:pt x="1840755" y="339904"/>
                  </a:lnTo>
                  <a:lnTo>
                    <a:pt x="1856355" y="352134"/>
                  </a:lnTo>
                  <a:lnTo>
                    <a:pt x="1871954" y="363830"/>
                  </a:lnTo>
                  <a:lnTo>
                    <a:pt x="1887554" y="374973"/>
                  </a:lnTo>
                  <a:lnTo>
                    <a:pt x="1903154" y="385569"/>
                  </a:lnTo>
                  <a:lnTo>
                    <a:pt x="1918753" y="395641"/>
                  </a:lnTo>
                  <a:lnTo>
                    <a:pt x="1934353" y="405218"/>
                  </a:lnTo>
                  <a:lnTo>
                    <a:pt x="1949953" y="414335"/>
                  </a:lnTo>
                  <a:lnTo>
                    <a:pt x="1965552" y="422990"/>
                  </a:lnTo>
                  <a:lnTo>
                    <a:pt x="1981152" y="431238"/>
                  </a:lnTo>
                  <a:lnTo>
                    <a:pt x="1996751" y="439104"/>
                  </a:lnTo>
                  <a:lnTo>
                    <a:pt x="2012351" y="446603"/>
                  </a:lnTo>
                  <a:lnTo>
                    <a:pt x="2027951" y="453748"/>
                  </a:lnTo>
                  <a:lnTo>
                    <a:pt x="2043550" y="460557"/>
                  </a:lnTo>
                  <a:lnTo>
                    <a:pt x="2059150" y="467051"/>
                  </a:lnTo>
                  <a:lnTo>
                    <a:pt x="2074750" y="473254"/>
                  </a:lnTo>
                  <a:lnTo>
                    <a:pt x="2090349" y="479195"/>
                  </a:lnTo>
                  <a:lnTo>
                    <a:pt x="2105949" y="484902"/>
                  </a:lnTo>
                  <a:lnTo>
                    <a:pt x="2121548" y="490396"/>
                  </a:lnTo>
                  <a:lnTo>
                    <a:pt x="2137148" y="495691"/>
                  </a:lnTo>
                  <a:lnTo>
                    <a:pt x="2152748" y="500782"/>
                  </a:lnTo>
                  <a:lnTo>
                    <a:pt x="2168347" y="505634"/>
                  </a:lnTo>
                  <a:lnTo>
                    <a:pt x="2183947" y="510229"/>
                  </a:lnTo>
                  <a:lnTo>
                    <a:pt x="2199547" y="514522"/>
                  </a:lnTo>
                  <a:lnTo>
                    <a:pt x="2215146" y="518468"/>
                  </a:lnTo>
                  <a:lnTo>
                    <a:pt x="2230746" y="522027"/>
                  </a:lnTo>
                  <a:lnTo>
                    <a:pt x="2246345" y="525170"/>
                  </a:lnTo>
                  <a:lnTo>
                    <a:pt x="2261945" y="527885"/>
                  </a:lnTo>
                  <a:lnTo>
                    <a:pt x="2277545" y="530180"/>
                  </a:lnTo>
                  <a:lnTo>
                    <a:pt x="2293144" y="532079"/>
                  </a:lnTo>
                  <a:lnTo>
                    <a:pt x="2308744" y="533624"/>
                  </a:lnTo>
                  <a:lnTo>
                    <a:pt x="2324344" y="534871"/>
                  </a:lnTo>
                  <a:lnTo>
                    <a:pt x="2339943" y="535882"/>
                  </a:lnTo>
                  <a:lnTo>
                    <a:pt x="2355543" y="536712"/>
                  </a:lnTo>
                  <a:lnTo>
                    <a:pt x="2371142" y="537432"/>
                  </a:lnTo>
                  <a:lnTo>
                    <a:pt x="2386742" y="538095"/>
                  </a:lnTo>
                  <a:lnTo>
                    <a:pt x="2402342" y="538735"/>
                  </a:lnTo>
                  <a:lnTo>
                    <a:pt x="2417941" y="539375"/>
                  </a:lnTo>
                  <a:lnTo>
                    <a:pt x="2433541" y="540025"/>
                  </a:lnTo>
                  <a:lnTo>
                    <a:pt x="2449141" y="540688"/>
                  </a:lnTo>
                  <a:lnTo>
                    <a:pt x="2464740" y="541360"/>
                  </a:lnTo>
                  <a:lnTo>
                    <a:pt x="2480340" y="542032"/>
                  </a:lnTo>
                  <a:lnTo>
                    <a:pt x="2495939" y="542695"/>
                  </a:lnTo>
                  <a:lnTo>
                    <a:pt x="2511539" y="543340"/>
                  </a:lnTo>
                  <a:lnTo>
                    <a:pt x="2527139" y="543960"/>
                  </a:lnTo>
                  <a:lnTo>
                    <a:pt x="2542738" y="544550"/>
                  </a:lnTo>
                  <a:lnTo>
                    <a:pt x="2542738" y="548494"/>
                  </a:lnTo>
                  <a:lnTo>
                    <a:pt x="2527139" y="548494"/>
                  </a:lnTo>
                  <a:lnTo>
                    <a:pt x="2511539" y="548494"/>
                  </a:lnTo>
                  <a:lnTo>
                    <a:pt x="2495939" y="548494"/>
                  </a:lnTo>
                  <a:lnTo>
                    <a:pt x="2480340" y="548494"/>
                  </a:lnTo>
                  <a:lnTo>
                    <a:pt x="2464740" y="548494"/>
                  </a:lnTo>
                  <a:lnTo>
                    <a:pt x="2449141" y="548494"/>
                  </a:lnTo>
                  <a:lnTo>
                    <a:pt x="2433541" y="548494"/>
                  </a:lnTo>
                  <a:lnTo>
                    <a:pt x="2417941" y="548494"/>
                  </a:lnTo>
                  <a:lnTo>
                    <a:pt x="2402342" y="548494"/>
                  </a:lnTo>
                  <a:lnTo>
                    <a:pt x="2386742" y="548494"/>
                  </a:lnTo>
                  <a:lnTo>
                    <a:pt x="2371142" y="548494"/>
                  </a:lnTo>
                  <a:lnTo>
                    <a:pt x="2355543" y="548494"/>
                  </a:lnTo>
                  <a:lnTo>
                    <a:pt x="2339943" y="548494"/>
                  </a:lnTo>
                  <a:lnTo>
                    <a:pt x="2324344" y="548494"/>
                  </a:lnTo>
                  <a:lnTo>
                    <a:pt x="2308744" y="548494"/>
                  </a:lnTo>
                  <a:lnTo>
                    <a:pt x="2293144" y="548494"/>
                  </a:lnTo>
                  <a:lnTo>
                    <a:pt x="2277545" y="548494"/>
                  </a:lnTo>
                  <a:lnTo>
                    <a:pt x="2261945" y="548494"/>
                  </a:lnTo>
                  <a:lnTo>
                    <a:pt x="2246345" y="548494"/>
                  </a:lnTo>
                  <a:lnTo>
                    <a:pt x="2230746" y="548494"/>
                  </a:lnTo>
                  <a:lnTo>
                    <a:pt x="2215146" y="548494"/>
                  </a:lnTo>
                  <a:lnTo>
                    <a:pt x="2199547" y="548494"/>
                  </a:lnTo>
                  <a:lnTo>
                    <a:pt x="2183947" y="548494"/>
                  </a:lnTo>
                  <a:lnTo>
                    <a:pt x="2168347" y="548494"/>
                  </a:lnTo>
                  <a:lnTo>
                    <a:pt x="2152748" y="548494"/>
                  </a:lnTo>
                  <a:lnTo>
                    <a:pt x="2137148" y="548494"/>
                  </a:lnTo>
                  <a:lnTo>
                    <a:pt x="2121548" y="548494"/>
                  </a:lnTo>
                  <a:lnTo>
                    <a:pt x="2105949" y="548494"/>
                  </a:lnTo>
                  <a:lnTo>
                    <a:pt x="2090349" y="548494"/>
                  </a:lnTo>
                  <a:lnTo>
                    <a:pt x="2074750" y="548494"/>
                  </a:lnTo>
                  <a:lnTo>
                    <a:pt x="2059150" y="548494"/>
                  </a:lnTo>
                  <a:lnTo>
                    <a:pt x="2043550" y="548494"/>
                  </a:lnTo>
                  <a:lnTo>
                    <a:pt x="2027951" y="548494"/>
                  </a:lnTo>
                  <a:lnTo>
                    <a:pt x="2012351" y="548494"/>
                  </a:lnTo>
                  <a:lnTo>
                    <a:pt x="1996751" y="548494"/>
                  </a:lnTo>
                  <a:lnTo>
                    <a:pt x="1981152" y="548494"/>
                  </a:lnTo>
                  <a:lnTo>
                    <a:pt x="1965552" y="548494"/>
                  </a:lnTo>
                  <a:lnTo>
                    <a:pt x="1949953" y="548494"/>
                  </a:lnTo>
                  <a:lnTo>
                    <a:pt x="1934353" y="548494"/>
                  </a:lnTo>
                  <a:lnTo>
                    <a:pt x="1918753" y="548494"/>
                  </a:lnTo>
                  <a:lnTo>
                    <a:pt x="1903154" y="548494"/>
                  </a:lnTo>
                  <a:lnTo>
                    <a:pt x="1887554" y="548494"/>
                  </a:lnTo>
                  <a:lnTo>
                    <a:pt x="1871954" y="548494"/>
                  </a:lnTo>
                  <a:lnTo>
                    <a:pt x="1856355" y="548494"/>
                  </a:lnTo>
                  <a:lnTo>
                    <a:pt x="1840755" y="548494"/>
                  </a:lnTo>
                  <a:lnTo>
                    <a:pt x="1825156" y="548494"/>
                  </a:lnTo>
                  <a:lnTo>
                    <a:pt x="1809556" y="548494"/>
                  </a:lnTo>
                  <a:lnTo>
                    <a:pt x="1793956" y="548494"/>
                  </a:lnTo>
                  <a:lnTo>
                    <a:pt x="1778357" y="548494"/>
                  </a:lnTo>
                  <a:lnTo>
                    <a:pt x="1762757" y="548494"/>
                  </a:lnTo>
                  <a:lnTo>
                    <a:pt x="1747157" y="548494"/>
                  </a:lnTo>
                  <a:lnTo>
                    <a:pt x="1731558" y="548494"/>
                  </a:lnTo>
                  <a:lnTo>
                    <a:pt x="1715958" y="548494"/>
                  </a:lnTo>
                  <a:lnTo>
                    <a:pt x="1700359" y="548494"/>
                  </a:lnTo>
                  <a:lnTo>
                    <a:pt x="1684759" y="548494"/>
                  </a:lnTo>
                  <a:lnTo>
                    <a:pt x="1669159" y="548494"/>
                  </a:lnTo>
                  <a:lnTo>
                    <a:pt x="1653560" y="548494"/>
                  </a:lnTo>
                  <a:lnTo>
                    <a:pt x="1637960" y="548494"/>
                  </a:lnTo>
                  <a:lnTo>
                    <a:pt x="1622360" y="548494"/>
                  </a:lnTo>
                  <a:lnTo>
                    <a:pt x="1606761" y="548494"/>
                  </a:lnTo>
                  <a:lnTo>
                    <a:pt x="1591161" y="548494"/>
                  </a:lnTo>
                  <a:lnTo>
                    <a:pt x="1575562" y="548494"/>
                  </a:lnTo>
                  <a:lnTo>
                    <a:pt x="1559962" y="548494"/>
                  </a:lnTo>
                  <a:lnTo>
                    <a:pt x="1544362" y="548494"/>
                  </a:lnTo>
                  <a:lnTo>
                    <a:pt x="1528763" y="548494"/>
                  </a:lnTo>
                  <a:lnTo>
                    <a:pt x="1513163" y="548494"/>
                  </a:lnTo>
                  <a:lnTo>
                    <a:pt x="1497563" y="548494"/>
                  </a:lnTo>
                  <a:lnTo>
                    <a:pt x="1481964" y="548494"/>
                  </a:lnTo>
                  <a:lnTo>
                    <a:pt x="1466364" y="548494"/>
                  </a:lnTo>
                  <a:lnTo>
                    <a:pt x="1450765" y="548494"/>
                  </a:lnTo>
                  <a:lnTo>
                    <a:pt x="1435165" y="548494"/>
                  </a:lnTo>
                  <a:lnTo>
                    <a:pt x="1419565" y="548494"/>
                  </a:lnTo>
                  <a:lnTo>
                    <a:pt x="1403966" y="548494"/>
                  </a:lnTo>
                  <a:lnTo>
                    <a:pt x="1388366" y="548494"/>
                  </a:lnTo>
                  <a:lnTo>
                    <a:pt x="1372766" y="548494"/>
                  </a:lnTo>
                  <a:lnTo>
                    <a:pt x="1357167" y="548494"/>
                  </a:lnTo>
                  <a:lnTo>
                    <a:pt x="1341567" y="548494"/>
                  </a:lnTo>
                  <a:lnTo>
                    <a:pt x="1325968" y="548494"/>
                  </a:lnTo>
                  <a:lnTo>
                    <a:pt x="1310368" y="548494"/>
                  </a:lnTo>
                  <a:lnTo>
                    <a:pt x="1294768" y="548494"/>
                  </a:lnTo>
                  <a:lnTo>
                    <a:pt x="1279169" y="548494"/>
                  </a:lnTo>
                  <a:lnTo>
                    <a:pt x="1263569" y="548494"/>
                  </a:lnTo>
                  <a:lnTo>
                    <a:pt x="1247969" y="548494"/>
                  </a:lnTo>
                  <a:lnTo>
                    <a:pt x="1232370" y="548494"/>
                  </a:lnTo>
                  <a:lnTo>
                    <a:pt x="1216770" y="548494"/>
                  </a:lnTo>
                  <a:lnTo>
                    <a:pt x="1201171" y="548494"/>
                  </a:lnTo>
                  <a:lnTo>
                    <a:pt x="1185571" y="548494"/>
                  </a:lnTo>
                  <a:lnTo>
                    <a:pt x="1169971" y="548494"/>
                  </a:lnTo>
                  <a:lnTo>
                    <a:pt x="1154372" y="548494"/>
                  </a:lnTo>
                  <a:lnTo>
                    <a:pt x="1138772" y="548494"/>
                  </a:lnTo>
                  <a:lnTo>
                    <a:pt x="1123172" y="548494"/>
                  </a:lnTo>
                  <a:lnTo>
                    <a:pt x="1107573" y="548494"/>
                  </a:lnTo>
                  <a:lnTo>
                    <a:pt x="1091973" y="548494"/>
                  </a:lnTo>
                  <a:lnTo>
                    <a:pt x="1076374" y="548494"/>
                  </a:lnTo>
                  <a:lnTo>
                    <a:pt x="1060774" y="548494"/>
                  </a:lnTo>
                  <a:lnTo>
                    <a:pt x="1045174" y="548494"/>
                  </a:lnTo>
                  <a:lnTo>
                    <a:pt x="1029575" y="548494"/>
                  </a:lnTo>
                  <a:lnTo>
                    <a:pt x="1013975" y="548494"/>
                  </a:lnTo>
                  <a:lnTo>
                    <a:pt x="998375" y="548494"/>
                  </a:lnTo>
                  <a:lnTo>
                    <a:pt x="982776" y="548494"/>
                  </a:lnTo>
                  <a:lnTo>
                    <a:pt x="967176" y="548494"/>
                  </a:lnTo>
                  <a:lnTo>
                    <a:pt x="951577" y="548494"/>
                  </a:lnTo>
                  <a:lnTo>
                    <a:pt x="935977" y="548494"/>
                  </a:lnTo>
                  <a:lnTo>
                    <a:pt x="920377" y="548494"/>
                  </a:lnTo>
                  <a:lnTo>
                    <a:pt x="904778" y="548494"/>
                  </a:lnTo>
                  <a:lnTo>
                    <a:pt x="889178" y="548494"/>
                  </a:lnTo>
                  <a:lnTo>
                    <a:pt x="873578" y="548494"/>
                  </a:lnTo>
                  <a:lnTo>
                    <a:pt x="857979" y="548494"/>
                  </a:lnTo>
                  <a:lnTo>
                    <a:pt x="842379" y="548494"/>
                  </a:lnTo>
                  <a:lnTo>
                    <a:pt x="826780" y="548494"/>
                  </a:lnTo>
                  <a:lnTo>
                    <a:pt x="811180" y="548494"/>
                  </a:lnTo>
                  <a:lnTo>
                    <a:pt x="795580" y="548494"/>
                  </a:lnTo>
                  <a:lnTo>
                    <a:pt x="779981" y="548494"/>
                  </a:lnTo>
                  <a:lnTo>
                    <a:pt x="764381" y="548494"/>
                  </a:lnTo>
                  <a:lnTo>
                    <a:pt x="748781" y="548494"/>
                  </a:lnTo>
                  <a:lnTo>
                    <a:pt x="733182" y="548494"/>
                  </a:lnTo>
                  <a:lnTo>
                    <a:pt x="717582" y="548494"/>
                  </a:lnTo>
                  <a:lnTo>
                    <a:pt x="701983" y="548494"/>
                  </a:lnTo>
                  <a:lnTo>
                    <a:pt x="686383" y="548494"/>
                  </a:lnTo>
                  <a:lnTo>
                    <a:pt x="670783" y="548494"/>
                  </a:lnTo>
                  <a:lnTo>
                    <a:pt x="655184" y="548494"/>
                  </a:lnTo>
                  <a:lnTo>
                    <a:pt x="639584" y="548494"/>
                  </a:lnTo>
                  <a:lnTo>
                    <a:pt x="623984" y="548494"/>
                  </a:lnTo>
                  <a:lnTo>
                    <a:pt x="608385" y="548494"/>
                  </a:lnTo>
                  <a:lnTo>
                    <a:pt x="592785" y="548494"/>
                  </a:lnTo>
                  <a:lnTo>
                    <a:pt x="577186" y="548494"/>
                  </a:lnTo>
                  <a:lnTo>
                    <a:pt x="561586" y="548494"/>
                  </a:lnTo>
                  <a:lnTo>
                    <a:pt x="545986" y="548494"/>
                  </a:lnTo>
                  <a:lnTo>
                    <a:pt x="530387" y="548494"/>
                  </a:lnTo>
                  <a:lnTo>
                    <a:pt x="514787" y="548494"/>
                  </a:lnTo>
                  <a:lnTo>
                    <a:pt x="499187" y="548494"/>
                  </a:lnTo>
                  <a:lnTo>
                    <a:pt x="483588" y="548494"/>
                  </a:lnTo>
                  <a:lnTo>
                    <a:pt x="467988" y="548494"/>
                  </a:lnTo>
                  <a:lnTo>
                    <a:pt x="452389" y="548494"/>
                  </a:lnTo>
                  <a:lnTo>
                    <a:pt x="436789" y="548494"/>
                  </a:lnTo>
                  <a:lnTo>
                    <a:pt x="421189" y="548494"/>
                  </a:lnTo>
                  <a:lnTo>
                    <a:pt x="405590" y="548494"/>
                  </a:lnTo>
                  <a:lnTo>
                    <a:pt x="389990" y="548494"/>
                  </a:lnTo>
                  <a:lnTo>
                    <a:pt x="374390" y="548494"/>
                  </a:lnTo>
                  <a:lnTo>
                    <a:pt x="358791" y="548494"/>
                  </a:lnTo>
                  <a:lnTo>
                    <a:pt x="343191" y="548494"/>
                  </a:lnTo>
                  <a:lnTo>
                    <a:pt x="327592" y="548494"/>
                  </a:lnTo>
                  <a:lnTo>
                    <a:pt x="311992" y="548494"/>
                  </a:lnTo>
                  <a:lnTo>
                    <a:pt x="296392" y="548494"/>
                  </a:lnTo>
                  <a:lnTo>
                    <a:pt x="280793" y="548494"/>
                  </a:lnTo>
                  <a:lnTo>
                    <a:pt x="265193" y="548494"/>
                  </a:lnTo>
                  <a:lnTo>
                    <a:pt x="249593" y="548494"/>
                  </a:lnTo>
                  <a:lnTo>
                    <a:pt x="233994" y="548494"/>
                  </a:lnTo>
                  <a:lnTo>
                    <a:pt x="218394" y="548494"/>
                  </a:lnTo>
                  <a:lnTo>
                    <a:pt x="202795" y="548494"/>
                  </a:lnTo>
                  <a:lnTo>
                    <a:pt x="187195" y="548494"/>
                  </a:lnTo>
                  <a:lnTo>
                    <a:pt x="171595" y="548494"/>
                  </a:lnTo>
                  <a:lnTo>
                    <a:pt x="155996" y="548494"/>
                  </a:lnTo>
                  <a:lnTo>
                    <a:pt x="140396" y="548494"/>
                  </a:lnTo>
                  <a:lnTo>
                    <a:pt x="124796" y="548494"/>
                  </a:lnTo>
                  <a:lnTo>
                    <a:pt x="109197" y="548494"/>
                  </a:lnTo>
                  <a:lnTo>
                    <a:pt x="93597" y="548494"/>
                  </a:lnTo>
                  <a:lnTo>
                    <a:pt x="77998" y="548494"/>
                  </a:lnTo>
                  <a:lnTo>
                    <a:pt x="62398" y="548494"/>
                  </a:lnTo>
                  <a:lnTo>
                    <a:pt x="46798" y="548494"/>
                  </a:lnTo>
                  <a:lnTo>
                    <a:pt x="31199" y="548494"/>
                  </a:lnTo>
                  <a:lnTo>
                    <a:pt x="15599" y="548494"/>
                  </a:lnTo>
                  <a:lnTo>
                    <a:pt x="0" y="548494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943890" y="2755805"/>
              <a:ext cx="2542738" cy="544750"/>
            </a:xfrm>
            <a:custGeom>
              <a:avLst/>
              <a:pathLst>
                <a:path w="2542738" h="544750">
                  <a:moveTo>
                    <a:pt x="0" y="544750"/>
                  </a:moveTo>
                  <a:lnTo>
                    <a:pt x="15599" y="544283"/>
                  </a:lnTo>
                  <a:lnTo>
                    <a:pt x="31199" y="543796"/>
                  </a:lnTo>
                  <a:lnTo>
                    <a:pt x="46798" y="543277"/>
                  </a:lnTo>
                  <a:lnTo>
                    <a:pt x="62398" y="542709"/>
                  </a:lnTo>
                  <a:lnTo>
                    <a:pt x="77998" y="542073"/>
                  </a:lnTo>
                  <a:lnTo>
                    <a:pt x="93597" y="541349"/>
                  </a:lnTo>
                  <a:lnTo>
                    <a:pt x="109197" y="540515"/>
                  </a:lnTo>
                  <a:lnTo>
                    <a:pt x="124796" y="539557"/>
                  </a:lnTo>
                  <a:lnTo>
                    <a:pt x="140396" y="538459"/>
                  </a:lnTo>
                  <a:lnTo>
                    <a:pt x="155996" y="537214"/>
                  </a:lnTo>
                  <a:lnTo>
                    <a:pt x="171595" y="535818"/>
                  </a:lnTo>
                  <a:lnTo>
                    <a:pt x="187195" y="534262"/>
                  </a:lnTo>
                  <a:lnTo>
                    <a:pt x="202795" y="532550"/>
                  </a:lnTo>
                  <a:lnTo>
                    <a:pt x="218394" y="530690"/>
                  </a:lnTo>
                  <a:lnTo>
                    <a:pt x="233994" y="528679"/>
                  </a:lnTo>
                  <a:lnTo>
                    <a:pt x="249593" y="526513"/>
                  </a:lnTo>
                  <a:lnTo>
                    <a:pt x="265193" y="524181"/>
                  </a:lnTo>
                  <a:lnTo>
                    <a:pt x="280793" y="521669"/>
                  </a:lnTo>
                  <a:lnTo>
                    <a:pt x="296392" y="518957"/>
                  </a:lnTo>
                  <a:lnTo>
                    <a:pt x="311992" y="516020"/>
                  </a:lnTo>
                  <a:lnTo>
                    <a:pt x="327592" y="512830"/>
                  </a:lnTo>
                  <a:lnTo>
                    <a:pt x="343191" y="509354"/>
                  </a:lnTo>
                  <a:lnTo>
                    <a:pt x="358791" y="505552"/>
                  </a:lnTo>
                  <a:lnTo>
                    <a:pt x="374390" y="501382"/>
                  </a:lnTo>
                  <a:lnTo>
                    <a:pt x="389990" y="496752"/>
                  </a:lnTo>
                  <a:lnTo>
                    <a:pt x="405590" y="491641"/>
                  </a:lnTo>
                  <a:lnTo>
                    <a:pt x="421189" y="486002"/>
                  </a:lnTo>
                  <a:lnTo>
                    <a:pt x="436789" y="479797"/>
                  </a:lnTo>
                  <a:lnTo>
                    <a:pt x="452389" y="473001"/>
                  </a:lnTo>
                  <a:lnTo>
                    <a:pt x="467988" y="465610"/>
                  </a:lnTo>
                  <a:lnTo>
                    <a:pt x="483588" y="457643"/>
                  </a:lnTo>
                  <a:lnTo>
                    <a:pt x="499187" y="449143"/>
                  </a:lnTo>
                  <a:lnTo>
                    <a:pt x="514787" y="440170"/>
                  </a:lnTo>
                  <a:lnTo>
                    <a:pt x="530387" y="430798"/>
                  </a:lnTo>
                  <a:lnTo>
                    <a:pt x="545986" y="421106"/>
                  </a:lnTo>
                  <a:lnTo>
                    <a:pt x="561586" y="411168"/>
                  </a:lnTo>
                  <a:lnTo>
                    <a:pt x="577186" y="401043"/>
                  </a:lnTo>
                  <a:lnTo>
                    <a:pt x="592785" y="390782"/>
                  </a:lnTo>
                  <a:lnTo>
                    <a:pt x="608385" y="380427"/>
                  </a:lnTo>
                  <a:lnTo>
                    <a:pt x="623984" y="370002"/>
                  </a:lnTo>
                  <a:lnTo>
                    <a:pt x="639584" y="359526"/>
                  </a:lnTo>
                  <a:lnTo>
                    <a:pt x="655184" y="349018"/>
                  </a:lnTo>
                  <a:lnTo>
                    <a:pt x="670783" y="338498"/>
                  </a:lnTo>
                  <a:lnTo>
                    <a:pt x="686383" y="327985"/>
                  </a:lnTo>
                  <a:lnTo>
                    <a:pt x="701983" y="317497"/>
                  </a:lnTo>
                  <a:lnTo>
                    <a:pt x="717582" y="307042"/>
                  </a:lnTo>
                  <a:lnTo>
                    <a:pt x="733182" y="296623"/>
                  </a:lnTo>
                  <a:lnTo>
                    <a:pt x="748781" y="286231"/>
                  </a:lnTo>
                  <a:lnTo>
                    <a:pt x="764381" y="275855"/>
                  </a:lnTo>
                  <a:lnTo>
                    <a:pt x="779981" y="265475"/>
                  </a:lnTo>
                  <a:lnTo>
                    <a:pt x="795580" y="255075"/>
                  </a:lnTo>
                  <a:lnTo>
                    <a:pt x="811180" y="244646"/>
                  </a:lnTo>
                  <a:lnTo>
                    <a:pt x="826780" y="234181"/>
                  </a:lnTo>
                  <a:lnTo>
                    <a:pt x="842379" y="223670"/>
                  </a:lnTo>
                  <a:lnTo>
                    <a:pt x="857979" y="213102"/>
                  </a:lnTo>
                  <a:lnTo>
                    <a:pt x="873578" y="202452"/>
                  </a:lnTo>
                  <a:lnTo>
                    <a:pt x="889178" y="191693"/>
                  </a:lnTo>
                  <a:lnTo>
                    <a:pt x="904778" y="180790"/>
                  </a:lnTo>
                  <a:lnTo>
                    <a:pt x="920377" y="169714"/>
                  </a:lnTo>
                  <a:lnTo>
                    <a:pt x="935977" y="158451"/>
                  </a:lnTo>
                  <a:lnTo>
                    <a:pt x="951577" y="147012"/>
                  </a:lnTo>
                  <a:lnTo>
                    <a:pt x="967176" y="135445"/>
                  </a:lnTo>
                  <a:lnTo>
                    <a:pt x="982776" y="123842"/>
                  </a:lnTo>
                  <a:lnTo>
                    <a:pt x="998375" y="112339"/>
                  </a:lnTo>
                  <a:lnTo>
                    <a:pt x="1013975" y="101075"/>
                  </a:lnTo>
                  <a:lnTo>
                    <a:pt x="1029575" y="90186"/>
                  </a:lnTo>
                  <a:lnTo>
                    <a:pt x="1045174" y="79788"/>
                  </a:lnTo>
                  <a:lnTo>
                    <a:pt x="1060774" y="69969"/>
                  </a:lnTo>
                  <a:lnTo>
                    <a:pt x="1076374" y="60778"/>
                  </a:lnTo>
                  <a:lnTo>
                    <a:pt x="1091973" y="52231"/>
                  </a:lnTo>
                  <a:lnTo>
                    <a:pt x="1107573" y="44317"/>
                  </a:lnTo>
                  <a:lnTo>
                    <a:pt x="1123172" y="37008"/>
                  </a:lnTo>
                  <a:lnTo>
                    <a:pt x="1138772" y="30280"/>
                  </a:lnTo>
                  <a:lnTo>
                    <a:pt x="1154372" y="24117"/>
                  </a:lnTo>
                  <a:lnTo>
                    <a:pt x="1169971" y="18551"/>
                  </a:lnTo>
                  <a:lnTo>
                    <a:pt x="1185571" y="13634"/>
                  </a:lnTo>
                  <a:lnTo>
                    <a:pt x="1201171" y="9391"/>
                  </a:lnTo>
                  <a:lnTo>
                    <a:pt x="1216770" y="5885"/>
                  </a:lnTo>
                  <a:lnTo>
                    <a:pt x="1232370" y="3169"/>
                  </a:lnTo>
                  <a:lnTo>
                    <a:pt x="1247969" y="1280"/>
                  </a:lnTo>
                  <a:lnTo>
                    <a:pt x="1263569" y="229"/>
                  </a:lnTo>
                  <a:lnTo>
                    <a:pt x="1279169" y="0"/>
                  </a:lnTo>
                  <a:lnTo>
                    <a:pt x="1294768" y="552"/>
                  </a:lnTo>
                  <a:lnTo>
                    <a:pt x="1310368" y="1832"/>
                  </a:lnTo>
                  <a:lnTo>
                    <a:pt x="1325968" y="3779"/>
                  </a:lnTo>
                  <a:lnTo>
                    <a:pt x="1341567" y="6340"/>
                  </a:lnTo>
                  <a:lnTo>
                    <a:pt x="1357167" y="9481"/>
                  </a:lnTo>
                  <a:lnTo>
                    <a:pt x="1372766" y="13237"/>
                  </a:lnTo>
                  <a:lnTo>
                    <a:pt x="1388366" y="17609"/>
                  </a:lnTo>
                  <a:lnTo>
                    <a:pt x="1403966" y="22637"/>
                  </a:lnTo>
                  <a:lnTo>
                    <a:pt x="1419565" y="28390"/>
                  </a:lnTo>
                  <a:lnTo>
                    <a:pt x="1435165" y="34932"/>
                  </a:lnTo>
                  <a:lnTo>
                    <a:pt x="1450765" y="42316"/>
                  </a:lnTo>
                  <a:lnTo>
                    <a:pt x="1466364" y="50563"/>
                  </a:lnTo>
                  <a:lnTo>
                    <a:pt x="1481964" y="59659"/>
                  </a:lnTo>
                  <a:lnTo>
                    <a:pt x="1497563" y="69543"/>
                  </a:lnTo>
                  <a:lnTo>
                    <a:pt x="1513163" y="80117"/>
                  </a:lnTo>
                  <a:lnTo>
                    <a:pt x="1528763" y="91247"/>
                  </a:lnTo>
                  <a:lnTo>
                    <a:pt x="1544362" y="102781"/>
                  </a:lnTo>
                  <a:lnTo>
                    <a:pt x="1559962" y="114561"/>
                  </a:lnTo>
                  <a:lnTo>
                    <a:pt x="1575562" y="126440"/>
                  </a:lnTo>
                  <a:lnTo>
                    <a:pt x="1591161" y="138298"/>
                  </a:lnTo>
                  <a:lnTo>
                    <a:pt x="1606761" y="150081"/>
                  </a:lnTo>
                  <a:lnTo>
                    <a:pt x="1622360" y="161780"/>
                  </a:lnTo>
                  <a:lnTo>
                    <a:pt x="1637960" y="173428"/>
                  </a:lnTo>
                  <a:lnTo>
                    <a:pt x="1653560" y="185094"/>
                  </a:lnTo>
                  <a:lnTo>
                    <a:pt x="1669159" y="196867"/>
                  </a:lnTo>
                  <a:lnTo>
                    <a:pt x="1684759" y="208838"/>
                  </a:lnTo>
                  <a:lnTo>
                    <a:pt x="1700359" y="221090"/>
                  </a:lnTo>
                  <a:lnTo>
                    <a:pt x="1715958" y="233677"/>
                  </a:lnTo>
                  <a:lnTo>
                    <a:pt x="1731558" y="246615"/>
                  </a:lnTo>
                  <a:lnTo>
                    <a:pt x="1747157" y="259874"/>
                  </a:lnTo>
                  <a:lnTo>
                    <a:pt x="1762757" y="273388"/>
                  </a:lnTo>
                  <a:lnTo>
                    <a:pt x="1778357" y="287022"/>
                  </a:lnTo>
                  <a:lnTo>
                    <a:pt x="1793956" y="300626"/>
                  </a:lnTo>
                  <a:lnTo>
                    <a:pt x="1809556" y="314057"/>
                  </a:lnTo>
                  <a:lnTo>
                    <a:pt x="1825156" y="327185"/>
                  </a:lnTo>
                  <a:lnTo>
                    <a:pt x="1840755" y="339904"/>
                  </a:lnTo>
                  <a:lnTo>
                    <a:pt x="1856355" y="352134"/>
                  </a:lnTo>
                  <a:lnTo>
                    <a:pt x="1871954" y="363830"/>
                  </a:lnTo>
                  <a:lnTo>
                    <a:pt x="1887554" y="374973"/>
                  </a:lnTo>
                  <a:lnTo>
                    <a:pt x="1903154" y="385569"/>
                  </a:lnTo>
                  <a:lnTo>
                    <a:pt x="1918753" y="395641"/>
                  </a:lnTo>
                  <a:lnTo>
                    <a:pt x="1934353" y="405218"/>
                  </a:lnTo>
                  <a:lnTo>
                    <a:pt x="1949953" y="414335"/>
                  </a:lnTo>
                  <a:lnTo>
                    <a:pt x="1965552" y="422990"/>
                  </a:lnTo>
                  <a:lnTo>
                    <a:pt x="1981152" y="431238"/>
                  </a:lnTo>
                  <a:lnTo>
                    <a:pt x="1996751" y="439104"/>
                  </a:lnTo>
                  <a:lnTo>
                    <a:pt x="2012351" y="446603"/>
                  </a:lnTo>
                  <a:lnTo>
                    <a:pt x="2027951" y="453748"/>
                  </a:lnTo>
                  <a:lnTo>
                    <a:pt x="2043550" y="460557"/>
                  </a:lnTo>
                  <a:lnTo>
                    <a:pt x="2059150" y="467051"/>
                  </a:lnTo>
                  <a:lnTo>
                    <a:pt x="2074750" y="473254"/>
                  </a:lnTo>
                  <a:lnTo>
                    <a:pt x="2090349" y="479195"/>
                  </a:lnTo>
                  <a:lnTo>
                    <a:pt x="2105949" y="484902"/>
                  </a:lnTo>
                  <a:lnTo>
                    <a:pt x="2121548" y="490396"/>
                  </a:lnTo>
                  <a:lnTo>
                    <a:pt x="2137148" y="495691"/>
                  </a:lnTo>
                  <a:lnTo>
                    <a:pt x="2152748" y="500782"/>
                  </a:lnTo>
                  <a:lnTo>
                    <a:pt x="2168347" y="505634"/>
                  </a:lnTo>
                  <a:lnTo>
                    <a:pt x="2183947" y="510229"/>
                  </a:lnTo>
                  <a:lnTo>
                    <a:pt x="2199547" y="514522"/>
                  </a:lnTo>
                  <a:lnTo>
                    <a:pt x="2215146" y="518468"/>
                  </a:lnTo>
                  <a:lnTo>
                    <a:pt x="2230746" y="522027"/>
                  </a:lnTo>
                  <a:lnTo>
                    <a:pt x="2246345" y="525170"/>
                  </a:lnTo>
                  <a:lnTo>
                    <a:pt x="2261945" y="527885"/>
                  </a:lnTo>
                  <a:lnTo>
                    <a:pt x="2277545" y="530180"/>
                  </a:lnTo>
                  <a:lnTo>
                    <a:pt x="2293144" y="532079"/>
                  </a:lnTo>
                  <a:lnTo>
                    <a:pt x="2308744" y="533624"/>
                  </a:lnTo>
                  <a:lnTo>
                    <a:pt x="2324344" y="534871"/>
                  </a:lnTo>
                  <a:lnTo>
                    <a:pt x="2339943" y="535882"/>
                  </a:lnTo>
                  <a:lnTo>
                    <a:pt x="2355543" y="536712"/>
                  </a:lnTo>
                  <a:lnTo>
                    <a:pt x="2371142" y="537432"/>
                  </a:lnTo>
                  <a:lnTo>
                    <a:pt x="2386742" y="538095"/>
                  </a:lnTo>
                  <a:lnTo>
                    <a:pt x="2402342" y="538735"/>
                  </a:lnTo>
                  <a:lnTo>
                    <a:pt x="2417941" y="539375"/>
                  </a:lnTo>
                  <a:lnTo>
                    <a:pt x="2433541" y="540025"/>
                  </a:lnTo>
                  <a:lnTo>
                    <a:pt x="2449141" y="540688"/>
                  </a:lnTo>
                  <a:lnTo>
                    <a:pt x="2464740" y="541360"/>
                  </a:lnTo>
                  <a:lnTo>
                    <a:pt x="2480340" y="542032"/>
                  </a:lnTo>
                  <a:lnTo>
                    <a:pt x="2495939" y="542695"/>
                  </a:lnTo>
                  <a:lnTo>
                    <a:pt x="2511539" y="543340"/>
                  </a:lnTo>
                  <a:lnTo>
                    <a:pt x="2527139" y="543960"/>
                  </a:lnTo>
                  <a:lnTo>
                    <a:pt x="2542738" y="544550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443078" y="2760404"/>
              <a:ext cx="2558338" cy="543895"/>
            </a:xfrm>
            <a:custGeom>
              <a:avLst/>
              <a:pathLst>
                <a:path w="2558338" h="543895">
                  <a:moveTo>
                    <a:pt x="0" y="539992"/>
                  </a:moveTo>
                  <a:lnTo>
                    <a:pt x="15599" y="539572"/>
                  </a:lnTo>
                  <a:lnTo>
                    <a:pt x="31199" y="539149"/>
                  </a:lnTo>
                  <a:lnTo>
                    <a:pt x="46798" y="538709"/>
                  </a:lnTo>
                  <a:lnTo>
                    <a:pt x="62398" y="538230"/>
                  </a:lnTo>
                  <a:lnTo>
                    <a:pt x="77998" y="537680"/>
                  </a:lnTo>
                  <a:lnTo>
                    <a:pt x="93597" y="537015"/>
                  </a:lnTo>
                  <a:lnTo>
                    <a:pt x="109197" y="536204"/>
                  </a:lnTo>
                  <a:lnTo>
                    <a:pt x="124796" y="535212"/>
                  </a:lnTo>
                  <a:lnTo>
                    <a:pt x="140396" y="534013"/>
                  </a:lnTo>
                  <a:lnTo>
                    <a:pt x="155996" y="532590"/>
                  </a:lnTo>
                  <a:lnTo>
                    <a:pt x="171595" y="530938"/>
                  </a:lnTo>
                  <a:lnTo>
                    <a:pt x="187195" y="529064"/>
                  </a:lnTo>
                  <a:lnTo>
                    <a:pt x="202795" y="526986"/>
                  </a:lnTo>
                  <a:lnTo>
                    <a:pt x="218394" y="524727"/>
                  </a:lnTo>
                  <a:lnTo>
                    <a:pt x="233994" y="522317"/>
                  </a:lnTo>
                  <a:lnTo>
                    <a:pt x="249593" y="519781"/>
                  </a:lnTo>
                  <a:lnTo>
                    <a:pt x="265193" y="517135"/>
                  </a:lnTo>
                  <a:lnTo>
                    <a:pt x="280793" y="514376"/>
                  </a:lnTo>
                  <a:lnTo>
                    <a:pt x="296392" y="511489"/>
                  </a:lnTo>
                  <a:lnTo>
                    <a:pt x="311992" y="508442"/>
                  </a:lnTo>
                  <a:lnTo>
                    <a:pt x="327592" y="505187"/>
                  </a:lnTo>
                  <a:lnTo>
                    <a:pt x="343191" y="501664"/>
                  </a:lnTo>
                  <a:lnTo>
                    <a:pt x="358791" y="497815"/>
                  </a:lnTo>
                  <a:lnTo>
                    <a:pt x="374390" y="493582"/>
                  </a:lnTo>
                  <a:lnTo>
                    <a:pt x="389990" y="488917"/>
                  </a:lnTo>
                  <a:lnTo>
                    <a:pt x="405590" y="483784"/>
                  </a:lnTo>
                  <a:lnTo>
                    <a:pt x="421189" y="478166"/>
                  </a:lnTo>
                  <a:lnTo>
                    <a:pt x="436789" y="472064"/>
                  </a:lnTo>
                  <a:lnTo>
                    <a:pt x="452389" y="465499"/>
                  </a:lnTo>
                  <a:lnTo>
                    <a:pt x="467988" y="458510"/>
                  </a:lnTo>
                  <a:lnTo>
                    <a:pt x="483588" y="451135"/>
                  </a:lnTo>
                  <a:lnTo>
                    <a:pt x="499187" y="443498"/>
                  </a:lnTo>
                  <a:lnTo>
                    <a:pt x="514787" y="435696"/>
                  </a:lnTo>
                  <a:lnTo>
                    <a:pt x="530387" y="427834"/>
                  </a:lnTo>
                  <a:lnTo>
                    <a:pt x="545986" y="420015"/>
                  </a:lnTo>
                  <a:lnTo>
                    <a:pt x="561586" y="412331"/>
                  </a:lnTo>
                  <a:lnTo>
                    <a:pt x="577186" y="404849"/>
                  </a:lnTo>
                  <a:lnTo>
                    <a:pt x="592785" y="397600"/>
                  </a:lnTo>
                  <a:lnTo>
                    <a:pt x="608385" y="390574"/>
                  </a:lnTo>
                  <a:lnTo>
                    <a:pt x="623984" y="383707"/>
                  </a:lnTo>
                  <a:lnTo>
                    <a:pt x="639584" y="376890"/>
                  </a:lnTo>
                  <a:lnTo>
                    <a:pt x="655184" y="369974"/>
                  </a:lnTo>
                  <a:lnTo>
                    <a:pt x="670783" y="362764"/>
                  </a:lnTo>
                  <a:lnTo>
                    <a:pt x="686383" y="355042"/>
                  </a:lnTo>
                  <a:lnTo>
                    <a:pt x="701983" y="346663"/>
                  </a:lnTo>
                  <a:lnTo>
                    <a:pt x="717582" y="337506"/>
                  </a:lnTo>
                  <a:lnTo>
                    <a:pt x="733182" y="327497"/>
                  </a:lnTo>
                  <a:lnTo>
                    <a:pt x="748781" y="316616"/>
                  </a:lnTo>
                  <a:lnTo>
                    <a:pt x="764381" y="304896"/>
                  </a:lnTo>
                  <a:lnTo>
                    <a:pt x="779981" y="292414"/>
                  </a:lnTo>
                  <a:lnTo>
                    <a:pt x="795580" y="279279"/>
                  </a:lnTo>
                  <a:lnTo>
                    <a:pt x="811180" y="265620"/>
                  </a:lnTo>
                  <a:lnTo>
                    <a:pt x="826780" y="251572"/>
                  </a:lnTo>
                  <a:lnTo>
                    <a:pt x="842379" y="237266"/>
                  </a:lnTo>
                  <a:lnTo>
                    <a:pt x="857979" y="222818"/>
                  </a:lnTo>
                  <a:lnTo>
                    <a:pt x="873578" y="208331"/>
                  </a:lnTo>
                  <a:lnTo>
                    <a:pt x="889178" y="193896"/>
                  </a:lnTo>
                  <a:lnTo>
                    <a:pt x="904778" y="179579"/>
                  </a:lnTo>
                  <a:lnTo>
                    <a:pt x="920377" y="165441"/>
                  </a:lnTo>
                  <a:lnTo>
                    <a:pt x="935977" y="151541"/>
                  </a:lnTo>
                  <a:lnTo>
                    <a:pt x="951577" y="137946"/>
                  </a:lnTo>
                  <a:lnTo>
                    <a:pt x="967176" y="124724"/>
                  </a:lnTo>
                  <a:lnTo>
                    <a:pt x="982776" y="111946"/>
                  </a:lnTo>
                  <a:lnTo>
                    <a:pt x="998375" y="99681"/>
                  </a:lnTo>
                  <a:lnTo>
                    <a:pt x="1013975" y="87990"/>
                  </a:lnTo>
                  <a:lnTo>
                    <a:pt x="1029575" y="76918"/>
                  </a:lnTo>
                  <a:lnTo>
                    <a:pt x="1045174" y="66498"/>
                  </a:lnTo>
                  <a:lnTo>
                    <a:pt x="1060774" y="56751"/>
                  </a:lnTo>
                  <a:lnTo>
                    <a:pt x="1076374" y="47727"/>
                  </a:lnTo>
                  <a:lnTo>
                    <a:pt x="1091973" y="39371"/>
                  </a:lnTo>
                  <a:lnTo>
                    <a:pt x="1107573" y="31693"/>
                  </a:lnTo>
                  <a:lnTo>
                    <a:pt x="1123172" y="24717"/>
                  </a:lnTo>
                  <a:lnTo>
                    <a:pt x="1138772" y="18484"/>
                  </a:lnTo>
                  <a:lnTo>
                    <a:pt x="1154372" y="13051"/>
                  </a:lnTo>
                  <a:lnTo>
                    <a:pt x="1169971" y="8484"/>
                  </a:lnTo>
                  <a:lnTo>
                    <a:pt x="1185571" y="4850"/>
                  </a:lnTo>
                  <a:lnTo>
                    <a:pt x="1201171" y="2205"/>
                  </a:lnTo>
                  <a:lnTo>
                    <a:pt x="1216770" y="586"/>
                  </a:lnTo>
                  <a:lnTo>
                    <a:pt x="1232370" y="0"/>
                  </a:lnTo>
                  <a:lnTo>
                    <a:pt x="1247969" y="414"/>
                  </a:lnTo>
                  <a:lnTo>
                    <a:pt x="1263569" y="1794"/>
                  </a:lnTo>
                  <a:lnTo>
                    <a:pt x="1279169" y="4002"/>
                  </a:lnTo>
                  <a:lnTo>
                    <a:pt x="1294768" y="6836"/>
                  </a:lnTo>
                  <a:lnTo>
                    <a:pt x="1310368" y="10115"/>
                  </a:lnTo>
                  <a:lnTo>
                    <a:pt x="1325968" y="13655"/>
                  </a:lnTo>
                  <a:lnTo>
                    <a:pt x="1341567" y="17285"/>
                  </a:lnTo>
                  <a:lnTo>
                    <a:pt x="1357167" y="20869"/>
                  </a:lnTo>
                  <a:lnTo>
                    <a:pt x="1372766" y="24326"/>
                  </a:lnTo>
                  <a:lnTo>
                    <a:pt x="1388366" y="27644"/>
                  </a:lnTo>
                  <a:lnTo>
                    <a:pt x="1403966" y="30889"/>
                  </a:lnTo>
                  <a:lnTo>
                    <a:pt x="1419565" y="34201"/>
                  </a:lnTo>
                  <a:lnTo>
                    <a:pt x="1435165" y="37783"/>
                  </a:lnTo>
                  <a:lnTo>
                    <a:pt x="1450765" y="41876"/>
                  </a:lnTo>
                  <a:lnTo>
                    <a:pt x="1466364" y="46809"/>
                  </a:lnTo>
                  <a:lnTo>
                    <a:pt x="1481964" y="52759"/>
                  </a:lnTo>
                  <a:lnTo>
                    <a:pt x="1497563" y="59855"/>
                  </a:lnTo>
                  <a:lnTo>
                    <a:pt x="1513163" y="68154"/>
                  </a:lnTo>
                  <a:lnTo>
                    <a:pt x="1528763" y="77634"/>
                  </a:lnTo>
                  <a:lnTo>
                    <a:pt x="1544362" y="88205"/>
                  </a:lnTo>
                  <a:lnTo>
                    <a:pt x="1559962" y="99724"/>
                  </a:lnTo>
                  <a:lnTo>
                    <a:pt x="1575562" y="112019"/>
                  </a:lnTo>
                  <a:lnTo>
                    <a:pt x="1591161" y="124909"/>
                  </a:lnTo>
                  <a:lnTo>
                    <a:pt x="1606761" y="138220"/>
                  </a:lnTo>
                  <a:lnTo>
                    <a:pt x="1622360" y="151799"/>
                  </a:lnTo>
                  <a:lnTo>
                    <a:pt x="1637960" y="165514"/>
                  </a:lnTo>
                  <a:lnTo>
                    <a:pt x="1653560" y="179259"/>
                  </a:lnTo>
                  <a:lnTo>
                    <a:pt x="1669159" y="192938"/>
                  </a:lnTo>
                  <a:lnTo>
                    <a:pt x="1684759" y="206486"/>
                  </a:lnTo>
                  <a:lnTo>
                    <a:pt x="1700359" y="219851"/>
                  </a:lnTo>
                  <a:lnTo>
                    <a:pt x="1715958" y="232991"/>
                  </a:lnTo>
                  <a:lnTo>
                    <a:pt x="1731558" y="245876"/>
                  </a:lnTo>
                  <a:lnTo>
                    <a:pt x="1747157" y="258487"/>
                  </a:lnTo>
                  <a:lnTo>
                    <a:pt x="1762757" y="270817"/>
                  </a:lnTo>
                  <a:lnTo>
                    <a:pt x="1778357" y="282872"/>
                  </a:lnTo>
                  <a:lnTo>
                    <a:pt x="1793956" y="294666"/>
                  </a:lnTo>
                  <a:lnTo>
                    <a:pt x="1809556" y="306219"/>
                  </a:lnTo>
                  <a:lnTo>
                    <a:pt x="1825156" y="317553"/>
                  </a:lnTo>
                  <a:lnTo>
                    <a:pt x="1840755" y="328687"/>
                  </a:lnTo>
                  <a:lnTo>
                    <a:pt x="1856355" y="339626"/>
                  </a:lnTo>
                  <a:lnTo>
                    <a:pt x="1871954" y="350380"/>
                  </a:lnTo>
                  <a:lnTo>
                    <a:pt x="1887554" y="360952"/>
                  </a:lnTo>
                  <a:lnTo>
                    <a:pt x="1903154" y="371329"/>
                  </a:lnTo>
                  <a:lnTo>
                    <a:pt x="1918753" y="381491"/>
                  </a:lnTo>
                  <a:lnTo>
                    <a:pt x="1934353" y="391405"/>
                  </a:lnTo>
                  <a:lnTo>
                    <a:pt x="1949953" y="401030"/>
                  </a:lnTo>
                  <a:lnTo>
                    <a:pt x="1965552" y="410312"/>
                  </a:lnTo>
                  <a:lnTo>
                    <a:pt x="1981152" y="419188"/>
                  </a:lnTo>
                  <a:lnTo>
                    <a:pt x="1996751" y="427591"/>
                  </a:lnTo>
                  <a:lnTo>
                    <a:pt x="2012351" y="435455"/>
                  </a:lnTo>
                  <a:lnTo>
                    <a:pt x="2027951" y="442725"/>
                  </a:lnTo>
                  <a:lnTo>
                    <a:pt x="2043550" y="449362"/>
                  </a:lnTo>
                  <a:lnTo>
                    <a:pt x="2059150" y="455299"/>
                  </a:lnTo>
                  <a:lnTo>
                    <a:pt x="2074750" y="460621"/>
                  </a:lnTo>
                  <a:lnTo>
                    <a:pt x="2090349" y="465389"/>
                  </a:lnTo>
                  <a:lnTo>
                    <a:pt x="2105949" y="469686"/>
                  </a:lnTo>
                  <a:lnTo>
                    <a:pt x="2121548" y="473612"/>
                  </a:lnTo>
                  <a:lnTo>
                    <a:pt x="2137148" y="477273"/>
                  </a:lnTo>
                  <a:lnTo>
                    <a:pt x="2152748" y="480772"/>
                  </a:lnTo>
                  <a:lnTo>
                    <a:pt x="2168347" y="484201"/>
                  </a:lnTo>
                  <a:lnTo>
                    <a:pt x="2183947" y="487631"/>
                  </a:lnTo>
                  <a:lnTo>
                    <a:pt x="2199547" y="491113"/>
                  </a:lnTo>
                  <a:lnTo>
                    <a:pt x="2215146" y="494668"/>
                  </a:lnTo>
                  <a:lnTo>
                    <a:pt x="2230746" y="498297"/>
                  </a:lnTo>
                  <a:lnTo>
                    <a:pt x="2246345" y="501976"/>
                  </a:lnTo>
                  <a:lnTo>
                    <a:pt x="2261945" y="505656"/>
                  </a:lnTo>
                  <a:lnTo>
                    <a:pt x="2277545" y="509280"/>
                  </a:lnTo>
                  <a:lnTo>
                    <a:pt x="2293144" y="512791"/>
                  </a:lnTo>
                  <a:lnTo>
                    <a:pt x="2308744" y="516138"/>
                  </a:lnTo>
                  <a:lnTo>
                    <a:pt x="2324344" y="519276"/>
                  </a:lnTo>
                  <a:lnTo>
                    <a:pt x="2339943" y="522173"/>
                  </a:lnTo>
                  <a:lnTo>
                    <a:pt x="2355543" y="524811"/>
                  </a:lnTo>
                  <a:lnTo>
                    <a:pt x="2371142" y="527183"/>
                  </a:lnTo>
                  <a:lnTo>
                    <a:pt x="2386742" y="529295"/>
                  </a:lnTo>
                  <a:lnTo>
                    <a:pt x="2402342" y="531161"/>
                  </a:lnTo>
                  <a:lnTo>
                    <a:pt x="2417941" y="532800"/>
                  </a:lnTo>
                  <a:lnTo>
                    <a:pt x="2433541" y="534232"/>
                  </a:lnTo>
                  <a:lnTo>
                    <a:pt x="2449141" y="535465"/>
                  </a:lnTo>
                  <a:lnTo>
                    <a:pt x="2464740" y="536526"/>
                  </a:lnTo>
                  <a:lnTo>
                    <a:pt x="2480340" y="537433"/>
                  </a:lnTo>
                  <a:lnTo>
                    <a:pt x="2495939" y="538199"/>
                  </a:lnTo>
                  <a:lnTo>
                    <a:pt x="2511539" y="538837"/>
                  </a:lnTo>
                  <a:lnTo>
                    <a:pt x="2527139" y="539361"/>
                  </a:lnTo>
                  <a:lnTo>
                    <a:pt x="2542738" y="539787"/>
                  </a:lnTo>
                  <a:lnTo>
                    <a:pt x="2558338" y="540137"/>
                  </a:lnTo>
                  <a:lnTo>
                    <a:pt x="2558338" y="543895"/>
                  </a:lnTo>
                  <a:lnTo>
                    <a:pt x="2542738" y="543895"/>
                  </a:lnTo>
                  <a:lnTo>
                    <a:pt x="2527139" y="543895"/>
                  </a:lnTo>
                  <a:lnTo>
                    <a:pt x="2511539" y="543895"/>
                  </a:lnTo>
                  <a:lnTo>
                    <a:pt x="2495939" y="543895"/>
                  </a:lnTo>
                  <a:lnTo>
                    <a:pt x="2480340" y="543895"/>
                  </a:lnTo>
                  <a:lnTo>
                    <a:pt x="2464740" y="543895"/>
                  </a:lnTo>
                  <a:lnTo>
                    <a:pt x="2449141" y="543895"/>
                  </a:lnTo>
                  <a:lnTo>
                    <a:pt x="2433541" y="543895"/>
                  </a:lnTo>
                  <a:lnTo>
                    <a:pt x="2417941" y="543895"/>
                  </a:lnTo>
                  <a:lnTo>
                    <a:pt x="2402342" y="543895"/>
                  </a:lnTo>
                  <a:lnTo>
                    <a:pt x="2386742" y="543895"/>
                  </a:lnTo>
                  <a:lnTo>
                    <a:pt x="2371142" y="543895"/>
                  </a:lnTo>
                  <a:lnTo>
                    <a:pt x="2355543" y="543895"/>
                  </a:lnTo>
                  <a:lnTo>
                    <a:pt x="2339943" y="543895"/>
                  </a:lnTo>
                  <a:lnTo>
                    <a:pt x="2324344" y="543895"/>
                  </a:lnTo>
                  <a:lnTo>
                    <a:pt x="2308744" y="543895"/>
                  </a:lnTo>
                  <a:lnTo>
                    <a:pt x="2293144" y="543895"/>
                  </a:lnTo>
                  <a:lnTo>
                    <a:pt x="2277545" y="543895"/>
                  </a:lnTo>
                  <a:lnTo>
                    <a:pt x="2261945" y="543895"/>
                  </a:lnTo>
                  <a:lnTo>
                    <a:pt x="2246345" y="543895"/>
                  </a:lnTo>
                  <a:lnTo>
                    <a:pt x="2230746" y="543895"/>
                  </a:lnTo>
                  <a:lnTo>
                    <a:pt x="2215146" y="543895"/>
                  </a:lnTo>
                  <a:lnTo>
                    <a:pt x="2199547" y="543895"/>
                  </a:lnTo>
                  <a:lnTo>
                    <a:pt x="2183947" y="543895"/>
                  </a:lnTo>
                  <a:lnTo>
                    <a:pt x="2168347" y="543895"/>
                  </a:lnTo>
                  <a:lnTo>
                    <a:pt x="2152748" y="543895"/>
                  </a:lnTo>
                  <a:lnTo>
                    <a:pt x="2137148" y="543895"/>
                  </a:lnTo>
                  <a:lnTo>
                    <a:pt x="2121548" y="543895"/>
                  </a:lnTo>
                  <a:lnTo>
                    <a:pt x="2105949" y="543895"/>
                  </a:lnTo>
                  <a:lnTo>
                    <a:pt x="2090349" y="543895"/>
                  </a:lnTo>
                  <a:lnTo>
                    <a:pt x="2074750" y="543895"/>
                  </a:lnTo>
                  <a:lnTo>
                    <a:pt x="2059150" y="543895"/>
                  </a:lnTo>
                  <a:lnTo>
                    <a:pt x="2043550" y="543895"/>
                  </a:lnTo>
                  <a:lnTo>
                    <a:pt x="2027951" y="543895"/>
                  </a:lnTo>
                  <a:lnTo>
                    <a:pt x="2012351" y="543895"/>
                  </a:lnTo>
                  <a:lnTo>
                    <a:pt x="1996751" y="543895"/>
                  </a:lnTo>
                  <a:lnTo>
                    <a:pt x="1981152" y="543895"/>
                  </a:lnTo>
                  <a:lnTo>
                    <a:pt x="1965552" y="543895"/>
                  </a:lnTo>
                  <a:lnTo>
                    <a:pt x="1949953" y="543895"/>
                  </a:lnTo>
                  <a:lnTo>
                    <a:pt x="1934353" y="543895"/>
                  </a:lnTo>
                  <a:lnTo>
                    <a:pt x="1918753" y="543895"/>
                  </a:lnTo>
                  <a:lnTo>
                    <a:pt x="1903154" y="543895"/>
                  </a:lnTo>
                  <a:lnTo>
                    <a:pt x="1887554" y="543895"/>
                  </a:lnTo>
                  <a:lnTo>
                    <a:pt x="1871954" y="543895"/>
                  </a:lnTo>
                  <a:lnTo>
                    <a:pt x="1856355" y="543895"/>
                  </a:lnTo>
                  <a:lnTo>
                    <a:pt x="1840755" y="543895"/>
                  </a:lnTo>
                  <a:lnTo>
                    <a:pt x="1825156" y="543895"/>
                  </a:lnTo>
                  <a:lnTo>
                    <a:pt x="1809556" y="543895"/>
                  </a:lnTo>
                  <a:lnTo>
                    <a:pt x="1793956" y="543895"/>
                  </a:lnTo>
                  <a:lnTo>
                    <a:pt x="1778357" y="543895"/>
                  </a:lnTo>
                  <a:lnTo>
                    <a:pt x="1762757" y="543895"/>
                  </a:lnTo>
                  <a:lnTo>
                    <a:pt x="1747157" y="543895"/>
                  </a:lnTo>
                  <a:lnTo>
                    <a:pt x="1731558" y="543895"/>
                  </a:lnTo>
                  <a:lnTo>
                    <a:pt x="1715958" y="543895"/>
                  </a:lnTo>
                  <a:lnTo>
                    <a:pt x="1700359" y="543895"/>
                  </a:lnTo>
                  <a:lnTo>
                    <a:pt x="1684759" y="543895"/>
                  </a:lnTo>
                  <a:lnTo>
                    <a:pt x="1669159" y="543895"/>
                  </a:lnTo>
                  <a:lnTo>
                    <a:pt x="1653560" y="543895"/>
                  </a:lnTo>
                  <a:lnTo>
                    <a:pt x="1637960" y="543895"/>
                  </a:lnTo>
                  <a:lnTo>
                    <a:pt x="1622360" y="543895"/>
                  </a:lnTo>
                  <a:lnTo>
                    <a:pt x="1606761" y="543895"/>
                  </a:lnTo>
                  <a:lnTo>
                    <a:pt x="1591161" y="543895"/>
                  </a:lnTo>
                  <a:lnTo>
                    <a:pt x="1575562" y="543895"/>
                  </a:lnTo>
                  <a:lnTo>
                    <a:pt x="1559962" y="543895"/>
                  </a:lnTo>
                  <a:lnTo>
                    <a:pt x="1544362" y="543895"/>
                  </a:lnTo>
                  <a:lnTo>
                    <a:pt x="1528763" y="543895"/>
                  </a:lnTo>
                  <a:lnTo>
                    <a:pt x="1513163" y="543895"/>
                  </a:lnTo>
                  <a:lnTo>
                    <a:pt x="1497563" y="543895"/>
                  </a:lnTo>
                  <a:lnTo>
                    <a:pt x="1481964" y="543895"/>
                  </a:lnTo>
                  <a:lnTo>
                    <a:pt x="1466364" y="543895"/>
                  </a:lnTo>
                  <a:lnTo>
                    <a:pt x="1450765" y="543895"/>
                  </a:lnTo>
                  <a:lnTo>
                    <a:pt x="1435165" y="543895"/>
                  </a:lnTo>
                  <a:lnTo>
                    <a:pt x="1419565" y="543895"/>
                  </a:lnTo>
                  <a:lnTo>
                    <a:pt x="1403966" y="543895"/>
                  </a:lnTo>
                  <a:lnTo>
                    <a:pt x="1388366" y="543895"/>
                  </a:lnTo>
                  <a:lnTo>
                    <a:pt x="1372766" y="543895"/>
                  </a:lnTo>
                  <a:lnTo>
                    <a:pt x="1357167" y="543895"/>
                  </a:lnTo>
                  <a:lnTo>
                    <a:pt x="1341567" y="543895"/>
                  </a:lnTo>
                  <a:lnTo>
                    <a:pt x="1325968" y="543895"/>
                  </a:lnTo>
                  <a:lnTo>
                    <a:pt x="1310368" y="543895"/>
                  </a:lnTo>
                  <a:lnTo>
                    <a:pt x="1294768" y="543895"/>
                  </a:lnTo>
                  <a:lnTo>
                    <a:pt x="1279169" y="543895"/>
                  </a:lnTo>
                  <a:lnTo>
                    <a:pt x="1263569" y="543895"/>
                  </a:lnTo>
                  <a:lnTo>
                    <a:pt x="1247969" y="543895"/>
                  </a:lnTo>
                  <a:lnTo>
                    <a:pt x="1232370" y="543895"/>
                  </a:lnTo>
                  <a:lnTo>
                    <a:pt x="1216770" y="543895"/>
                  </a:lnTo>
                  <a:lnTo>
                    <a:pt x="1201171" y="543895"/>
                  </a:lnTo>
                  <a:lnTo>
                    <a:pt x="1185571" y="543895"/>
                  </a:lnTo>
                  <a:lnTo>
                    <a:pt x="1169971" y="543895"/>
                  </a:lnTo>
                  <a:lnTo>
                    <a:pt x="1154372" y="543895"/>
                  </a:lnTo>
                  <a:lnTo>
                    <a:pt x="1138772" y="543895"/>
                  </a:lnTo>
                  <a:lnTo>
                    <a:pt x="1123172" y="543895"/>
                  </a:lnTo>
                  <a:lnTo>
                    <a:pt x="1107573" y="543895"/>
                  </a:lnTo>
                  <a:lnTo>
                    <a:pt x="1091973" y="543895"/>
                  </a:lnTo>
                  <a:lnTo>
                    <a:pt x="1076374" y="543895"/>
                  </a:lnTo>
                  <a:lnTo>
                    <a:pt x="1060774" y="543895"/>
                  </a:lnTo>
                  <a:lnTo>
                    <a:pt x="1045174" y="543895"/>
                  </a:lnTo>
                  <a:lnTo>
                    <a:pt x="1029575" y="543895"/>
                  </a:lnTo>
                  <a:lnTo>
                    <a:pt x="1013975" y="543895"/>
                  </a:lnTo>
                  <a:lnTo>
                    <a:pt x="998375" y="543895"/>
                  </a:lnTo>
                  <a:lnTo>
                    <a:pt x="982776" y="543895"/>
                  </a:lnTo>
                  <a:lnTo>
                    <a:pt x="967176" y="543895"/>
                  </a:lnTo>
                  <a:lnTo>
                    <a:pt x="951577" y="543895"/>
                  </a:lnTo>
                  <a:lnTo>
                    <a:pt x="935977" y="543895"/>
                  </a:lnTo>
                  <a:lnTo>
                    <a:pt x="920377" y="543895"/>
                  </a:lnTo>
                  <a:lnTo>
                    <a:pt x="904778" y="543895"/>
                  </a:lnTo>
                  <a:lnTo>
                    <a:pt x="889178" y="543895"/>
                  </a:lnTo>
                  <a:lnTo>
                    <a:pt x="873578" y="543895"/>
                  </a:lnTo>
                  <a:lnTo>
                    <a:pt x="857979" y="543895"/>
                  </a:lnTo>
                  <a:lnTo>
                    <a:pt x="842379" y="543895"/>
                  </a:lnTo>
                  <a:lnTo>
                    <a:pt x="826780" y="543895"/>
                  </a:lnTo>
                  <a:lnTo>
                    <a:pt x="811180" y="543895"/>
                  </a:lnTo>
                  <a:lnTo>
                    <a:pt x="795580" y="543895"/>
                  </a:lnTo>
                  <a:lnTo>
                    <a:pt x="779981" y="543895"/>
                  </a:lnTo>
                  <a:lnTo>
                    <a:pt x="764381" y="543895"/>
                  </a:lnTo>
                  <a:lnTo>
                    <a:pt x="748781" y="543895"/>
                  </a:lnTo>
                  <a:lnTo>
                    <a:pt x="733182" y="543895"/>
                  </a:lnTo>
                  <a:lnTo>
                    <a:pt x="717582" y="543895"/>
                  </a:lnTo>
                  <a:lnTo>
                    <a:pt x="701983" y="543895"/>
                  </a:lnTo>
                  <a:lnTo>
                    <a:pt x="686383" y="543895"/>
                  </a:lnTo>
                  <a:lnTo>
                    <a:pt x="670783" y="543895"/>
                  </a:lnTo>
                  <a:lnTo>
                    <a:pt x="655184" y="543895"/>
                  </a:lnTo>
                  <a:lnTo>
                    <a:pt x="639584" y="543895"/>
                  </a:lnTo>
                  <a:lnTo>
                    <a:pt x="623984" y="543895"/>
                  </a:lnTo>
                  <a:lnTo>
                    <a:pt x="608385" y="543895"/>
                  </a:lnTo>
                  <a:lnTo>
                    <a:pt x="592785" y="543895"/>
                  </a:lnTo>
                  <a:lnTo>
                    <a:pt x="577186" y="543895"/>
                  </a:lnTo>
                  <a:lnTo>
                    <a:pt x="561586" y="543895"/>
                  </a:lnTo>
                  <a:lnTo>
                    <a:pt x="545986" y="543895"/>
                  </a:lnTo>
                  <a:lnTo>
                    <a:pt x="530387" y="543895"/>
                  </a:lnTo>
                  <a:lnTo>
                    <a:pt x="514787" y="543895"/>
                  </a:lnTo>
                  <a:lnTo>
                    <a:pt x="499187" y="543895"/>
                  </a:lnTo>
                  <a:lnTo>
                    <a:pt x="483588" y="543895"/>
                  </a:lnTo>
                  <a:lnTo>
                    <a:pt x="467988" y="543895"/>
                  </a:lnTo>
                  <a:lnTo>
                    <a:pt x="452389" y="543895"/>
                  </a:lnTo>
                  <a:lnTo>
                    <a:pt x="436789" y="543895"/>
                  </a:lnTo>
                  <a:lnTo>
                    <a:pt x="421189" y="543895"/>
                  </a:lnTo>
                  <a:lnTo>
                    <a:pt x="405590" y="543895"/>
                  </a:lnTo>
                  <a:lnTo>
                    <a:pt x="389990" y="543895"/>
                  </a:lnTo>
                  <a:lnTo>
                    <a:pt x="374390" y="543895"/>
                  </a:lnTo>
                  <a:lnTo>
                    <a:pt x="358791" y="543895"/>
                  </a:lnTo>
                  <a:lnTo>
                    <a:pt x="343191" y="543895"/>
                  </a:lnTo>
                  <a:lnTo>
                    <a:pt x="327592" y="543895"/>
                  </a:lnTo>
                  <a:lnTo>
                    <a:pt x="311992" y="543895"/>
                  </a:lnTo>
                  <a:lnTo>
                    <a:pt x="296392" y="543895"/>
                  </a:lnTo>
                  <a:lnTo>
                    <a:pt x="280793" y="543895"/>
                  </a:lnTo>
                  <a:lnTo>
                    <a:pt x="265193" y="543895"/>
                  </a:lnTo>
                  <a:lnTo>
                    <a:pt x="249593" y="543895"/>
                  </a:lnTo>
                  <a:lnTo>
                    <a:pt x="233994" y="543895"/>
                  </a:lnTo>
                  <a:lnTo>
                    <a:pt x="218394" y="543895"/>
                  </a:lnTo>
                  <a:lnTo>
                    <a:pt x="202795" y="543895"/>
                  </a:lnTo>
                  <a:lnTo>
                    <a:pt x="187195" y="543895"/>
                  </a:lnTo>
                  <a:lnTo>
                    <a:pt x="171595" y="543895"/>
                  </a:lnTo>
                  <a:lnTo>
                    <a:pt x="155996" y="543895"/>
                  </a:lnTo>
                  <a:lnTo>
                    <a:pt x="140396" y="543895"/>
                  </a:lnTo>
                  <a:lnTo>
                    <a:pt x="124796" y="543895"/>
                  </a:lnTo>
                  <a:lnTo>
                    <a:pt x="109197" y="543895"/>
                  </a:lnTo>
                  <a:lnTo>
                    <a:pt x="93597" y="543895"/>
                  </a:lnTo>
                  <a:lnTo>
                    <a:pt x="77998" y="543895"/>
                  </a:lnTo>
                  <a:lnTo>
                    <a:pt x="62398" y="543895"/>
                  </a:lnTo>
                  <a:lnTo>
                    <a:pt x="46798" y="543895"/>
                  </a:lnTo>
                  <a:lnTo>
                    <a:pt x="31199" y="543895"/>
                  </a:lnTo>
                  <a:lnTo>
                    <a:pt x="15599" y="543895"/>
                  </a:lnTo>
                  <a:lnTo>
                    <a:pt x="0" y="543895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443078" y="2760404"/>
              <a:ext cx="2558338" cy="540137"/>
            </a:xfrm>
            <a:custGeom>
              <a:avLst/>
              <a:pathLst>
                <a:path w="2558338" h="540137">
                  <a:moveTo>
                    <a:pt x="0" y="539992"/>
                  </a:moveTo>
                  <a:lnTo>
                    <a:pt x="15599" y="539572"/>
                  </a:lnTo>
                  <a:lnTo>
                    <a:pt x="31199" y="539149"/>
                  </a:lnTo>
                  <a:lnTo>
                    <a:pt x="46798" y="538709"/>
                  </a:lnTo>
                  <a:lnTo>
                    <a:pt x="62398" y="538230"/>
                  </a:lnTo>
                  <a:lnTo>
                    <a:pt x="77998" y="537680"/>
                  </a:lnTo>
                  <a:lnTo>
                    <a:pt x="93597" y="537015"/>
                  </a:lnTo>
                  <a:lnTo>
                    <a:pt x="109197" y="536204"/>
                  </a:lnTo>
                  <a:lnTo>
                    <a:pt x="124796" y="535212"/>
                  </a:lnTo>
                  <a:lnTo>
                    <a:pt x="140396" y="534013"/>
                  </a:lnTo>
                  <a:lnTo>
                    <a:pt x="155996" y="532590"/>
                  </a:lnTo>
                  <a:lnTo>
                    <a:pt x="171595" y="530938"/>
                  </a:lnTo>
                  <a:lnTo>
                    <a:pt x="187195" y="529064"/>
                  </a:lnTo>
                  <a:lnTo>
                    <a:pt x="202795" y="526986"/>
                  </a:lnTo>
                  <a:lnTo>
                    <a:pt x="218394" y="524727"/>
                  </a:lnTo>
                  <a:lnTo>
                    <a:pt x="233994" y="522317"/>
                  </a:lnTo>
                  <a:lnTo>
                    <a:pt x="249593" y="519781"/>
                  </a:lnTo>
                  <a:lnTo>
                    <a:pt x="265193" y="517135"/>
                  </a:lnTo>
                  <a:lnTo>
                    <a:pt x="280793" y="514376"/>
                  </a:lnTo>
                  <a:lnTo>
                    <a:pt x="296392" y="511489"/>
                  </a:lnTo>
                  <a:lnTo>
                    <a:pt x="311992" y="508442"/>
                  </a:lnTo>
                  <a:lnTo>
                    <a:pt x="327592" y="505187"/>
                  </a:lnTo>
                  <a:lnTo>
                    <a:pt x="343191" y="501664"/>
                  </a:lnTo>
                  <a:lnTo>
                    <a:pt x="358791" y="497815"/>
                  </a:lnTo>
                  <a:lnTo>
                    <a:pt x="374390" y="493582"/>
                  </a:lnTo>
                  <a:lnTo>
                    <a:pt x="389990" y="488917"/>
                  </a:lnTo>
                  <a:lnTo>
                    <a:pt x="405590" y="483784"/>
                  </a:lnTo>
                  <a:lnTo>
                    <a:pt x="421189" y="478166"/>
                  </a:lnTo>
                  <a:lnTo>
                    <a:pt x="436789" y="472064"/>
                  </a:lnTo>
                  <a:lnTo>
                    <a:pt x="452389" y="465499"/>
                  </a:lnTo>
                  <a:lnTo>
                    <a:pt x="467988" y="458510"/>
                  </a:lnTo>
                  <a:lnTo>
                    <a:pt x="483588" y="451135"/>
                  </a:lnTo>
                  <a:lnTo>
                    <a:pt x="499187" y="443498"/>
                  </a:lnTo>
                  <a:lnTo>
                    <a:pt x="514787" y="435696"/>
                  </a:lnTo>
                  <a:lnTo>
                    <a:pt x="530387" y="427834"/>
                  </a:lnTo>
                  <a:lnTo>
                    <a:pt x="545986" y="420015"/>
                  </a:lnTo>
                  <a:lnTo>
                    <a:pt x="561586" y="412331"/>
                  </a:lnTo>
                  <a:lnTo>
                    <a:pt x="577186" y="404849"/>
                  </a:lnTo>
                  <a:lnTo>
                    <a:pt x="592785" y="397600"/>
                  </a:lnTo>
                  <a:lnTo>
                    <a:pt x="608385" y="390574"/>
                  </a:lnTo>
                  <a:lnTo>
                    <a:pt x="623984" y="383707"/>
                  </a:lnTo>
                  <a:lnTo>
                    <a:pt x="639584" y="376890"/>
                  </a:lnTo>
                  <a:lnTo>
                    <a:pt x="655184" y="369974"/>
                  </a:lnTo>
                  <a:lnTo>
                    <a:pt x="670783" y="362764"/>
                  </a:lnTo>
                  <a:lnTo>
                    <a:pt x="686383" y="355042"/>
                  </a:lnTo>
                  <a:lnTo>
                    <a:pt x="701983" y="346663"/>
                  </a:lnTo>
                  <a:lnTo>
                    <a:pt x="717582" y="337506"/>
                  </a:lnTo>
                  <a:lnTo>
                    <a:pt x="733182" y="327497"/>
                  </a:lnTo>
                  <a:lnTo>
                    <a:pt x="748781" y="316616"/>
                  </a:lnTo>
                  <a:lnTo>
                    <a:pt x="764381" y="304896"/>
                  </a:lnTo>
                  <a:lnTo>
                    <a:pt x="779981" y="292414"/>
                  </a:lnTo>
                  <a:lnTo>
                    <a:pt x="795580" y="279279"/>
                  </a:lnTo>
                  <a:lnTo>
                    <a:pt x="811180" y="265620"/>
                  </a:lnTo>
                  <a:lnTo>
                    <a:pt x="826780" y="251572"/>
                  </a:lnTo>
                  <a:lnTo>
                    <a:pt x="842379" y="237266"/>
                  </a:lnTo>
                  <a:lnTo>
                    <a:pt x="857979" y="222818"/>
                  </a:lnTo>
                  <a:lnTo>
                    <a:pt x="873578" y="208331"/>
                  </a:lnTo>
                  <a:lnTo>
                    <a:pt x="889178" y="193896"/>
                  </a:lnTo>
                  <a:lnTo>
                    <a:pt x="904778" y="179579"/>
                  </a:lnTo>
                  <a:lnTo>
                    <a:pt x="920377" y="165441"/>
                  </a:lnTo>
                  <a:lnTo>
                    <a:pt x="935977" y="151541"/>
                  </a:lnTo>
                  <a:lnTo>
                    <a:pt x="951577" y="137946"/>
                  </a:lnTo>
                  <a:lnTo>
                    <a:pt x="967176" y="124724"/>
                  </a:lnTo>
                  <a:lnTo>
                    <a:pt x="982776" y="111946"/>
                  </a:lnTo>
                  <a:lnTo>
                    <a:pt x="998375" y="99681"/>
                  </a:lnTo>
                  <a:lnTo>
                    <a:pt x="1013975" y="87990"/>
                  </a:lnTo>
                  <a:lnTo>
                    <a:pt x="1029575" y="76918"/>
                  </a:lnTo>
                  <a:lnTo>
                    <a:pt x="1045174" y="66498"/>
                  </a:lnTo>
                  <a:lnTo>
                    <a:pt x="1060774" y="56751"/>
                  </a:lnTo>
                  <a:lnTo>
                    <a:pt x="1076374" y="47727"/>
                  </a:lnTo>
                  <a:lnTo>
                    <a:pt x="1091973" y="39371"/>
                  </a:lnTo>
                  <a:lnTo>
                    <a:pt x="1107573" y="31693"/>
                  </a:lnTo>
                  <a:lnTo>
                    <a:pt x="1123172" y="24717"/>
                  </a:lnTo>
                  <a:lnTo>
                    <a:pt x="1138772" y="18484"/>
                  </a:lnTo>
                  <a:lnTo>
                    <a:pt x="1154372" y="13051"/>
                  </a:lnTo>
                  <a:lnTo>
                    <a:pt x="1169971" y="8484"/>
                  </a:lnTo>
                  <a:lnTo>
                    <a:pt x="1185571" y="4850"/>
                  </a:lnTo>
                  <a:lnTo>
                    <a:pt x="1201171" y="2205"/>
                  </a:lnTo>
                  <a:lnTo>
                    <a:pt x="1216770" y="586"/>
                  </a:lnTo>
                  <a:lnTo>
                    <a:pt x="1232370" y="0"/>
                  </a:lnTo>
                  <a:lnTo>
                    <a:pt x="1247969" y="414"/>
                  </a:lnTo>
                  <a:lnTo>
                    <a:pt x="1263569" y="1794"/>
                  </a:lnTo>
                  <a:lnTo>
                    <a:pt x="1279169" y="4002"/>
                  </a:lnTo>
                  <a:lnTo>
                    <a:pt x="1294768" y="6836"/>
                  </a:lnTo>
                  <a:lnTo>
                    <a:pt x="1310368" y="10115"/>
                  </a:lnTo>
                  <a:lnTo>
                    <a:pt x="1325968" y="13655"/>
                  </a:lnTo>
                  <a:lnTo>
                    <a:pt x="1341567" y="17285"/>
                  </a:lnTo>
                  <a:lnTo>
                    <a:pt x="1357167" y="20869"/>
                  </a:lnTo>
                  <a:lnTo>
                    <a:pt x="1372766" y="24326"/>
                  </a:lnTo>
                  <a:lnTo>
                    <a:pt x="1388366" y="27644"/>
                  </a:lnTo>
                  <a:lnTo>
                    <a:pt x="1403966" y="30889"/>
                  </a:lnTo>
                  <a:lnTo>
                    <a:pt x="1419565" y="34201"/>
                  </a:lnTo>
                  <a:lnTo>
                    <a:pt x="1435165" y="37783"/>
                  </a:lnTo>
                  <a:lnTo>
                    <a:pt x="1450765" y="41876"/>
                  </a:lnTo>
                  <a:lnTo>
                    <a:pt x="1466364" y="46809"/>
                  </a:lnTo>
                  <a:lnTo>
                    <a:pt x="1481964" y="52759"/>
                  </a:lnTo>
                  <a:lnTo>
                    <a:pt x="1497563" y="59855"/>
                  </a:lnTo>
                  <a:lnTo>
                    <a:pt x="1513163" y="68154"/>
                  </a:lnTo>
                  <a:lnTo>
                    <a:pt x="1528763" y="77634"/>
                  </a:lnTo>
                  <a:lnTo>
                    <a:pt x="1544362" y="88205"/>
                  </a:lnTo>
                  <a:lnTo>
                    <a:pt x="1559962" y="99724"/>
                  </a:lnTo>
                  <a:lnTo>
                    <a:pt x="1575562" y="112019"/>
                  </a:lnTo>
                  <a:lnTo>
                    <a:pt x="1591161" y="124909"/>
                  </a:lnTo>
                  <a:lnTo>
                    <a:pt x="1606761" y="138220"/>
                  </a:lnTo>
                  <a:lnTo>
                    <a:pt x="1622360" y="151799"/>
                  </a:lnTo>
                  <a:lnTo>
                    <a:pt x="1637960" y="165514"/>
                  </a:lnTo>
                  <a:lnTo>
                    <a:pt x="1653560" y="179259"/>
                  </a:lnTo>
                  <a:lnTo>
                    <a:pt x="1669159" y="192938"/>
                  </a:lnTo>
                  <a:lnTo>
                    <a:pt x="1684759" y="206486"/>
                  </a:lnTo>
                  <a:lnTo>
                    <a:pt x="1700359" y="219851"/>
                  </a:lnTo>
                  <a:lnTo>
                    <a:pt x="1715958" y="232991"/>
                  </a:lnTo>
                  <a:lnTo>
                    <a:pt x="1731558" y="245876"/>
                  </a:lnTo>
                  <a:lnTo>
                    <a:pt x="1747157" y="258487"/>
                  </a:lnTo>
                  <a:lnTo>
                    <a:pt x="1762757" y="270817"/>
                  </a:lnTo>
                  <a:lnTo>
                    <a:pt x="1778357" y="282872"/>
                  </a:lnTo>
                  <a:lnTo>
                    <a:pt x="1793956" y="294666"/>
                  </a:lnTo>
                  <a:lnTo>
                    <a:pt x="1809556" y="306219"/>
                  </a:lnTo>
                  <a:lnTo>
                    <a:pt x="1825156" y="317553"/>
                  </a:lnTo>
                  <a:lnTo>
                    <a:pt x="1840755" y="328687"/>
                  </a:lnTo>
                  <a:lnTo>
                    <a:pt x="1856355" y="339626"/>
                  </a:lnTo>
                  <a:lnTo>
                    <a:pt x="1871954" y="350380"/>
                  </a:lnTo>
                  <a:lnTo>
                    <a:pt x="1887554" y="360952"/>
                  </a:lnTo>
                  <a:lnTo>
                    <a:pt x="1903154" y="371329"/>
                  </a:lnTo>
                  <a:lnTo>
                    <a:pt x="1918753" y="381491"/>
                  </a:lnTo>
                  <a:lnTo>
                    <a:pt x="1934353" y="391405"/>
                  </a:lnTo>
                  <a:lnTo>
                    <a:pt x="1949953" y="401030"/>
                  </a:lnTo>
                  <a:lnTo>
                    <a:pt x="1965552" y="410312"/>
                  </a:lnTo>
                  <a:lnTo>
                    <a:pt x="1981152" y="419188"/>
                  </a:lnTo>
                  <a:lnTo>
                    <a:pt x="1996751" y="427591"/>
                  </a:lnTo>
                  <a:lnTo>
                    <a:pt x="2012351" y="435455"/>
                  </a:lnTo>
                  <a:lnTo>
                    <a:pt x="2027951" y="442725"/>
                  </a:lnTo>
                  <a:lnTo>
                    <a:pt x="2043550" y="449362"/>
                  </a:lnTo>
                  <a:lnTo>
                    <a:pt x="2059150" y="455299"/>
                  </a:lnTo>
                  <a:lnTo>
                    <a:pt x="2074750" y="460621"/>
                  </a:lnTo>
                  <a:lnTo>
                    <a:pt x="2090349" y="465389"/>
                  </a:lnTo>
                  <a:lnTo>
                    <a:pt x="2105949" y="469686"/>
                  </a:lnTo>
                  <a:lnTo>
                    <a:pt x="2121548" y="473612"/>
                  </a:lnTo>
                  <a:lnTo>
                    <a:pt x="2137148" y="477273"/>
                  </a:lnTo>
                  <a:lnTo>
                    <a:pt x="2152748" y="480772"/>
                  </a:lnTo>
                  <a:lnTo>
                    <a:pt x="2168347" y="484201"/>
                  </a:lnTo>
                  <a:lnTo>
                    <a:pt x="2183947" y="487631"/>
                  </a:lnTo>
                  <a:lnTo>
                    <a:pt x="2199547" y="491113"/>
                  </a:lnTo>
                  <a:lnTo>
                    <a:pt x="2215146" y="494668"/>
                  </a:lnTo>
                  <a:lnTo>
                    <a:pt x="2230746" y="498297"/>
                  </a:lnTo>
                  <a:lnTo>
                    <a:pt x="2246345" y="501976"/>
                  </a:lnTo>
                  <a:lnTo>
                    <a:pt x="2261945" y="505656"/>
                  </a:lnTo>
                  <a:lnTo>
                    <a:pt x="2277545" y="509280"/>
                  </a:lnTo>
                  <a:lnTo>
                    <a:pt x="2293144" y="512791"/>
                  </a:lnTo>
                  <a:lnTo>
                    <a:pt x="2308744" y="516138"/>
                  </a:lnTo>
                  <a:lnTo>
                    <a:pt x="2324344" y="519276"/>
                  </a:lnTo>
                  <a:lnTo>
                    <a:pt x="2339943" y="522173"/>
                  </a:lnTo>
                  <a:lnTo>
                    <a:pt x="2355543" y="524811"/>
                  </a:lnTo>
                  <a:lnTo>
                    <a:pt x="2371142" y="527183"/>
                  </a:lnTo>
                  <a:lnTo>
                    <a:pt x="2386742" y="529295"/>
                  </a:lnTo>
                  <a:lnTo>
                    <a:pt x="2402342" y="531161"/>
                  </a:lnTo>
                  <a:lnTo>
                    <a:pt x="2417941" y="532800"/>
                  </a:lnTo>
                  <a:lnTo>
                    <a:pt x="2433541" y="534232"/>
                  </a:lnTo>
                  <a:lnTo>
                    <a:pt x="2449141" y="535465"/>
                  </a:lnTo>
                  <a:lnTo>
                    <a:pt x="2464740" y="536526"/>
                  </a:lnTo>
                  <a:lnTo>
                    <a:pt x="2480340" y="537433"/>
                  </a:lnTo>
                  <a:lnTo>
                    <a:pt x="2495939" y="538199"/>
                  </a:lnTo>
                  <a:lnTo>
                    <a:pt x="2511539" y="538837"/>
                  </a:lnTo>
                  <a:lnTo>
                    <a:pt x="2527139" y="539361"/>
                  </a:lnTo>
                  <a:lnTo>
                    <a:pt x="2542738" y="539787"/>
                  </a:lnTo>
                  <a:lnTo>
                    <a:pt x="2558338" y="540137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3413503" y="3211163"/>
              <a:ext cx="2776733" cy="535954"/>
            </a:xfrm>
            <a:custGeom>
              <a:avLst/>
              <a:pathLst>
                <a:path w="2776733" h="535954">
                  <a:moveTo>
                    <a:pt x="0" y="532312"/>
                  </a:moveTo>
                  <a:lnTo>
                    <a:pt x="15599" y="532013"/>
                  </a:lnTo>
                  <a:lnTo>
                    <a:pt x="31199" y="531702"/>
                  </a:lnTo>
                  <a:lnTo>
                    <a:pt x="46798" y="531371"/>
                  </a:lnTo>
                  <a:lnTo>
                    <a:pt x="62398" y="531015"/>
                  </a:lnTo>
                  <a:lnTo>
                    <a:pt x="77998" y="530635"/>
                  </a:lnTo>
                  <a:lnTo>
                    <a:pt x="93597" y="530233"/>
                  </a:lnTo>
                  <a:lnTo>
                    <a:pt x="109197" y="529815"/>
                  </a:lnTo>
                  <a:lnTo>
                    <a:pt x="124796" y="529389"/>
                  </a:lnTo>
                  <a:lnTo>
                    <a:pt x="140396" y="528963"/>
                  </a:lnTo>
                  <a:lnTo>
                    <a:pt x="155996" y="528539"/>
                  </a:lnTo>
                  <a:lnTo>
                    <a:pt x="171595" y="528114"/>
                  </a:lnTo>
                  <a:lnTo>
                    <a:pt x="187195" y="527675"/>
                  </a:lnTo>
                  <a:lnTo>
                    <a:pt x="202795" y="527205"/>
                  </a:lnTo>
                  <a:lnTo>
                    <a:pt x="218394" y="526679"/>
                  </a:lnTo>
                  <a:lnTo>
                    <a:pt x="233994" y="526068"/>
                  </a:lnTo>
                  <a:lnTo>
                    <a:pt x="249593" y="525345"/>
                  </a:lnTo>
                  <a:lnTo>
                    <a:pt x="265193" y="524481"/>
                  </a:lnTo>
                  <a:lnTo>
                    <a:pt x="280793" y="523455"/>
                  </a:lnTo>
                  <a:lnTo>
                    <a:pt x="296392" y="522250"/>
                  </a:lnTo>
                  <a:lnTo>
                    <a:pt x="311992" y="520857"/>
                  </a:lnTo>
                  <a:lnTo>
                    <a:pt x="327592" y="519259"/>
                  </a:lnTo>
                  <a:lnTo>
                    <a:pt x="343191" y="517467"/>
                  </a:lnTo>
                  <a:lnTo>
                    <a:pt x="358791" y="515491"/>
                  </a:lnTo>
                  <a:lnTo>
                    <a:pt x="374390" y="513332"/>
                  </a:lnTo>
                  <a:lnTo>
                    <a:pt x="389990" y="510995"/>
                  </a:lnTo>
                  <a:lnTo>
                    <a:pt x="405590" y="508485"/>
                  </a:lnTo>
                  <a:lnTo>
                    <a:pt x="421189" y="505807"/>
                  </a:lnTo>
                  <a:lnTo>
                    <a:pt x="436789" y="502971"/>
                  </a:lnTo>
                  <a:lnTo>
                    <a:pt x="452389" y="499990"/>
                  </a:lnTo>
                  <a:lnTo>
                    <a:pt x="467988" y="496881"/>
                  </a:lnTo>
                  <a:lnTo>
                    <a:pt x="483588" y="493665"/>
                  </a:lnTo>
                  <a:lnTo>
                    <a:pt x="499187" y="490367"/>
                  </a:lnTo>
                  <a:lnTo>
                    <a:pt x="514787" y="487006"/>
                  </a:lnTo>
                  <a:lnTo>
                    <a:pt x="530387" y="483603"/>
                  </a:lnTo>
                  <a:lnTo>
                    <a:pt x="545986" y="480167"/>
                  </a:lnTo>
                  <a:lnTo>
                    <a:pt x="561586" y="476697"/>
                  </a:lnTo>
                  <a:lnTo>
                    <a:pt x="577186" y="473172"/>
                  </a:lnTo>
                  <a:lnTo>
                    <a:pt x="592785" y="469560"/>
                  </a:lnTo>
                  <a:lnTo>
                    <a:pt x="608385" y="465809"/>
                  </a:lnTo>
                  <a:lnTo>
                    <a:pt x="623984" y="461854"/>
                  </a:lnTo>
                  <a:lnTo>
                    <a:pt x="639584" y="457619"/>
                  </a:lnTo>
                  <a:lnTo>
                    <a:pt x="655184" y="453019"/>
                  </a:lnTo>
                  <a:lnTo>
                    <a:pt x="670783" y="447968"/>
                  </a:lnTo>
                  <a:lnTo>
                    <a:pt x="686383" y="442387"/>
                  </a:lnTo>
                  <a:lnTo>
                    <a:pt x="701983" y="436213"/>
                  </a:lnTo>
                  <a:lnTo>
                    <a:pt x="717582" y="429368"/>
                  </a:lnTo>
                  <a:lnTo>
                    <a:pt x="733182" y="421849"/>
                  </a:lnTo>
                  <a:lnTo>
                    <a:pt x="748781" y="413702"/>
                  </a:lnTo>
                  <a:lnTo>
                    <a:pt x="764381" y="404970"/>
                  </a:lnTo>
                  <a:lnTo>
                    <a:pt x="779981" y="395709"/>
                  </a:lnTo>
                  <a:lnTo>
                    <a:pt x="795580" y="385979"/>
                  </a:lnTo>
                  <a:lnTo>
                    <a:pt x="811180" y="375830"/>
                  </a:lnTo>
                  <a:lnTo>
                    <a:pt x="826780" y="365296"/>
                  </a:lnTo>
                  <a:lnTo>
                    <a:pt x="842379" y="354386"/>
                  </a:lnTo>
                  <a:lnTo>
                    <a:pt x="857979" y="343081"/>
                  </a:lnTo>
                  <a:lnTo>
                    <a:pt x="873578" y="331343"/>
                  </a:lnTo>
                  <a:lnTo>
                    <a:pt x="889178" y="319115"/>
                  </a:lnTo>
                  <a:lnTo>
                    <a:pt x="904778" y="306345"/>
                  </a:lnTo>
                  <a:lnTo>
                    <a:pt x="920377" y="292945"/>
                  </a:lnTo>
                  <a:lnTo>
                    <a:pt x="935977" y="278974"/>
                  </a:lnTo>
                  <a:lnTo>
                    <a:pt x="951577" y="264501"/>
                  </a:lnTo>
                  <a:lnTo>
                    <a:pt x="967176" y="249648"/>
                  </a:lnTo>
                  <a:lnTo>
                    <a:pt x="982776" y="234589"/>
                  </a:lnTo>
                  <a:lnTo>
                    <a:pt x="998375" y="219536"/>
                  </a:lnTo>
                  <a:lnTo>
                    <a:pt x="1013975" y="204722"/>
                  </a:lnTo>
                  <a:lnTo>
                    <a:pt x="1029575" y="190380"/>
                  </a:lnTo>
                  <a:lnTo>
                    <a:pt x="1045174" y="176723"/>
                  </a:lnTo>
                  <a:lnTo>
                    <a:pt x="1060774" y="163921"/>
                  </a:lnTo>
                  <a:lnTo>
                    <a:pt x="1076374" y="152087"/>
                  </a:lnTo>
                  <a:lnTo>
                    <a:pt x="1091973" y="141269"/>
                  </a:lnTo>
                  <a:lnTo>
                    <a:pt x="1107573" y="131464"/>
                  </a:lnTo>
                  <a:lnTo>
                    <a:pt x="1123172" y="122589"/>
                  </a:lnTo>
                  <a:lnTo>
                    <a:pt x="1138772" y="114413"/>
                  </a:lnTo>
                  <a:lnTo>
                    <a:pt x="1154372" y="106739"/>
                  </a:lnTo>
                  <a:lnTo>
                    <a:pt x="1169971" y="99362"/>
                  </a:lnTo>
                  <a:lnTo>
                    <a:pt x="1185571" y="92094"/>
                  </a:lnTo>
                  <a:lnTo>
                    <a:pt x="1201171" y="84785"/>
                  </a:lnTo>
                  <a:lnTo>
                    <a:pt x="1216770" y="77338"/>
                  </a:lnTo>
                  <a:lnTo>
                    <a:pt x="1232370" y="69717"/>
                  </a:lnTo>
                  <a:lnTo>
                    <a:pt x="1247969" y="61948"/>
                  </a:lnTo>
                  <a:lnTo>
                    <a:pt x="1263569" y="54111"/>
                  </a:lnTo>
                  <a:lnTo>
                    <a:pt x="1279169" y="46324"/>
                  </a:lnTo>
                  <a:lnTo>
                    <a:pt x="1294768" y="38725"/>
                  </a:lnTo>
                  <a:lnTo>
                    <a:pt x="1310368" y="31486"/>
                  </a:lnTo>
                  <a:lnTo>
                    <a:pt x="1325968" y="24743"/>
                  </a:lnTo>
                  <a:lnTo>
                    <a:pt x="1341567" y="18596"/>
                  </a:lnTo>
                  <a:lnTo>
                    <a:pt x="1357167" y="13146"/>
                  </a:lnTo>
                  <a:lnTo>
                    <a:pt x="1372766" y="8489"/>
                  </a:lnTo>
                  <a:lnTo>
                    <a:pt x="1388366" y="4729"/>
                  </a:lnTo>
                  <a:lnTo>
                    <a:pt x="1403966" y="1981"/>
                  </a:lnTo>
                  <a:lnTo>
                    <a:pt x="1419565" y="364"/>
                  </a:lnTo>
                  <a:lnTo>
                    <a:pt x="1435165" y="0"/>
                  </a:lnTo>
                  <a:lnTo>
                    <a:pt x="1450765" y="989"/>
                  </a:lnTo>
                  <a:lnTo>
                    <a:pt x="1466364" y="3400"/>
                  </a:lnTo>
                  <a:lnTo>
                    <a:pt x="1481964" y="7249"/>
                  </a:lnTo>
                  <a:lnTo>
                    <a:pt x="1497563" y="12489"/>
                  </a:lnTo>
                  <a:lnTo>
                    <a:pt x="1513163" y="19089"/>
                  </a:lnTo>
                  <a:lnTo>
                    <a:pt x="1528763" y="26724"/>
                  </a:lnTo>
                  <a:lnTo>
                    <a:pt x="1544362" y="35155"/>
                  </a:lnTo>
                  <a:lnTo>
                    <a:pt x="1559962" y="44128"/>
                  </a:lnTo>
                  <a:lnTo>
                    <a:pt x="1575562" y="53391"/>
                  </a:lnTo>
                  <a:lnTo>
                    <a:pt x="1591161" y="62712"/>
                  </a:lnTo>
                  <a:lnTo>
                    <a:pt x="1606761" y="71891"/>
                  </a:lnTo>
                  <a:lnTo>
                    <a:pt x="1622360" y="80768"/>
                  </a:lnTo>
                  <a:lnTo>
                    <a:pt x="1637960" y="89222"/>
                  </a:lnTo>
                  <a:lnTo>
                    <a:pt x="1653560" y="97171"/>
                  </a:lnTo>
                  <a:lnTo>
                    <a:pt x="1669159" y="104576"/>
                  </a:lnTo>
                  <a:lnTo>
                    <a:pt x="1684759" y="111433"/>
                  </a:lnTo>
                  <a:lnTo>
                    <a:pt x="1700359" y="117762"/>
                  </a:lnTo>
                  <a:lnTo>
                    <a:pt x="1715958" y="123649"/>
                  </a:lnTo>
                  <a:lnTo>
                    <a:pt x="1731558" y="129246"/>
                  </a:lnTo>
                  <a:lnTo>
                    <a:pt x="1747157" y="134704"/>
                  </a:lnTo>
                  <a:lnTo>
                    <a:pt x="1762757" y="140197"/>
                  </a:lnTo>
                  <a:lnTo>
                    <a:pt x="1778357" y="145906"/>
                  </a:lnTo>
                  <a:lnTo>
                    <a:pt x="1793956" y="152005"/>
                  </a:lnTo>
                  <a:lnTo>
                    <a:pt x="1809556" y="158653"/>
                  </a:lnTo>
                  <a:lnTo>
                    <a:pt x="1825156" y="165978"/>
                  </a:lnTo>
                  <a:lnTo>
                    <a:pt x="1840755" y="174067"/>
                  </a:lnTo>
                  <a:lnTo>
                    <a:pt x="1856355" y="182965"/>
                  </a:lnTo>
                  <a:lnTo>
                    <a:pt x="1871954" y="192666"/>
                  </a:lnTo>
                  <a:lnTo>
                    <a:pt x="1887554" y="203120"/>
                  </a:lnTo>
                  <a:lnTo>
                    <a:pt x="1903154" y="214266"/>
                  </a:lnTo>
                  <a:lnTo>
                    <a:pt x="1918753" y="225923"/>
                  </a:lnTo>
                  <a:lnTo>
                    <a:pt x="1934353" y="237921"/>
                  </a:lnTo>
                  <a:lnTo>
                    <a:pt x="1949953" y="250101"/>
                  </a:lnTo>
                  <a:lnTo>
                    <a:pt x="1965552" y="262316"/>
                  </a:lnTo>
                  <a:lnTo>
                    <a:pt x="1981152" y="274438"/>
                  </a:lnTo>
                  <a:lnTo>
                    <a:pt x="1996751" y="286370"/>
                  </a:lnTo>
                  <a:lnTo>
                    <a:pt x="2012351" y="298051"/>
                  </a:lnTo>
                  <a:lnTo>
                    <a:pt x="2027951" y="309447"/>
                  </a:lnTo>
                  <a:lnTo>
                    <a:pt x="2043550" y="320554"/>
                  </a:lnTo>
                  <a:lnTo>
                    <a:pt x="2059150" y="331384"/>
                  </a:lnTo>
                  <a:lnTo>
                    <a:pt x="2074750" y="341955"/>
                  </a:lnTo>
                  <a:lnTo>
                    <a:pt x="2090349" y="352281"/>
                  </a:lnTo>
                  <a:lnTo>
                    <a:pt x="2105949" y="362350"/>
                  </a:lnTo>
                  <a:lnTo>
                    <a:pt x="2121548" y="372171"/>
                  </a:lnTo>
                  <a:lnTo>
                    <a:pt x="2137148" y="381726"/>
                  </a:lnTo>
                  <a:lnTo>
                    <a:pt x="2152748" y="390990"/>
                  </a:lnTo>
                  <a:lnTo>
                    <a:pt x="2168347" y="399942"/>
                  </a:lnTo>
                  <a:lnTo>
                    <a:pt x="2183947" y="408565"/>
                  </a:lnTo>
                  <a:lnTo>
                    <a:pt x="2199547" y="416852"/>
                  </a:lnTo>
                  <a:lnTo>
                    <a:pt x="2215146" y="424803"/>
                  </a:lnTo>
                  <a:lnTo>
                    <a:pt x="2230746" y="432424"/>
                  </a:lnTo>
                  <a:lnTo>
                    <a:pt x="2246345" y="439725"/>
                  </a:lnTo>
                  <a:lnTo>
                    <a:pt x="2261945" y="446715"/>
                  </a:lnTo>
                  <a:lnTo>
                    <a:pt x="2277545" y="453400"/>
                  </a:lnTo>
                  <a:lnTo>
                    <a:pt x="2293144" y="459768"/>
                  </a:lnTo>
                  <a:lnTo>
                    <a:pt x="2308744" y="465815"/>
                  </a:lnTo>
                  <a:lnTo>
                    <a:pt x="2324344" y="471548"/>
                  </a:lnTo>
                  <a:lnTo>
                    <a:pt x="2339943" y="476957"/>
                  </a:lnTo>
                  <a:lnTo>
                    <a:pt x="2355543" y="482030"/>
                  </a:lnTo>
                  <a:lnTo>
                    <a:pt x="2371142" y="486759"/>
                  </a:lnTo>
                  <a:lnTo>
                    <a:pt x="2386742" y="491134"/>
                  </a:lnTo>
                  <a:lnTo>
                    <a:pt x="2402342" y="495150"/>
                  </a:lnTo>
                  <a:lnTo>
                    <a:pt x="2417941" y="498807"/>
                  </a:lnTo>
                  <a:lnTo>
                    <a:pt x="2433541" y="502112"/>
                  </a:lnTo>
                  <a:lnTo>
                    <a:pt x="2449141" y="505077"/>
                  </a:lnTo>
                  <a:lnTo>
                    <a:pt x="2464740" y="507726"/>
                  </a:lnTo>
                  <a:lnTo>
                    <a:pt x="2480340" y="510089"/>
                  </a:lnTo>
                  <a:lnTo>
                    <a:pt x="2495939" y="512188"/>
                  </a:lnTo>
                  <a:lnTo>
                    <a:pt x="2511539" y="514086"/>
                  </a:lnTo>
                  <a:lnTo>
                    <a:pt x="2527139" y="515828"/>
                  </a:lnTo>
                  <a:lnTo>
                    <a:pt x="2542738" y="517447"/>
                  </a:lnTo>
                  <a:lnTo>
                    <a:pt x="2558338" y="518970"/>
                  </a:lnTo>
                  <a:lnTo>
                    <a:pt x="2573938" y="520412"/>
                  </a:lnTo>
                  <a:lnTo>
                    <a:pt x="2589537" y="521780"/>
                  </a:lnTo>
                  <a:lnTo>
                    <a:pt x="2605137" y="523073"/>
                  </a:lnTo>
                  <a:lnTo>
                    <a:pt x="2620736" y="524285"/>
                  </a:lnTo>
                  <a:lnTo>
                    <a:pt x="2636336" y="525409"/>
                  </a:lnTo>
                  <a:lnTo>
                    <a:pt x="2651936" y="526440"/>
                  </a:lnTo>
                  <a:lnTo>
                    <a:pt x="2667535" y="527377"/>
                  </a:lnTo>
                  <a:lnTo>
                    <a:pt x="2683135" y="528220"/>
                  </a:lnTo>
                  <a:lnTo>
                    <a:pt x="2698735" y="528976"/>
                  </a:lnTo>
                  <a:lnTo>
                    <a:pt x="2714334" y="529662"/>
                  </a:lnTo>
                  <a:lnTo>
                    <a:pt x="2729934" y="530289"/>
                  </a:lnTo>
                  <a:lnTo>
                    <a:pt x="2745533" y="530867"/>
                  </a:lnTo>
                  <a:lnTo>
                    <a:pt x="2761133" y="531404"/>
                  </a:lnTo>
                  <a:lnTo>
                    <a:pt x="2776733" y="531904"/>
                  </a:lnTo>
                  <a:lnTo>
                    <a:pt x="2776733" y="535954"/>
                  </a:lnTo>
                  <a:lnTo>
                    <a:pt x="2761133" y="535954"/>
                  </a:lnTo>
                  <a:lnTo>
                    <a:pt x="2745533" y="535954"/>
                  </a:lnTo>
                  <a:lnTo>
                    <a:pt x="2729934" y="535954"/>
                  </a:lnTo>
                  <a:lnTo>
                    <a:pt x="2714334" y="535954"/>
                  </a:lnTo>
                  <a:lnTo>
                    <a:pt x="2698735" y="535954"/>
                  </a:lnTo>
                  <a:lnTo>
                    <a:pt x="2683135" y="535954"/>
                  </a:lnTo>
                  <a:lnTo>
                    <a:pt x="2667535" y="535954"/>
                  </a:lnTo>
                  <a:lnTo>
                    <a:pt x="2651936" y="535954"/>
                  </a:lnTo>
                  <a:lnTo>
                    <a:pt x="2636336" y="535954"/>
                  </a:lnTo>
                  <a:lnTo>
                    <a:pt x="2620736" y="535954"/>
                  </a:lnTo>
                  <a:lnTo>
                    <a:pt x="2605137" y="535954"/>
                  </a:lnTo>
                  <a:lnTo>
                    <a:pt x="2589537" y="535954"/>
                  </a:lnTo>
                  <a:lnTo>
                    <a:pt x="2573938" y="535954"/>
                  </a:lnTo>
                  <a:lnTo>
                    <a:pt x="2558338" y="535954"/>
                  </a:lnTo>
                  <a:lnTo>
                    <a:pt x="2542738" y="535954"/>
                  </a:lnTo>
                  <a:lnTo>
                    <a:pt x="2527139" y="535954"/>
                  </a:lnTo>
                  <a:lnTo>
                    <a:pt x="2511539" y="535954"/>
                  </a:lnTo>
                  <a:lnTo>
                    <a:pt x="2495939" y="535954"/>
                  </a:lnTo>
                  <a:lnTo>
                    <a:pt x="2480340" y="535954"/>
                  </a:lnTo>
                  <a:lnTo>
                    <a:pt x="2464740" y="535954"/>
                  </a:lnTo>
                  <a:lnTo>
                    <a:pt x="2449141" y="535954"/>
                  </a:lnTo>
                  <a:lnTo>
                    <a:pt x="2433541" y="535954"/>
                  </a:lnTo>
                  <a:lnTo>
                    <a:pt x="2417941" y="535954"/>
                  </a:lnTo>
                  <a:lnTo>
                    <a:pt x="2402342" y="535954"/>
                  </a:lnTo>
                  <a:lnTo>
                    <a:pt x="2386742" y="535954"/>
                  </a:lnTo>
                  <a:lnTo>
                    <a:pt x="2371142" y="535954"/>
                  </a:lnTo>
                  <a:lnTo>
                    <a:pt x="2355543" y="535954"/>
                  </a:lnTo>
                  <a:lnTo>
                    <a:pt x="2339943" y="535954"/>
                  </a:lnTo>
                  <a:lnTo>
                    <a:pt x="2324344" y="535954"/>
                  </a:lnTo>
                  <a:lnTo>
                    <a:pt x="2308744" y="535954"/>
                  </a:lnTo>
                  <a:lnTo>
                    <a:pt x="2293144" y="535954"/>
                  </a:lnTo>
                  <a:lnTo>
                    <a:pt x="2277545" y="535954"/>
                  </a:lnTo>
                  <a:lnTo>
                    <a:pt x="2261945" y="535954"/>
                  </a:lnTo>
                  <a:lnTo>
                    <a:pt x="2246345" y="535954"/>
                  </a:lnTo>
                  <a:lnTo>
                    <a:pt x="2230746" y="535954"/>
                  </a:lnTo>
                  <a:lnTo>
                    <a:pt x="2215146" y="535954"/>
                  </a:lnTo>
                  <a:lnTo>
                    <a:pt x="2199547" y="535954"/>
                  </a:lnTo>
                  <a:lnTo>
                    <a:pt x="2183947" y="535954"/>
                  </a:lnTo>
                  <a:lnTo>
                    <a:pt x="2168347" y="535954"/>
                  </a:lnTo>
                  <a:lnTo>
                    <a:pt x="2152748" y="535954"/>
                  </a:lnTo>
                  <a:lnTo>
                    <a:pt x="2137148" y="535954"/>
                  </a:lnTo>
                  <a:lnTo>
                    <a:pt x="2121548" y="535954"/>
                  </a:lnTo>
                  <a:lnTo>
                    <a:pt x="2105949" y="535954"/>
                  </a:lnTo>
                  <a:lnTo>
                    <a:pt x="2090349" y="535954"/>
                  </a:lnTo>
                  <a:lnTo>
                    <a:pt x="2074750" y="535954"/>
                  </a:lnTo>
                  <a:lnTo>
                    <a:pt x="2059150" y="535954"/>
                  </a:lnTo>
                  <a:lnTo>
                    <a:pt x="2043550" y="535954"/>
                  </a:lnTo>
                  <a:lnTo>
                    <a:pt x="2027951" y="535954"/>
                  </a:lnTo>
                  <a:lnTo>
                    <a:pt x="2012351" y="535954"/>
                  </a:lnTo>
                  <a:lnTo>
                    <a:pt x="1996751" y="535954"/>
                  </a:lnTo>
                  <a:lnTo>
                    <a:pt x="1981152" y="535954"/>
                  </a:lnTo>
                  <a:lnTo>
                    <a:pt x="1965552" y="535954"/>
                  </a:lnTo>
                  <a:lnTo>
                    <a:pt x="1949953" y="535954"/>
                  </a:lnTo>
                  <a:lnTo>
                    <a:pt x="1934353" y="535954"/>
                  </a:lnTo>
                  <a:lnTo>
                    <a:pt x="1918753" y="535954"/>
                  </a:lnTo>
                  <a:lnTo>
                    <a:pt x="1903154" y="535954"/>
                  </a:lnTo>
                  <a:lnTo>
                    <a:pt x="1887554" y="535954"/>
                  </a:lnTo>
                  <a:lnTo>
                    <a:pt x="1871954" y="535954"/>
                  </a:lnTo>
                  <a:lnTo>
                    <a:pt x="1856355" y="535954"/>
                  </a:lnTo>
                  <a:lnTo>
                    <a:pt x="1840755" y="535954"/>
                  </a:lnTo>
                  <a:lnTo>
                    <a:pt x="1825156" y="535954"/>
                  </a:lnTo>
                  <a:lnTo>
                    <a:pt x="1809556" y="535954"/>
                  </a:lnTo>
                  <a:lnTo>
                    <a:pt x="1793956" y="535954"/>
                  </a:lnTo>
                  <a:lnTo>
                    <a:pt x="1778357" y="535954"/>
                  </a:lnTo>
                  <a:lnTo>
                    <a:pt x="1762757" y="535954"/>
                  </a:lnTo>
                  <a:lnTo>
                    <a:pt x="1747157" y="535954"/>
                  </a:lnTo>
                  <a:lnTo>
                    <a:pt x="1731558" y="535954"/>
                  </a:lnTo>
                  <a:lnTo>
                    <a:pt x="1715958" y="535954"/>
                  </a:lnTo>
                  <a:lnTo>
                    <a:pt x="1700359" y="535954"/>
                  </a:lnTo>
                  <a:lnTo>
                    <a:pt x="1684759" y="535954"/>
                  </a:lnTo>
                  <a:lnTo>
                    <a:pt x="1669159" y="535954"/>
                  </a:lnTo>
                  <a:lnTo>
                    <a:pt x="1653560" y="535954"/>
                  </a:lnTo>
                  <a:lnTo>
                    <a:pt x="1637960" y="535954"/>
                  </a:lnTo>
                  <a:lnTo>
                    <a:pt x="1622360" y="535954"/>
                  </a:lnTo>
                  <a:lnTo>
                    <a:pt x="1606761" y="535954"/>
                  </a:lnTo>
                  <a:lnTo>
                    <a:pt x="1591161" y="535954"/>
                  </a:lnTo>
                  <a:lnTo>
                    <a:pt x="1575562" y="535954"/>
                  </a:lnTo>
                  <a:lnTo>
                    <a:pt x="1559962" y="535954"/>
                  </a:lnTo>
                  <a:lnTo>
                    <a:pt x="1544362" y="535954"/>
                  </a:lnTo>
                  <a:lnTo>
                    <a:pt x="1528763" y="535954"/>
                  </a:lnTo>
                  <a:lnTo>
                    <a:pt x="1513163" y="535954"/>
                  </a:lnTo>
                  <a:lnTo>
                    <a:pt x="1497563" y="535954"/>
                  </a:lnTo>
                  <a:lnTo>
                    <a:pt x="1481964" y="535954"/>
                  </a:lnTo>
                  <a:lnTo>
                    <a:pt x="1466364" y="535954"/>
                  </a:lnTo>
                  <a:lnTo>
                    <a:pt x="1450765" y="535954"/>
                  </a:lnTo>
                  <a:lnTo>
                    <a:pt x="1435165" y="535954"/>
                  </a:lnTo>
                  <a:lnTo>
                    <a:pt x="1419565" y="535954"/>
                  </a:lnTo>
                  <a:lnTo>
                    <a:pt x="1403966" y="535954"/>
                  </a:lnTo>
                  <a:lnTo>
                    <a:pt x="1388366" y="535954"/>
                  </a:lnTo>
                  <a:lnTo>
                    <a:pt x="1372766" y="535954"/>
                  </a:lnTo>
                  <a:lnTo>
                    <a:pt x="1357167" y="535954"/>
                  </a:lnTo>
                  <a:lnTo>
                    <a:pt x="1341567" y="535954"/>
                  </a:lnTo>
                  <a:lnTo>
                    <a:pt x="1325968" y="535954"/>
                  </a:lnTo>
                  <a:lnTo>
                    <a:pt x="1310368" y="535954"/>
                  </a:lnTo>
                  <a:lnTo>
                    <a:pt x="1294768" y="535954"/>
                  </a:lnTo>
                  <a:lnTo>
                    <a:pt x="1279169" y="535954"/>
                  </a:lnTo>
                  <a:lnTo>
                    <a:pt x="1263569" y="535954"/>
                  </a:lnTo>
                  <a:lnTo>
                    <a:pt x="1247969" y="535954"/>
                  </a:lnTo>
                  <a:lnTo>
                    <a:pt x="1232370" y="535954"/>
                  </a:lnTo>
                  <a:lnTo>
                    <a:pt x="1216770" y="535954"/>
                  </a:lnTo>
                  <a:lnTo>
                    <a:pt x="1201171" y="535954"/>
                  </a:lnTo>
                  <a:lnTo>
                    <a:pt x="1185571" y="535954"/>
                  </a:lnTo>
                  <a:lnTo>
                    <a:pt x="1169971" y="535954"/>
                  </a:lnTo>
                  <a:lnTo>
                    <a:pt x="1154372" y="535954"/>
                  </a:lnTo>
                  <a:lnTo>
                    <a:pt x="1138772" y="535954"/>
                  </a:lnTo>
                  <a:lnTo>
                    <a:pt x="1123172" y="535954"/>
                  </a:lnTo>
                  <a:lnTo>
                    <a:pt x="1107573" y="535954"/>
                  </a:lnTo>
                  <a:lnTo>
                    <a:pt x="1091973" y="535954"/>
                  </a:lnTo>
                  <a:lnTo>
                    <a:pt x="1076374" y="535954"/>
                  </a:lnTo>
                  <a:lnTo>
                    <a:pt x="1060774" y="535954"/>
                  </a:lnTo>
                  <a:lnTo>
                    <a:pt x="1045174" y="535954"/>
                  </a:lnTo>
                  <a:lnTo>
                    <a:pt x="1029575" y="535954"/>
                  </a:lnTo>
                  <a:lnTo>
                    <a:pt x="1013975" y="535954"/>
                  </a:lnTo>
                  <a:lnTo>
                    <a:pt x="998375" y="535954"/>
                  </a:lnTo>
                  <a:lnTo>
                    <a:pt x="982776" y="535954"/>
                  </a:lnTo>
                  <a:lnTo>
                    <a:pt x="967176" y="535954"/>
                  </a:lnTo>
                  <a:lnTo>
                    <a:pt x="951577" y="535954"/>
                  </a:lnTo>
                  <a:lnTo>
                    <a:pt x="935977" y="535954"/>
                  </a:lnTo>
                  <a:lnTo>
                    <a:pt x="920377" y="535954"/>
                  </a:lnTo>
                  <a:lnTo>
                    <a:pt x="904778" y="535954"/>
                  </a:lnTo>
                  <a:lnTo>
                    <a:pt x="889178" y="535954"/>
                  </a:lnTo>
                  <a:lnTo>
                    <a:pt x="873578" y="535954"/>
                  </a:lnTo>
                  <a:lnTo>
                    <a:pt x="857979" y="535954"/>
                  </a:lnTo>
                  <a:lnTo>
                    <a:pt x="842379" y="535954"/>
                  </a:lnTo>
                  <a:lnTo>
                    <a:pt x="826780" y="535954"/>
                  </a:lnTo>
                  <a:lnTo>
                    <a:pt x="811180" y="535954"/>
                  </a:lnTo>
                  <a:lnTo>
                    <a:pt x="795580" y="535954"/>
                  </a:lnTo>
                  <a:lnTo>
                    <a:pt x="779981" y="535954"/>
                  </a:lnTo>
                  <a:lnTo>
                    <a:pt x="764381" y="535954"/>
                  </a:lnTo>
                  <a:lnTo>
                    <a:pt x="748781" y="535954"/>
                  </a:lnTo>
                  <a:lnTo>
                    <a:pt x="733182" y="535954"/>
                  </a:lnTo>
                  <a:lnTo>
                    <a:pt x="717582" y="535954"/>
                  </a:lnTo>
                  <a:lnTo>
                    <a:pt x="701983" y="535954"/>
                  </a:lnTo>
                  <a:lnTo>
                    <a:pt x="686383" y="535954"/>
                  </a:lnTo>
                  <a:lnTo>
                    <a:pt x="670783" y="535954"/>
                  </a:lnTo>
                  <a:lnTo>
                    <a:pt x="655184" y="535954"/>
                  </a:lnTo>
                  <a:lnTo>
                    <a:pt x="639584" y="535954"/>
                  </a:lnTo>
                  <a:lnTo>
                    <a:pt x="623984" y="535954"/>
                  </a:lnTo>
                  <a:lnTo>
                    <a:pt x="608385" y="535954"/>
                  </a:lnTo>
                  <a:lnTo>
                    <a:pt x="592785" y="535954"/>
                  </a:lnTo>
                  <a:lnTo>
                    <a:pt x="577186" y="535954"/>
                  </a:lnTo>
                  <a:lnTo>
                    <a:pt x="561586" y="535954"/>
                  </a:lnTo>
                  <a:lnTo>
                    <a:pt x="545986" y="535954"/>
                  </a:lnTo>
                  <a:lnTo>
                    <a:pt x="530387" y="535954"/>
                  </a:lnTo>
                  <a:lnTo>
                    <a:pt x="514787" y="535954"/>
                  </a:lnTo>
                  <a:lnTo>
                    <a:pt x="499187" y="535954"/>
                  </a:lnTo>
                  <a:lnTo>
                    <a:pt x="483588" y="535954"/>
                  </a:lnTo>
                  <a:lnTo>
                    <a:pt x="467988" y="535954"/>
                  </a:lnTo>
                  <a:lnTo>
                    <a:pt x="452389" y="535954"/>
                  </a:lnTo>
                  <a:lnTo>
                    <a:pt x="436789" y="535954"/>
                  </a:lnTo>
                  <a:lnTo>
                    <a:pt x="421189" y="535954"/>
                  </a:lnTo>
                  <a:lnTo>
                    <a:pt x="405590" y="535954"/>
                  </a:lnTo>
                  <a:lnTo>
                    <a:pt x="389990" y="535954"/>
                  </a:lnTo>
                  <a:lnTo>
                    <a:pt x="374390" y="535954"/>
                  </a:lnTo>
                  <a:lnTo>
                    <a:pt x="358791" y="535954"/>
                  </a:lnTo>
                  <a:lnTo>
                    <a:pt x="343191" y="535954"/>
                  </a:lnTo>
                  <a:lnTo>
                    <a:pt x="327592" y="535954"/>
                  </a:lnTo>
                  <a:lnTo>
                    <a:pt x="311992" y="535954"/>
                  </a:lnTo>
                  <a:lnTo>
                    <a:pt x="296392" y="535954"/>
                  </a:lnTo>
                  <a:lnTo>
                    <a:pt x="280793" y="535954"/>
                  </a:lnTo>
                  <a:lnTo>
                    <a:pt x="265193" y="535954"/>
                  </a:lnTo>
                  <a:lnTo>
                    <a:pt x="249593" y="535954"/>
                  </a:lnTo>
                  <a:lnTo>
                    <a:pt x="233994" y="535954"/>
                  </a:lnTo>
                  <a:lnTo>
                    <a:pt x="218394" y="535954"/>
                  </a:lnTo>
                  <a:lnTo>
                    <a:pt x="202795" y="535954"/>
                  </a:lnTo>
                  <a:lnTo>
                    <a:pt x="187195" y="535954"/>
                  </a:lnTo>
                  <a:lnTo>
                    <a:pt x="171595" y="535954"/>
                  </a:lnTo>
                  <a:lnTo>
                    <a:pt x="155996" y="535954"/>
                  </a:lnTo>
                  <a:lnTo>
                    <a:pt x="140396" y="535954"/>
                  </a:lnTo>
                  <a:lnTo>
                    <a:pt x="124796" y="535954"/>
                  </a:lnTo>
                  <a:lnTo>
                    <a:pt x="109197" y="535954"/>
                  </a:lnTo>
                  <a:lnTo>
                    <a:pt x="93597" y="535954"/>
                  </a:lnTo>
                  <a:lnTo>
                    <a:pt x="77998" y="535954"/>
                  </a:lnTo>
                  <a:lnTo>
                    <a:pt x="62398" y="535954"/>
                  </a:lnTo>
                  <a:lnTo>
                    <a:pt x="46798" y="535954"/>
                  </a:lnTo>
                  <a:lnTo>
                    <a:pt x="31199" y="535954"/>
                  </a:lnTo>
                  <a:lnTo>
                    <a:pt x="15599" y="535954"/>
                  </a:lnTo>
                  <a:lnTo>
                    <a:pt x="0" y="535954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413503" y="3211163"/>
              <a:ext cx="2776733" cy="532312"/>
            </a:xfrm>
            <a:custGeom>
              <a:avLst/>
              <a:pathLst>
                <a:path w="2776733" h="532312">
                  <a:moveTo>
                    <a:pt x="0" y="532312"/>
                  </a:moveTo>
                  <a:lnTo>
                    <a:pt x="15599" y="532013"/>
                  </a:lnTo>
                  <a:lnTo>
                    <a:pt x="31199" y="531702"/>
                  </a:lnTo>
                  <a:lnTo>
                    <a:pt x="46798" y="531371"/>
                  </a:lnTo>
                  <a:lnTo>
                    <a:pt x="62398" y="531015"/>
                  </a:lnTo>
                  <a:lnTo>
                    <a:pt x="77998" y="530635"/>
                  </a:lnTo>
                  <a:lnTo>
                    <a:pt x="93597" y="530233"/>
                  </a:lnTo>
                  <a:lnTo>
                    <a:pt x="109197" y="529815"/>
                  </a:lnTo>
                  <a:lnTo>
                    <a:pt x="124796" y="529389"/>
                  </a:lnTo>
                  <a:lnTo>
                    <a:pt x="140396" y="528963"/>
                  </a:lnTo>
                  <a:lnTo>
                    <a:pt x="155996" y="528539"/>
                  </a:lnTo>
                  <a:lnTo>
                    <a:pt x="171595" y="528114"/>
                  </a:lnTo>
                  <a:lnTo>
                    <a:pt x="187195" y="527675"/>
                  </a:lnTo>
                  <a:lnTo>
                    <a:pt x="202795" y="527205"/>
                  </a:lnTo>
                  <a:lnTo>
                    <a:pt x="218394" y="526679"/>
                  </a:lnTo>
                  <a:lnTo>
                    <a:pt x="233994" y="526068"/>
                  </a:lnTo>
                  <a:lnTo>
                    <a:pt x="249593" y="525345"/>
                  </a:lnTo>
                  <a:lnTo>
                    <a:pt x="265193" y="524481"/>
                  </a:lnTo>
                  <a:lnTo>
                    <a:pt x="280793" y="523455"/>
                  </a:lnTo>
                  <a:lnTo>
                    <a:pt x="296392" y="522250"/>
                  </a:lnTo>
                  <a:lnTo>
                    <a:pt x="311992" y="520857"/>
                  </a:lnTo>
                  <a:lnTo>
                    <a:pt x="327592" y="519259"/>
                  </a:lnTo>
                  <a:lnTo>
                    <a:pt x="343191" y="517467"/>
                  </a:lnTo>
                  <a:lnTo>
                    <a:pt x="358791" y="515491"/>
                  </a:lnTo>
                  <a:lnTo>
                    <a:pt x="374390" y="513332"/>
                  </a:lnTo>
                  <a:lnTo>
                    <a:pt x="389990" y="510995"/>
                  </a:lnTo>
                  <a:lnTo>
                    <a:pt x="405590" y="508485"/>
                  </a:lnTo>
                  <a:lnTo>
                    <a:pt x="421189" y="505807"/>
                  </a:lnTo>
                  <a:lnTo>
                    <a:pt x="436789" y="502971"/>
                  </a:lnTo>
                  <a:lnTo>
                    <a:pt x="452389" y="499990"/>
                  </a:lnTo>
                  <a:lnTo>
                    <a:pt x="467988" y="496881"/>
                  </a:lnTo>
                  <a:lnTo>
                    <a:pt x="483588" y="493665"/>
                  </a:lnTo>
                  <a:lnTo>
                    <a:pt x="499187" y="490367"/>
                  </a:lnTo>
                  <a:lnTo>
                    <a:pt x="514787" y="487006"/>
                  </a:lnTo>
                  <a:lnTo>
                    <a:pt x="530387" y="483603"/>
                  </a:lnTo>
                  <a:lnTo>
                    <a:pt x="545986" y="480167"/>
                  </a:lnTo>
                  <a:lnTo>
                    <a:pt x="561586" y="476697"/>
                  </a:lnTo>
                  <a:lnTo>
                    <a:pt x="577186" y="473172"/>
                  </a:lnTo>
                  <a:lnTo>
                    <a:pt x="592785" y="469560"/>
                  </a:lnTo>
                  <a:lnTo>
                    <a:pt x="608385" y="465809"/>
                  </a:lnTo>
                  <a:lnTo>
                    <a:pt x="623984" y="461854"/>
                  </a:lnTo>
                  <a:lnTo>
                    <a:pt x="639584" y="457619"/>
                  </a:lnTo>
                  <a:lnTo>
                    <a:pt x="655184" y="453019"/>
                  </a:lnTo>
                  <a:lnTo>
                    <a:pt x="670783" y="447968"/>
                  </a:lnTo>
                  <a:lnTo>
                    <a:pt x="686383" y="442387"/>
                  </a:lnTo>
                  <a:lnTo>
                    <a:pt x="701983" y="436213"/>
                  </a:lnTo>
                  <a:lnTo>
                    <a:pt x="717582" y="429368"/>
                  </a:lnTo>
                  <a:lnTo>
                    <a:pt x="733182" y="421849"/>
                  </a:lnTo>
                  <a:lnTo>
                    <a:pt x="748781" y="413702"/>
                  </a:lnTo>
                  <a:lnTo>
                    <a:pt x="764381" y="404970"/>
                  </a:lnTo>
                  <a:lnTo>
                    <a:pt x="779981" y="395709"/>
                  </a:lnTo>
                  <a:lnTo>
                    <a:pt x="795580" y="385979"/>
                  </a:lnTo>
                  <a:lnTo>
                    <a:pt x="811180" y="375830"/>
                  </a:lnTo>
                  <a:lnTo>
                    <a:pt x="826780" y="365296"/>
                  </a:lnTo>
                  <a:lnTo>
                    <a:pt x="842379" y="354386"/>
                  </a:lnTo>
                  <a:lnTo>
                    <a:pt x="857979" y="343081"/>
                  </a:lnTo>
                  <a:lnTo>
                    <a:pt x="873578" y="331343"/>
                  </a:lnTo>
                  <a:lnTo>
                    <a:pt x="889178" y="319115"/>
                  </a:lnTo>
                  <a:lnTo>
                    <a:pt x="904778" y="306345"/>
                  </a:lnTo>
                  <a:lnTo>
                    <a:pt x="920377" y="292945"/>
                  </a:lnTo>
                  <a:lnTo>
                    <a:pt x="935977" y="278974"/>
                  </a:lnTo>
                  <a:lnTo>
                    <a:pt x="951577" y="264501"/>
                  </a:lnTo>
                  <a:lnTo>
                    <a:pt x="967176" y="249648"/>
                  </a:lnTo>
                  <a:lnTo>
                    <a:pt x="982776" y="234589"/>
                  </a:lnTo>
                  <a:lnTo>
                    <a:pt x="998375" y="219536"/>
                  </a:lnTo>
                  <a:lnTo>
                    <a:pt x="1013975" y="204722"/>
                  </a:lnTo>
                  <a:lnTo>
                    <a:pt x="1029575" y="190380"/>
                  </a:lnTo>
                  <a:lnTo>
                    <a:pt x="1045174" y="176723"/>
                  </a:lnTo>
                  <a:lnTo>
                    <a:pt x="1060774" y="163921"/>
                  </a:lnTo>
                  <a:lnTo>
                    <a:pt x="1076374" y="152087"/>
                  </a:lnTo>
                  <a:lnTo>
                    <a:pt x="1091973" y="141269"/>
                  </a:lnTo>
                  <a:lnTo>
                    <a:pt x="1107573" y="131464"/>
                  </a:lnTo>
                  <a:lnTo>
                    <a:pt x="1123172" y="122589"/>
                  </a:lnTo>
                  <a:lnTo>
                    <a:pt x="1138772" y="114413"/>
                  </a:lnTo>
                  <a:lnTo>
                    <a:pt x="1154372" y="106739"/>
                  </a:lnTo>
                  <a:lnTo>
                    <a:pt x="1169971" y="99362"/>
                  </a:lnTo>
                  <a:lnTo>
                    <a:pt x="1185571" y="92094"/>
                  </a:lnTo>
                  <a:lnTo>
                    <a:pt x="1201171" y="84785"/>
                  </a:lnTo>
                  <a:lnTo>
                    <a:pt x="1216770" y="77338"/>
                  </a:lnTo>
                  <a:lnTo>
                    <a:pt x="1232370" y="69717"/>
                  </a:lnTo>
                  <a:lnTo>
                    <a:pt x="1247969" y="61948"/>
                  </a:lnTo>
                  <a:lnTo>
                    <a:pt x="1263569" y="54111"/>
                  </a:lnTo>
                  <a:lnTo>
                    <a:pt x="1279169" y="46324"/>
                  </a:lnTo>
                  <a:lnTo>
                    <a:pt x="1294768" y="38725"/>
                  </a:lnTo>
                  <a:lnTo>
                    <a:pt x="1310368" y="31486"/>
                  </a:lnTo>
                  <a:lnTo>
                    <a:pt x="1325968" y="24743"/>
                  </a:lnTo>
                  <a:lnTo>
                    <a:pt x="1341567" y="18596"/>
                  </a:lnTo>
                  <a:lnTo>
                    <a:pt x="1357167" y="13146"/>
                  </a:lnTo>
                  <a:lnTo>
                    <a:pt x="1372766" y="8489"/>
                  </a:lnTo>
                  <a:lnTo>
                    <a:pt x="1388366" y="4729"/>
                  </a:lnTo>
                  <a:lnTo>
                    <a:pt x="1403966" y="1981"/>
                  </a:lnTo>
                  <a:lnTo>
                    <a:pt x="1419565" y="364"/>
                  </a:lnTo>
                  <a:lnTo>
                    <a:pt x="1435165" y="0"/>
                  </a:lnTo>
                  <a:lnTo>
                    <a:pt x="1450765" y="989"/>
                  </a:lnTo>
                  <a:lnTo>
                    <a:pt x="1466364" y="3400"/>
                  </a:lnTo>
                  <a:lnTo>
                    <a:pt x="1481964" y="7249"/>
                  </a:lnTo>
                  <a:lnTo>
                    <a:pt x="1497563" y="12489"/>
                  </a:lnTo>
                  <a:lnTo>
                    <a:pt x="1513163" y="19089"/>
                  </a:lnTo>
                  <a:lnTo>
                    <a:pt x="1528763" y="26724"/>
                  </a:lnTo>
                  <a:lnTo>
                    <a:pt x="1544362" y="35155"/>
                  </a:lnTo>
                  <a:lnTo>
                    <a:pt x="1559962" y="44128"/>
                  </a:lnTo>
                  <a:lnTo>
                    <a:pt x="1575562" y="53391"/>
                  </a:lnTo>
                  <a:lnTo>
                    <a:pt x="1591161" y="62712"/>
                  </a:lnTo>
                  <a:lnTo>
                    <a:pt x="1606761" y="71891"/>
                  </a:lnTo>
                  <a:lnTo>
                    <a:pt x="1622360" y="80768"/>
                  </a:lnTo>
                  <a:lnTo>
                    <a:pt x="1637960" y="89222"/>
                  </a:lnTo>
                  <a:lnTo>
                    <a:pt x="1653560" y="97171"/>
                  </a:lnTo>
                  <a:lnTo>
                    <a:pt x="1669159" y="104576"/>
                  </a:lnTo>
                  <a:lnTo>
                    <a:pt x="1684759" y="111433"/>
                  </a:lnTo>
                  <a:lnTo>
                    <a:pt x="1700359" y="117762"/>
                  </a:lnTo>
                  <a:lnTo>
                    <a:pt x="1715958" y="123649"/>
                  </a:lnTo>
                  <a:lnTo>
                    <a:pt x="1731558" y="129246"/>
                  </a:lnTo>
                  <a:lnTo>
                    <a:pt x="1747157" y="134704"/>
                  </a:lnTo>
                  <a:lnTo>
                    <a:pt x="1762757" y="140197"/>
                  </a:lnTo>
                  <a:lnTo>
                    <a:pt x="1778357" y="145906"/>
                  </a:lnTo>
                  <a:lnTo>
                    <a:pt x="1793956" y="152005"/>
                  </a:lnTo>
                  <a:lnTo>
                    <a:pt x="1809556" y="158653"/>
                  </a:lnTo>
                  <a:lnTo>
                    <a:pt x="1825156" y="165978"/>
                  </a:lnTo>
                  <a:lnTo>
                    <a:pt x="1840755" y="174067"/>
                  </a:lnTo>
                  <a:lnTo>
                    <a:pt x="1856355" y="182965"/>
                  </a:lnTo>
                  <a:lnTo>
                    <a:pt x="1871954" y="192666"/>
                  </a:lnTo>
                  <a:lnTo>
                    <a:pt x="1887554" y="203120"/>
                  </a:lnTo>
                  <a:lnTo>
                    <a:pt x="1903154" y="214266"/>
                  </a:lnTo>
                  <a:lnTo>
                    <a:pt x="1918753" y="225923"/>
                  </a:lnTo>
                  <a:lnTo>
                    <a:pt x="1934353" y="237921"/>
                  </a:lnTo>
                  <a:lnTo>
                    <a:pt x="1949953" y="250101"/>
                  </a:lnTo>
                  <a:lnTo>
                    <a:pt x="1965552" y="262316"/>
                  </a:lnTo>
                  <a:lnTo>
                    <a:pt x="1981152" y="274438"/>
                  </a:lnTo>
                  <a:lnTo>
                    <a:pt x="1996751" y="286370"/>
                  </a:lnTo>
                  <a:lnTo>
                    <a:pt x="2012351" y="298051"/>
                  </a:lnTo>
                  <a:lnTo>
                    <a:pt x="2027951" y="309447"/>
                  </a:lnTo>
                  <a:lnTo>
                    <a:pt x="2043550" y="320554"/>
                  </a:lnTo>
                  <a:lnTo>
                    <a:pt x="2059150" y="331384"/>
                  </a:lnTo>
                  <a:lnTo>
                    <a:pt x="2074750" y="341955"/>
                  </a:lnTo>
                  <a:lnTo>
                    <a:pt x="2090349" y="352281"/>
                  </a:lnTo>
                  <a:lnTo>
                    <a:pt x="2105949" y="362350"/>
                  </a:lnTo>
                  <a:lnTo>
                    <a:pt x="2121548" y="372171"/>
                  </a:lnTo>
                  <a:lnTo>
                    <a:pt x="2137148" y="381726"/>
                  </a:lnTo>
                  <a:lnTo>
                    <a:pt x="2152748" y="390990"/>
                  </a:lnTo>
                  <a:lnTo>
                    <a:pt x="2168347" y="399942"/>
                  </a:lnTo>
                  <a:lnTo>
                    <a:pt x="2183947" y="408565"/>
                  </a:lnTo>
                  <a:lnTo>
                    <a:pt x="2199547" y="416852"/>
                  </a:lnTo>
                  <a:lnTo>
                    <a:pt x="2215146" y="424803"/>
                  </a:lnTo>
                  <a:lnTo>
                    <a:pt x="2230746" y="432424"/>
                  </a:lnTo>
                  <a:lnTo>
                    <a:pt x="2246345" y="439725"/>
                  </a:lnTo>
                  <a:lnTo>
                    <a:pt x="2261945" y="446715"/>
                  </a:lnTo>
                  <a:lnTo>
                    <a:pt x="2277545" y="453400"/>
                  </a:lnTo>
                  <a:lnTo>
                    <a:pt x="2293144" y="459768"/>
                  </a:lnTo>
                  <a:lnTo>
                    <a:pt x="2308744" y="465815"/>
                  </a:lnTo>
                  <a:lnTo>
                    <a:pt x="2324344" y="471548"/>
                  </a:lnTo>
                  <a:lnTo>
                    <a:pt x="2339943" y="476957"/>
                  </a:lnTo>
                  <a:lnTo>
                    <a:pt x="2355543" y="482030"/>
                  </a:lnTo>
                  <a:lnTo>
                    <a:pt x="2371142" y="486759"/>
                  </a:lnTo>
                  <a:lnTo>
                    <a:pt x="2386742" y="491134"/>
                  </a:lnTo>
                  <a:lnTo>
                    <a:pt x="2402342" y="495150"/>
                  </a:lnTo>
                  <a:lnTo>
                    <a:pt x="2417941" y="498807"/>
                  </a:lnTo>
                  <a:lnTo>
                    <a:pt x="2433541" y="502112"/>
                  </a:lnTo>
                  <a:lnTo>
                    <a:pt x="2449141" y="505077"/>
                  </a:lnTo>
                  <a:lnTo>
                    <a:pt x="2464740" y="507726"/>
                  </a:lnTo>
                  <a:lnTo>
                    <a:pt x="2480340" y="510089"/>
                  </a:lnTo>
                  <a:lnTo>
                    <a:pt x="2495939" y="512188"/>
                  </a:lnTo>
                  <a:lnTo>
                    <a:pt x="2511539" y="514086"/>
                  </a:lnTo>
                  <a:lnTo>
                    <a:pt x="2527139" y="515828"/>
                  </a:lnTo>
                  <a:lnTo>
                    <a:pt x="2542738" y="517447"/>
                  </a:lnTo>
                  <a:lnTo>
                    <a:pt x="2558338" y="518970"/>
                  </a:lnTo>
                  <a:lnTo>
                    <a:pt x="2573938" y="520412"/>
                  </a:lnTo>
                  <a:lnTo>
                    <a:pt x="2589537" y="521780"/>
                  </a:lnTo>
                  <a:lnTo>
                    <a:pt x="2605137" y="523073"/>
                  </a:lnTo>
                  <a:lnTo>
                    <a:pt x="2620736" y="524285"/>
                  </a:lnTo>
                  <a:lnTo>
                    <a:pt x="2636336" y="525409"/>
                  </a:lnTo>
                  <a:lnTo>
                    <a:pt x="2651936" y="526440"/>
                  </a:lnTo>
                  <a:lnTo>
                    <a:pt x="2667535" y="527377"/>
                  </a:lnTo>
                  <a:lnTo>
                    <a:pt x="2683135" y="528220"/>
                  </a:lnTo>
                  <a:lnTo>
                    <a:pt x="2698735" y="528976"/>
                  </a:lnTo>
                  <a:lnTo>
                    <a:pt x="2714334" y="529662"/>
                  </a:lnTo>
                  <a:lnTo>
                    <a:pt x="2729934" y="530289"/>
                  </a:lnTo>
                  <a:lnTo>
                    <a:pt x="2745533" y="530867"/>
                  </a:lnTo>
                  <a:lnTo>
                    <a:pt x="2761133" y="531404"/>
                  </a:lnTo>
                  <a:lnTo>
                    <a:pt x="2776733" y="531904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94296" y="3207426"/>
              <a:ext cx="2542738" cy="539690"/>
            </a:xfrm>
            <a:custGeom>
              <a:avLst/>
              <a:pathLst>
                <a:path w="2542738" h="539690">
                  <a:moveTo>
                    <a:pt x="0" y="535927"/>
                  </a:moveTo>
                  <a:lnTo>
                    <a:pt x="15599" y="535296"/>
                  </a:lnTo>
                  <a:lnTo>
                    <a:pt x="31199" y="534539"/>
                  </a:lnTo>
                  <a:lnTo>
                    <a:pt x="46798" y="533621"/>
                  </a:lnTo>
                  <a:lnTo>
                    <a:pt x="62398" y="532535"/>
                  </a:lnTo>
                  <a:lnTo>
                    <a:pt x="77998" y="531271"/>
                  </a:lnTo>
                  <a:lnTo>
                    <a:pt x="93597" y="529823"/>
                  </a:lnTo>
                  <a:lnTo>
                    <a:pt x="109197" y="528192"/>
                  </a:lnTo>
                  <a:lnTo>
                    <a:pt x="124796" y="526387"/>
                  </a:lnTo>
                  <a:lnTo>
                    <a:pt x="140396" y="524425"/>
                  </a:lnTo>
                  <a:lnTo>
                    <a:pt x="155996" y="522332"/>
                  </a:lnTo>
                  <a:lnTo>
                    <a:pt x="171595" y="520138"/>
                  </a:lnTo>
                  <a:lnTo>
                    <a:pt x="187195" y="517873"/>
                  </a:lnTo>
                  <a:lnTo>
                    <a:pt x="202795" y="515569"/>
                  </a:lnTo>
                  <a:lnTo>
                    <a:pt x="218394" y="513245"/>
                  </a:lnTo>
                  <a:lnTo>
                    <a:pt x="233994" y="510915"/>
                  </a:lnTo>
                  <a:lnTo>
                    <a:pt x="249593" y="508569"/>
                  </a:lnTo>
                  <a:lnTo>
                    <a:pt x="265193" y="506180"/>
                  </a:lnTo>
                  <a:lnTo>
                    <a:pt x="280793" y="503707"/>
                  </a:lnTo>
                  <a:lnTo>
                    <a:pt x="296392" y="501096"/>
                  </a:lnTo>
                  <a:lnTo>
                    <a:pt x="311992" y="498284"/>
                  </a:lnTo>
                  <a:lnTo>
                    <a:pt x="327592" y="495212"/>
                  </a:lnTo>
                  <a:lnTo>
                    <a:pt x="343191" y="491828"/>
                  </a:lnTo>
                  <a:lnTo>
                    <a:pt x="358791" y="488092"/>
                  </a:lnTo>
                  <a:lnTo>
                    <a:pt x="374390" y="483986"/>
                  </a:lnTo>
                  <a:lnTo>
                    <a:pt x="389990" y="479514"/>
                  </a:lnTo>
                  <a:lnTo>
                    <a:pt x="405590" y="474705"/>
                  </a:lnTo>
                  <a:lnTo>
                    <a:pt x="421189" y="469604"/>
                  </a:lnTo>
                  <a:lnTo>
                    <a:pt x="436789" y="464268"/>
                  </a:lnTo>
                  <a:lnTo>
                    <a:pt x="452389" y="458776"/>
                  </a:lnTo>
                  <a:lnTo>
                    <a:pt x="467988" y="453199"/>
                  </a:lnTo>
                  <a:lnTo>
                    <a:pt x="483588" y="447584"/>
                  </a:lnTo>
                  <a:lnTo>
                    <a:pt x="499187" y="441956"/>
                  </a:lnTo>
                  <a:lnTo>
                    <a:pt x="514787" y="436318"/>
                  </a:lnTo>
                  <a:lnTo>
                    <a:pt x="530387" y="430650"/>
                  </a:lnTo>
                  <a:lnTo>
                    <a:pt x="545986" y="424911"/>
                  </a:lnTo>
                  <a:lnTo>
                    <a:pt x="561586" y="419045"/>
                  </a:lnTo>
                  <a:lnTo>
                    <a:pt x="577186" y="412988"/>
                  </a:lnTo>
                  <a:lnTo>
                    <a:pt x="592785" y="406668"/>
                  </a:lnTo>
                  <a:lnTo>
                    <a:pt x="608385" y="400016"/>
                  </a:lnTo>
                  <a:lnTo>
                    <a:pt x="623984" y="392964"/>
                  </a:lnTo>
                  <a:lnTo>
                    <a:pt x="639584" y="385410"/>
                  </a:lnTo>
                  <a:lnTo>
                    <a:pt x="655184" y="377335"/>
                  </a:lnTo>
                  <a:lnTo>
                    <a:pt x="670783" y="368704"/>
                  </a:lnTo>
                  <a:lnTo>
                    <a:pt x="686383" y="359486"/>
                  </a:lnTo>
                  <a:lnTo>
                    <a:pt x="701983" y="349662"/>
                  </a:lnTo>
                  <a:lnTo>
                    <a:pt x="717582" y="339223"/>
                  </a:lnTo>
                  <a:lnTo>
                    <a:pt x="733182" y="328175"/>
                  </a:lnTo>
                  <a:lnTo>
                    <a:pt x="748781" y="316534"/>
                  </a:lnTo>
                  <a:lnTo>
                    <a:pt x="764381" y="304332"/>
                  </a:lnTo>
                  <a:lnTo>
                    <a:pt x="779981" y="291617"/>
                  </a:lnTo>
                  <a:lnTo>
                    <a:pt x="795580" y="278447"/>
                  </a:lnTo>
                  <a:lnTo>
                    <a:pt x="811180" y="264895"/>
                  </a:lnTo>
                  <a:lnTo>
                    <a:pt x="826780" y="251034"/>
                  </a:lnTo>
                  <a:lnTo>
                    <a:pt x="842379" y="236956"/>
                  </a:lnTo>
                  <a:lnTo>
                    <a:pt x="857979" y="222773"/>
                  </a:lnTo>
                  <a:lnTo>
                    <a:pt x="873578" y="208576"/>
                  </a:lnTo>
                  <a:lnTo>
                    <a:pt x="889178" y="194454"/>
                  </a:lnTo>
                  <a:lnTo>
                    <a:pt x="904778" y="180493"/>
                  </a:lnTo>
                  <a:lnTo>
                    <a:pt x="920377" y="166773"/>
                  </a:lnTo>
                  <a:lnTo>
                    <a:pt x="935977" y="153367"/>
                  </a:lnTo>
                  <a:lnTo>
                    <a:pt x="951577" y="140341"/>
                  </a:lnTo>
                  <a:lnTo>
                    <a:pt x="967176" y="127749"/>
                  </a:lnTo>
                  <a:lnTo>
                    <a:pt x="982776" y="115636"/>
                  </a:lnTo>
                  <a:lnTo>
                    <a:pt x="998375" y="104037"/>
                  </a:lnTo>
                  <a:lnTo>
                    <a:pt x="1013975" y="92972"/>
                  </a:lnTo>
                  <a:lnTo>
                    <a:pt x="1029575" y="82492"/>
                  </a:lnTo>
                  <a:lnTo>
                    <a:pt x="1045174" y="72587"/>
                  </a:lnTo>
                  <a:lnTo>
                    <a:pt x="1060774" y="63248"/>
                  </a:lnTo>
                  <a:lnTo>
                    <a:pt x="1076374" y="54491"/>
                  </a:lnTo>
                  <a:lnTo>
                    <a:pt x="1091973" y="46343"/>
                  </a:lnTo>
                  <a:lnTo>
                    <a:pt x="1107573" y="38845"/>
                  </a:lnTo>
                  <a:lnTo>
                    <a:pt x="1123172" y="32046"/>
                  </a:lnTo>
                  <a:lnTo>
                    <a:pt x="1138772" y="25998"/>
                  </a:lnTo>
                  <a:lnTo>
                    <a:pt x="1154372" y="20744"/>
                  </a:lnTo>
                  <a:lnTo>
                    <a:pt x="1169971" y="16304"/>
                  </a:lnTo>
                  <a:lnTo>
                    <a:pt x="1185571" y="12667"/>
                  </a:lnTo>
                  <a:lnTo>
                    <a:pt x="1201171" y="9777"/>
                  </a:lnTo>
                  <a:lnTo>
                    <a:pt x="1216770" y="7539"/>
                  </a:lnTo>
                  <a:lnTo>
                    <a:pt x="1232370" y="5850"/>
                  </a:lnTo>
                  <a:lnTo>
                    <a:pt x="1247969" y="4503"/>
                  </a:lnTo>
                  <a:lnTo>
                    <a:pt x="1263569" y="3369"/>
                  </a:lnTo>
                  <a:lnTo>
                    <a:pt x="1279169" y="2359"/>
                  </a:lnTo>
                  <a:lnTo>
                    <a:pt x="1294768" y="1442"/>
                  </a:lnTo>
                  <a:lnTo>
                    <a:pt x="1310368" y="660"/>
                  </a:lnTo>
                  <a:lnTo>
                    <a:pt x="1325968" y="123"/>
                  </a:lnTo>
                  <a:lnTo>
                    <a:pt x="1341567" y="0"/>
                  </a:lnTo>
                  <a:lnTo>
                    <a:pt x="1357167" y="493"/>
                  </a:lnTo>
                  <a:lnTo>
                    <a:pt x="1372766" y="1815"/>
                  </a:lnTo>
                  <a:lnTo>
                    <a:pt x="1388366" y="4154"/>
                  </a:lnTo>
                  <a:lnTo>
                    <a:pt x="1403966" y="7647"/>
                  </a:lnTo>
                  <a:lnTo>
                    <a:pt x="1419565" y="12403"/>
                  </a:lnTo>
                  <a:lnTo>
                    <a:pt x="1435165" y="18411"/>
                  </a:lnTo>
                  <a:lnTo>
                    <a:pt x="1450765" y="25494"/>
                  </a:lnTo>
                  <a:lnTo>
                    <a:pt x="1466364" y="33500"/>
                  </a:lnTo>
                  <a:lnTo>
                    <a:pt x="1481964" y="42263"/>
                  </a:lnTo>
                  <a:lnTo>
                    <a:pt x="1497563" y="51633"/>
                  </a:lnTo>
                  <a:lnTo>
                    <a:pt x="1513163" y="61488"/>
                  </a:lnTo>
                  <a:lnTo>
                    <a:pt x="1528763" y="71750"/>
                  </a:lnTo>
                  <a:lnTo>
                    <a:pt x="1544362" y="82380"/>
                  </a:lnTo>
                  <a:lnTo>
                    <a:pt x="1559962" y="93365"/>
                  </a:lnTo>
                  <a:lnTo>
                    <a:pt x="1575562" y="104711"/>
                  </a:lnTo>
                  <a:lnTo>
                    <a:pt x="1591161" y="116418"/>
                  </a:lnTo>
                  <a:lnTo>
                    <a:pt x="1606761" y="128475"/>
                  </a:lnTo>
                  <a:lnTo>
                    <a:pt x="1622360" y="140867"/>
                  </a:lnTo>
                  <a:lnTo>
                    <a:pt x="1637960" y="153519"/>
                  </a:lnTo>
                  <a:lnTo>
                    <a:pt x="1653560" y="166361"/>
                  </a:lnTo>
                  <a:lnTo>
                    <a:pt x="1669159" y="179335"/>
                  </a:lnTo>
                  <a:lnTo>
                    <a:pt x="1684759" y="192391"/>
                  </a:lnTo>
                  <a:lnTo>
                    <a:pt x="1700359" y="205493"/>
                  </a:lnTo>
                  <a:lnTo>
                    <a:pt x="1715958" y="218620"/>
                  </a:lnTo>
                  <a:lnTo>
                    <a:pt x="1731558" y="231759"/>
                  </a:lnTo>
                  <a:lnTo>
                    <a:pt x="1747157" y="244900"/>
                  </a:lnTo>
                  <a:lnTo>
                    <a:pt x="1762757" y="258030"/>
                  </a:lnTo>
                  <a:lnTo>
                    <a:pt x="1778357" y="271125"/>
                  </a:lnTo>
                  <a:lnTo>
                    <a:pt x="1793956" y="284152"/>
                  </a:lnTo>
                  <a:lnTo>
                    <a:pt x="1809556" y="297058"/>
                  </a:lnTo>
                  <a:lnTo>
                    <a:pt x="1825156" y="309764"/>
                  </a:lnTo>
                  <a:lnTo>
                    <a:pt x="1840755" y="322211"/>
                  </a:lnTo>
                  <a:lnTo>
                    <a:pt x="1856355" y="334329"/>
                  </a:lnTo>
                  <a:lnTo>
                    <a:pt x="1871954" y="346049"/>
                  </a:lnTo>
                  <a:lnTo>
                    <a:pt x="1887554" y="357312"/>
                  </a:lnTo>
                  <a:lnTo>
                    <a:pt x="1903154" y="368065"/>
                  </a:lnTo>
                  <a:lnTo>
                    <a:pt x="1918753" y="378267"/>
                  </a:lnTo>
                  <a:lnTo>
                    <a:pt x="1934353" y="387895"/>
                  </a:lnTo>
                  <a:lnTo>
                    <a:pt x="1949953" y="396945"/>
                  </a:lnTo>
                  <a:lnTo>
                    <a:pt x="1965552" y="405431"/>
                  </a:lnTo>
                  <a:lnTo>
                    <a:pt x="1981152" y="413392"/>
                  </a:lnTo>
                  <a:lnTo>
                    <a:pt x="1996751" y="420883"/>
                  </a:lnTo>
                  <a:lnTo>
                    <a:pt x="2012351" y="427958"/>
                  </a:lnTo>
                  <a:lnTo>
                    <a:pt x="2027951" y="434698"/>
                  </a:lnTo>
                  <a:lnTo>
                    <a:pt x="2043550" y="441185"/>
                  </a:lnTo>
                  <a:lnTo>
                    <a:pt x="2059150" y="447460"/>
                  </a:lnTo>
                  <a:lnTo>
                    <a:pt x="2074750" y="453542"/>
                  </a:lnTo>
                  <a:lnTo>
                    <a:pt x="2090349" y="459426"/>
                  </a:lnTo>
                  <a:lnTo>
                    <a:pt x="2105949" y="465088"/>
                  </a:lnTo>
                  <a:lnTo>
                    <a:pt x="2121548" y="470487"/>
                  </a:lnTo>
                  <a:lnTo>
                    <a:pt x="2137148" y="475583"/>
                  </a:lnTo>
                  <a:lnTo>
                    <a:pt x="2152748" y="480336"/>
                  </a:lnTo>
                  <a:lnTo>
                    <a:pt x="2168347" y="484724"/>
                  </a:lnTo>
                  <a:lnTo>
                    <a:pt x="2183947" y="488741"/>
                  </a:lnTo>
                  <a:lnTo>
                    <a:pt x="2199547" y="492403"/>
                  </a:lnTo>
                  <a:lnTo>
                    <a:pt x="2215146" y="495727"/>
                  </a:lnTo>
                  <a:lnTo>
                    <a:pt x="2230746" y="498796"/>
                  </a:lnTo>
                  <a:lnTo>
                    <a:pt x="2246345" y="501677"/>
                  </a:lnTo>
                  <a:lnTo>
                    <a:pt x="2261945" y="504430"/>
                  </a:lnTo>
                  <a:lnTo>
                    <a:pt x="2277545" y="507107"/>
                  </a:lnTo>
                  <a:lnTo>
                    <a:pt x="2293144" y="509746"/>
                  </a:lnTo>
                  <a:lnTo>
                    <a:pt x="2308744" y="512365"/>
                  </a:lnTo>
                  <a:lnTo>
                    <a:pt x="2324344" y="514961"/>
                  </a:lnTo>
                  <a:lnTo>
                    <a:pt x="2339943" y="517516"/>
                  </a:lnTo>
                  <a:lnTo>
                    <a:pt x="2355543" y="519997"/>
                  </a:lnTo>
                  <a:lnTo>
                    <a:pt x="2371142" y="522361"/>
                  </a:lnTo>
                  <a:lnTo>
                    <a:pt x="2386742" y="524568"/>
                  </a:lnTo>
                  <a:lnTo>
                    <a:pt x="2402342" y="526574"/>
                  </a:lnTo>
                  <a:lnTo>
                    <a:pt x="2417941" y="528342"/>
                  </a:lnTo>
                  <a:lnTo>
                    <a:pt x="2433541" y="529881"/>
                  </a:lnTo>
                  <a:lnTo>
                    <a:pt x="2449141" y="531199"/>
                  </a:lnTo>
                  <a:lnTo>
                    <a:pt x="2464740" y="532318"/>
                  </a:lnTo>
                  <a:lnTo>
                    <a:pt x="2480340" y="533267"/>
                  </a:lnTo>
                  <a:lnTo>
                    <a:pt x="2495939" y="534077"/>
                  </a:lnTo>
                  <a:lnTo>
                    <a:pt x="2511539" y="534780"/>
                  </a:lnTo>
                  <a:lnTo>
                    <a:pt x="2527139" y="535400"/>
                  </a:lnTo>
                  <a:lnTo>
                    <a:pt x="2542738" y="535958"/>
                  </a:lnTo>
                  <a:lnTo>
                    <a:pt x="2542738" y="539690"/>
                  </a:lnTo>
                  <a:lnTo>
                    <a:pt x="2527139" y="539690"/>
                  </a:lnTo>
                  <a:lnTo>
                    <a:pt x="2511539" y="539690"/>
                  </a:lnTo>
                  <a:lnTo>
                    <a:pt x="2495939" y="539690"/>
                  </a:lnTo>
                  <a:lnTo>
                    <a:pt x="2480340" y="539690"/>
                  </a:lnTo>
                  <a:lnTo>
                    <a:pt x="2464740" y="539690"/>
                  </a:lnTo>
                  <a:lnTo>
                    <a:pt x="2449141" y="539690"/>
                  </a:lnTo>
                  <a:lnTo>
                    <a:pt x="2433541" y="539690"/>
                  </a:lnTo>
                  <a:lnTo>
                    <a:pt x="2417941" y="539690"/>
                  </a:lnTo>
                  <a:lnTo>
                    <a:pt x="2402342" y="539690"/>
                  </a:lnTo>
                  <a:lnTo>
                    <a:pt x="2386742" y="539690"/>
                  </a:lnTo>
                  <a:lnTo>
                    <a:pt x="2371142" y="539690"/>
                  </a:lnTo>
                  <a:lnTo>
                    <a:pt x="2355543" y="539690"/>
                  </a:lnTo>
                  <a:lnTo>
                    <a:pt x="2339943" y="539690"/>
                  </a:lnTo>
                  <a:lnTo>
                    <a:pt x="2324344" y="539690"/>
                  </a:lnTo>
                  <a:lnTo>
                    <a:pt x="2308744" y="539690"/>
                  </a:lnTo>
                  <a:lnTo>
                    <a:pt x="2293144" y="539690"/>
                  </a:lnTo>
                  <a:lnTo>
                    <a:pt x="2277545" y="539690"/>
                  </a:lnTo>
                  <a:lnTo>
                    <a:pt x="2261945" y="539690"/>
                  </a:lnTo>
                  <a:lnTo>
                    <a:pt x="2246345" y="539690"/>
                  </a:lnTo>
                  <a:lnTo>
                    <a:pt x="2230746" y="539690"/>
                  </a:lnTo>
                  <a:lnTo>
                    <a:pt x="2215146" y="539690"/>
                  </a:lnTo>
                  <a:lnTo>
                    <a:pt x="2199547" y="539690"/>
                  </a:lnTo>
                  <a:lnTo>
                    <a:pt x="2183947" y="539690"/>
                  </a:lnTo>
                  <a:lnTo>
                    <a:pt x="2168347" y="539690"/>
                  </a:lnTo>
                  <a:lnTo>
                    <a:pt x="2152748" y="539690"/>
                  </a:lnTo>
                  <a:lnTo>
                    <a:pt x="2137148" y="539690"/>
                  </a:lnTo>
                  <a:lnTo>
                    <a:pt x="2121548" y="539690"/>
                  </a:lnTo>
                  <a:lnTo>
                    <a:pt x="2105949" y="539690"/>
                  </a:lnTo>
                  <a:lnTo>
                    <a:pt x="2090349" y="539690"/>
                  </a:lnTo>
                  <a:lnTo>
                    <a:pt x="2074750" y="539690"/>
                  </a:lnTo>
                  <a:lnTo>
                    <a:pt x="2059150" y="539690"/>
                  </a:lnTo>
                  <a:lnTo>
                    <a:pt x="2043550" y="539690"/>
                  </a:lnTo>
                  <a:lnTo>
                    <a:pt x="2027951" y="539690"/>
                  </a:lnTo>
                  <a:lnTo>
                    <a:pt x="2012351" y="539690"/>
                  </a:lnTo>
                  <a:lnTo>
                    <a:pt x="1996751" y="539690"/>
                  </a:lnTo>
                  <a:lnTo>
                    <a:pt x="1981152" y="539690"/>
                  </a:lnTo>
                  <a:lnTo>
                    <a:pt x="1965552" y="539690"/>
                  </a:lnTo>
                  <a:lnTo>
                    <a:pt x="1949953" y="539690"/>
                  </a:lnTo>
                  <a:lnTo>
                    <a:pt x="1934353" y="539690"/>
                  </a:lnTo>
                  <a:lnTo>
                    <a:pt x="1918753" y="539690"/>
                  </a:lnTo>
                  <a:lnTo>
                    <a:pt x="1903154" y="539690"/>
                  </a:lnTo>
                  <a:lnTo>
                    <a:pt x="1887554" y="539690"/>
                  </a:lnTo>
                  <a:lnTo>
                    <a:pt x="1871954" y="539690"/>
                  </a:lnTo>
                  <a:lnTo>
                    <a:pt x="1856355" y="539690"/>
                  </a:lnTo>
                  <a:lnTo>
                    <a:pt x="1840755" y="539690"/>
                  </a:lnTo>
                  <a:lnTo>
                    <a:pt x="1825156" y="539690"/>
                  </a:lnTo>
                  <a:lnTo>
                    <a:pt x="1809556" y="539690"/>
                  </a:lnTo>
                  <a:lnTo>
                    <a:pt x="1793956" y="539690"/>
                  </a:lnTo>
                  <a:lnTo>
                    <a:pt x="1778357" y="539690"/>
                  </a:lnTo>
                  <a:lnTo>
                    <a:pt x="1762757" y="539690"/>
                  </a:lnTo>
                  <a:lnTo>
                    <a:pt x="1747157" y="539690"/>
                  </a:lnTo>
                  <a:lnTo>
                    <a:pt x="1731558" y="539690"/>
                  </a:lnTo>
                  <a:lnTo>
                    <a:pt x="1715958" y="539690"/>
                  </a:lnTo>
                  <a:lnTo>
                    <a:pt x="1700359" y="539690"/>
                  </a:lnTo>
                  <a:lnTo>
                    <a:pt x="1684759" y="539690"/>
                  </a:lnTo>
                  <a:lnTo>
                    <a:pt x="1669159" y="539690"/>
                  </a:lnTo>
                  <a:lnTo>
                    <a:pt x="1653560" y="539690"/>
                  </a:lnTo>
                  <a:lnTo>
                    <a:pt x="1637960" y="539690"/>
                  </a:lnTo>
                  <a:lnTo>
                    <a:pt x="1622360" y="539690"/>
                  </a:lnTo>
                  <a:lnTo>
                    <a:pt x="1606761" y="539690"/>
                  </a:lnTo>
                  <a:lnTo>
                    <a:pt x="1591161" y="539690"/>
                  </a:lnTo>
                  <a:lnTo>
                    <a:pt x="1575562" y="539690"/>
                  </a:lnTo>
                  <a:lnTo>
                    <a:pt x="1559962" y="539690"/>
                  </a:lnTo>
                  <a:lnTo>
                    <a:pt x="1544362" y="539690"/>
                  </a:lnTo>
                  <a:lnTo>
                    <a:pt x="1528763" y="539690"/>
                  </a:lnTo>
                  <a:lnTo>
                    <a:pt x="1513163" y="539690"/>
                  </a:lnTo>
                  <a:lnTo>
                    <a:pt x="1497563" y="539690"/>
                  </a:lnTo>
                  <a:lnTo>
                    <a:pt x="1481964" y="539690"/>
                  </a:lnTo>
                  <a:lnTo>
                    <a:pt x="1466364" y="539690"/>
                  </a:lnTo>
                  <a:lnTo>
                    <a:pt x="1450765" y="539690"/>
                  </a:lnTo>
                  <a:lnTo>
                    <a:pt x="1435165" y="539690"/>
                  </a:lnTo>
                  <a:lnTo>
                    <a:pt x="1419565" y="539690"/>
                  </a:lnTo>
                  <a:lnTo>
                    <a:pt x="1403966" y="539690"/>
                  </a:lnTo>
                  <a:lnTo>
                    <a:pt x="1388366" y="539690"/>
                  </a:lnTo>
                  <a:lnTo>
                    <a:pt x="1372766" y="539690"/>
                  </a:lnTo>
                  <a:lnTo>
                    <a:pt x="1357167" y="539690"/>
                  </a:lnTo>
                  <a:lnTo>
                    <a:pt x="1341567" y="539690"/>
                  </a:lnTo>
                  <a:lnTo>
                    <a:pt x="1325968" y="539690"/>
                  </a:lnTo>
                  <a:lnTo>
                    <a:pt x="1310368" y="539690"/>
                  </a:lnTo>
                  <a:lnTo>
                    <a:pt x="1294768" y="539690"/>
                  </a:lnTo>
                  <a:lnTo>
                    <a:pt x="1279169" y="539690"/>
                  </a:lnTo>
                  <a:lnTo>
                    <a:pt x="1263569" y="539690"/>
                  </a:lnTo>
                  <a:lnTo>
                    <a:pt x="1247969" y="539690"/>
                  </a:lnTo>
                  <a:lnTo>
                    <a:pt x="1232370" y="539690"/>
                  </a:lnTo>
                  <a:lnTo>
                    <a:pt x="1216770" y="539690"/>
                  </a:lnTo>
                  <a:lnTo>
                    <a:pt x="1201171" y="539690"/>
                  </a:lnTo>
                  <a:lnTo>
                    <a:pt x="1185571" y="539690"/>
                  </a:lnTo>
                  <a:lnTo>
                    <a:pt x="1169971" y="539690"/>
                  </a:lnTo>
                  <a:lnTo>
                    <a:pt x="1154372" y="539690"/>
                  </a:lnTo>
                  <a:lnTo>
                    <a:pt x="1138772" y="539690"/>
                  </a:lnTo>
                  <a:lnTo>
                    <a:pt x="1123172" y="539690"/>
                  </a:lnTo>
                  <a:lnTo>
                    <a:pt x="1107573" y="539690"/>
                  </a:lnTo>
                  <a:lnTo>
                    <a:pt x="1091973" y="539690"/>
                  </a:lnTo>
                  <a:lnTo>
                    <a:pt x="1076374" y="539690"/>
                  </a:lnTo>
                  <a:lnTo>
                    <a:pt x="1060774" y="539690"/>
                  </a:lnTo>
                  <a:lnTo>
                    <a:pt x="1045174" y="539690"/>
                  </a:lnTo>
                  <a:lnTo>
                    <a:pt x="1029575" y="539690"/>
                  </a:lnTo>
                  <a:lnTo>
                    <a:pt x="1013975" y="539690"/>
                  </a:lnTo>
                  <a:lnTo>
                    <a:pt x="998375" y="539690"/>
                  </a:lnTo>
                  <a:lnTo>
                    <a:pt x="982776" y="539690"/>
                  </a:lnTo>
                  <a:lnTo>
                    <a:pt x="967176" y="539690"/>
                  </a:lnTo>
                  <a:lnTo>
                    <a:pt x="951577" y="539690"/>
                  </a:lnTo>
                  <a:lnTo>
                    <a:pt x="935977" y="539690"/>
                  </a:lnTo>
                  <a:lnTo>
                    <a:pt x="920377" y="539690"/>
                  </a:lnTo>
                  <a:lnTo>
                    <a:pt x="904778" y="539690"/>
                  </a:lnTo>
                  <a:lnTo>
                    <a:pt x="889178" y="539690"/>
                  </a:lnTo>
                  <a:lnTo>
                    <a:pt x="873578" y="539690"/>
                  </a:lnTo>
                  <a:lnTo>
                    <a:pt x="857979" y="539690"/>
                  </a:lnTo>
                  <a:lnTo>
                    <a:pt x="842379" y="539690"/>
                  </a:lnTo>
                  <a:lnTo>
                    <a:pt x="826780" y="539690"/>
                  </a:lnTo>
                  <a:lnTo>
                    <a:pt x="811180" y="539690"/>
                  </a:lnTo>
                  <a:lnTo>
                    <a:pt x="795580" y="539690"/>
                  </a:lnTo>
                  <a:lnTo>
                    <a:pt x="779981" y="539690"/>
                  </a:lnTo>
                  <a:lnTo>
                    <a:pt x="764381" y="539690"/>
                  </a:lnTo>
                  <a:lnTo>
                    <a:pt x="748781" y="539690"/>
                  </a:lnTo>
                  <a:lnTo>
                    <a:pt x="733182" y="539690"/>
                  </a:lnTo>
                  <a:lnTo>
                    <a:pt x="717582" y="539690"/>
                  </a:lnTo>
                  <a:lnTo>
                    <a:pt x="701983" y="539690"/>
                  </a:lnTo>
                  <a:lnTo>
                    <a:pt x="686383" y="539690"/>
                  </a:lnTo>
                  <a:lnTo>
                    <a:pt x="670783" y="539690"/>
                  </a:lnTo>
                  <a:lnTo>
                    <a:pt x="655184" y="539690"/>
                  </a:lnTo>
                  <a:lnTo>
                    <a:pt x="639584" y="539690"/>
                  </a:lnTo>
                  <a:lnTo>
                    <a:pt x="623984" y="539690"/>
                  </a:lnTo>
                  <a:lnTo>
                    <a:pt x="608385" y="539690"/>
                  </a:lnTo>
                  <a:lnTo>
                    <a:pt x="592785" y="539690"/>
                  </a:lnTo>
                  <a:lnTo>
                    <a:pt x="577186" y="539690"/>
                  </a:lnTo>
                  <a:lnTo>
                    <a:pt x="561586" y="539690"/>
                  </a:lnTo>
                  <a:lnTo>
                    <a:pt x="545986" y="539690"/>
                  </a:lnTo>
                  <a:lnTo>
                    <a:pt x="530387" y="539690"/>
                  </a:lnTo>
                  <a:lnTo>
                    <a:pt x="514787" y="539690"/>
                  </a:lnTo>
                  <a:lnTo>
                    <a:pt x="499187" y="539690"/>
                  </a:lnTo>
                  <a:lnTo>
                    <a:pt x="483588" y="539690"/>
                  </a:lnTo>
                  <a:lnTo>
                    <a:pt x="467988" y="539690"/>
                  </a:lnTo>
                  <a:lnTo>
                    <a:pt x="452389" y="539690"/>
                  </a:lnTo>
                  <a:lnTo>
                    <a:pt x="436789" y="539690"/>
                  </a:lnTo>
                  <a:lnTo>
                    <a:pt x="421189" y="539690"/>
                  </a:lnTo>
                  <a:lnTo>
                    <a:pt x="405590" y="539690"/>
                  </a:lnTo>
                  <a:lnTo>
                    <a:pt x="389990" y="539690"/>
                  </a:lnTo>
                  <a:lnTo>
                    <a:pt x="374390" y="539690"/>
                  </a:lnTo>
                  <a:lnTo>
                    <a:pt x="358791" y="539690"/>
                  </a:lnTo>
                  <a:lnTo>
                    <a:pt x="343191" y="539690"/>
                  </a:lnTo>
                  <a:lnTo>
                    <a:pt x="327592" y="539690"/>
                  </a:lnTo>
                  <a:lnTo>
                    <a:pt x="311992" y="539690"/>
                  </a:lnTo>
                  <a:lnTo>
                    <a:pt x="296392" y="539690"/>
                  </a:lnTo>
                  <a:lnTo>
                    <a:pt x="280793" y="539690"/>
                  </a:lnTo>
                  <a:lnTo>
                    <a:pt x="265193" y="539690"/>
                  </a:lnTo>
                  <a:lnTo>
                    <a:pt x="249593" y="539690"/>
                  </a:lnTo>
                  <a:lnTo>
                    <a:pt x="233994" y="539690"/>
                  </a:lnTo>
                  <a:lnTo>
                    <a:pt x="218394" y="539690"/>
                  </a:lnTo>
                  <a:lnTo>
                    <a:pt x="202795" y="539690"/>
                  </a:lnTo>
                  <a:lnTo>
                    <a:pt x="187195" y="539690"/>
                  </a:lnTo>
                  <a:lnTo>
                    <a:pt x="171595" y="539690"/>
                  </a:lnTo>
                  <a:lnTo>
                    <a:pt x="155996" y="539690"/>
                  </a:lnTo>
                  <a:lnTo>
                    <a:pt x="140396" y="539690"/>
                  </a:lnTo>
                  <a:lnTo>
                    <a:pt x="124796" y="539690"/>
                  </a:lnTo>
                  <a:lnTo>
                    <a:pt x="109197" y="539690"/>
                  </a:lnTo>
                  <a:lnTo>
                    <a:pt x="93597" y="539690"/>
                  </a:lnTo>
                  <a:lnTo>
                    <a:pt x="77998" y="539690"/>
                  </a:lnTo>
                  <a:lnTo>
                    <a:pt x="62398" y="539690"/>
                  </a:lnTo>
                  <a:lnTo>
                    <a:pt x="46798" y="539690"/>
                  </a:lnTo>
                  <a:lnTo>
                    <a:pt x="31199" y="539690"/>
                  </a:lnTo>
                  <a:lnTo>
                    <a:pt x="15599" y="539690"/>
                  </a:lnTo>
                  <a:lnTo>
                    <a:pt x="0" y="539690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694296" y="3207426"/>
              <a:ext cx="2542738" cy="535958"/>
            </a:xfrm>
            <a:custGeom>
              <a:avLst/>
              <a:pathLst>
                <a:path w="2542738" h="535958">
                  <a:moveTo>
                    <a:pt x="0" y="535927"/>
                  </a:moveTo>
                  <a:lnTo>
                    <a:pt x="15599" y="535296"/>
                  </a:lnTo>
                  <a:lnTo>
                    <a:pt x="31199" y="534539"/>
                  </a:lnTo>
                  <a:lnTo>
                    <a:pt x="46798" y="533621"/>
                  </a:lnTo>
                  <a:lnTo>
                    <a:pt x="62398" y="532535"/>
                  </a:lnTo>
                  <a:lnTo>
                    <a:pt x="77998" y="531271"/>
                  </a:lnTo>
                  <a:lnTo>
                    <a:pt x="93597" y="529823"/>
                  </a:lnTo>
                  <a:lnTo>
                    <a:pt x="109197" y="528192"/>
                  </a:lnTo>
                  <a:lnTo>
                    <a:pt x="124796" y="526387"/>
                  </a:lnTo>
                  <a:lnTo>
                    <a:pt x="140396" y="524425"/>
                  </a:lnTo>
                  <a:lnTo>
                    <a:pt x="155996" y="522332"/>
                  </a:lnTo>
                  <a:lnTo>
                    <a:pt x="171595" y="520138"/>
                  </a:lnTo>
                  <a:lnTo>
                    <a:pt x="187195" y="517873"/>
                  </a:lnTo>
                  <a:lnTo>
                    <a:pt x="202795" y="515569"/>
                  </a:lnTo>
                  <a:lnTo>
                    <a:pt x="218394" y="513245"/>
                  </a:lnTo>
                  <a:lnTo>
                    <a:pt x="233994" y="510915"/>
                  </a:lnTo>
                  <a:lnTo>
                    <a:pt x="249593" y="508569"/>
                  </a:lnTo>
                  <a:lnTo>
                    <a:pt x="265193" y="506180"/>
                  </a:lnTo>
                  <a:lnTo>
                    <a:pt x="280793" y="503707"/>
                  </a:lnTo>
                  <a:lnTo>
                    <a:pt x="296392" y="501096"/>
                  </a:lnTo>
                  <a:lnTo>
                    <a:pt x="311992" y="498284"/>
                  </a:lnTo>
                  <a:lnTo>
                    <a:pt x="327592" y="495212"/>
                  </a:lnTo>
                  <a:lnTo>
                    <a:pt x="343191" y="491828"/>
                  </a:lnTo>
                  <a:lnTo>
                    <a:pt x="358791" y="488092"/>
                  </a:lnTo>
                  <a:lnTo>
                    <a:pt x="374390" y="483986"/>
                  </a:lnTo>
                  <a:lnTo>
                    <a:pt x="389990" y="479514"/>
                  </a:lnTo>
                  <a:lnTo>
                    <a:pt x="405590" y="474705"/>
                  </a:lnTo>
                  <a:lnTo>
                    <a:pt x="421189" y="469604"/>
                  </a:lnTo>
                  <a:lnTo>
                    <a:pt x="436789" y="464268"/>
                  </a:lnTo>
                  <a:lnTo>
                    <a:pt x="452389" y="458776"/>
                  </a:lnTo>
                  <a:lnTo>
                    <a:pt x="467988" y="453199"/>
                  </a:lnTo>
                  <a:lnTo>
                    <a:pt x="483588" y="447584"/>
                  </a:lnTo>
                  <a:lnTo>
                    <a:pt x="499187" y="441956"/>
                  </a:lnTo>
                  <a:lnTo>
                    <a:pt x="514787" y="436318"/>
                  </a:lnTo>
                  <a:lnTo>
                    <a:pt x="530387" y="430650"/>
                  </a:lnTo>
                  <a:lnTo>
                    <a:pt x="545986" y="424911"/>
                  </a:lnTo>
                  <a:lnTo>
                    <a:pt x="561586" y="419045"/>
                  </a:lnTo>
                  <a:lnTo>
                    <a:pt x="577186" y="412988"/>
                  </a:lnTo>
                  <a:lnTo>
                    <a:pt x="592785" y="406668"/>
                  </a:lnTo>
                  <a:lnTo>
                    <a:pt x="608385" y="400016"/>
                  </a:lnTo>
                  <a:lnTo>
                    <a:pt x="623984" y="392964"/>
                  </a:lnTo>
                  <a:lnTo>
                    <a:pt x="639584" y="385410"/>
                  </a:lnTo>
                  <a:lnTo>
                    <a:pt x="655184" y="377335"/>
                  </a:lnTo>
                  <a:lnTo>
                    <a:pt x="670783" y="368704"/>
                  </a:lnTo>
                  <a:lnTo>
                    <a:pt x="686383" y="359486"/>
                  </a:lnTo>
                  <a:lnTo>
                    <a:pt x="701983" y="349662"/>
                  </a:lnTo>
                  <a:lnTo>
                    <a:pt x="717582" y="339223"/>
                  </a:lnTo>
                  <a:lnTo>
                    <a:pt x="733182" y="328175"/>
                  </a:lnTo>
                  <a:lnTo>
                    <a:pt x="748781" y="316534"/>
                  </a:lnTo>
                  <a:lnTo>
                    <a:pt x="764381" y="304332"/>
                  </a:lnTo>
                  <a:lnTo>
                    <a:pt x="779981" y="291617"/>
                  </a:lnTo>
                  <a:lnTo>
                    <a:pt x="795580" y="278447"/>
                  </a:lnTo>
                  <a:lnTo>
                    <a:pt x="811180" y="264895"/>
                  </a:lnTo>
                  <a:lnTo>
                    <a:pt x="826780" y="251034"/>
                  </a:lnTo>
                  <a:lnTo>
                    <a:pt x="842379" y="236956"/>
                  </a:lnTo>
                  <a:lnTo>
                    <a:pt x="857979" y="222773"/>
                  </a:lnTo>
                  <a:lnTo>
                    <a:pt x="873578" y="208576"/>
                  </a:lnTo>
                  <a:lnTo>
                    <a:pt x="889178" y="194454"/>
                  </a:lnTo>
                  <a:lnTo>
                    <a:pt x="904778" y="180493"/>
                  </a:lnTo>
                  <a:lnTo>
                    <a:pt x="920377" y="166773"/>
                  </a:lnTo>
                  <a:lnTo>
                    <a:pt x="935977" y="153367"/>
                  </a:lnTo>
                  <a:lnTo>
                    <a:pt x="951577" y="140341"/>
                  </a:lnTo>
                  <a:lnTo>
                    <a:pt x="967176" y="127749"/>
                  </a:lnTo>
                  <a:lnTo>
                    <a:pt x="982776" y="115636"/>
                  </a:lnTo>
                  <a:lnTo>
                    <a:pt x="998375" y="104037"/>
                  </a:lnTo>
                  <a:lnTo>
                    <a:pt x="1013975" y="92972"/>
                  </a:lnTo>
                  <a:lnTo>
                    <a:pt x="1029575" y="82492"/>
                  </a:lnTo>
                  <a:lnTo>
                    <a:pt x="1045174" y="72587"/>
                  </a:lnTo>
                  <a:lnTo>
                    <a:pt x="1060774" y="63248"/>
                  </a:lnTo>
                  <a:lnTo>
                    <a:pt x="1076374" y="54491"/>
                  </a:lnTo>
                  <a:lnTo>
                    <a:pt x="1091973" y="46343"/>
                  </a:lnTo>
                  <a:lnTo>
                    <a:pt x="1107573" y="38845"/>
                  </a:lnTo>
                  <a:lnTo>
                    <a:pt x="1123172" y="32046"/>
                  </a:lnTo>
                  <a:lnTo>
                    <a:pt x="1138772" y="25998"/>
                  </a:lnTo>
                  <a:lnTo>
                    <a:pt x="1154372" y="20744"/>
                  </a:lnTo>
                  <a:lnTo>
                    <a:pt x="1169971" y="16304"/>
                  </a:lnTo>
                  <a:lnTo>
                    <a:pt x="1185571" y="12667"/>
                  </a:lnTo>
                  <a:lnTo>
                    <a:pt x="1201171" y="9777"/>
                  </a:lnTo>
                  <a:lnTo>
                    <a:pt x="1216770" y="7539"/>
                  </a:lnTo>
                  <a:lnTo>
                    <a:pt x="1232370" y="5850"/>
                  </a:lnTo>
                  <a:lnTo>
                    <a:pt x="1247969" y="4503"/>
                  </a:lnTo>
                  <a:lnTo>
                    <a:pt x="1263569" y="3369"/>
                  </a:lnTo>
                  <a:lnTo>
                    <a:pt x="1279169" y="2359"/>
                  </a:lnTo>
                  <a:lnTo>
                    <a:pt x="1294768" y="1442"/>
                  </a:lnTo>
                  <a:lnTo>
                    <a:pt x="1310368" y="660"/>
                  </a:lnTo>
                  <a:lnTo>
                    <a:pt x="1325968" y="123"/>
                  </a:lnTo>
                  <a:lnTo>
                    <a:pt x="1341567" y="0"/>
                  </a:lnTo>
                  <a:lnTo>
                    <a:pt x="1357167" y="493"/>
                  </a:lnTo>
                  <a:lnTo>
                    <a:pt x="1372766" y="1815"/>
                  </a:lnTo>
                  <a:lnTo>
                    <a:pt x="1388366" y="4154"/>
                  </a:lnTo>
                  <a:lnTo>
                    <a:pt x="1403966" y="7647"/>
                  </a:lnTo>
                  <a:lnTo>
                    <a:pt x="1419565" y="12403"/>
                  </a:lnTo>
                  <a:lnTo>
                    <a:pt x="1435165" y="18411"/>
                  </a:lnTo>
                  <a:lnTo>
                    <a:pt x="1450765" y="25494"/>
                  </a:lnTo>
                  <a:lnTo>
                    <a:pt x="1466364" y="33500"/>
                  </a:lnTo>
                  <a:lnTo>
                    <a:pt x="1481964" y="42263"/>
                  </a:lnTo>
                  <a:lnTo>
                    <a:pt x="1497563" y="51633"/>
                  </a:lnTo>
                  <a:lnTo>
                    <a:pt x="1513163" y="61488"/>
                  </a:lnTo>
                  <a:lnTo>
                    <a:pt x="1528763" y="71750"/>
                  </a:lnTo>
                  <a:lnTo>
                    <a:pt x="1544362" y="82380"/>
                  </a:lnTo>
                  <a:lnTo>
                    <a:pt x="1559962" y="93365"/>
                  </a:lnTo>
                  <a:lnTo>
                    <a:pt x="1575562" y="104711"/>
                  </a:lnTo>
                  <a:lnTo>
                    <a:pt x="1591161" y="116418"/>
                  </a:lnTo>
                  <a:lnTo>
                    <a:pt x="1606761" y="128475"/>
                  </a:lnTo>
                  <a:lnTo>
                    <a:pt x="1622360" y="140867"/>
                  </a:lnTo>
                  <a:lnTo>
                    <a:pt x="1637960" y="153519"/>
                  </a:lnTo>
                  <a:lnTo>
                    <a:pt x="1653560" y="166361"/>
                  </a:lnTo>
                  <a:lnTo>
                    <a:pt x="1669159" y="179335"/>
                  </a:lnTo>
                  <a:lnTo>
                    <a:pt x="1684759" y="192391"/>
                  </a:lnTo>
                  <a:lnTo>
                    <a:pt x="1700359" y="205493"/>
                  </a:lnTo>
                  <a:lnTo>
                    <a:pt x="1715958" y="218620"/>
                  </a:lnTo>
                  <a:lnTo>
                    <a:pt x="1731558" y="231759"/>
                  </a:lnTo>
                  <a:lnTo>
                    <a:pt x="1747157" y="244900"/>
                  </a:lnTo>
                  <a:lnTo>
                    <a:pt x="1762757" y="258030"/>
                  </a:lnTo>
                  <a:lnTo>
                    <a:pt x="1778357" y="271125"/>
                  </a:lnTo>
                  <a:lnTo>
                    <a:pt x="1793956" y="284152"/>
                  </a:lnTo>
                  <a:lnTo>
                    <a:pt x="1809556" y="297058"/>
                  </a:lnTo>
                  <a:lnTo>
                    <a:pt x="1825156" y="309764"/>
                  </a:lnTo>
                  <a:lnTo>
                    <a:pt x="1840755" y="322211"/>
                  </a:lnTo>
                  <a:lnTo>
                    <a:pt x="1856355" y="334329"/>
                  </a:lnTo>
                  <a:lnTo>
                    <a:pt x="1871954" y="346049"/>
                  </a:lnTo>
                  <a:lnTo>
                    <a:pt x="1887554" y="357312"/>
                  </a:lnTo>
                  <a:lnTo>
                    <a:pt x="1903154" y="368065"/>
                  </a:lnTo>
                  <a:lnTo>
                    <a:pt x="1918753" y="378267"/>
                  </a:lnTo>
                  <a:lnTo>
                    <a:pt x="1934353" y="387895"/>
                  </a:lnTo>
                  <a:lnTo>
                    <a:pt x="1949953" y="396945"/>
                  </a:lnTo>
                  <a:lnTo>
                    <a:pt x="1965552" y="405431"/>
                  </a:lnTo>
                  <a:lnTo>
                    <a:pt x="1981152" y="413392"/>
                  </a:lnTo>
                  <a:lnTo>
                    <a:pt x="1996751" y="420883"/>
                  </a:lnTo>
                  <a:lnTo>
                    <a:pt x="2012351" y="427958"/>
                  </a:lnTo>
                  <a:lnTo>
                    <a:pt x="2027951" y="434698"/>
                  </a:lnTo>
                  <a:lnTo>
                    <a:pt x="2043550" y="441185"/>
                  </a:lnTo>
                  <a:lnTo>
                    <a:pt x="2059150" y="447460"/>
                  </a:lnTo>
                  <a:lnTo>
                    <a:pt x="2074750" y="453542"/>
                  </a:lnTo>
                  <a:lnTo>
                    <a:pt x="2090349" y="459426"/>
                  </a:lnTo>
                  <a:lnTo>
                    <a:pt x="2105949" y="465088"/>
                  </a:lnTo>
                  <a:lnTo>
                    <a:pt x="2121548" y="470487"/>
                  </a:lnTo>
                  <a:lnTo>
                    <a:pt x="2137148" y="475583"/>
                  </a:lnTo>
                  <a:lnTo>
                    <a:pt x="2152748" y="480336"/>
                  </a:lnTo>
                  <a:lnTo>
                    <a:pt x="2168347" y="484724"/>
                  </a:lnTo>
                  <a:lnTo>
                    <a:pt x="2183947" y="488741"/>
                  </a:lnTo>
                  <a:lnTo>
                    <a:pt x="2199547" y="492403"/>
                  </a:lnTo>
                  <a:lnTo>
                    <a:pt x="2215146" y="495727"/>
                  </a:lnTo>
                  <a:lnTo>
                    <a:pt x="2230746" y="498796"/>
                  </a:lnTo>
                  <a:lnTo>
                    <a:pt x="2246345" y="501677"/>
                  </a:lnTo>
                  <a:lnTo>
                    <a:pt x="2261945" y="504430"/>
                  </a:lnTo>
                  <a:lnTo>
                    <a:pt x="2277545" y="507107"/>
                  </a:lnTo>
                  <a:lnTo>
                    <a:pt x="2293144" y="509746"/>
                  </a:lnTo>
                  <a:lnTo>
                    <a:pt x="2308744" y="512365"/>
                  </a:lnTo>
                  <a:lnTo>
                    <a:pt x="2324344" y="514961"/>
                  </a:lnTo>
                  <a:lnTo>
                    <a:pt x="2339943" y="517516"/>
                  </a:lnTo>
                  <a:lnTo>
                    <a:pt x="2355543" y="519997"/>
                  </a:lnTo>
                  <a:lnTo>
                    <a:pt x="2371142" y="522361"/>
                  </a:lnTo>
                  <a:lnTo>
                    <a:pt x="2386742" y="524568"/>
                  </a:lnTo>
                  <a:lnTo>
                    <a:pt x="2402342" y="526574"/>
                  </a:lnTo>
                  <a:lnTo>
                    <a:pt x="2417941" y="528342"/>
                  </a:lnTo>
                  <a:lnTo>
                    <a:pt x="2433541" y="529881"/>
                  </a:lnTo>
                  <a:lnTo>
                    <a:pt x="2449141" y="531199"/>
                  </a:lnTo>
                  <a:lnTo>
                    <a:pt x="2464740" y="532318"/>
                  </a:lnTo>
                  <a:lnTo>
                    <a:pt x="2480340" y="533267"/>
                  </a:lnTo>
                  <a:lnTo>
                    <a:pt x="2495939" y="534077"/>
                  </a:lnTo>
                  <a:lnTo>
                    <a:pt x="2511539" y="534780"/>
                  </a:lnTo>
                  <a:lnTo>
                    <a:pt x="2527139" y="535400"/>
                  </a:lnTo>
                  <a:lnTo>
                    <a:pt x="2542738" y="535958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460302" y="3149314"/>
              <a:ext cx="2527139" cy="597803"/>
            </a:xfrm>
            <a:custGeom>
              <a:avLst/>
              <a:pathLst>
                <a:path w="2527139" h="597803">
                  <a:moveTo>
                    <a:pt x="0" y="593759"/>
                  </a:moveTo>
                  <a:lnTo>
                    <a:pt x="15599" y="593156"/>
                  </a:lnTo>
                  <a:lnTo>
                    <a:pt x="31199" y="592476"/>
                  </a:lnTo>
                  <a:lnTo>
                    <a:pt x="46798" y="591708"/>
                  </a:lnTo>
                  <a:lnTo>
                    <a:pt x="62398" y="590843"/>
                  </a:lnTo>
                  <a:lnTo>
                    <a:pt x="77998" y="589873"/>
                  </a:lnTo>
                  <a:lnTo>
                    <a:pt x="93597" y="588800"/>
                  </a:lnTo>
                  <a:lnTo>
                    <a:pt x="109197" y="587642"/>
                  </a:lnTo>
                  <a:lnTo>
                    <a:pt x="124796" y="586416"/>
                  </a:lnTo>
                  <a:lnTo>
                    <a:pt x="140396" y="585142"/>
                  </a:lnTo>
                  <a:lnTo>
                    <a:pt x="155996" y="583837"/>
                  </a:lnTo>
                  <a:lnTo>
                    <a:pt x="171595" y="582515"/>
                  </a:lnTo>
                  <a:lnTo>
                    <a:pt x="187195" y="581184"/>
                  </a:lnTo>
                  <a:lnTo>
                    <a:pt x="202795" y="579840"/>
                  </a:lnTo>
                  <a:lnTo>
                    <a:pt x="218394" y="578474"/>
                  </a:lnTo>
                  <a:lnTo>
                    <a:pt x="233994" y="577064"/>
                  </a:lnTo>
                  <a:lnTo>
                    <a:pt x="249593" y="575585"/>
                  </a:lnTo>
                  <a:lnTo>
                    <a:pt x="265193" y="574010"/>
                  </a:lnTo>
                  <a:lnTo>
                    <a:pt x="280793" y="572297"/>
                  </a:lnTo>
                  <a:lnTo>
                    <a:pt x="296392" y="570428"/>
                  </a:lnTo>
                  <a:lnTo>
                    <a:pt x="311992" y="568383"/>
                  </a:lnTo>
                  <a:lnTo>
                    <a:pt x="327592" y="566147"/>
                  </a:lnTo>
                  <a:lnTo>
                    <a:pt x="343191" y="563707"/>
                  </a:lnTo>
                  <a:lnTo>
                    <a:pt x="358791" y="561054"/>
                  </a:lnTo>
                  <a:lnTo>
                    <a:pt x="374390" y="558178"/>
                  </a:lnTo>
                  <a:lnTo>
                    <a:pt x="389990" y="555069"/>
                  </a:lnTo>
                  <a:lnTo>
                    <a:pt x="405590" y="551713"/>
                  </a:lnTo>
                  <a:lnTo>
                    <a:pt x="421189" y="548093"/>
                  </a:lnTo>
                  <a:lnTo>
                    <a:pt x="436789" y="544187"/>
                  </a:lnTo>
                  <a:lnTo>
                    <a:pt x="452389" y="539967"/>
                  </a:lnTo>
                  <a:lnTo>
                    <a:pt x="467988" y="535396"/>
                  </a:lnTo>
                  <a:lnTo>
                    <a:pt x="483588" y="530415"/>
                  </a:lnTo>
                  <a:lnTo>
                    <a:pt x="499187" y="525021"/>
                  </a:lnTo>
                  <a:lnTo>
                    <a:pt x="514787" y="519188"/>
                  </a:lnTo>
                  <a:lnTo>
                    <a:pt x="530387" y="512903"/>
                  </a:lnTo>
                  <a:lnTo>
                    <a:pt x="545986" y="506164"/>
                  </a:lnTo>
                  <a:lnTo>
                    <a:pt x="561586" y="498981"/>
                  </a:lnTo>
                  <a:lnTo>
                    <a:pt x="577186" y="491377"/>
                  </a:lnTo>
                  <a:lnTo>
                    <a:pt x="592785" y="483385"/>
                  </a:lnTo>
                  <a:lnTo>
                    <a:pt x="608385" y="475047"/>
                  </a:lnTo>
                  <a:lnTo>
                    <a:pt x="623984" y="466409"/>
                  </a:lnTo>
                  <a:lnTo>
                    <a:pt x="639584" y="457516"/>
                  </a:lnTo>
                  <a:lnTo>
                    <a:pt x="655184" y="448412"/>
                  </a:lnTo>
                  <a:lnTo>
                    <a:pt x="670783" y="439127"/>
                  </a:lnTo>
                  <a:lnTo>
                    <a:pt x="686383" y="429689"/>
                  </a:lnTo>
                  <a:lnTo>
                    <a:pt x="701983" y="420113"/>
                  </a:lnTo>
                  <a:lnTo>
                    <a:pt x="717582" y="410388"/>
                  </a:lnTo>
                  <a:lnTo>
                    <a:pt x="733182" y="400487"/>
                  </a:lnTo>
                  <a:lnTo>
                    <a:pt x="748781" y="390367"/>
                  </a:lnTo>
                  <a:lnTo>
                    <a:pt x="764381" y="379976"/>
                  </a:lnTo>
                  <a:lnTo>
                    <a:pt x="779981" y="369258"/>
                  </a:lnTo>
                  <a:lnTo>
                    <a:pt x="795580" y="358159"/>
                  </a:lnTo>
                  <a:lnTo>
                    <a:pt x="811180" y="346634"/>
                  </a:lnTo>
                  <a:lnTo>
                    <a:pt x="826780" y="334650"/>
                  </a:lnTo>
                  <a:lnTo>
                    <a:pt x="842379" y="322191"/>
                  </a:lnTo>
                  <a:lnTo>
                    <a:pt x="857979" y="309254"/>
                  </a:lnTo>
                  <a:lnTo>
                    <a:pt x="873578" y="295807"/>
                  </a:lnTo>
                  <a:lnTo>
                    <a:pt x="889178" y="281912"/>
                  </a:lnTo>
                  <a:lnTo>
                    <a:pt x="904778" y="267602"/>
                  </a:lnTo>
                  <a:lnTo>
                    <a:pt x="920377" y="252919"/>
                  </a:lnTo>
                  <a:lnTo>
                    <a:pt x="935977" y="237919"/>
                  </a:lnTo>
                  <a:lnTo>
                    <a:pt x="951577" y="222680"/>
                  </a:lnTo>
                  <a:lnTo>
                    <a:pt x="967176" y="207293"/>
                  </a:lnTo>
                  <a:lnTo>
                    <a:pt x="982776" y="191870"/>
                  </a:lnTo>
                  <a:lnTo>
                    <a:pt x="998375" y="176528"/>
                  </a:lnTo>
                  <a:lnTo>
                    <a:pt x="1013975" y="161382"/>
                  </a:lnTo>
                  <a:lnTo>
                    <a:pt x="1029575" y="146537"/>
                  </a:lnTo>
                  <a:lnTo>
                    <a:pt x="1045174" y="132076"/>
                  </a:lnTo>
                  <a:lnTo>
                    <a:pt x="1060774" y="118070"/>
                  </a:lnTo>
                  <a:lnTo>
                    <a:pt x="1076374" y="104575"/>
                  </a:lnTo>
                  <a:lnTo>
                    <a:pt x="1091973" y="91582"/>
                  </a:lnTo>
                  <a:lnTo>
                    <a:pt x="1107573" y="79113"/>
                  </a:lnTo>
                  <a:lnTo>
                    <a:pt x="1123172" y="67206"/>
                  </a:lnTo>
                  <a:lnTo>
                    <a:pt x="1138772" y="55920"/>
                  </a:lnTo>
                  <a:lnTo>
                    <a:pt x="1154372" y="45336"/>
                  </a:lnTo>
                  <a:lnTo>
                    <a:pt x="1169971" y="35560"/>
                  </a:lnTo>
                  <a:lnTo>
                    <a:pt x="1185571" y="26714"/>
                  </a:lnTo>
                  <a:lnTo>
                    <a:pt x="1201171" y="18924"/>
                  </a:lnTo>
                  <a:lnTo>
                    <a:pt x="1216770" y="12318"/>
                  </a:lnTo>
                  <a:lnTo>
                    <a:pt x="1232370" y="7011"/>
                  </a:lnTo>
                  <a:lnTo>
                    <a:pt x="1247969" y="3103"/>
                  </a:lnTo>
                  <a:lnTo>
                    <a:pt x="1263569" y="765"/>
                  </a:lnTo>
                  <a:lnTo>
                    <a:pt x="1279169" y="0"/>
                  </a:lnTo>
                  <a:lnTo>
                    <a:pt x="1294768" y="767"/>
                  </a:lnTo>
                  <a:lnTo>
                    <a:pt x="1310368" y="3038"/>
                  </a:lnTo>
                  <a:lnTo>
                    <a:pt x="1325968" y="6746"/>
                  </a:lnTo>
                  <a:lnTo>
                    <a:pt x="1341567" y="11787"/>
                  </a:lnTo>
                  <a:lnTo>
                    <a:pt x="1357167" y="18027"/>
                  </a:lnTo>
                  <a:lnTo>
                    <a:pt x="1372766" y="25304"/>
                  </a:lnTo>
                  <a:lnTo>
                    <a:pt x="1388366" y="33450"/>
                  </a:lnTo>
                  <a:lnTo>
                    <a:pt x="1403966" y="42292"/>
                  </a:lnTo>
                  <a:lnTo>
                    <a:pt x="1419565" y="51681"/>
                  </a:lnTo>
                  <a:lnTo>
                    <a:pt x="1435165" y="61491"/>
                  </a:lnTo>
                  <a:lnTo>
                    <a:pt x="1450765" y="71638"/>
                  </a:lnTo>
                  <a:lnTo>
                    <a:pt x="1466364" y="82096"/>
                  </a:lnTo>
                  <a:lnTo>
                    <a:pt x="1481964" y="92827"/>
                  </a:lnTo>
                  <a:lnTo>
                    <a:pt x="1497563" y="103831"/>
                  </a:lnTo>
                  <a:lnTo>
                    <a:pt x="1513163" y="115113"/>
                  </a:lnTo>
                  <a:lnTo>
                    <a:pt x="1528763" y="126664"/>
                  </a:lnTo>
                  <a:lnTo>
                    <a:pt x="1544362" y="138464"/>
                  </a:lnTo>
                  <a:lnTo>
                    <a:pt x="1559962" y="150484"/>
                  </a:lnTo>
                  <a:lnTo>
                    <a:pt x="1575562" y="162692"/>
                  </a:lnTo>
                  <a:lnTo>
                    <a:pt x="1591161" y="175065"/>
                  </a:lnTo>
                  <a:lnTo>
                    <a:pt x="1606761" y="187595"/>
                  </a:lnTo>
                  <a:lnTo>
                    <a:pt x="1622360" y="200294"/>
                  </a:lnTo>
                  <a:lnTo>
                    <a:pt x="1637960" y="213191"/>
                  </a:lnTo>
                  <a:lnTo>
                    <a:pt x="1653560" y="226326"/>
                  </a:lnTo>
                  <a:lnTo>
                    <a:pt x="1669159" y="239721"/>
                  </a:lnTo>
                  <a:lnTo>
                    <a:pt x="1684759" y="253343"/>
                  </a:lnTo>
                  <a:lnTo>
                    <a:pt x="1700359" y="267131"/>
                  </a:lnTo>
                  <a:lnTo>
                    <a:pt x="1715958" y="280988"/>
                  </a:lnTo>
                  <a:lnTo>
                    <a:pt x="1731558" y="294788"/>
                  </a:lnTo>
                  <a:lnTo>
                    <a:pt x="1747157" y="308400"/>
                  </a:lnTo>
                  <a:lnTo>
                    <a:pt x="1762757" y="321697"/>
                  </a:lnTo>
                  <a:lnTo>
                    <a:pt x="1778357" y="334578"/>
                  </a:lnTo>
                  <a:lnTo>
                    <a:pt x="1793956" y="346975"/>
                  </a:lnTo>
                  <a:lnTo>
                    <a:pt x="1809556" y="358853"/>
                  </a:lnTo>
                  <a:lnTo>
                    <a:pt x="1825156" y="370208"/>
                  </a:lnTo>
                  <a:lnTo>
                    <a:pt x="1840755" y="381058"/>
                  </a:lnTo>
                  <a:lnTo>
                    <a:pt x="1856355" y="391399"/>
                  </a:lnTo>
                  <a:lnTo>
                    <a:pt x="1871954" y="401286"/>
                  </a:lnTo>
                  <a:lnTo>
                    <a:pt x="1887554" y="410757"/>
                  </a:lnTo>
                  <a:lnTo>
                    <a:pt x="1903154" y="419841"/>
                  </a:lnTo>
                  <a:lnTo>
                    <a:pt x="1918753" y="428574"/>
                  </a:lnTo>
                  <a:lnTo>
                    <a:pt x="1934353" y="437003"/>
                  </a:lnTo>
                  <a:lnTo>
                    <a:pt x="1949953" y="445187"/>
                  </a:lnTo>
                  <a:lnTo>
                    <a:pt x="1965552" y="453195"/>
                  </a:lnTo>
                  <a:lnTo>
                    <a:pt x="1981152" y="461094"/>
                  </a:lnTo>
                  <a:lnTo>
                    <a:pt x="1996751" y="468943"/>
                  </a:lnTo>
                  <a:lnTo>
                    <a:pt x="2012351" y="476783"/>
                  </a:lnTo>
                  <a:lnTo>
                    <a:pt x="2027951" y="484624"/>
                  </a:lnTo>
                  <a:lnTo>
                    <a:pt x="2043550" y="492440"/>
                  </a:lnTo>
                  <a:lnTo>
                    <a:pt x="2059150" y="500161"/>
                  </a:lnTo>
                  <a:lnTo>
                    <a:pt x="2074750" y="507703"/>
                  </a:lnTo>
                  <a:lnTo>
                    <a:pt x="2090349" y="514974"/>
                  </a:lnTo>
                  <a:lnTo>
                    <a:pt x="2105949" y="521883"/>
                  </a:lnTo>
                  <a:lnTo>
                    <a:pt x="2121548" y="528359"/>
                  </a:lnTo>
                  <a:lnTo>
                    <a:pt x="2137148" y="534348"/>
                  </a:lnTo>
                  <a:lnTo>
                    <a:pt x="2152748" y="539822"/>
                  </a:lnTo>
                  <a:lnTo>
                    <a:pt x="2168347" y="544780"/>
                  </a:lnTo>
                  <a:lnTo>
                    <a:pt x="2183947" y="549238"/>
                  </a:lnTo>
                  <a:lnTo>
                    <a:pt x="2199547" y="553230"/>
                  </a:lnTo>
                  <a:lnTo>
                    <a:pt x="2215146" y="556800"/>
                  </a:lnTo>
                  <a:lnTo>
                    <a:pt x="2230746" y="559998"/>
                  </a:lnTo>
                  <a:lnTo>
                    <a:pt x="2246345" y="562862"/>
                  </a:lnTo>
                  <a:lnTo>
                    <a:pt x="2261945" y="565451"/>
                  </a:lnTo>
                  <a:lnTo>
                    <a:pt x="2277545" y="567828"/>
                  </a:lnTo>
                  <a:lnTo>
                    <a:pt x="2293144" y="570036"/>
                  </a:lnTo>
                  <a:lnTo>
                    <a:pt x="2308744" y="572118"/>
                  </a:lnTo>
                  <a:lnTo>
                    <a:pt x="2324344" y="574108"/>
                  </a:lnTo>
                  <a:lnTo>
                    <a:pt x="2339943" y="576036"/>
                  </a:lnTo>
                  <a:lnTo>
                    <a:pt x="2355543" y="577923"/>
                  </a:lnTo>
                  <a:lnTo>
                    <a:pt x="2371142" y="579779"/>
                  </a:lnTo>
                  <a:lnTo>
                    <a:pt x="2386742" y="581605"/>
                  </a:lnTo>
                  <a:lnTo>
                    <a:pt x="2402342" y="583393"/>
                  </a:lnTo>
                  <a:lnTo>
                    <a:pt x="2417941" y="585127"/>
                  </a:lnTo>
                  <a:lnTo>
                    <a:pt x="2433541" y="586784"/>
                  </a:lnTo>
                  <a:lnTo>
                    <a:pt x="2449141" y="588332"/>
                  </a:lnTo>
                  <a:lnTo>
                    <a:pt x="2464740" y="589754"/>
                  </a:lnTo>
                  <a:lnTo>
                    <a:pt x="2480340" y="591038"/>
                  </a:lnTo>
                  <a:lnTo>
                    <a:pt x="2495939" y="592175"/>
                  </a:lnTo>
                  <a:lnTo>
                    <a:pt x="2511539" y="593163"/>
                  </a:lnTo>
                  <a:lnTo>
                    <a:pt x="2527139" y="594007"/>
                  </a:lnTo>
                  <a:lnTo>
                    <a:pt x="2527139" y="597803"/>
                  </a:lnTo>
                  <a:lnTo>
                    <a:pt x="2511539" y="597803"/>
                  </a:lnTo>
                  <a:lnTo>
                    <a:pt x="2495939" y="597803"/>
                  </a:lnTo>
                  <a:lnTo>
                    <a:pt x="2480340" y="597803"/>
                  </a:lnTo>
                  <a:lnTo>
                    <a:pt x="2464740" y="597803"/>
                  </a:lnTo>
                  <a:lnTo>
                    <a:pt x="2449141" y="597803"/>
                  </a:lnTo>
                  <a:lnTo>
                    <a:pt x="2433541" y="597803"/>
                  </a:lnTo>
                  <a:lnTo>
                    <a:pt x="2417941" y="597803"/>
                  </a:lnTo>
                  <a:lnTo>
                    <a:pt x="2402342" y="597803"/>
                  </a:lnTo>
                  <a:lnTo>
                    <a:pt x="2386742" y="597803"/>
                  </a:lnTo>
                  <a:lnTo>
                    <a:pt x="2371142" y="597803"/>
                  </a:lnTo>
                  <a:lnTo>
                    <a:pt x="2355543" y="597803"/>
                  </a:lnTo>
                  <a:lnTo>
                    <a:pt x="2339943" y="597803"/>
                  </a:lnTo>
                  <a:lnTo>
                    <a:pt x="2324344" y="597803"/>
                  </a:lnTo>
                  <a:lnTo>
                    <a:pt x="2308744" y="597803"/>
                  </a:lnTo>
                  <a:lnTo>
                    <a:pt x="2293144" y="597803"/>
                  </a:lnTo>
                  <a:lnTo>
                    <a:pt x="2277545" y="597803"/>
                  </a:lnTo>
                  <a:lnTo>
                    <a:pt x="2261945" y="597803"/>
                  </a:lnTo>
                  <a:lnTo>
                    <a:pt x="2246345" y="597803"/>
                  </a:lnTo>
                  <a:lnTo>
                    <a:pt x="2230746" y="597803"/>
                  </a:lnTo>
                  <a:lnTo>
                    <a:pt x="2215146" y="597803"/>
                  </a:lnTo>
                  <a:lnTo>
                    <a:pt x="2199547" y="597803"/>
                  </a:lnTo>
                  <a:lnTo>
                    <a:pt x="2183947" y="597803"/>
                  </a:lnTo>
                  <a:lnTo>
                    <a:pt x="2168347" y="597803"/>
                  </a:lnTo>
                  <a:lnTo>
                    <a:pt x="2152748" y="597803"/>
                  </a:lnTo>
                  <a:lnTo>
                    <a:pt x="2137148" y="597803"/>
                  </a:lnTo>
                  <a:lnTo>
                    <a:pt x="2121548" y="597803"/>
                  </a:lnTo>
                  <a:lnTo>
                    <a:pt x="2105949" y="597803"/>
                  </a:lnTo>
                  <a:lnTo>
                    <a:pt x="2090349" y="597803"/>
                  </a:lnTo>
                  <a:lnTo>
                    <a:pt x="2074750" y="597803"/>
                  </a:lnTo>
                  <a:lnTo>
                    <a:pt x="2059150" y="597803"/>
                  </a:lnTo>
                  <a:lnTo>
                    <a:pt x="2043550" y="597803"/>
                  </a:lnTo>
                  <a:lnTo>
                    <a:pt x="2027951" y="597803"/>
                  </a:lnTo>
                  <a:lnTo>
                    <a:pt x="2012351" y="597803"/>
                  </a:lnTo>
                  <a:lnTo>
                    <a:pt x="1996751" y="597803"/>
                  </a:lnTo>
                  <a:lnTo>
                    <a:pt x="1981152" y="597803"/>
                  </a:lnTo>
                  <a:lnTo>
                    <a:pt x="1965552" y="597803"/>
                  </a:lnTo>
                  <a:lnTo>
                    <a:pt x="1949953" y="597803"/>
                  </a:lnTo>
                  <a:lnTo>
                    <a:pt x="1934353" y="597803"/>
                  </a:lnTo>
                  <a:lnTo>
                    <a:pt x="1918753" y="597803"/>
                  </a:lnTo>
                  <a:lnTo>
                    <a:pt x="1903154" y="597803"/>
                  </a:lnTo>
                  <a:lnTo>
                    <a:pt x="1887554" y="597803"/>
                  </a:lnTo>
                  <a:lnTo>
                    <a:pt x="1871954" y="597803"/>
                  </a:lnTo>
                  <a:lnTo>
                    <a:pt x="1856355" y="597803"/>
                  </a:lnTo>
                  <a:lnTo>
                    <a:pt x="1840755" y="597803"/>
                  </a:lnTo>
                  <a:lnTo>
                    <a:pt x="1825156" y="597803"/>
                  </a:lnTo>
                  <a:lnTo>
                    <a:pt x="1809556" y="597803"/>
                  </a:lnTo>
                  <a:lnTo>
                    <a:pt x="1793956" y="597803"/>
                  </a:lnTo>
                  <a:lnTo>
                    <a:pt x="1778357" y="597803"/>
                  </a:lnTo>
                  <a:lnTo>
                    <a:pt x="1762757" y="597803"/>
                  </a:lnTo>
                  <a:lnTo>
                    <a:pt x="1747157" y="597803"/>
                  </a:lnTo>
                  <a:lnTo>
                    <a:pt x="1731558" y="597803"/>
                  </a:lnTo>
                  <a:lnTo>
                    <a:pt x="1715958" y="597803"/>
                  </a:lnTo>
                  <a:lnTo>
                    <a:pt x="1700359" y="597803"/>
                  </a:lnTo>
                  <a:lnTo>
                    <a:pt x="1684759" y="597803"/>
                  </a:lnTo>
                  <a:lnTo>
                    <a:pt x="1669159" y="597803"/>
                  </a:lnTo>
                  <a:lnTo>
                    <a:pt x="1653560" y="597803"/>
                  </a:lnTo>
                  <a:lnTo>
                    <a:pt x="1637960" y="597803"/>
                  </a:lnTo>
                  <a:lnTo>
                    <a:pt x="1622360" y="597803"/>
                  </a:lnTo>
                  <a:lnTo>
                    <a:pt x="1606761" y="597803"/>
                  </a:lnTo>
                  <a:lnTo>
                    <a:pt x="1591161" y="597803"/>
                  </a:lnTo>
                  <a:lnTo>
                    <a:pt x="1575562" y="597803"/>
                  </a:lnTo>
                  <a:lnTo>
                    <a:pt x="1559962" y="597803"/>
                  </a:lnTo>
                  <a:lnTo>
                    <a:pt x="1544362" y="597803"/>
                  </a:lnTo>
                  <a:lnTo>
                    <a:pt x="1528763" y="597803"/>
                  </a:lnTo>
                  <a:lnTo>
                    <a:pt x="1513163" y="597803"/>
                  </a:lnTo>
                  <a:lnTo>
                    <a:pt x="1497563" y="597803"/>
                  </a:lnTo>
                  <a:lnTo>
                    <a:pt x="1481964" y="597803"/>
                  </a:lnTo>
                  <a:lnTo>
                    <a:pt x="1466364" y="597803"/>
                  </a:lnTo>
                  <a:lnTo>
                    <a:pt x="1450765" y="597803"/>
                  </a:lnTo>
                  <a:lnTo>
                    <a:pt x="1435165" y="597803"/>
                  </a:lnTo>
                  <a:lnTo>
                    <a:pt x="1419565" y="597803"/>
                  </a:lnTo>
                  <a:lnTo>
                    <a:pt x="1403966" y="597803"/>
                  </a:lnTo>
                  <a:lnTo>
                    <a:pt x="1388366" y="597803"/>
                  </a:lnTo>
                  <a:lnTo>
                    <a:pt x="1372766" y="597803"/>
                  </a:lnTo>
                  <a:lnTo>
                    <a:pt x="1357167" y="597803"/>
                  </a:lnTo>
                  <a:lnTo>
                    <a:pt x="1341567" y="597803"/>
                  </a:lnTo>
                  <a:lnTo>
                    <a:pt x="1325968" y="597803"/>
                  </a:lnTo>
                  <a:lnTo>
                    <a:pt x="1310368" y="597803"/>
                  </a:lnTo>
                  <a:lnTo>
                    <a:pt x="1294768" y="597803"/>
                  </a:lnTo>
                  <a:lnTo>
                    <a:pt x="1279169" y="597803"/>
                  </a:lnTo>
                  <a:lnTo>
                    <a:pt x="1263569" y="597803"/>
                  </a:lnTo>
                  <a:lnTo>
                    <a:pt x="1247969" y="597803"/>
                  </a:lnTo>
                  <a:lnTo>
                    <a:pt x="1232370" y="597803"/>
                  </a:lnTo>
                  <a:lnTo>
                    <a:pt x="1216770" y="597803"/>
                  </a:lnTo>
                  <a:lnTo>
                    <a:pt x="1201171" y="597803"/>
                  </a:lnTo>
                  <a:lnTo>
                    <a:pt x="1185571" y="597803"/>
                  </a:lnTo>
                  <a:lnTo>
                    <a:pt x="1169971" y="597803"/>
                  </a:lnTo>
                  <a:lnTo>
                    <a:pt x="1154372" y="597803"/>
                  </a:lnTo>
                  <a:lnTo>
                    <a:pt x="1138772" y="597803"/>
                  </a:lnTo>
                  <a:lnTo>
                    <a:pt x="1123172" y="597803"/>
                  </a:lnTo>
                  <a:lnTo>
                    <a:pt x="1107573" y="597803"/>
                  </a:lnTo>
                  <a:lnTo>
                    <a:pt x="1091973" y="597803"/>
                  </a:lnTo>
                  <a:lnTo>
                    <a:pt x="1076374" y="597803"/>
                  </a:lnTo>
                  <a:lnTo>
                    <a:pt x="1060774" y="597803"/>
                  </a:lnTo>
                  <a:lnTo>
                    <a:pt x="1045174" y="597803"/>
                  </a:lnTo>
                  <a:lnTo>
                    <a:pt x="1029575" y="597803"/>
                  </a:lnTo>
                  <a:lnTo>
                    <a:pt x="1013975" y="597803"/>
                  </a:lnTo>
                  <a:lnTo>
                    <a:pt x="998375" y="597803"/>
                  </a:lnTo>
                  <a:lnTo>
                    <a:pt x="982776" y="597803"/>
                  </a:lnTo>
                  <a:lnTo>
                    <a:pt x="967176" y="597803"/>
                  </a:lnTo>
                  <a:lnTo>
                    <a:pt x="951577" y="597803"/>
                  </a:lnTo>
                  <a:lnTo>
                    <a:pt x="935977" y="597803"/>
                  </a:lnTo>
                  <a:lnTo>
                    <a:pt x="920377" y="597803"/>
                  </a:lnTo>
                  <a:lnTo>
                    <a:pt x="904778" y="597803"/>
                  </a:lnTo>
                  <a:lnTo>
                    <a:pt x="889178" y="597803"/>
                  </a:lnTo>
                  <a:lnTo>
                    <a:pt x="873578" y="597803"/>
                  </a:lnTo>
                  <a:lnTo>
                    <a:pt x="857979" y="597803"/>
                  </a:lnTo>
                  <a:lnTo>
                    <a:pt x="842379" y="597803"/>
                  </a:lnTo>
                  <a:lnTo>
                    <a:pt x="826780" y="597803"/>
                  </a:lnTo>
                  <a:lnTo>
                    <a:pt x="811180" y="597803"/>
                  </a:lnTo>
                  <a:lnTo>
                    <a:pt x="795580" y="597803"/>
                  </a:lnTo>
                  <a:lnTo>
                    <a:pt x="779981" y="597803"/>
                  </a:lnTo>
                  <a:lnTo>
                    <a:pt x="764381" y="597803"/>
                  </a:lnTo>
                  <a:lnTo>
                    <a:pt x="748781" y="597803"/>
                  </a:lnTo>
                  <a:lnTo>
                    <a:pt x="733182" y="597803"/>
                  </a:lnTo>
                  <a:lnTo>
                    <a:pt x="717582" y="597803"/>
                  </a:lnTo>
                  <a:lnTo>
                    <a:pt x="701983" y="597803"/>
                  </a:lnTo>
                  <a:lnTo>
                    <a:pt x="686383" y="597803"/>
                  </a:lnTo>
                  <a:lnTo>
                    <a:pt x="670783" y="597803"/>
                  </a:lnTo>
                  <a:lnTo>
                    <a:pt x="655184" y="597803"/>
                  </a:lnTo>
                  <a:lnTo>
                    <a:pt x="639584" y="597803"/>
                  </a:lnTo>
                  <a:lnTo>
                    <a:pt x="623984" y="597803"/>
                  </a:lnTo>
                  <a:lnTo>
                    <a:pt x="608385" y="597803"/>
                  </a:lnTo>
                  <a:lnTo>
                    <a:pt x="592785" y="597803"/>
                  </a:lnTo>
                  <a:lnTo>
                    <a:pt x="577186" y="597803"/>
                  </a:lnTo>
                  <a:lnTo>
                    <a:pt x="561586" y="597803"/>
                  </a:lnTo>
                  <a:lnTo>
                    <a:pt x="545986" y="597803"/>
                  </a:lnTo>
                  <a:lnTo>
                    <a:pt x="530387" y="597803"/>
                  </a:lnTo>
                  <a:lnTo>
                    <a:pt x="514787" y="597803"/>
                  </a:lnTo>
                  <a:lnTo>
                    <a:pt x="499187" y="597803"/>
                  </a:lnTo>
                  <a:lnTo>
                    <a:pt x="483588" y="597803"/>
                  </a:lnTo>
                  <a:lnTo>
                    <a:pt x="467988" y="597803"/>
                  </a:lnTo>
                  <a:lnTo>
                    <a:pt x="452389" y="597803"/>
                  </a:lnTo>
                  <a:lnTo>
                    <a:pt x="436789" y="597803"/>
                  </a:lnTo>
                  <a:lnTo>
                    <a:pt x="421189" y="597803"/>
                  </a:lnTo>
                  <a:lnTo>
                    <a:pt x="405590" y="597803"/>
                  </a:lnTo>
                  <a:lnTo>
                    <a:pt x="389990" y="597803"/>
                  </a:lnTo>
                  <a:lnTo>
                    <a:pt x="374390" y="597803"/>
                  </a:lnTo>
                  <a:lnTo>
                    <a:pt x="358791" y="597803"/>
                  </a:lnTo>
                  <a:lnTo>
                    <a:pt x="343191" y="597803"/>
                  </a:lnTo>
                  <a:lnTo>
                    <a:pt x="327592" y="597803"/>
                  </a:lnTo>
                  <a:lnTo>
                    <a:pt x="311992" y="597803"/>
                  </a:lnTo>
                  <a:lnTo>
                    <a:pt x="296392" y="597803"/>
                  </a:lnTo>
                  <a:lnTo>
                    <a:pt x="280793" y="597803"/>
                  </a:lnTo>
                  <a:lnTo>
                    <a:pt x="265193" y="597803"/>
                  </a:lnTo>
                  <a:lnTo>
                    <a:pt x="249593" y="597803"/>
                  </a:lnTo>
                  <a:lnTo>
                    <a:pt x="233994" y="597803"/>
                  </a:lnTo>
                  <a:lnTo>
                    <a:pt x="218394" y="597803"/>
                  </a:lnTo>
                  <a:lnTo>
                    <a:pt x="202795" y="597803"/>
                  </a:lnTo>
                  <a:lnTo>
                    <a:pt x="187195" y="597803"/>
                  </a:lnTo>
                  <a:lnTo>
                    <a:pt x="171595" y="597803"/>
                  </a:lnTo>
                  <a:lnTo>
                    <a:pt x="155996" y="597803"/>
                  </a:lnTo>
                  <a:lnTo>
                    <a:pt x="140396" y="597803"/>
                  </a:lnTo>
                  <a:lnTo>
                    <a:pt x="124796" y="597803"/>
                  </a:lnTo>
                  <a:lnTo>
                    <a:pt x="109197" y="597803"/>
                  </a:lnTo>
                  <a:lnTo>
                    <a:pt x="93597" y="597803"/>
                  </a:lnTo>
                  <a:lnTo>
                    <a:pt x="77998" y="597803"/>
                  </a:lnTo>
                  <a:lnTo>
                    <a:pt x="62398" y="597803"/>
                  </a:lnTo>
                  <a:lnTo>
                    <a:pt x="46798" y="597803"/>
                  </a:lnTo>
                  <a:lnTo>
                    <a:pt x="31199" y="597803"/>
                  </a:lnTo>
                  <a:lnTo>
                    <a:pt x="15599" y="597803"/>
                  </a:lnTo>
                  <a:lnTo>
                    <a:pt x="0" y="597803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460302" y="3149314"/>
              <a:ext cx="2527139" cy="594007"/>
            </a:xfrm>
            <a:custGeom>
              <a:avLst/>
              <a:pathLst>
                <a:path w="2527139" h="594007">
                  <a:moveTo>
                    <a:pt x="0" y="593759"/>
                  </a:moveTo>
                  <a:lnTo>
                    <a:pt x="15599" y="593156"/>
                  </a:lnTo>
                  <a:lnTo>
                    <a:pt x="31199" y="592476"/>
                  </a:lnTo>
                  <a:lnTo>
                    <a:pt x="46798" y="591708"/>
                  </a:lnTo>
                  <a:lnTo>
                    <a:pt x="62398" y="590843"/>
                  </a:lnTo>
                  <a:lnTo>
                    <a:pt x="77998" y="589873"/>
                  </a:lnTo>
                  <a:lnTo>
                    <a:pt x="93597" y="588800"/>
                  </a:lnTo>
                  <a:lnTo>
                    <a:pt x="109197" y="587642"/>
                  </a:lnTo>
                  <a:lnTo>
                    <a:pt x="124796" y="586416"/>
                  </a:lnTo>
                  <a:lnTo>
                    <a:pt x="140396" y="585142"/>
                  </a:lnTo>
                  <a:lnTo>
                    <a:pt x="155996" y="583837"/>
                  </a:lnTo>
                  <a:lnTo>
                    <a:pt x="171595" y="582515"/>
                  </a:lnTo>
                  <a:lnTo>
                    <a:pt x="187195" y="581184"/>
                  </a:lnTo>
                  <a:lnTo>
                    <a:pt x="202795" y="579840"/>
                  </a:lnTo>
                  <a:lnTo>
                    <a:pt x="218394" y="578474"/>
                  </a:lnTo>
                  <a:lnTo>
                    <a:pt x="233994" y="577064"/>
                  </a:lnTo>
                  <a:lnTo>
                    <a:pt x="249593" y="575585"/>
                  </a:lnTo>
                  <a:lnTo>
                    <a:pt x="265193" y="574010"/>
                  </a:lnTo>
                  <a:lnTo>
                    <a:pt x="280793" y="572297"/>
                  </a:lnTo>
                  <a:lnTo>
                    <a:pt x="296392" y="570428"/>
                  </a:lnTo>
                  <a:lnTo>
                    <a:pt x="311992" y="568383"/>
                  </a:lnTo>
                  <a:lnTo>
                    <a:pt x="327592" y="566147"/>
                  </a:lnTo>
                  <a:lnTo>
                    <a:pt x="343191" y="563707"/>
                  </a:lnTo>
                  <a:lnTo>
                    <a:pt x="358791" y="561054"/>
                  </a:lnTo>
                  <a:lnTo>
                    <a:pt x="374390" y="558178"/>
                  </a:lnTo>
                  <a:lnTo>
                    <a:pt x="389990" y="555069"/>
                  </a:lnTo>
                  <a:lnTo>
                    <a:pt x="405590" y="551713"/>
                  </a:lnTo>
                  <a:lnTo>
                    <a:pt x="421189" y="548093"/>
                  </a:lnTo>
                  <a:lnTo>
                    <a:pt x="436789" y="544187"/>
                  </a:lnTo>
                  <a:lnTo>
                    <a:pt x="452389" y="539967"/>
                  </a:lnTo>
                  <a:lnTo>
                    <a:pt x="467988" y="535396"/>
                  </a:lnTo>
                  <a:lnTo>
                    <a:pt x="483588" y="530415"/>
                  </a:lnTo>
                  <a:lnTo>
                    <a:pt x="499187" y="525021"/>
                  </a:lnTo>
                  <a:lnTo>
                    <a:pt x="514787" y="519188"/>
                  </a:lnTo>
                  <a:lnTo>
                    <a:pt x="530387" y="512903"/>
                  </a:lnTo>
                  <a:lnTo>
                    <a:pt x="545986" y="506164"/>
                  </a:lnTo>
                  <a:lnTo>
                    <a:pt x="561586" y="498981"/>
                  </a:lnTo>
                  <a:lnTo>
                    <a:pt x="577186" y="491377"/>
                  </a:lnTo>
                  <a:lnTo>
                    <a:pt x="592785" y="483385"/>
                  </a:lnTo>
                  <a:lnTo>
                    <a:pt x="608385" y="475047"/>
                  </a:lnTo>
                  <a:lnTo>
                    <a:pt x="623984" y="466409"/>
                  </a:lnTo>
                  <a:lnTo>
                    <a:pt x="639584" y="457516"/>
                  </a:lnTo>
                  <a:lnTo>
                    <a:pt x="655184" y="448412"/>
                  </a:lnTo>
                  <a:lnTo>
                    <a:pt x="670783" y="439127"/>
                  </a:lnTo>
                  <a:lnTo>
                    <a:pt x="686383" y="429689"/>
                  </a:lnTo>
                  <a:lnTo>
                    <a:pt x="701983" y="420113"/>
                  </a:lnTo>
                  <a:lnTo>
                    <a:pt x="717582" y="410388"/>
                  </a:lnTo>
                  <a:lnTo>
                    <a:pt x="733182" y="400487"/>
                  </a:lnTo>
                  <a:lnTo>
                    <a:pt x="748781" y="390367"/>
                  </a:lnTo>
                  <a:lnTo>
                    <a:pt x="764381" y="379976"/>
                  </a:lnTo>
                  <a:lnTo>
                    <a:pt x="779981" y="369258"/>
                  </a:lnTo>
                  <a:lnTo>
                    <a:pt x="795580" y="358159"/>
                  </a:lnTo>
                  <a:lnTo>
                    <a:pt x="811180" y="346634"/>
                  </a:lnTo>
                  <a:lnTo>
                    <a:pt x="826780" y="334650"/>
                  </a:lnTo>
                  <a:lnTo>
                    <a:pt x="842379" y="322191"/>
                  </a:lnTo>
                  <a:lnTo>
                    <a:pt x="857979" y="309254"/>
                  </a:lnTo>
                  <a:lnTo>
                    <a:pt x="873578" y="295807"/>
                  </a:lnTo>
                  <a:lnTo>
                    <a:pt x="889178" y="281912"/>
                  </a:lnTo>
                  <a:lnTo>
                    <a:pt x="904778" y="267602"/>
                  </a:lnTo>
                  <a:lnTo>
                    <a:pt x="920377" y="252919"/>
                  </a:lnTo>
                  <a:lnTo>
                    <a:pt x="935977" y="237919"/>
                  </a:lnTo>
                  <a:lnTo>
                    <a:pt x="951577" y="222680"/>
                  </a:lnTo>
                  <a:lnTo>
                    <a:pt x="967176" y="207293"/>
                  </a:lnTo>
                  <a:lnTo>
                    <a:pt x="982776" y="191870"/>
                  </a:lnTo>
                  <a:lnTo>
                    <a:pt x="998375" y="176528"/>
                  </a:lnTo>
                  <a:lnTo>
                    <a:pt x="1013975" y="161382"/>
                  </a:lnTo>
                  <a:lnTo>
                    <a:pt x="1029575" y="146537"/>
                  </a:lnTo>
                  <a:lnTo>
                    <a:pt x="1045174" y="132076"/>
                  </a:lnTo>
                  <a:lnTo>
                    <a:pt x="1060774" y="118070"/>
                  </a:lnTo>
                  <a:lnTo>
                    <a:pt x="1076374" y="104575"/>
                  </a:lnTo>
                  <a:lnTo>
                    <a:pt x="1091973" y="91582"/>
                  </a:lnTo>
                  <a:lnTo>
                    <a:pt x="1107573" y="79113"/>
                  </a:lnTo>
                  <a:lnTo>
                    <a:pt x="1123172" y="67206"/>
                  </a:lnTo>
                  <a:lnTo>
                    <a:pt x="1138772" y="55920"/>
                  </a:lnTo>
                  <a:lnTo>
                    <a:pt x="1154372" y="45336"/>
                  </a:lnTo>
                  <a:lnTo>
                    <a:pt x="1169971" y="35560"/>
                  </a:lnTo>
                  <a:lnTo>
                    <a:pt x="1185571" y="26714"/>
                  </a:lnTo>
                  <a:lnTo>
                    <a:pt x="1201171" y="18924"/>
                  </a:lnTo>
                  <a:lnTo>
                    <a:pt x="1216770" y="12318"/>
                  </a:lnTo>
                  <a:lnTo>
                    <a:pt x="1232370" y="7011"/>
                  </a:lnTo>
                  <a:lnTo>
                    <a:pt x="1247969" y="3103"/>
                  </a:lnTo>
                  <a:lnTo>
                    <a:pt x="1263569" y="765"/>
                  </a:lnTo>
                  <a:lnTo>
                    <a:pt x="1279169" y="0"/>
                  </a:lnTo>
                  <a:lnTo>
                    <a:pt x="1294768" y="767"/>
                  </a:lnTo>
                  <a:lnTo>
                    <a:pt x="1310368" y="3038"/>
                  </a:lnTo>
                  <a:lnTo>
                    <a:pt x="1325968" y="6746"/>
                  </a:lnTo>
                  <a:lnTo>
                    <a:pt x="1341567" y="11787"/>
                  </a:lnTo>
                  <a:lnTo>
                    <a:pt x="1357167" y="18027"/>
                  </a:lnTo>
                  <a:lnTo>
                    <a:pt x="1372766" y="25304"/>
                  </a:lnTo>
                  <a:lnTo>
                    <a:pt x="1388366" y="33450"/>
                  </a:lnTo>
                  <a:lnTo>
                    <a:pt x="1403966" y="42292"/>
                  </a:lnTo>
                  <a:lnTo>
                    <a:pt x="1419565" y="51681"/>
                  </a:lnTo>
                  <a:lnTo>
                    <a:pt x="1435165" y="61491"/>
                  </a:lnTo>
                  <a:lnTo>
                    <a:pt x="1450765" y="71638"/>
                  </a:lnTo>
                  <a:lnTo>
                    <a:pt x="1466364" y="82096"/>
                  </a:lnTo>
                  <a:lnTo>
                    <a:pt x="1481964" y="92827"/>
                  </a:lnTo>
                  <a:lnTo>
                    <a:pt x="1497563" y="103831"/>
                  </a:lnTo>
                  <a:lnTo>
                    <a:pt x="1513163" y="115113"/>
                  </a:lnTo>
                  <a:lnTo>
                    <a:pt x="1528763" y="126664"/>
                  </a:lnTo>
                  <a:lnTo>
                    <a:pt x="1544362" y="138464"/>
                  </a:lnTo>
                  <a:lnTo>
                    <a:pt x="1559962" y="150484"/>
                  </a:lnTo>
                  <a:lnTo>
                    <a:pt x="1575562" y="162692"/>
                  </a:lnTo>
                  <a:lnTo>
                    <a:pt x="1591161" y="175065"/>
                  </a:lnTo>
                  <a:lnTo>
                    <a:pt x="1606761" y="187595"/>
                  </a:lnTo>
                  <a:lnTo>
                    <a:pt x="1622360" y="200294"/>
                  </a:lnTo>
                  <a:lnTo>
                    <a:pt x="1637960" y="213191"/>
                  </a:lnTo>
                  <a:lnTo>
                    <a:pt x="1653560" y="226326"/>
                  </a:lnTo>
                  <a:lnTo>
                    <a:pt x="1669159" y="239721"/>
                  </a:lnTo>
                  <a:lnTo>
                    <a:pt x="1684759" y="253343"/>
                  </a:lnTo>
                  <a:lnTo>
                    <a:pt x="1700359" y="267131"/>
                  </a:lnTo>
                  <a:lnTo>
                    <a:pt x="1715958" y="280988"/>
                  </a:lnTo>
                  <a:lnTo>
                    <a:pt x="1731558" y="294788"/>
                  </a:lnTo>
                  <a:lnTo>
                    <a:pt x="1747157" y="308400"/>
                  </a:lnTo>
                  <a:lnTo>
                    <a:pt x="1762757" y="321697"/>
                  </a:lnTo>
                  <a:lnTo>
                    <a:pt x="1778357" y="334578"/>
                  </a:lnTo>
                  <a:lnTo>
                    <a:pt x="1793956" y="346975"/>
                  </a:lnTo>
                  <a:lnTo>
                    <a:pt x="1809556" y="358853"/>
                  </a:lnTo>
                  <a:lnTo>
                    <a:pt x="1825156" y="370208"/>
                  </a:lnTo>
                  <a:lnTo>
                    <a:pt x="1840755" y="381058"/>
                  </a:lnTo>
                  <a:lnTo>
                    <a:pt x="1856355" y="391399"/>
                  </a:lnTo>
                  <a:lnTo>
                    <a:pt x="1871954" y="401286"/>
                  </a:lnTo>
                  <a:lnTo>
                    <a:pt x="1887554" y="410757"/>
                  </a:lnTo>
                  <a:lnTo>
                    <a:pt x="1903154" y="419841"/>
                  </a:lnTo>
                  <a:lnTo>
                    <a:pt x="1918753" y="428574"/>
                  </a:lnTo>
                  <a:lnTo>
                    <a:pt x="1934353" y="437003"/>
                  </a:lnTo>
                  <a:lnTo>
                    <a:pt x="1949953" y="445187"/>
                  </a:lnTo>
                  <a:lnTo>
                    <a:pt x="1965552" y="453195"/>
                  </a:lnTo>
                  <a:lnTo>
                    <a:pt x="1981152" y="461094"/>
                  </a:lnTo>
                  <a:lnTo>
                    <a:pt x="1996751" y="468943"/>
                  </a:lnTo>
                  <a:lnTo>
                    <a:pt x="2012351" y="476783"/>
                  </a:lnTo>
                  <a:lnTo>
                    <a:pt x="2027951" y="484624"/>
                  </a:lnTo>
                  <a:lnTo>
                    <a:pt x="2043550" y="492440"/>
                  </a:lnTo>
                  <a:lnTo>
                    <a:pt x="2059150" y="500161"/>
                  </a:lnTo>
                  <a:lnTo>
                    <a:pt x="2074750" y="507703"/>
                  </a:lnTo>
                  <a:lnTo>
                    <a:pt x="2090349" y="514974"/>
                  </a:lnTo>
                  <a:lnTo>
                    <a:pt x="2105949" y="521883"/>
                  </a:lnTo>
                  <a:lnTo>
                    <a:pt x="2121548" y="528359"/>
                  </a:lnTo>
                  <a:lnTo>
                    <a:pt x="2137148" y="534348"/>
                  </a:lnTo>
                  <a:lnTo>
                    <a:pt x="2152748" y="539822"/>
                  </a:lnTo>
                  <a:lnTo>
                    <a:pt x="2168347" y="544780"/>
                  </a:lnTo>
                  <a:lnTo>
                    <a:pt x="2183947" y="549238"/>
                  </a:lnTo>
                  <a:lnTo>
                    <a:pt x="2199547" y="553230"/>
                  </a:lnTo>
                  <a:lnTo>
                    <a:pt x="2215146" y="556800"/>
                  </a:lnTo>
                  <a:lnTo>
                    <a:pt x="2230746" y="559998"/>
                  </a:lnTo>
                  <a:lnTo>
                    <a:pt x="2246345" y="562862"/>
                  </a:lnTo>
                  <a:lnTo>
                    <a:pt x="2261945" y="565451"/>
                  </a:lnTo>
                  <a:lnTo>
                    <a:pt x="2277545" y="567828"/>
                  </a:lnTo>
                  <a:lnTo>
                    <a:pt x="2293144" y="570036"/>
                  </a:lnTo>
                  <a:lnTo>
                    <a:pt x="2308744" y="572118"/>
                  </a:lnTo>
                  <a:lnTo>
                    <a:pt x="2324344" y="574108"/>
                  </a:lnTo>
                  <a:lnTo>
                    <a:pt x="2339943" y="576036"/>
                  </a:lnTo>
                  <a:lnTo>
                    <a:pt x="2355543" y="577923"/>
                  </a:lnTo>
                  <a:lnTo>
                    <a:pt x="2371142" y="579779"/>
                  </a:lnTo>
                  <a:lnTo>
                    <a:pt x="2386742" y="581605"/>
                  </a:lnTo>
                  <a:lnTo>
                    <a:pt x="2402342" y="583393"/>
                  </a:lnTo>
                  <a:lnTo>
                    <a:pt x="2417941" y="585127"/>
                  </a:lnTo>
                  <a:lnTo>
                    <a:pt x="2433541" y="586784"/>
                  </a:lnTo>
                  <a:lnTo>
                    <a:pt x="2449141" y="588332"/>
                  </a:lnTo>
                  <a:lnTo>
                    <a:pt x="2464740" y="589754"/>
                  </a:lnTo>
                  <a:lnTo>
                    <a:pt x="2480340" y="591038"/>
                  </a:lnTo>
                  <a:lnTo>
                    <a:pt x="2495939" y="592175"/>
                  </a:lnTo>
                  <a:lnTo>
                    <a:pt x="2511539" y="593163"/>
                  </a:lnTo>
                  <a:lnTo>
                    <a:pt x="2527139" y="594007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522700" y="3707539"/>
              <a:ext cx="2854731" cy="482395"/>
            </a:xfrm>
            <a:custGeom>
              <a:avLst/>
              <a:pathLst>
                <a:path w="2854731" h="482395">
                  <a:moveTo>
                    <a:pt x="0" y="478363"/>
                  </a:moveTo>
                  <a:lnTo>
                    <a:pt x="15599" y="477804"/>
                  </a:lnTo>
                  <a:lnTo>
                    <a:pt x="31199" y="477196"/>
                  </a:lnTo>
                  <a:lnTo>
                    <a:pt x="46798" y="476548"/>
                  </a:lnTo>
                  <a:lnTo>
                    <a:pt x="62398" y="475869"/>
                  </a:lnTo>
                  <a:lnTo>
                    <a:pt x="77998" y="475167"/>
                  </a:lnTo>
                  <a:lnTo>
                    <a:pt x="93597" y="474451"/>
                  </a:lnTo>
                  <a:lnTo>
                    <a:pt x="109197" y="473731"/>
                  </a:lnTo>
                  <a:lnTo>
                    <a:pt x="124796" y="473014"/>
                  </a:lnTo>
                  <a:lnTo>
                    <a:pt x="140396" y="472310"/>
                  </a:lnTo>
                  <a:lnTo>
                    <a:pt x="155996" y="471626"/>
                  </a:lnTo>
                  <a:lnTo>
                    <a:pt x="171595" y="470967"/>
                  </a:lnTo>
                  <a:lnTo>
                    <a:pt x="187195" y="470332"/>
                  </a:lnTo>
                  <a:lnTo>
                    <a:pt x="202795" y="469714"/>
                  </a:lnTo>
                  <a:lnTo>
                    <a:pt x="218394" y="469097"/>
                  </a:lnTo>
                  <a:lnTo>
                    <a:pt x="233994" y="468453"/>
                  </a:lnTo>
                  <a:lnTo>
                    <a:pt x="249593" y="467749"/>
                  </a:lnTo>
                  <a:lnTo>
                    <a:pt x="265193" y="466945"/>
                  </a:lnTo>
                  <a:lnTo>
                    <a:pt x="280793" y="466003"/>
                  </a:lnTo>
                  <a:lnTo>
                    <a:pt x="296392" y="464881"/>
                  </a:lnTo>
                  <a:lnTo>
                    <a:pt x="311992" y="463540"/>
                  </a:lnTo>
                  <a:lnTo>
                    <a:pt x="327592" y="461949"/>
                  </a:lnTo>
                  <a:lnTo>
                    <a:pt x="343191" y="460079"/>
                  </a:lnTo>
                  <a:lnTo>
                    <a:pt x="358791" y="457907"/>
                  </a:lnTo>
                  <a:lnTo>
                    <a:pt x="374390" y="455420"/>
                  </a:lnTo>
                  <a:lnTo>
                    <a:pt x="389990" y="452610"/>
                  </a:lnTo>
                  <a:lnTo>
                    <a:pt x="405590" y="449471"/>
                  </a:lnTo>
                  <a:lnTo>
                    <a:pt x="421189" y="446001"/>
                  </a:lnTo>
                  <a:lnTo>
                    <a:pt x="436789" y="442244"/>
                  </a:lnTo>
                  <a:lnTo>
                    <a:pt x="452389" y="438232"/>
                  </a:lnTo>
                  <a:lnTo>
                    <a:pt x="467988" y="433997"/>
                  </a:lnTo>
                  <a:lnTo>
                    <a:pt x="483588" y="429572"/>
                  </a:lnTo>
                  <a:lnTo>
                    <a:pt x="499187" y="424983"/>
                  </a:lnTo>
                  <a:lnTo>
                    <a:pt x="514787" y="420245"/>
                  </a:lnTo>
                  <a:lnTo>
                    <a:pt x="530387" y="415360"/>
                  </a:lnTo>
                  <a:lnTo>
                    <a:pt x="545986" y="410314"/>
                  </a:lnTo>
                  <a:lnTo>
                    <a:pt x="561586" y="405085"/>
                  </a:lnTo>
                  <a:lnTo>
                    <a:pt x="577186" y="399644"/>
                  </a:lnTo>
                  <a:lnTo>
                    <a:pt x="592785" y="393967"/>
                  </a:lnTo>
                  <a:lnTo>
                    <a:pt x="608385" y="388027"/>
                  </a:lnTo>
                  <a:lnTo>
                    <a:pt x="623984" y="381840"/>
                  </a:lnTo>
                  <a:lnTo>
                    <a:pt x="639584" y="375454"/>
                  </a:lnTo>
                  <a:lnTo>
                    <a:pt x="655184" y="368920"/>
                  </a:lnTo>
                  <a:lnTo>
                    <a:pt x="670783" y="362304"/>
                  </a:lnTo>
                  <a:lnTo>
                    <a:pt x="686383" y="355662"/>
                  </a:lnTo>
                  <a:lnTo>
                    <a:pt x="701983" y="349037"/>
                  </a:lnTo>
                  <a:lnTo>
                    <a:pt x="717582" y="342441"/>
                  </a:lnTo>
                  <a:lnTo>
                    <a:pt x="733182" y="335851"/>
                  </a:lnTo>
                  <a:lnTo>
                    <a:pt x="748781" y="329207"/>
                  </a:lnTo>
                  <a:lnTo>
                    <a:pt x="764381" y="322416"/>
                  </a:lnTo>
                  <a:lnTo>
                    <a:pt x="779981" y="315363"/>
                  </a:lnTo>
                  <a:lnTo>
                    <a:pt x="795580" y="307932"/>
                  </a:lnTo>
                  <a:lnTo>
                    <a:pt x="811180" y="299968"/>
                  </a:lnTo>
                  <a:lnTo>
                    <a:pt x="826780" y="291447"/>
                  </a:lnTo>
                  <a:lnTo>
                    <a:pt x="842379" y="282367"/>
                  </a:lnTo>
                  <a:lnTo>
                    <a:pt x="857979" y="272779"/>
                  </a:lnTo>
                  <a:lnTo>
                    <a:pt x="873578" y="262782"/>
                  </a:lnTo>
                  <a:lnTo>
                    <a:pt x="889178" y="252516"/>
                  </a:lnTo>
                  <a:lnTo>
                    <a:pt x="904778" y="242140"/>
                  </a:lnTo>
                  <a:lnTo>
                    <a:pt x="920377" y="231819"/>
                  </a:lnTo>
                  <a:lnTo>
                    <a:pt x="935977" y="221699"/>
                  </a:lnTo>
                  <a:lnTo>
                    <a:pt x="951577" y="211896"/>
                  </a:lnTo>
                  <a:lnTo>
                    <a:pt x="967176" y="202482"/>
                  </a:lnTo>
                  <a:lnTo>
                    <a:pt x="982776" y="193480"/>
                  </a:lnTo>
                  <a:lnTo>
                    <a:pt x="998375" y="184875"/>
                  </a:lnTo>
                  <a:lnTo>
                    <a:pt x="1013975" y="176606"/>
                  </a:lnTo>
                  <a:lnTo>
                    <a:pt x="1029575" y="168561"/>
                  </a:lnTo>
                  <a:lnTo>
                    <a:pt x="1045174" y="160659"/>
                  </a:lnTo>
                  <a:lnTo>
                    <a:pt x="1060774" y="152835"/>
                  </a:lnTo>
                  <a:lnTo>
                    <a:pt x="1076374" y="145061"/>
                  </a:lnTo>
                  <a:lnTo>
                    <a:pt x="1091973" y="137344"/>
                  </a:lnTo>
                  <a:lnTo>
                    <a:pt x="1107573" y="129731"/>
                  </a:lnTo>
                  <a:lnTo>
                    <a:pt x="1123172" y="122302"/>
                  </a:lnTo>
                  <a:lnTo>
                    <a:pt x="1138772" y="115152"/>
                  </a:lnTo>
                  <a:lnTo>
                    <a:pt x="1154372" y="108375"/>
                  </a:lnTo>
                  <a:lnTo>
                    <a:pt x="1169971" y="102047"/>
                  </a:lnTo>
                  <a:lnTo>
                    <a:pt x="1185571" y="96208"/>
                  </a:lnTo>
                  <a:lnTo>
                    <a:pt x="1201171" y="90873"/>
                  </a:lnTo>
                  <a:lnTo>
                    <a:pt x="1216770" y="85950"/>
                  </a:lnTo>
                  <a:lnTo>
                    <a:pt x="1232370" y="81313"/>
                  </a:lnTo>
                  <a:lnTo>
                    <a:pt x="1247969" y="76836"/>
                  </a:lnTo>
                  <a:lnTo>
                    <a:pt x="1263569" y="72398"/>
                  </a:lnTo>
                  <a:lnTo>
                    <a:pt x="1279169" y="67903"/>
                  </a:lnTo>
                  <a:lnTo>
                    <a:pt x="1294768" y="63297"/>
                  </a:lnTo>
                  <a:lnTo>
                    <a:pt x="1310368" y="58567"/>
                  </a:lnTo>
                  <a:lnTo>
                    <a:pt x="1325968" y="53741"/>
                  </a:lnTo>
                  <a:lnTo>
                    <a:pt x="1341567" y="48873"/>
                  </a:lnTo>
                  <a:lnTo>
                    <a:pt x="1357167" y="44033"/>
                  </a:lnTo>
                  <a:lnTo>
                    <a:pt x="1372766" y="39283"/>
                  </a:lnTo>
                  <a:lnTo>
                    <a:pt x="1388366" y="34669"/>
                  </a:lnTo>
                  <a:lnTo>
                    <a:pt x="1403966" y="30230"/>
                  </a:lnTo>
                  <a:lnTo>
                    <a:pt x="1419565" y="25951"/>
                  </a:lnTo>
                  <a:lnTo>
                    <a:pt x="1435165" y="21824"/>
                  </a:lnTo>
                  <a:lnTo>
                    <a:pt x="1450765" y="17850"/>
                  </a:lnTo>
                  <a:lnTo>
                    <a:pt x="1466364" y="14053"/>
                  </a:lnTo>
                  <a:lnTo>
                    <a:pt x="1481964" y="10486"/>
                  </a:lnTo>
                  <a:lnTo>
                    <a:pt x="1497563" y="7236"/>
                  </a:lnTo>
                  <a:lnTo>
                    <a:pt x="1513163" y="4420"/>
                  </a:lnTo>
                  <a:lnTo>
                    <a:pt x="1528763" y="2178"/>
                  </a:lnTo>
                  <a:lnTo>
                    <a:pt x="1544362" y="656"/>
                  </a:lnTo>
                  <a:lnTo>
                    <a:pt x="1559962" y="0"/>
                  </a:lnTo>
                  <a:lnTo>
                    <a:pt x="1575562" y="331"/>
                  </a:lnTo>
                  <a:lnTo>
                    <a:pt x="1591161" y="1790"/>
                  </a:lnTo>
                  <a:lnTo>
                    <a:pt x="1606761" y="4455"/>
                  </a:lnTo>
                  <a:lnTo>
                    <a:pt x="1622360" y="8271"/>
                  </a:lnTo>
                  <a:lnTo>
                    <a:pt x="1637960" y="13208"/>
                  </a:lnTo>
                  <a:lnTo>
                    <a:pt x="1653560" y="19201"/>
                  </a:lnTo>
                  <a:lnTo>
                    <a:pt x="1669159" y="26159"/>
                  </a:lnTo>
                  <a:lnTo>
                    <a:pt x="1684759" y="33968"/>
                  </a:lnTo>
                  <a:lnTo>
                    <a:pt x="1700359" y="42492"/>
                  </a:lnTo>
                  <a:lnTo>
                    <a:pt x="1715958" y="51584"/>
                  </a:lnTo>
                  <a:lnTo>
                    <a:pt x="1731558" y="61082"/>
                  </a:lnTo>
                  <a:lnTo>
                    <a:pt x="1747157" y="70824"/>
                  </a:lnTo>
                  <a:lnTo>
                    <a:pt x="1762757" y="80649"/>
                  </a:lnTo>
                  <a:lnTo>
                    <a:pt x="1778357" y="90411"/>
                  </a:lnTo>
                  <a:lnTo>
                    <a:pt x="1793956" y="99965"/>
                  </a:lnTo>
                  <a:lnTo>
                    <a:pt x="1809556" y="109223"/>
                  </a:lnTo>
                  <a:lnTo>
                    <a:pt x="1825156" y="118149"/>
                  </a:lnTo>
                  <a:lnTo>
                    <a:pt x="1840755" y="126738"/>
                  </a:lnTo>
                  <a:lnTo>
                    <a:pt x="1856355" y="135022"/>
                  </a:lnTo>
                  <a:lnTo>
                    <a:pt x="1871954" y="143061"/>
                  </a:lnTo>
                  <a:lnTo>
                    <a:pt x="1887554" y="150934"/>
                  </a:lnTo>
                  <a:lnTo>
                    <a:pt x="1903154" y="158730"/>
                  </a:lnTo>
                  <a:lnTo>
                    <a:pt x="1918753" y="166544"/>
                  </a:lnTo>
                  <a:lnTo>
                    <a:pt x="1934353" y="174463"/>
                  </a:lnTo>
                  <a:lnTo>
                    <a:pt x="1949953" y="182572"/>
                  </a:lnTo>
                  <a:lnTo>
                    <a:pt x="1965552" y="190944"/>
                  </a:lnTo>
                  <a:lnTo>
                    <a:pt x="1981152" y="199645"/>
                  </a:lnTo>
                  <a:lnTo>
                    <a:pt x="1996751" y="208748"/>
                  </a:lnTo>
                  <a:lnTo>
                    <a:pt x="2012351" y="218243"/>
                  </a:lnTo>
                  <a:lnTo>
                    <a:pt x="2027951" y="228123"/>
                  </a:lnTo>
                  <a:lnTo>
                    <a:pt x="2043550" y="238348"/>
                  </a:lnTo>
                  <a:lnTo>
                    <a:pt x="2059150" y="248853"/>
                  </a:lnTo>
                  <a:lnTo>
                    <a:pt x="2074750" y="259548"/>
                  </a:lnTo>
                  <a:lnTo>
                    <a:pt x="2090349" y="270322"/>
                  </a:lnTo>
                  <a:lnTo>
                    <a:pt x="2105949" y="281059"/>
                  </a:lnTo>
                  <a:lnTo>
                    <a:pt x="2121548" y="291641"/>
                  </a:lnTo>
                  <a:lnTo>
                    <a:pt x="2137148" y="301959"/>
                  </a:lnTo>
                  <a:lnTo>
                    <a:pt x="2152748" y="311920"/>
                  </a:lnTo>
                  <a:lnTo>
                    <a:pt x="2168347" y="321450"/>
                  </a:lnTo>
                  <a:lnTo>
                    <a:pt x="2183947" y="330471"/>
                  </a:lnTo>
                  <a:lnTo>
                    <a:pt x="2199547" y="338947"/>
                  </a:lnTo>
                  <a:lnTo>
                    <a:pt x="2215146" y="346886"/>
                  </a:lnTo>
                  <a:lnTo>
                    <a:pt x="2230746" y="354288"/>
                  </a:lnTo>
                  <a:lnTo>
                    <a:pt x="2246345" y="361161"/>
                  </a:lnTo>
                  <a:lnTo>
                    <a:pt x="2261945" y="367528"/>
                  </a:lnTo>
                  <a:lnTo>
                    <a:pt x="2277545" y="373420"/>
                  </a:lnTo>
                  <a:lnTo>
                    <a:pt x="2293144" y="378882"/>
                  </a:lnTo>
                  <a:lnTo>
                    <a:pt x="2308744" y="383970"/>
                  </a:lnTo>
                  <a:lnTo>
                    <a:pt x="2324344" y="388751"/>
                  </a:lnTo>
                  <a:lnTo>
                    <a:pt x="2339943" y="393296"/>
                  </a:lnTo>
                  <a:lnTo>
                    <a:pt x="2355543" y="397680"/>
                  </a:lnTo>
                  <a:lnTo>
                    <a:pt x="2371142" y="401968"/>
                  </a:lnTo>
                  <a:lnTo>
                    <a:pt x="2386742" y="406213"/>
                  </a:lnTo>
                  <a:lnTo>
                    <a:pt x="2402342" y="410449"/>
                  </a:lnTo>
                  <a:lnTo>
                    <a:pt x="2417941" y="414678"/>
                  </a:lnTo>
                  <a:lnTo>
                    <a:pt x="2433541" y="418887"/>
                  </a:lnTo>
                  <a:lnTo>
                    <a:pt x="2449141" y="423044"/>
                  </a:lnTo>
                  <a:lnTo>
                    <a:pt x="2464740" y="427113"/>
                  </a:lnTo>
                  <a:lnTo>
                    <a:pt x="2480340" y="431059"/>
                  </a:lnTo>
                  <a:lnTo>
                    <a:pt x="2495939" y="434852"/>
                  </a:lnTo>
                  <a:lnTo>
                    <a:pt x="2511539" y="438473"/>
                  </a:lnTo>
                  <a:lnTo>
                    <a:pt x="2527139" y="441914"/>
                  </a:lnTo>
                  <a:lnTo>
                    <a:pt x="2542738" y="445175"/>
                  </a:lnTo>
                  <a:lnTo>
                    <a:pt x="2558338" y="448265"/>
                  </a:lnTo>
                  <a:lnTo>
                    <a:pt x="2573938" y="451192"/>
                  </a:lnTo>
                  <a:lnTo>
                    <a:pt x="2589537" y="453958"/>
                  </a:lnTo>
                  <a:lnTo>
                    <a:pt x="2605137" y="456580"/>
                  </a:lnTo>
                  <a:lnTo>
                    <a:pt x="2620736" y="459060"/>
                  </a:lnTo>
                  <a:lnTo>
                    <a:pt x="2636336" y="461395"/>
                  </a:lnTo>
                  <a:lnTo>
                    <a:pt x="2651936" y="463580"/>
                  </a:lnTo>
                  <a:lnTo>
                    <a:pt x="2667535" y="465610"/>
                  </a:lnTo>
                  <a:lnTo>
                    <a:pt x="2683135" y="467481"/>
                  </a:lnTo>
                  <a:lnTo>
                    <a:pt x="2698735" y="469189"/>
                  </a:lnTo>
                  <a:lnTo>
                    <a:pt x="2714334" y="470736"/>
                  </a:lnTo>
                  <a:lnTo>
                    <a:pt x="2729934" y="472126"/>
                  </a:lnTo>
                  <a:lnTo>
                    <a:pt x="2745533" y="473366"/>
                  </a:lnTo>
                  <a:lnTo>
                    <a:pt x="2761133" y="474467"/>
                  </a:lnTo>
                  <a:lnTo>
                    <a:pt x="2776733" y="475433"/>
                  </a:lnTo>
                  <a:lnTo>
                    <a:pt x="2792332" y="476283"/>
                  </a:lnTo>
                  <a:lnTo>
                    <a:pt x="2807932" y="477033"/>
                  </a:lnTo>
                  <a:lnTo>
                    <a:pt x="2823532" y="477696"/>
                  </a:lnTo>
                  <a:lnTo>
                    <a:pt x="2839131" y="478281"/>
                  </a:lnTo>
                  <a:lnTo>
                    <a:pt x="2854731" y="478799"/>
                  </a:lnTo>
                  <a:lnTo>
                    <a:pt x="2854731" y="482395"/>
                  </a:lnTo>
                  <a:lnTo>
                    <a:pt x="2839131" y="482395"/>
                  </a:lnTo>
                  <a:lnTo>
                    <a:pt x="2823532" y="482395"/>
                  </a:lnTo>
                  <a:lnTo>
                    <a:pt x="2807932" y="482395"/>
                  </a:lnTo>
                  <a:lnTo>
                    <a:pt x="2792332" y="482395"/>
                  </a:lnTo>
                  <a:lnTo>
                    <a:pt x="2776733" y="482395"/>
                  </a:lnTo>
                  <a:lnTo>
                    <a:pt x="2761133" y="482395"/>
                  </a:lnTo>
                  <a:lnTo>
                    <a:pt x="2745533" y="482395"/>
                  </a:lnTo>
                  <a:lnTo>
                    <a:pt x="2729934" y="482395"/>
                  </a:lnTo>
                  <a:lnTo>
                    <a:pt x="2714334" y="482395"/>
                  </a:lnTo>
                  <a:lnTo>
                    <a:pt x="2698735" y="482395"/>
                  </a:lnTo>
                  <a:lnTo>
                    <a:pt x="2683135" y="482395"/>
                  </a:lnTo>
                  <a:lnTo>
                    <a:pt x="2667535" y="482395"/>
                  </a:lnTo>
                  <a:lnTo>
                    <a:pt x="2651936" y="482395"/>
                  </a:lnTo>
                  <a:lnTo>
                    <a:pt x="2636336" y="482395"/>
                  </a:lnTo>
                  <a:lnTo>
                    <a:pt x="2620736" y="482395"/>
                  </a:lnTo>
                  <a:lnTo>
                    <a:pt x="2605137" y="482395"/>
                  </a:lnTo>
                  <a:lnTo>
                    <a:pt x="2589537" y="482395"/>
                  </a:lnTo>
                  <a:lnTo>
                    <a:pt x="2573938" y="482395"/>
                  </a:lnTo>
                  <a:lnTo>
                    <a:pt x="2558338" y="482395"/>
                  </a:lnTo>
                  <a:lnTo>
                    <a:pt x="2542738" y="482395"/>
                  </a:lnTo>
                  <a:lnTo>
                    <a:pt x="2527139" y="482395"/>
                  </a:lnTo>
                  <a:lnTo>
                    <a:pt x="2511539" y="482395"/>
                  </a:lnTo>
                  <a:lnTo>
                    <a:pt x="2495939" y="482395"/>
                  </a:lnTo>
                  <a:lnTo>
                    <a:pt x="2480340" y="482395"/>
                  </a:lnTo>
                  <a:lnTo>
                    <a:pt x="2464740" y="482395"/>
                  </a:lnTo>
                  <a:lnTo>
                    <a:pt x="2449141" y="482395"/>
                  </a:lnTo>
                  <a:lnTo>
                    <a:pt x="2433541" y="482395"/>
                  </a:lnTo>
                  <a:lnTo>
                    <a:pt x="2417941" y="482395"/>
                  </a:lnTo>
                  <a:lnTo>
                    <a:pt x="2402342" y="482395"/>
                  </a:lnTo>
                  <a:lnTo>
                    <a:pt x="2386742" y="482395"/>
                  </a:lnTo>
                  <a:lnTo>
                    <a:pt x="2371142" y="482395"/>
                  </a:lnTo>
                  <a:lnTo>
                    <a:pt x="2355543" y="482395"/>
                  </a:lnTo>
                  <a:lnTo>
                    <a:pt x="2339943" y="482395"/>
                  </a:lnTo>
                  <a:lnTo>
                    <a:pt x="2324344" y="482395"/>
                  </a:lnTo>
                  <a:lnTo>
                    <a:pt x="2308744" y="482395"/>
                  </a:lnTo>
                  <a:lnTo>
                    <a:pt x="2293144" y="482395"/>
                  </a:lnTo>
                  <a:lnTo>
                    <a:pt x="2277545" y="482395"/>
                  </a:lnTo>
                  <a:lnTo>
                    <a:pt x="2261945" y="482395"/>
                  </a:lnTo>
                  <a:lnTo>
                    <a:pt x="2246345" y="482395"/>
                  </a:lnTo>
                  <a:lnTo>
                    <a:pt x="2230746" y="482395"/>
                  </a:lnTo>
                  <a:lnTo>
                    <a:pt x="2215146" y="482395"/>
                  </a:lnTo>
                  <a:lnTo>
                    <a:pt x="2199547" y="482395"/>
                  </a:lnTo>
                  <a:lnTo>
                    <a:pt x="2183947" y="482395"/>
                  </a:lnTo>
                  <a:lnTo>
                    <a:pt x="2168347" y="482395"/>
                  </a:lnTo>
                  <a:lnTo>
                    <a:pt x="2152748" y="482395"/>
                  </a:lnTo>
                  <a:lnTo>
                    <a:pt x="2137148" y="482395"/>
                  </a:lnTo>
                  <a:lnTo>
                    <a:pt x="2121548" y="482395"/>
                  </a:lnTo>
                  <a:lnTo>
                    <a:pt x="2105949" y="482395"/>
                  </a:lnTo>
                  <a:lnTo>
                    <a:pt x="2090349" y="482395"/>
                  </a:lnTo>
                  <a:lnTo>
                    <a:pt x="2074750" y="482395"/>
                  </a:lnTo>
                  <a:lnTo>
                    <a:pt x="2059150" y="482395"/>
                  </a:lnTo>
                  <a:lnTo>
                    <a:pt x="2043550" y="482395"/>
                  </a:lnTo>
                  <a:lnTo>
                    <a:pt x="2027951" y="482395"/>
                  </a:lnTo>
                  <a:lnTo>
                    <a:pt x="2012351" y="482395"/>
                  </a:lnTo>
                  <a:lnTo>
                    <a:pt x="1996751" y="482395"/>
                  </a:lnTo>
                  <a:lnTo>
                    <a:pt x="1981152" y="482395"/>
                  </a:lnTo>
                  <a:lnTo>
                    <a:pt x="1965552" y="482395"/>
                  </a:lnTo>
                  <a:lnTo>
                    <a:pt x="1949953" y="482395"/>
                  </a:lnTo>
                  <a:lnTo>
                    <a:pt x="1934353" y="482395"/>
                  </a:lnTo>
                  <a:lnTo>
                    <a:pt x="1918753" y="482395"/>
                  </a:lnTo>
                  <a:lnTo>
                    <a:pt x="1903154" y="482395"/>
                  </a:lnTo>
                  <a:lnTo>
                    <a:pt x="1887554" y="482395"/>
                  </a:lnTo>
                  <a:lnTo>
                    <a:pt x="1871954" y="482395"/>
                  </a:lnTo>
                  <a:lnTo>
                    <a:pt x="1856355" y="482395"/>
                  </a:lnTo>
                  <a:lnTo>
                    <a:pt x="1840755" y="482395"/>
                  </a:lnTo>
                  <a:lnTo>
                    <a:pt x="1825156" y="482395"/>
                  </a:lnTo>
                  <a:lnTo>
                    <a:pt x="1809556" y="482395"/>
                  </a:lnTo>
                  <a:lnTo>
                    <a:pt x="1793956" y="482395"/>
                  </a:lnTo>
                  <a:lnTo>
                    <a:pt x="1778357" y="482395"/>
                  </a:lnTo>
                  <a:lnTo>
                    <a:pt x="1762757" y="482395"/>
                  </a:lnTo>
                  <a:lnTo>
                    <a:pt x="1747157" y="482395"/>
                  </a:lnTo>
                  <a:lnTo>
                    <a:pt x="1731558" y="482395"/>
                  </a:lnTo>
                  <a:lnTo>
                    <a:pt x="1715958" y="482395"/>
                  </a:lnTo>
                  <a:lnTo>
                    <a:pt x="1700359" y="482395"/>
                  </a:lnTo>
                  <a:lnTo>
                    <a:pt x="1684759" y="482395"/>
                  </a:lnTo>
                  <a:lnTo>
                    <a:pt x="1669159" y="482395"/>
                  </a:lnTo>
                  <a:lnTo>
                    <a:pt x="1653560" y="482395"/>
                  </a:lnTo>
                  <a:lnTo>
                    <a:pt x="1637960" y="482395"/>
                  </a:lnTo>
                  <a:lnTo>
                    <a:pt x="1622360" y="482395"/>
                  </a:lnTo>
                  <a:lnTo>
                    <a:pt x="1606761" y="482395"/>
                  </a:lnTo>
                  <a:lnTo>
                    <a:pt x="1591161" y="482395"/>
                  </a:lnTo>
                  <a:lnTo>
                    <a:pt x="1575562" y="482395"/>
                  </a:lnTo>
                  <a:lnTo>
                    <a:pt x="1559962" y="482395"/>
                  </a:lnTo>
                  <a:lnTo>
                    <a:pt x="1544362" y="482395"/>
                  </a:lnTo>
                  <a:lnTo>
                    <a:pt x="1528763" y="482395"/>
                  </a:lnTo>
                  <a:lnTo>
                    <a:pt x="1513163" y="482395"/>
                  </a:lnTo>
                  <a:lnTo>
                    <a:pt x="1497563" y="482395"/>
                  </a:lnTo>
                  <a:lnTo>
                    <a:pt x="1481964" y="482395"/>
                  </a:lnTo>
                  <a:lnTo>
                    <a:pt x="1466364" y="482395"/>
                  </a:lnTo>
                  <a:lnTo>
                    <a:pt x="1450765" y="482395"/>
                  </a:lnTo>
                  <a:lnTo>
                    <a:pt x="1435165" y="482395"/>
                  </a:lnTo>
                  <a:lnTo>
                    <a:pt x="1419565" y="482395"/>
                  </a:lnTo>
                  <a:lnTo>
                    <a:pt x="1403966" y="482395"/>
                  </a:lnTo>
                  <a:lnTo>
                    <a:pt x="1388366" y="482395"/>
                  </a:lnTo>
                  <a:lnTo>
                    <a:pt x="1372766" y="482395"/>
                  </a:lnTo>
                  <a:lnTo>
                    <a:pt x="1357167" y="482395"/>
                  </a:lnTo>
                  <a:lnTo>
                    <a:pt x="1341567" y="482395"/>
                  </a:lnTo>
                  <a:lnTo>
                    <a:pt x="1325968" y="482395"/>
                  </a:lnTo>
                  <a:lnTo>
                    <a:pt x="1310368" y="482395"/>
                  </a:lnTo>
                  <a:lnTo>
                    <a:pt x="1294768" y="482395"/>
                  </a:lnTo>
                  <a:lnTo>
                    <a:pt x="1279169" y="482395"/>
                  </a:lnTo>
                  <a:lnTo>
                    <a:pt x="1263569" y="482395"/>
                  </a:lnTo>
                  <a:lnTo>
                    <a:pt x="1247969" y="482395"/>
                  </a:lnTo>
                  <a:lnTo>
                    <a:pt x="1232370" y="482395"/>
                  </a:lnTo>
                  <a:lnTo>
                    <a:pt x="1216770" y="482395"/>
                  </a:lnTo>
                  <a:lnTo>
                    <a:pt x="1201171" y="482395"/>
                  </a:lnTo>
                  <a:lnTo>
                    <a:pt x="1185571" y="482395"/>
                  </a:lnTo>
                  <a:lnTo>
                    <a:pt x="1169971" y="482395"/>
                  </a:lnTo>
                  <a:lnTo>
                    <a:pt x="1154372" y="482395"/>
                  </a:lnTo>
                  <a:lnTo>
                    <a:pt x="1138772" y="482395"/>
                  </a:lnTo>
                  <a:lnTo>
                    <a:pt x="1123172" y="482395"/>
                  </a:lnTo>
                  <a:lnTo>
                    <a:pt x="1107573" y="482395"/>
                  </a:lnTo>
                  <a:lnTo>
                    <a:pt x="1091973" y="482395"/>
                  </a:lnTo>
                  <a:lnTo>
                    <a:pt x="1076374" y="482395"/>
                  </a:lnTo>
                  <a:lnTo>
                    <a:pt x="1060774" y="482395"/>
                  </a:lnTo>
                  <a:lnTo>
                    <a:pt x="1045174" y="482395"/>
                  </a:lnTo>
                  <a:lnTo>
                    <a:pt x="1029575" y="482395"/>
                  </a:lnTo>
                  <a:lnTo>
                    <a:pt x="1013975" y="482395"/>
                  </a:lnTo>
                  <a:lnTo>
                    <a:pt x="998375" y="482395"/>
                  </a:lnTo>
                  <a:lnTo>
                    <a:pt x="982776" y="482395"/>
                  </a:lnTo>
                  <a:lnTo>
                    <a:pt x="967176" y="482395"/>
                  </a:lnTo>
                  <a:lnTo>
                    <a:pt x="951577" y="482395"/>
                  </a:lnTo>
                  <a:lnTo>
                    <a:pt x="935977" y="482395"/>
                  </a:lnTo>
                  <a:lnTo>
                    <a:pt x="920377" y="482395"/>
                  </a:lnTo>
                  <a:lnTo>
                    <a:pt x="904778" y="482395"/>
                  </a:lnTo>
                  <a:lnTo>
                    <a:pt x="889178" y="482395"/>
                  </a:lnTo>
                  <a:lnTo>
                    <a:pt x="873578" y="482395"/>
                  </a:lnTo>
                  <a:lnTo>
                    <a:pt x="857979" y="482395"/>
                  </a:lnTo>
                  <a:lnTo>
                    <a:pt x="842379" y="482395"/>
                  </a:lnTo>
                  <a:lnTo>
                    <a:pt x="826780" y="482395"/>
                  </a:lnTo>
                  <a:lnTo>
                    <a:pt x="811180" y="482395"/>
                  </a:lnTo>
                  <a:lnTo>
                    <a:pt x="795580" y="482395"/>
                  </a:lnTo>
                  <a:lnTo>
                    <a:pt x="779981" y="482395"/>
                  </a:lnTo>
                  <a:lnTo>
                    <a:pt x="764381" y="482395"/>
                  </a:lnTo>
                  <a:lnTo>
                    <a:pt x="748781" y="482395"/>
                  </a:lnTo>
                  <a:lnTo>
                    <a:pt x="733182" y="482395"/>
                  </a:lnTo>
                  <a:lnTo>
                    <a:pt x="717582" y="482395"/>
                  </a:lnTo>
                  <a:lnTo>
                    <a:pt x="701983" y="482395"/>
                  </a:lnTo>
                  <a:lnTo>
                    <a:pt x="686383" y="482395"/>
                  </a:lnTo>
                  <a:lnTo>
                    <a:pt x="670783" y="482395"/>
                  </a:lnTo>
                  <a:lnTo>
                    <a:pt x="655184" y="482395"/>
                  </a:lnTo>
                  <a:lnTo>
                    <a:pt x="639584" y="482395"/>
                  </a:lnTo>
                  <a:lnTo>
                    <a:pt x="623984" y="482395"/>
                  </a:lnTo>
                  <a:lnTo>
                    <a:pt x="608385" y="482395"/>
                  </a:lnTo>
                  <a:lnTo>
                    <a:pt x="592785" y="482395"/>
                  </a:lnTo>
                  <a:lnTo>
                    <a:pt x="577186" y="482395"/>
                  </a:lnTo>
                  <a:lnTo>
                    <a:pt x="561586" y="482395"/>
                  </a:lnTo>
                  <a:lnTo>
                    <a:pt x="545986" y="482395"/>
                  </a:lnTo>
                  <a:lnTo>
                    <a:pt x="530387" y="482395"/>
                  </a:lnTo>
                  <a:lnTo>
                    <a:pt x="514787" y="482395"/>
                  </a:lnTo>
                  <a:lnTo>
                    <a:pt x="499187" y="482395"/>
                  </a:lnTo>
                  <a:lnTo>
                    <a:pt x="483588" y="482395"/>
                  </a:lnTo>
                  <a:lnTo>
                    <a:pt x="467988" y="482395"/>
                  </a:lnTo>
                  <a:lnTo>
                    <a:pt x="452389" y="482395"/>
                  </a:lnTo>
                  <a:lnTo>
                    <a:pt x="436789" y="482395"/>
                  </a:lnTo>
                  <a:lnTo>
                    <a:pt x="421189" y="482395"/>
                  </a:lnTo>
                  <a:lnTo>
                    <a:pt x="405590" y="482395"/>
                  </a:lnTo>
                  <a:lnTo>
                    <a:pt x="389990" y="482395"/>
                  </a:lnTo>
                  <a:lnTo>
                    <a:pt x="374390" y="482395"/>
                  </a:lnTo>
                  <a:lnTo>
                    <a:pt x="358791" y="482395"/>
                  </a:lnTo>
                  <a:lnTo>
                    <a:pt x="343191" y="482395"/>
                  </a:lnTo>
                  <a:lnTo>
                    <a:pt x="327592" y="482395"/>
                  </a:lnTo>
                  <a:lnTo>
                    <a:pt x="311992" y="482395"/>
                  </a:lnTo>
                  <a:lnTo>
                    <a:pt x="296392" y="482395"/>
                  </a:lnTo>
                  <a:lnTo>
                    <a:pt x="280793" y="482395"/>
                  </a:lnTo>
                  <a:lnTo>
                    <a:pt x="265193" y="482395"/>
                  </a:lnTo>
                  <a:lnTo>
                    <a:pt x="249593" y="482395"/>
                  </a:lnTo>
                  <a:lnTo>
                    <a:pt x="233994" y="482395"/>
                  </a:lnTo>
                  <a:lnTo>
                    <a:pt x="218394" y="482395"/>
                  </a:lnTo>
                  <a:lnTo>
                    <a:pt x="202795" y="482395"/>
                  </a:lnTo>
                  <a:lnTo>
                    <a:pt x="187195" y="482395"/>
                  </a:lnTo>
                  <a:lnTo>
                    <a:pt x="171595" y="482395"/>
                  </a:lnTo>
                  <a:lnTo>
                    <a:pt x="155996" y="482395"/>
                  </a:lnTo>
                  <a:lnTo>
                    <a:pt x="140396" y="482395"/>
                  </a:lnTo>
                  <a:lnTo>
                    <a:pt x="124796" y="482395"/>
                  </a:lnTo>
                  <a:lnTo>
                    <a:pt x="109197" y="482395"/>
                  </a:lnTo>
                  <a:lnTo>
                    <a:pt x="93597" y="482395"/>
                  </a:lnTo>
                  <a:lnTo>
                    <a:pt x="77998" y="482395"/>
                  </a:lnTo>
                  <a:lnTo>
                    <a:pt x="62398" y="482395"/>
                  </a:lnTo>
                  <a:lnTo>
                    <a:pt x="46798" y="482395"/>
                  </a:lnTo>
                  <a:lnTo>
                    <a:pt x="31199" y="482395"/>
                  </a:lnTo>
                  <a:lnTo>
                    <a:pt x="15599" y="482395"/>
                  </a:lnTo>
                  <a:lnTo>
                    <a:pt x="0" y="482395"/>
                  </a:lnTo>
                  <a:close/>
                </a:path>
              </a:pathLst>
            </a:custGeom>
            <a:solidFill>
              <a:srgbClr val="7FC7C0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522700" y="3707539"/>
              <a:ext cx="2854731" cy="478799"/>
            </a:xfrm>
            <a:custGeom>
              <a:avLst/>
              <a:pathLst>
                <a:path w="2854731" h="478799">
                  <a:moveTo>
                    <a:pt x="0" y="478363"/>
                  </a:moveTo>
                  <a:lnTo>
                    <a:pt x="15599" y="477804"/>
                  </a:lnTo>
                  <a:lnTo>
                    <a:pt x="31199" y="477196"/>
                  </a:lnTo>
                  <a:lnTo>
                    <a:pt x="46798" y="476548"/>
                  </a:lnTo>
                  <a:lnTo>
                    <a:pt x="62398" y="475869"/>
                  </a:lnTo>
                  <a:lnTo>
                    <a:pt x="77998" y="475167"/>
                  </a:lnTo>
                  <a:lnTo>
                    <a:pt x="93597" y="474451"/>
                  </a:lnTo>
                  <a:lnTo>
                    <a:pt x="109197" y="473731"/>
                  </a:lnTo>
                  <a:lnTo>
                    <a:pt x="124796" y="473014"/>
                  </a:lnTo>
                  <a:lnTo>
                    <a:pt x="140396" y="472310"/>
                  </a:lnTo>
                  <a:lnTo>
                    <a:pt x="155996" y="471626"/>
                  </a:lnTo>
                  <a:lnTo>
                    <a:pt x="171595" y="470967"/>
                  </a:lnTo>
                  <a:lnTo>
                    <a:pt x="187195" y="470332"/>
                  </a:lnTo>
                  <a:lnTo>
                    <a:pt x="202795" y="469714"/>
                  </a:lnTo>
                  <a:lnTo>
                    <a:pt x="218394" y="469097"/>
                  </a:lnTo>
                  <a:lnTo>
                    <a:pt x="233994" y="468453"/>
                  </a:lnTo>
                  <a:lnTo>
                    <a:pt x="249593" y="467749"/>
                  </a:lnTo>
                  <a:lnTo>
                    <a:pt x="265193" y="466945"/>
                  </a:lnTo>
                  <a:lnTo>
                    <a:pt x="280793" y="466003"/>
                  </a:lnTo>
                  <a:lnTo>
                    <a:pt x="296392" y="464881"/>
                  </a:lnTo>
                  <a:lnTo>
                    <a:pt x="311992" y="463540"/>
                  </a:lnTo>
                  <a:lnTo>
                    <a:pt x="327592" y="461949"/>
                  </a:lnTo>
                  <a:lnTo>
                    <a:pt x="343191" y="460079"/>
                  </a:lnTo>
                  <a:lnTo>
                    <a:pt x="358791" y="457907"/>
                  </a:lnTo>
                  <a:lnTo>
                    <a:pt x="374390" y="455420"/>
                  </a:lnTo>
                  <a:lnTo>
                    <a:pt x="389990" y="452610"/>
                  </a:lnTo>
                  <a:lnTo>
                    <a:pt x="405590" y="449471"/>
                  </a:lnTo>
                  <a:lnTo>
                    <a:pt x="421189" y="446001"/>
                  </a:lnTo>
                  <a:lnTo>
                    <a:pt x="436789" y="442244"/>
                  </a:lnTo>
                  <a:lnTo>
                    <a:pt x="452389" y="438232"/>
                  </a:lnTo>
                  <a:lnTo>
                    <a:pt x="467988" y="433997"/>
                  </a:lnTo>
                  <a:lnTo>
                    <a:pt x="483588" y="429572"/>
                  </a:lnTo>
                  <a:lnTo>
                    <a:pt x="499187" y="424983"/>
                  </a:lnTo>
                  <a:lnTo>
                    <a:pt x="514787" y="420245"/>
                  </a:lnTo>
                  <a:lnTo>
                    <a:pt x="530387" y="415360"/>
                  </a:lnTo>
                  <a:lnTo>
                    <a:pt x="545986" y="410314"/>
                  </a:lnTo>
                  <a:lnTo>
                    <a:pt x="561586" y="405085"/>
                  </a:lnTo>
                  <a:lnTo>
                    <a:pt x="577186" y="399644"/>
                  </a:lnTo>
                  <a:lnTo>
                    <a:pt x="592785" y="393967"/>
                  </a:lnTo>
                  <a:lnTo>
                    <a:pt x="608385" y="388027"/>
                  </a:lnTo>
                  <a:lnTo>
                    <a:pt x="623984" y="381840"/>
                  </a:lnTo>
                  <a:lnTo>
                    <a:pt x="639584" y="375454"/>
                  </a:lnTo>
                  <a:lnTo>
                    <a:pt x="655184" y="368920"/>
                  </a:lnTo>
                  <a:lnTo>
                    <a:pt x="670783" y="362304"/>
                  </a:lnTo>
                  <a:lnTo>
                    <a:pt x="686383" y="355662"/>
                  </a:lnTo>
                  <a:lnTo>
                    <a:pt x="701983" y="349037"/>
                  </a:lnTo>
                  <a:lnTo>
                    <a:pt x="717582" y="342441"/>
                  </a:lnTo>
                  <a:lnTo>
                    <a:pt x="733182" y="335851"/>
                  </a:lnTo>
                  <a:lnTo>
                    <a:pt x="748781" y="329207"/>
                  </a:lnTo>
                  <a:lnTo>
                    <a:pt x="764381" y="322416"/>
                  </a:lnTo>
                  <a:lnTo>
                    <a:pt x="779981" y="315363"/>
                  </a:lnTo>
                  <a:lnTo>
                    <a:pt x="795580" y="307932"/>
                  </a:lnTo>
                  <a:lnTo>
                    <a:pt x="811180" y="299968"/>
                  </a:lnTo>
                  <a:lnTo>
                    <a:pt x="826780" y="291447"/>
                  </a:lnTo>
                  <a:lnTo>
                    <a:pt x="842379" y="282367"/>
                  </a:lnTo>
                  <a:lnTo>
                    <a:pt x="857979" y="272779"/>
                  </a:lnTo>
                  <a:lnTo>
                    <a:pt x="873578" y="262782"/>
                  </a:lnTo>
                  <a:lnTo>
                    <a:pt x="889178" y="252516"/>
                  </a:lnTo>
                  <a:lnTo>
                    <a:pt x="904778" y="242140"/>
                  </a:lnTo>
                  <a:lnTo>
                    <a:pt x="920377" y="231819"/>
                  </a:lnTo>
                  <a:lnTo>
                    <a:pt x="935977" y="221699"/>
                  </a:lnTo>
                  <a:lnTo>
                    <a:pt x="951577" y="211896"/>
                  </a:lnTo>
                  <a:lnTo>
                    <a:pt x="967176" y="202482"/>
                  </a:lnTo>
                  <a:lnTo>
                    <a:pt x="982776" y="193480"/>
                  </a:lnTo>
                  <a:lnTo>
                    <a:pt x="998375" y="184875"/>
                  </a:lnTo>
                  <a:lnTo>
                    <a:pt x="1013975" y="176606"/>
                  </a:lnTo>
                  <a:lnTo>
                    <a:pt x="1029575" y="168561"/>
                  </a:lnTo>
                  <a:lnTo>
                    <a:pt x="1045174" y="160659"/>
                  </a:lnTo>
                  <a:lnTo>
                    <a:pt x="1060774" y="152835"/>
                  </a:lnTo>
                  <a:lnTo>
                    <a:pt x="1076374" y="145061"/>
                  </a:lnTo>
                  <a:lnTo>
                    <a:pt x="1091973" y="137344"/>
                  </a:lnTo>
                  <a:lnTo>
                    <a:pt x="1107573" y="129731"/>
                  </a:lnTo>
                  <a:lnTo>
                    <a:pt x="1123172" y="122302"/>
                  </a:lnTo>
                  <a:lnTo>
                    <a:pt x="1138772" y="115152"/>
                  </a:lnTo>
                  <a:lnTo>
                    <a:pt x="1154372" y="108375"/>
                  </a:lnTo>
                  <a:lnTo>
                    <a:pt x="1169971" y="102047"/>
                  </a:lnTo>
                  <a:lnTo>
                    <a:pt x="1185571" y="96208"/>
                  </a:lnTo>
                  <a:lnTo>
                    <a:pt x="1201171" y="90873"/>
                  </a:lnTo>
                  <a:lnTo>
                    <a:pt x="1216770" y="85950"/>
                  </a:lnTo>
                  <a:lnTo>
                    <a:pt x="1232370" y="81313"/>
                  </a:lnTo>
                  <a:lnTo>
                    <a:pt x="1247969" y="76836"/>
                  </a:lnTo>
                  <a:lnTo>
                    <a:pt x="1263569" y="72398"/>
                  </a:lnTo>
                  <a:lnTo>
                    <a:pt x="1279169" y="67903"/>
                  </a:lnTo>
                  <a:lnTo>
                    <a:pt x="1294768" y="63297"/>
                  </a:lnTo>
                  <a:lnTo>
                    <a:pt x="1310368" y="58567"/>
                  </a:lnTo>
                  <a:lnTo>
                    <a:pt x="1325968" y="53741"/>
                  </a:lnTo>
                  <a:lnTo>
                    <a:pt x="1341567" y="48873"/>
                  </a:lnTo>
                  <a:lnTo>
                    <a:pt x="1357167" y="44033"/>
                  </a:lnTo>
                  <a:lnTo>
                    <a:pt x="1372766" y="39283"/>
                  </a:lnTo>
                  <a:lnTo>
                    <a:pt x="1388366" y="34669"/>
                  </a:lnTo>
                  <a:lnTo>
                    <a:pt x="1403966" y="30230"/>
                  </a:lnTo>
                  <a:lnTo>
                    <a:pt x="1419565" y="25951"/>
                  </a:lnTo>
                  <a:lnTo>
                    <a:pt x="1435165" y="21824"/>
                  </a:lnTo>
                  <a:lnTo>
                    <a:pt x="1450765" y="17850"/>
                  </a:lnTo>
                  <a:lnTo>
                    <a:pt x="1466364" y="14053"/>
                  </a:lnTo>
                  <a:lnTo>
                    <a:pt x="1481964" y="10486"/>
                  </a:lnTo>
                  <a:lnTo>
                    <a:pt x="1497563" y="7236"/>
                  </a:lnTo>
                  <a:lnTo>
                    <a:pt x="1513163" y="4420"/>
                  </a:lnTo>
                  <a:lnTo>
                    <a:pt x="1528763" y="2178"/>
                  </a:lnTo>
                  <a:lnTo>
                    <a:pt x="1544362" y="656"/>
                  </a:lnTo>
                  <a:lnTo>
                    <a:pt x="1559962" y="0"/>
                  </a:lnTo>
                  <a:lnTo>
                    <a:pt x="1575562" y="331"/>
                  </a:lnTo>
                  <a:lnTo>
                    <a:pt x="1591161" y="1790"/>
                  </a:lnTo>
                  <a:lnTo>
                    <a:pt x="1606761" y="4455"/>
                  </a:lnTo>
                  <a:lnTo>
                    <a:pt x="1622360" y="8271"/>
                  </a:lnTo>
                  <a:lnTo>
                    <a:pt x="1637960" y="13208"/>
                  </a:lnTo>
                  <a:lnTo>
                    <a:pt x="1653560" y="19201"/>
                  </a:lnTo>
                  <a:lnTo>
                    <a:pt x="1669159" y="26159"/>
                  </a:lnTo>
                  <a:lnTo>
                    <a:pt x="1684759" y="33968"/>
                  </a:lnTo>
                  <a:lnTo>
                    <a:pt x="1700359" y="42492"/>
                  </a:lnTo>
                  <a:lnTo>
                    <a:pt x="1715958" y="51584"/>
                  </a:lnTo>
                  <a:lnTo>
                    <a:pt x="1731558" y="61082"/>
                  </a:lnTo>
                  <a:lnTo>
                    <a:pt x="1747157" y="70824"/>
                  </a:lnTo>
                  <a:lnTo>
                    <a:pt x="1762757" y="80649"/>
                  </a:lnTo>
                  <a:lnTo>
                    <a:pt x="1778357" y="90411"/>
                  </a:lnTo>
                  <a:lnTo>
                    <a:pt x="1793956" y="99965"/>
                  </a:lnTo>
                  <a:lnTo>
                    <a:pt x="1809556" y="109223"/>
                  </a:lnTo>
                  <a:lnTo>
                    <a:pt x="1825156" y="118149"/>
                  </a:lnTo>
                  <a:lnTo>
                    <a:pt x="1840755" y="126738"/>
                  </a:lnTo>
                  <a:lnTo>
                    <a:pt x="1856355" y="135022"/>
                  </a:lnTo>
                  <a:lnTo>
                    <a:pt x="1871954" y="143061"/>
                  </a:lnTo>
                  <a:lnTo>
                    <a:pt x="1887554" y="150934"/>
                  </a:lnTo>
                  <a:lnTo>
                    <a:pt x="1903154" y="158730"/>
                  </a:lnTo>
                  <a:lnTo>
                    <a:pt x="1918753" y="166544"/>
                  </a:lnTo>
                  <a:lnTo>
                    <a:pt x="1934353" y="174463"/>
                  </a:lnTo>
                  <a:lnTo>
                    <a:pt x="1949953" y="182572"/>
                  </a:lnTo>
                  <a:lnTo>
                    <a:pt x="1965552" y="190944"/>
                  </a:lnTo>
                  <a:lnTo>
                    <a:pt x="1981152" y="199645"/>
                  </a:lnTo>
                  <a:lnTo>
                    <a:pt x="1996751" y="208748"/>
                  </a:lnTo>
                  <a:lnTo>
                    <a:pt x="2012351" y="218243"/>
                  </a:lnTo>
                  <a:lnTo>
                    <a:pt x="2027951" y="228123"/>
                  </a:lnTo>
                  <a:lnTo>
                    <a:pt x="2043550" y="238348"/>
                  </a:lnTo>
                  <a:lnTo>
                    <a:pt x="2059150" y="248853"/>
                  </a:lnTo>
                  <a:lnTo>
                    <a:pt x="2074750" y="259548"/>
                  </a:lnTo>
                  <a:lnTo>
                    <a:pt x="2090349" y="270322"/>
                  </a:lnTo>
                  <a:lnTo>
                    <a:pt x="2105949" y="281059"/>
                  </a:lnTo>
                  <a:lnTo>
                    <a:pt x="2121548" y="291641"/>
                  </a:lnTo>
                  <a:lnTo>
                    <a:pt x="2137148" y="301959"/>
                  </a:lnTo>
                  <a:lnTo>
                    <a:pt x="2152748" y="311920"/>
                  </a:lnTo>
                  <a:lnTo>
                    <a:pt x="2168347" y="321450"/>
                  </a:lnTo>
                  <a:lnTo>
                    <a:pt x="2183947" y="330471"/>
                  </a:lnTo>
                  <a:lnTo>
                    <a:pt x="2199547" y="338947"/>
                  </a:lnTo>
                  <a:lnTo>
                    <a:pt x="2215146" y="346886"/>
                  </a:lnTo>
                  <a:lnTo>
                    <a:pt x="2230746" y="354288"/>
                  </a:lnTo>
                  <a:lnTo>
                    <a:pt x="2246345" y="361161"/>
                  </a:lnTo>
                  <a:lnTo>
                    <a:pt x="2261945" y="367528"/>
                  </a:lnTo>
                  <a:lnTo>
                    <a:pt x="2277545" y="373420"/>
                  </a:lnTo>
                  <a:lnTo>
                    <a:pt x="2293144" y="378882"/>
                  </a:lnTo>
                  <a:lnTo>
                    <a:pt x="2308744" y="383970"/>
                  </a:lnTo>
                  <a:lnTo>
                    <a:pt x="2324344" y="388751"/>
                  </a:lnTo>
                  <a:lnTo>
                    <a:pt x="2339943" y="393296"/>
                  </a:lnTo>
                  <a:lnTo>
                    <a:pt x="2355543" y="397680"/>
                  </a:lnTo>
                  <a:lnTo>
                    <a:pt x="2371142" y="401968"/>
                  </a:lnTo>
                  <a:lnTo>
                    <a:pt x="2386742" y="406213"/>
                  </a:lnTo>
                  <a:lnTo>
                    <a:pt x="2402342" y="410449"/>
                  </a:lnTo>
                  <a:lnTo>
                    <a:pt x="2417941" y="414678"/>
                  </a:lnTo>
                  <a:lnTo>
                    <a:pt x="2433541" y="418887"/>
                  </a:lnTo>
                  <a:lnTo>
                    <a:pt x="2449141" y="423044"/>
                  </a:lnTo>
                  <a:lnTo>
                    <a:pt x="2464740" y="427113"/>
                  </a:lnTo>
                  <a:lnTo>
                    <a:pt x="2480340" y="431059"/>
                  </a:lnTo>
                  <a:lnTo>
                    <a:pt x="2495939" y="434852"/>
                  </a:lnTo>
                  <a:lnTo>
                    <a:pt x="2511539" y="438473"/>
                  </a:lnTo>
                  <a:lnTo>
                    <a:pt x="2527139" y="441914"/>
                  </a:lnTo>
                  <a:lnTo>
                    <a:pt x="2542738" y="445175"/>
                  </a:lnTo>
                  <a:lnTo>
                    <a:pt x="2558338" y="448265"/>
                  </a:lnTo>
                  <a:lnTo>
                    <a:pt x="2573938" y="451192"/>
                  </a:lnTo>
                  <a:lnTo>
                    <a:pt x="2589537" y="453958"/>
                  </a:lnTo>
                  <a:lnTo>
                    <a:pt x="2605137" y="456580"/>
                  </a:lnTo>
                  <a:lnTo>
                    <a:pt x="2620736" y="459060"/>
                  </a:lnTo>
                  <a:lnTo>
                    <a:pt x="2636336" y="461395"/>
                  </a:lnTo>
                  <a:lnTo>
                    <a:pt x="2651936" y="463580"/>
                  </a:lnTo>
                  <a:lnTo>
                    <a:pt x="2667535" y="465610"/>
                  </a:lnTo>
                  <a:lnTo>
                    <a:pt x="2683135" y="467481"/>
                  </a:lnTo>
                  <a:lnTo>
                    <a:pt x="2698735" y="469189"/>
                  </a:lnTo>
                  <a:lnTo>
                    <a:pt x="2714334" y="470736"/>
                  </a:lnTo>
                  <a:lnTo>
                    <a:pt x="2729934" y="472126"/>
                  </a:lnTo>
                  <a:lnTo>
                    <a:pt x="2745533" y="473366"/>
                  </a:lnTo>
                  <a:lnTo>
                    <a:pt x="2761133" y="474467"/>
                  </a:lnTo>
                  <a:lnTo>
                    <a:pt x="2776733" y="475433"/>
                  </a:lnTo>
                  <a:lnTo>
                    <a:pt x="2792332" y="476283"/>
                  </a:lnTo>
                  <a:lnTo>
                    <a:pt x="2807932" y="477033"/>
                  </a:lnTo>
                  <a:lnTo>
                    <a:pt x="2823532" y="477696"/>
                  </a:lnTo>
                  <a:lnTo>
                    <a:pt x="2839131" y="478281"/>
                  </a:lnTo>
                  <a:lnTo>
                    <a:pt x="2854731" y="478799"/>
                  </a:lnTo>
                </a:path>
              </a:pathLst>
            </a:custGeom>
            <a:ln w="8130" cap="rnd">
              <a:solidFill>
                <a:srgbClr val="7FC7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3616298" y="3675920"/>
              <a:ext cx="2745533" cy="514014"/>
            </a:xfrm>
            <a:custGeom>
              <a:avLst/>
              <a:pathLst>
                <a:path w="2745533" h="514014">
                  <a:moveTo>
                    <a:pt x="0" y="509983"/>
                  </a:moveTo>
                  <a:lnTo>
                    <a:pt x="15599" y="509247"/>
                  </a:lnTo>
                  <a:lnTo>
                    <a:pt x="31199" y="508368"/>
                  </a:lnTo>
                  <a:lnTo>
                    <a:pt x="46798" y="507350"/>
                  </a:lnTo>
                  <a:lnTo>
                    <a:pt x="62398" y="506193"/>
                  </a:lnTo>
                  <a:lnTo>
                    <a:pt x="77998" y="504898"/>
                  </a:lnTo>
                  <a:lnTo>
                    <a:pt x="93597" y="503465"/>
                  </a:lnTo>
                  <a:lnTo>
                    <a:pt x="109197" y="501894"/>
                  </a:lnTo>
                  <a:lnTo>
                    <a:pt x="124796" y="500179"/>
                  </a:lnTo>
                  <a:lnTo>
                    <a:pt x="140396" y="498335"/>
                  </a:lnTo>
                  <a:lnTo>
                    <a:pt x="155996" y="496375"/>
                  </a:lnTo>
                  <a:lnTo>
                    <a:pt x="171595" y="494312"/>
                  </a:lnTo>
                  <a:lnTo>
                    <a:pt x="187195" y="492162"/>
                  </a:lnTo>
                  <a:lnTo>
                    <a:pt x="202795" y="489940"/>
                  </a:lnTo>
                  <a:lnTo>
                    <a:pt x="218394" y="487657"/>
                  </a:lnTo>
                  <a:lnTo>
                    <a:pt x="233994" y="485324"/>
                  </a:lnTo>
                  <a:lnTo>
                    <a:pt x="249593" y="482946"/>
                  </a:lnTo>
                  <a:lnTo>
                    <a:pt x="265193" y="480526"/>
                  </a:lnTo>
                  <a:lnTo>
                    <a:pt x="280793" y="478068"/>
                  </a:lnTo>
                  <a:lnTo>
                    <a:pt x="296392" y="475574"/>
                  </a:lnTo>
                  <a:lnTo>
                    <a:pt x="311992" y="473052"/>
                  </a:lnTo>
                  <a:lnTo>
                    <a:pt x="327592" y="470511"/>
                  </a:lnTo>
                  <a:lnTo>
                    <a:pt x="343191" y="467967"/>
                  </a:lnTo>
                  <a:lnTo>
                    <a:pt x="358791" y="465432"/>
                  </a:lnTo>
                  <a:lnTo>
                    <a:pt x="374390" y="462912"/>
                  </a:lnTo>
                  <a:lnTo>
                    <a:pt x="389990" y="460405"/>
                  </a:lnTo>
                  <a:lnTo>
                    <a:pt x="405590" y="457897"/>
                  </a:lnTo>
                  <a:lnTo>
                    <a:pt x="421189" y="455358"/>
                  </a:lnTo>
                  <a:lnTo>
                    <a:pt x="436789" y="452743"/>
                  </a:lnTo>
                  <a:lnTo>
                    <a:pt x="452389" y="449994"/>
                  </a:lnTo>
                  <a:lnTo>
                    <a:pt x="467988" y="447040"/>
                  </a:lnTo>
                  <a:lnTo>
                    <a:pt x="483588" y="443802"/>
                  </a:lnTo>
                  <a:lnTo>
                    <a:pt x="499187" y="440198"/>
                  </a:lnTo>
                  <a:lnTo>
                    <a:pt x="514787" y="436118"/>
                  </a:lnTo>
                  <a:lnTo>
                    <a:pt x="530387" y="431483"/>
                  </a:lnTo>
                  <a:lnTo>
                    <a:pt x="545986" y="426250"/>
                  </a:lnTo>
                  <a:lnTo>
                    <a:pt x="561586" y="420372"/>
                  </a:lnTo>
                  <a:lnTo>
                    <a:pt x="577186" y="413820"/>
                  </a:lnTo>
                  <a:lnTo>
                    <a:pt x="592785" y="406577"/>
                  </a:lnTo>
                  <a:lnTo>
                    <a:pt x="608385" y="398644"/>
                  </a:lnTo>
                  <a:lnTo>
                    <a:pt x="623984" y="390035"/>
                  </a:lnTo>
                  <a:lnTo>
                    <a:pt x="639584" y="380774"/>
                  </a:lnTo>
                  <a:lnTo>
                    <a:pt x="655184" y="370892"/>
                  </a:lnTo>
                  <a:lnTo>
                    <a:pt x="670783" y="360428"/>
                  </a:lnTo>
                  <a:lnTo>
                    <a:pt x="686383" y="349425"/>
                  </a:lnTo>
                  <a:lnTo>
                    <a:pt x="701983" y="337924"/>
                  </a:lnTo>
                  <a:lnTo>
                    <a:pt x="717582" y="325934"/>
                  </a:lnTo>
                  <a:lnTo>
                    <a:pt x="733182" y="313543"/>
                  </a:lnTo>
                  <a:lnTo>
                    <a:pt x="748781" y="300798"/>
                  </a:lnTo>
                  <a:lnTo>
                    <a:pt x="764381" y="287748"/>
                  </a:lnTo>
                  <a:lnTo>
                    <a:pt x="779981" y="274449"/>
                  </a:lnTo>
                  <a:lnTo>
                    <a:pt x="795580" y="260966"/>
                  </a:lnTo>
                  <a:lnTo>
                    <a:pt x="811180" y="247378"/>
                  </a:lnTo>
                  <a:lnTo>
                    <a:pt x="826780" y="233777"/>
                  </a:lnTo>
                  <a:lnTo>
                    <a:pt x="842379" y="220272"/>
                  </a:lnTo>
                  <a:lnTo>
                    <a:pt x="857979" y="206985"/>
                  </a:lnTo>
                  <a:lnTo>
                    <a:pt x="873578" y="194041"/>
                  </a:lnTo>
                  <a:lnTo>
                    <a:pt x="889178" y="181563"/>
                  </a:lnTo>
                  <a:lnTo>
                    <a:pt x="904778" y="169677"/>
                  </a:lnTo>
                  <a:lnTo>
                    <a:pt x="920377" y="158491"/>
                  </a:lnTo>
                  <a:lnTo>
                    <a:pt x="935977" y="148000"/>
                  </a:lnTo>
                  <a:lnTo>
                    <a:pt x="951577" y="138196"/>
                  </a:lnTo>
                  <a:lnTo>
                    <a:pt x="967176" y="129041"/>
                  </a:lnTo>
                  <a:lnTo>
                    <a:pt x="982776" y="120474"/>
                  </a:lnTo>
                  <a:lnTo>
                    <a:pt x="998375" y="112419"/>
                  </a:lnTo>
                  <a:lnTo>
                    <a:pt x="1013975" y="104805"/>
                  </a:lnTo>
                  <a:lnTo>
                    <a:pt x="1029575" y="97566"/>
                  </a:lnTo>
                  <a:lnTo>
                    <a:pt x="1045174" y="90655"/>
                  </a:lnTo>
                  <a:lnTo>
                    <a:pt x="1060774" y="84043"/>
                  </a:lnTo>
                  <a:lnTo>
                    <a:pt x="1076374" y="77720"/>
                  </a:lnTo>
                  <a:lnTo>
                    <a:pt x="1091973" y="71690"/>
                  </a:lnTo>
                  <a:lnTo>
                    <a:pt x="1107573" y="65990"/>
                  </a:lnTo>
                  <a:lnTo>
                    <a:pt x="1123172" y="60629"/>
                  </a:lnTo>
                  <a:lnTo>
                    <a:pt x="1138772" y="55610"/>
                  </a:lnTo>
                  <a:lnTo>
                    <a:pt x="1154372" y="50933"/>
                  </a:lnTo>
                  <a:lnTo>
                    <a:pt x="1169971" y="46580"/>
                  </a:lnTo>
                  <a:lnTo>
                    <a:pt x="1185571" y="42512"/>
                  </a:lnTo>
                  <a:lnTo>
                    <a:pt x="1201171" y="38670"/>
                  </a:lnTo>
                  <a:lnTo>
                    <a:pt x="1216770" y="34978"/>
                  </a:lnTo>
                  <a:lnTo>
                    <a:pt x="1232370" y="31351"/>
                  </a:lnTo>
                  <a:lnTo>
                    <a:pt x="1247969" y="27708"/>
                  </a:lnTo>
                  <a:lnTo>
                    <a:pt x="1263569" y="23988"/>
                  </a:lnTo>
                  <a:lnTo>
                    <a:pt x="1279169" y="20165"/>
                  </a:lnTo>
                  <a:lnTo>
                    <a:pt x="1294768" y="16262"/>
                  </a:lnTo>
                  <a:lnTo>
                    <a:pt x="1310368" y="12381"/>
                  </a:lnTo>
                  <a:lnTo>
                    <a:pt x="1325968" y="8686"/>
                  </a:lnTo>
                  <a:lnTo>
                    <a:pt x="1341567" y="5379"/>
                  </a:lnTo>
                  <a:lnTo>
                    <a:pt x="1357167" y="2682"/>
                  </a:lnTo>
                  <a:lnTo>
                    <a:pt x="1372766" y="821"/>
                  </a:lnTo>
                  <a:lnTo>
                    <a:pt x="1388366" y="0"/>
                  </a:lnTo>
                  <a:lnTo>
                    <a:pt x="1403966" y="386"/>
                  </a:lnTo>
                  <a:lnTo>
                    <a:pt x="1419565" y="2097"/>
                  </a:lnTo>
                  <a:lnTo>
                    <a:pt x="1435165" y="5194"/>
                  </a:lnTo>
                  <a:lnTo>
                    <a:pt x="1450765" y="9682"/>
                  </a:lnTo>
                  <a:lnTo>
                    <a:pt x="1466364" y="15515"/>
                  </a:lnTo>
                  <a:lnTo>
                    <a:pt x="1481964" y="22597"/>
                  </a:lnTo>
                  <a:lnTo>
                    <a:pt x="1497563" y="30830"/>
                  </a:lnTo>
                  <a:lnTo>
                    <a:pt x="1513163" y="40041"/>
                  </a:lnTo>
                  <a:lnTo>
                    <a:pt x="1528763" y="49977"/>
                  </a:lnTo>
                  <a:lnTo>
                    <a:pt x="1544362" y="60439"/>
                  </a:lnTo>
                  <a:lnTo>
                    <a:pt x="1559962" y="71234"/>
                  </a:lnTo>
                  <a:lnTo>
                    <a:pt x="1575562" y="82187"/>
                  </a:lnTo>
                  <a:lnTo>
                    <a:pt x="1591161" y="93151"/>
                  </a:lnTo>
                  <a:lnTo>
                    <a:pt x="1606761" y="104021"/>
                  </a:lnTo>
                  <a:lnTo>
                    <a:pt x="1622360" y="114739"/>
                  </a:lnTo>
                  <a:lnTo>
                    <a:pt x="1637960" y="125296"/>
                  </a:lnTo>
                  <a:lnTo>
                    <a:pt x="1653560" y="135722"/>
                  </a:lnTo>
                  <a:lnTo>
                    <a:pt x="1669159" y="146077"/>
                  </a:lnTo>
                  <a:lnTo>
                    <a:pt x="1684759" y="156431"/>
                  </a:lnTo>
                  <a:lnTo>
                    <a:pt x="1700359" y="166849"/>
                  </a:lnTo>
                  <a:lnTo>
                    <a:pt x="1715958" y="177359"/>
                  </a:lnTo>
                  <a:lnTo>
                    <a:pt x="1731558" y="187946"/>
                  </a:lnTo>
                  <a:lnTo>
                    <a:pt x="1747157" y="198561"/>
                  </a:lnTo>
                  <a:lnTo>
                    <a:pt x="1762757" y="209136"/>
                  </a:lnTo>
                  <a:lnTo>
                    <a:pt x="1778357" y="219594"/>
                  </a:lnTo>
                  <a:lnTo>
                    <a:pt x="1793956" y="229871"/>
                  </a:lnTo>
                  <a:lnTo>
                    <a:pt x="1809556" y="239920"/>
                  </a:lnTo>
                  <a:lnTo>
                    <a:pt x="1825156" y="249725"/>
                  </a:lnTo>
                  <a:lnTo>
                    <a:pt x="1840755" y="259297"/>
                  </a:lnTo>
                  <a:lnTo>
                    <a:pt x="1856355" y="268668"/>
                  </a:lnTo>
                  <a:lnTo>
                    <a:pt x="1871954" y="277881"/>
                  </a:lnTo>
                  <a:lnTo>
                    <a:pt x="1887554" y="286976"/>
                  </a:lnTo>
                  <a:lnTo>
                    <a:pt x="1903154" y="295978"/>
                  </a:lnTo>
                  <a:lnTo>
                    <a:pt x="1918753" y="304899"/>
                  </a:lnTo>
                  <a:lnTo>
                    <a:pt x="1934353" y="313723"/>
                  </a:lnTo>
                  <a:lnTo>
                    <a:pt x="1949953" y="322418"/>
                  </a:lnTo>
                  <a:lnTo>
                    <a:pt x="1965552" y="330947"/>
                  </a:lnTo>
                  <a:lnTo>
                    <a:pt x="1981152" y="339275"/>
                  </a:lnTo>
                  <a:lnTo>
                    <a:pt x="1996751" y="347370"/>
                  </a:lnTo>
                  <a:lnTo>
                    <a:pt x="2012351" y="355214"/>
                  </a:lnTo>
                  <a:lnTo>
                    <a:pt x="2027951" y="362801"/>
                  </a:lnTo>
                  <a:lnTo>
                    <a:pt x="2043550" y="370136"/>
                  </a:lnTo>
                  <a:lnTo>
                    <a:pt x="2059150" y="377233"/>
                  </a:lnTo>
                  <a:lnTo>
                    <a:pt x="2074750" y="384113"/>
                  </a:lnTo>
                  <a:lnTo>
                    <a:pt x="2090349" y="390788"/>
                  </a:lnTo>
                  <a:lnTo>
                    <a:pt x="2105949" y="397281"/>
                  </a:lnTo>
                  <a:lnTo>
                    <a:pt x="2121548" y="403613"/>
                  </a:lnTo>
                  <a:lnTo>
                    <a:pt x="2137148" y="409793"/>
                  </a:lnTo>
                  <a:lnTo>
                    <a:pt x="2152748" y="415822"/>
                  </a:lnTo>
                  <a:lnTo>
                    <a:pt x="2168347" y="421695"/>
                  </a:lnTo>
                  <a:lnTo>
                    <a:pt x="2183947" y="427401"/>
                  </a:lnTo>
                  <a:lnTo>
                    <a:pt x="2199547" y="432925"/>
                  </a:lnTo>
                  <a:lnTo>
                    <a:pt x="2215146" y="438249"/>
                  </a:lnTo>
                  <a:lnTo>
                    <a:pt x="2230746" y="443352"/>
                  </a:lnTo>
                  <a:lnTo>
                    <a:pt x="2246345" y="448213"/>
                  </a:lnTo>
                  <a:lnTo>
                    <a:pt x="2261945" y="452810"/>
                  </a:lnTo>
                  <a:lnTo>
                    <a:pt x="2277545" y="457125"/>
                  </a:lnTo>
                  <a:lnTo>
                    <a:pt x="2293144" y="461117"/>
                  </a:lnTo>
                  <a:lnTo>
                    <a:pt x="2308744" y="464796"/>
                  </a:lnTo>
                  <a:lnTo>
                    <a:pt x="2324344" y="468162"/>
                  </a:lnTo>
                  <a:lnTo>
                    <a:pt x="2339943" y="471220"/>
                  </a:lnTo>
                  <a:lnTo>
                    <a:pt x="2355543" y="473982"/>
                  </a:lnTo>
                  <a:lnTo>
                    <a:pt x="2371142" y="476470"/>
                  </a:lnTo>
                  <a:lnTo>
                    <a:pt x="2386742" y="478712"/>
                  </a:lnTo>
                  <a:lnTo>
                    <a:pt x="2402342" y="480746"/>
                  </a:lnTo>
                  <a:lnTo>
                    <a:pt x="2417941" y="482612"/>
                  </a:lnTo>
                  <a:lnTo>
                    <a:pt x="2433541" y="484352"/>
                  </a:lnTo>
                  <a:lnTo>
                    <a:pt x="2449141" y="486003"/>
                  </a:lnTo>
                  <a:lnTo>
                    <a:pt x="2464740" y="487597"/>
                  </a:lnTo>
                  <a:lnTo>
                    <a:pt x="2480340" y="489155"/>
                  </a:lnTo>
                  <a:lnTo>
                    <a:pt x="2495939" y="490688"/>
                  </a:lnTo>
                  <a:lnTo>
                    <a:pt x="2511539" y="492197"/>
                  </a:lnTo>
                  <a:lnTo>
                    <a:pt x="2527139" y="493677"/>
                  </a:lnTo>
                  <a:lnTo>
                    <a:pt x="2542738" y="495118"/>
                  </a:lnTo>
                  <a:lnTo>
                    <a:pt x="2558338" y="496514"/>
                  </a:lnTo>
                  <a:lnTo>
                    <a:pt x="2573938" y="497860"/>
                  </a:lnTo>
                  <a:lnTo>
                    <a:pt x="2589537" y="499155"/>
                  </a:lnTo>
                  <a:lnTo>
                    <a:pt x="2605137" y="500404"/>
                  </a:lnTo>
                  <a:lnTo>
                    <a:pt x="2620736" y="501611"/>
                  </a:lnTo>
                  <a:lnTo>
                    <a:pt x="2636336" y="502781"/>
                  </a:lnTo>
                  <a:lnTo>
                    <a:pt x="2651936" y="503918"/>
                  </a:lnTo>
                  <a:lnTo>
                    <a:pt x="2667535" y="505022"/>
                  </a:lnTo>
                  <a:lnTo>
                    <a:pt x="2683135" y="506087"/>
                  </a:lnTo>
                  <a:lnTo>
                    <a:pt x="2698735" y="507106"/>
                  </a:lnTo>
                  <a:lnTo>
                    <a:pt x="2714334" y="508070"/>
                  </a:lnTo>
                  <a:lnTo>
                    <a:pt x="2729934" y="508970"/>
                  </a:lnTo>
                  <a:lnTo>
                    <a:pt x="2745533" y="509795"/>
                  </a:lnTo>
                  <a:lnTo>
                    <a:pt x="2745533" y="514014"/>
                  </a:lnTo>
                  <a:lnTo>
                    <a:pt x="2729934" y="514014"/>
                  </a:lnTo>
                  <a:lnTo>
                    <a:pt x="2714334" y="514014"/>
                  </a:lnTo>
                  <a:lnTo>
                    <a:pt x="2698735" y="514014"/>
                  </a:lnTo>
                  <a:lnTo>
                    <a:pt x="2683135" y="514014"/>
                  </a:lnTo>
                  <a:lnTo>
                    <a:pt x="2667535" y="514014"/>
                  </a:lnTo>
                  <a:lnTo>
                    <a:pt x="2651936" y="514014"/>
                  </a:lnTo>
                  <a:lnTo>
                    <a:pt x="2636336" y="514014"/>
                  </a:lnTo>
                  <a:lnTo>
                    <a:pt x="2620736" y="514014"/>
                  </a:lnTo>
                  <a:lnTo>
                    <a:pt x="2605137" y="514014"/>
                  </a:lnTo>
                  <a:lnTo>
                    <a:pt x="2589537" y="514014"/>
                  </a:lnTo>
                  <a:lnTo>
                    <a:pt x="2573938" y="514014"/>
                  </a:lnTo>
                  <a:lnTo>
                    <a:pt x="2558338" y="514014"/>
                  </a:lnTo>
                  <a:lnTo>
                    <a:pt x="2542738" y="514014"/>
                  </a:lnTo>
                  <a:lnTo>
                    <a:pt x="2527139" y="514014"/>
                  </a:lnTo>
                  <a:lnTo>
                    <a:pt x="2511539" y="514014"/>
                  </a:lnTo>
                  <a:lnTo>
                    <a:pt x="2495939" y="514014"/>
                  </a:lnTo>
                  <a:lnTo>
                    <a:pt x="2480340" y="514014"/>
                  </a:lnTo>
                  <a:lnTo>
                    <a:pt x="2464740" y="514014"/>
                  </a:lnTo>
                  <a:lnTo>
                    <a:pt x="2449141" y="514014"/>
                  </a:lnTo>
                  <a:lnTo>
                    <a:pt x="2433541" y="514014"/>
                  </a:lnTo>
                  <a:lnTo>
                    <a:pt x="2417941" y="514014"/>
                  </a:lnTo>
                  <a:lnTo>
                    <a:pt x="2402342" y="514014"/>
                  </a:lnTo>
                  <a:lnTo>
                    <a:pt x="2386742" y="514014"/>
                  </a:lnTo>
                  <a:lnTo>
                    <a:pt x="2371142" y="514014"/>
                  </a:lnTo>
                  <a:lnTo>
                    <a:pt x="2355543" y="514014"/>
                  </a:lnTo>
                  <a:lnTo>
                    <a:pt x="2339943" y="514014"/>
                  </a:lnTo>
                  <a:lnTo>
                    <a:pt x="2324344" y="514014"/>
                  </a:lnTo>
                  <a:lnTo>
                    <a:pt x="2308744" y="514014"/>
                  </a:lnTo>
                  <a:lnTo>
                    <a:pt x="2293144" y="514014"/>
                  </a:lnTo>
                  <a:lnTo>
                    <a:pt x="2277545" y="514014"/>
                  </a:lnTo>
                  <a:lnTo>
                    <a:pt x="2261945" y="514014"/>
                  </a:lnTo>
                  <a:lnTo>
                    <a:pt x="2246345" y="514014"/>
                  </a:lnTo>
                  <a:lnTo>
                    <a:pt x="2230746" y="514014"/>
                  </a:lnTo>
                  <a:lnTo>
                    <a:pt x="2215146" y="514014"/>
                  </a:lnTo>
                  <a:lnTo>
                    <a:pt x="2199547" y="514014"/>
                  </a:lnTo>
                  <a:lnTo>
                    <a:pt x="2183947" y="514014"/>
                  </a:lnTo>
                  <a:lnTo>
                    <a:pt x="2168347" y="514014"/>
                  </a:lnTo>
                  <a:lnTo>
                    <a:pt x="2152748" y="514014"/>
                  </a:lnTo>
                  <a:lnTo>
                    <a:pt x="2137148" y="514014"/>
                  </a:lnTo>
                  <a:lnTo>
                    <a:pt x="2121548" y="514014"/>
                  </a:lnTo>
                  <a:lnTo>
                    <a:pt x="2105949" y="514014"/>
                  </a:lnTo>
                  <a:lnTo>
                    <a:pt x="2090349" y="514014"/>
                  </a:lnTo>
                  <a:lnTo>
                    <a:pt x="2074750" y="514014"/>
                  </a:lnTo>
                  <a:lnTo>
                    <a:pt x="2059150" y="514014"/>
                  </a:lnTo>
                  <a:lnTo>
                    <a:pt x="2043550" y="514014"/>
                  </a:lnTo>
                  <a:lnTo>
                    <a:pt x="2027951" y="514014"/>
                  </a:lnTo>
                  <a:lnTo>
                    <a:pt x="2012351" y="514014"/>
                  </a:lnTo>
                  <a:lnTo>
                    <a:pt x="1996751" y="514014"/>
                  </a:lnTo>
                  <a:lnTo>
                    <a:pt x="1981152" y="514014"/>
                  </a:lnTo>
                  <a:lnTo>
                    <a:pt x="1965552" y="514014"/>
                  </a:lnTo>
                  <a:lnTo>
                    <a:pt x="1949953" y="514014"/>
                  </a:lnTo>
                  <a:lnTo>
                    <a:pt x="1934353" y="514014"/>
                  </a:lnTo>
                  <a:lnTo>
                    <a:pt x="1918753" y="514014"/>
                  </a:lnTo>
                  <a:lnTo>
                    <a:pt x="1903154" y="514014"/>
                  </a:lnTo>
                  <a:lnTo>
                    <a:pt x="1887554" y="514014"/>
                  </a:lnTo>
                  <a:lnTo>
                    <a:pt x="1871954" y="514014"/>
                  </a:lnTo>
                  <a:lnTo>
                    <a:pt x="1856355" y="514014"/>
                  </a:lnTo>
                  <a:lnTo>
                    <a:pt x="1840755" y="514014"/>
                  </a:lnTo>
                  <a:lnTo>
                    <a:pt x="1825156" y="514014"/>
                  </a:lnTo>
                  <a:lnTo>
                    <a:pt x="1809556" y="514014"/>
                  </a:lnTo>
                  <a:lnTo>
                    <a:pt x="1793956" y="514014"/>
                  </a:lnTo>
                  <a:lnTo>
                    <a:pt x="1778357" y="514014"/>
                  </a:lnTo>
                  <a:lnTo>
                    <a:pt x="1762757" y="514014"/>
                  </a:lnTo>
                  <a:lnTo>
                    <a:pt x="1747157" y="514014"/>
                  </a:lnTo>
                  <a:lnTo>
                    <a:pt x="1731558" y="514014"/>
                  </a:lnTo>
                  <a:lnTo>
                    <a:pt x="1715958" y="514014"/>
                  </a:lnTo>
                  <a:lnTo>
                    <a:pt x="1700359" y="514014"/>
                  </a:lnTo>
                  <a:lnTo>
                    <a:pt x="1684759" y="514014"/>
                  </a:lnTo>
                  <a:lnTo>
                    <a:pt x="1669159" y="514014"/>
                  </a:lnTo>
                  <a:lnTo>
                    <a:pt x="1653560" y="514014"/>
                  </a:lnTo>
                  <a:lnTo>
                    <a:pt x="1637960" y="514014"/>
                  </a:lnTo>
                  <a:lnTo>
                    <a:pt x="1622360" y="514014"/>
                  </a:lnTo>
                  <a:lnTo>
                    <a:pt x="1606761" y="514014"/>
                  </a:lnTo>
                  <a:lnTo>
                    <a:pt x="1591161" y="514014"/>
                  </a:lnTo>
                  <a:lnTo>
                    <a:pt x="1575562" y="514014"/>
                  </a:lnTo>
                  <a:lnTo>
                    <a:pt x="1559962" y="514014"/>
                  </a:lnTo>
                  <a:lnTo>
                    <a:pt x="1544362" y="514014"/>
                  </a:lnTo>
                  <a:lnTo>
                    <a:pt x="1528763" y="514014"/>
                  </a:lnTo>
                  <a:lnTo>
                    <a:pt x="1513163" y="514014"/>
                  </a:lnTo>
                  <a:lnTo>
                    <a:pt x="1497563" y="514014"/>
                  </a:lnTo>
                  <a:lnTo>
                    <a:pt x="1481964" y="514014"/>
                  </a:lnTo>
                  <a:lnTo>
                    <a:pt x="1466364" y="514014"/>
                  </a:lnTo>
                  <a:lnTo>
                    <a:pt x="1450765" y="514014"/>
                  </a:lnTo>
                  <a:lnTo>
                    <a:pt x="1435165" y="514014"/>
                  </a:lnTo>
                  <a:lnTo>
                    <a:pt x="1419565" y="514014"/>
                  </a:lnTo>
                  <a:lnTo>
                    <a:pt x="1403966" y="514014"/>
                  </a:lnTo>
                  <a:lnTo>
                    <a:pt x="1388366" y="514014"/>
                  </a:lnTo>
                  <a:lnTo>
                    <a:pt x="1372766" y="514014"/>
                  </a:lnTo>
                  <a:lnTo>
                    <a:pt x="1357167" y="514014"/>
                  </a:lnTo>
                  <a:lnTo>
                    <a:pt x="1341567" y="514014"/>
                  </a:lnTo>
                  <a:lnTo>
                    <a:pt x="1325968" y="514014"/>
                  </a:lnTo>
                  <a:lnTo>
                    <a:pt x="1310368" y="514014"/>
                  </a:lnTo>
                  <a:lnTo>
                    <a:pt x="1294768" y="514014"/>
                  </a:lnTo>
                  <a:lnTo>
                    <a:pt x="1279169" y="514014"/>
                  </a:lnTo>
                  <a:lnTo>
                    <a:pt x="1263569" y="514014"/>
                  </a:lnTo>
                  <a:lnTo>
                    <a:pt x="1247969" y="514014"/>
                  </a:lnTo>
                  <a:lnTo>
                    <a:pt x="1232370" y="514014"/>
                  </a:lnTo>
                  <a:lnTo>
                    <a:pt x="1216770" y="514014"/>
                  </a:lnTo>
                  <a:lnTo>
                    <a:pt x="1201171" y="514014"/>
                  </a:lnTo>
                  <a:lnTo>
                    <a:pt x="1185571" y="514014"/>
                  </a:lnTo>
                  <a:lnTo>
                    <a:pt x="1169971" y="514014"/>
                  </a:lnTo>
                  <a:lnTo>
                    <a:pt x="1154372" y="514014"/>
                  </a:lnTo>
                  <a:lnTo>
                    <a:pt x="1138772" y="514014"/>
                  </a:lnTo>
                  <a:lnTo>
                    <a:pt x="1123172" y="514014"/>
                  </a:lnTo>
                  <a:lnTo>
                    <a:pt x="1107573" y="514014"/>
                  </a:lnTo>
                  <a:lnTo>
                    <a:pt x="1091973" y="514014"/>
                  </a:lnTo>
                  <a:lnTo>
                    <a:pt x="1076374" y="514014"/>
                  </a:lnTo>
                  <a:lnTo>
                    <a:pt x="1060774" y="514014"/>
                  </a:lnTo>
                  <a:lnTo>
                    <a:pt x="1045174" y="514014"/>
                  </a:lnTo>
                  <a:lnTo>
                    <a:pt x="1029575" y="514014"/>
                  </a:lnTo>
                  <a:lnTo>
                    <a:pt x="1013975" y="514014"/>
                  </a:lnTo>
                  <a:lnTo>
                    <a:pt x="998375" y="514014"/>
                  </a:lnTo>
                  <a:lnTo>
                    <a:pt x="982776" y="514014"/>
                  </a:lnTo>
                  <a:lnTo>
                    <a:pt x="967176" y="514014"/>
                  </a:lnTo>
                  <a:lnTo>
                    <a:pt x="951577" y="514014"/>
                  </a:lnTo>
                  <a:lnTo>
                    <a:pt x="935977" y="514014"/>
                  </a:lnTo>
                  <a:lnTo>
                    <a:pt x="920377" y="514014"/>
                  </a:lnTo>
                  <a:lnTo>
                    <a:pt x="904778" y="514014"/>
                  </a:lnTo>
                  <a:lnTo>
                    <a:pt x="889178" y="514014"/>
                  </a:lnTo>
                  <a:lnTo>
                    <a:pt x="873578" y="514014"/>
                  </a:lnTo>
                  <a:lnTo>
                    <a:pt x="857979" y="514014"/>
                  </a:lnTo>
                  <a:lnTo>
                    <a:pt x="842379" y="514014"/>
                  </a:lnTo>
                  <a:lnTo>
                    <a:pt x="826780" y="514014"/>
                  </a:lnTo>
                  <a:lnTo>
                    <a:pt x="811180" y="514014"/>
                  </a:lnTo>
                  <a:lnTo>
                    <a:pt x="795580" y="514014"/>
                  </a:lnTo>
                  <a:lnTo>
                    <a:pt x="779981" y="514014"/>
                  </a:lnTo>
                  <a:lnTo>
                    <a:pt x="764381" y="514014"/>
                  </a:lnTo>
                  <a:lnTo>
                    <a:pt x="748781" y="514014"/>
                  </a:lnTo>
                  <a:lnTo>
                    <a:pt x="733182" y="514014"/>
                  </a:lnTo>
                  <a:lnTo>
                    <a:pt x="717582" y="514014"/>
                  </a:lnTo>
                  <a:lnTo>
                    <a:pt x="701983" y="514014"/>
                  </a:lnTo>
                  <a:lnTo>
                    <a:pt x="686383" y="514014"/>
                  </a:lnTo>
                  <a:lnTo>
                    <a:pt x="670783" y="514014"/>
                  </a:lnTo>
                  <a:lnTo>
                    <a:pt x="655184" y="514014"/>
                  </a:lnTo>
                  <a:lnTo>
                    <a:pt x="639584" y="514014"/>
                  </a:lnTo>
                  <a:lnTo>
                    <a:pt x="623984" y="514014"/>
                  </a:lnTo>
                  <a:lnTo>
                    <a:pt x="608385" y="514014"/>
                  </a:lnTo>
                  <a:lnTo>
                    <a:pt x="592785" y="514014"/>
                  </a:lnTo>
                  <a:lnTo>
                    <a:pt x="577186" y="514014"/>
                  </a:lnTo>
                  <a:lnTo>
                    <a:pt x="561586" y="514014"/>
                  </a:lnTo>
                  <a:lnTo>
                    <a:pt x="545986" y="514014"/>
                  </a:lnTo>
                  <a:lnTo>
                    <a:pt x="530387" y="514014"/>
                  </a:lnTo>
                  <a:lnTo>
                    <a:pt x="514787" y="514014"/>
                  </a:lnTo>
                  <a:lnTo>
                    <a:pt x="499187" y="514014"/>
                  </a:lnTo>
                  <a:lnTo>
                    <a:pt x="483588" y="514014"/>
                  </a:lnTo>
                  <a:lnTo>
                    <a:pt x="467988" y="514014"/>
                  </a:lnTo>
                  <a:lnTo>
                    <a:pt x="452389" y="514014"/>
                  </a:lnTo>
                  <a:lnTo>
                    <a:pt x="436789" y="514014"/>
                  </a:lnTo>
                  <a:lnTo>
                    <a:pt x="421189" y="514014"/>
                  </a:lnTo>
                  <a:lnTo>
                    <a:pt x="405590" y="514014"/>
                  </a:lnTo>
                  <a:lnTo>
                    <a:pt x="389990" y="514014"/>
                  </a:lnTo>
                  <a:lnTo>
                    <a:pt x="374390" y="514014"/>
                  </a:lnTo>
                  <a:lnTo>
                    <a:pt x="358791" y="514014"/>
                  </a:lnTo>
                  <a:lnTo>
                    <a:pt x="343191" y="514014"/>
                  </a:lnTo>
                  <a:lnTo>
                    <a:pt x="327592" y="514014"/>
                  </a:lnTo>
                  <a:lnTo>
                    <a:pt x="311992" y="514014"/>
                  </a:lnTo>
                  <a:lnTo>
                    <a:pt x="296392" y="514014"/>
                  </a:lnTo>
                  <a:lnTo>
                    <a:pt x="280793" y="514014"/>
                  </a:lnTo>
                  <a:lnTo>
                    <a:pt x="265193" y="514014"/>
                  </a:lnTo>
                  <a:lnTo>
                    <a:pt x="249593" y="514014"/>
                  </a:lnTo>
                  <a:lnTo>
                    <a:pt x="233994" y="514014"/>
                  </a:lnTo>
                  <a:lnTo>
                    <a:pt x="218394" y="514014"/>
                  </a:lnTo>
                  <a:lnTo>
                    <a:pt x="202795" y="514014"/>
                  </a:lnTo>
                  <a:lnTo>
                    <a:pt x="187195" y="514014"/>
                  </a:lnTo>
                  <a:lnTo>
                    <a:pt x="171595" y="514014"/>
                  </a:lnTo>
                  <a:lnTo>
                    <a:pt x="155996" y="514014"/>
                  </a:lnTo>
                  <a:lnTo>
                    <a:pt x="140396" y="514014"/>
                  </a:lnTo>
                  <a:lnTo>
                    <a:pt x="124796" y="514014"/>
                  </a:lnTo>
                  <a:lnTo>
                    <a:pt x="109197" y="514014"/>
                  </a:lnTo>
                  <a:lnTo>
                    <a:pt x="93597" y="514014"/>
                  </a:lnTo>
                  <a:lnTo>
                    <a:pt x="77998" y="514014"/>
                  </a:lnTo>
                  <a:lnTo>
                    <a:pt x="62398" y="514014"/>
                  </a:lnTo>
                  <a:lnTo>
                    <a:pt x="46798" y="514014"/>
                  </a:lnTo>
                  <a:lnTo>
                    <a:pt x="31199" y="514014"/>
                  </a:lnTo>
                  <a:lnTo>
                    <a:pt x="15599" y="514014"/>
                  </a:lnTo>
                  <a:lnTo>
                    <a:pt x="0" y="514014"/>
                  </a:lnTo>
                  <a:close/>
                </a:path>
              </a:pathLst>
            </a:custGeom>
            <a:solidFill>
              <a:srgbClr val="B2ABD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616298" y="3675920"/>
              <a:ext cx="2745533" cy="509983"/>
            </a:xfrm>
            <a:custGeom>
              <a:avLst/>
              <a:pathLst>
                <a:path w="2745533" h="509983">
                  <a:moveTo>
                    <a:pt x="0" y="509983"/>
                  </a:moveTo>
                  <a:lnTo>
                    <a:pt x="15599" y="509247"/>
                  </a:lnTo>
                  <a:lnTo>
                    <a:pt x="31199" y="508368"/>
                  </a:lnTo>
                  <a:lnTo>
                    <a:pt x="46798" y="507350"/>
                  </a:lnTo>
                  <a:lnTo>
                    <a:pt x="62398" y="506193"/>
                  </a:lnTo>
                  <a:lnTo>
                    <a:pt x="77998" y="504898"/>
                  </a:lnTo>
                  <a:lnTo>
                    <a:pt x="93597" y="503465"/>
                  </a:lnTo>
                  <a:lnTo>
                    <a:pt x="109197" y="501894"/>
                  </a:lnTo>
                  <a:lnTo>
                    <a:pt x="124796" y="500179"/>
                  </a:lnTo>
                  <a:lnTo>
                    <a:pt x="140396" y="498335"/>
                  </a:lnTo>
                  <a:lnTo>
                    <a:pt x="155996" y="496375"/>
                  </a:lnTo>
                  <a:lnTo>
                    <a:pt x="171595" y="494312"/>
                  </a:lnTo>
                  <a:lnTo>
                    <a:pt x="187195" y="492162"/>
                  </a:lnTo>
                  <a:lnTo>
                    <a:pt x="202795" y="489940"/>
                  </a:lnTo>
                  <a:lnTo>
                    <a:pt x="218394" y="487657"/>
                  </a:lnTo>
                  <a:lnTo>
                    <a:pt x="233994" y="485324"/>
                  </a:lnTo>
                  <a:lnTo>
                    <a:pt x="249593" y="482946"/>
                  </a:lnTo>
                  <a:lnTo>
                    <a:pt x="265193" y="480526"/>
                  </a:lnTo>
                  <a:lnTo>
                    <a:pt x="280793" y="478068"/>
                  </a:lnTo>
                  <a:lnTo>
                    <a:pt x="296392" y="475574"/>
                  </a:lnTo>
                  <a:lnTo>
                    <a:pt x="311992" y="473052"/>
                  </a:lnTo>
                  <a:lnTo>
                    <a:pt x="327592" y="470511"/>
                  </a:lnTo>
                  <a:lnTo>
                    <a:pt x="343191" y="467967"/>
                  </a:lnTo>
                  <a:lnTo>
                    <a:pt x="358791" y="465432"/>
                  </a:lnTo>
                  <a:lnTo>
                    <a:pt x="374390" y="462912"/>
                  </a:lnTo>
                  <a:lnTo>
                    <a:pt x="389990" y="460405"/>
                  </a:lnTo>
                  <a:lnTo>
                    <a:pt x="405590" y="457897"/>
                  </a:lnTo>
                  <a:lnTo>
                    <a:pt x="421189" y="455358"/>
                  </a:lnTo>
                  <a:lnTo>
                    <a:pt x="436789" y="452743"/>
                  </a:lnTo>
                  <a:lnTo>
                    <a:pt x="452389" y="449994"/>
                  </a:lnTo>
                  <a:lnTo>
                    <a:pt x="467988" y="447040"/>
                  </a:lnTo>
                  <a:lnTo>
                    <a:pt x="483588" y="443802"/>
                  </a:lnTo>
                  <a:lnTo>
                    <a:pt x="499187" y="440198"/>
                  </a:lnTo>
                  <a:lnTo>
                    <a:pt x="514787" y="436118"/>
                  </a:lnTo>
                  <a:lnTo>
                    <a:pt x="530387" y="431483"/>
                  </a:lnTo>
                  <a:lnTo>
                    <a:pt x="545986" y="426250"/>
                  </a:lnTo>
                  <a:lnTo>
                    <a:pt x="561586" y="420372"/>
                  </a:lnTo>
                  <a:lnTo>
                    <a:pt x="577186" y="413820"/>
                  </a:lnTo>
                  <a:lnTo>
                    <a:pt x="592785" y="406577"/>
                  </a:lnTo>
                  <a:lnTo>
                    <a:pt x="608385" y="398644"/>
                  </a:lnTo>
                  <a:lnTo>
                    <a:pt x="623984" y="390035"/>
                  </a:lnTo>
                  <a:lnTo>
                    <a:pt x="639584" y="380774"/>
                  </a:lnTo>
                  <a:lnTo>
                    <a:pt x="655184" y="370892"/>
                  </a:lnTo>
                  <a:lnTo>
                    <a:pt x="670783" y="360428"/>
                  </a:lnTo>
                  <a:lnTo>
                    <a:pt x="686383" y="349425"/>
                  </a:lnTo>
                  <a:lnTo>
                    <a:pt x="701983" y="337924"/>
                  </a:lnTo>
                  <a:lnTo>
                    <a:pt x="717582" y="325934"/>
                  </a:lnTo>
                  <a:lnTo>
                    <a:pt x="733182" y="313543"/>
                  </a:lnTo>
                  <a:lnTo>
                    <a:pt x="748781" y="300798"/>
                  </a:lnTo>
                  <a:lnTo>
                    <a:pt x="764381" y="287748"/>
                  </a:lnTo>
                  <a:lnTo>
                    <a:pt x="779981" y="274449"/>
                  </a:lnTo>
                  <a:lnTo>
                    <a:pt x="795580" y="260966"/>
                  </a:lnTo>
                  <a:lnTo>
                    <a:pt x="811180" y="247378"/>
                  </a:lnTo>
                  <a:lnTo>
                    <a:pt x="826780" y="233777"/>
                  </a:lnTo>
                  <a:lnTo>
                    <a:pt x="842379" y="220272"/>
                  </a:lnTo>
                  <a:lnTo>
                    <a:pt x="857979" y="206985"/>
                  </a:lnTo>
                  <a:lnTo>
                    <a:pt x="873578" y="194041"/>
                  </a:lnTo>
                  <a:lnTo>
                    <a:pt x="889178" y="181563"/>
                  </a:lnTo>
                  <a:lnTo>
                    <a:pt x="904778" y="169677"/>
                  </a:lnTo>
                  <a:lnTo>
                    <a:pt x="920377" y="158491"/>
                  </a:lnTo>
                  <a:lnTo>
                    <a:pt x="935977" y="148000"/>
                  </a:lnTo>
                  <a:lnTo>
                    <a:pt x="951577" y="138196"/>
                  </a:lnTo>
                  <a:lnTo>
                    <a:pt x="967176" y="129041"/>
                  </a:lnTo>
                  <a:lnTo>
                    <a:pt x="982776" y="120474"/>
                  </a:lnTo>
                  <a:lnTo>
                    <a:pt x="998375" y="112419"/>
                  </a:lnTo>
                  <a:lnTo>
                    <a:pt x="1013975" y="104805"/>
                  </a:lnTo>
                  <a:lnTo>
                    <a:pt x="1029575" y="97566"/>
                  </a:lnTo>
                  <a:lnTo>
                    <a:pt x="1045174" y="90655"/>
                  </a:lnTo>
                  <a:lnTo>
                    <a:pt x="1060774" y="84043"/>
                  </a:lnTo>
                  <a:lnTo>
                    <a:pt x="1076374" y="77720"/>
                  </a:lnTo>
                  <a:lnTo>
                    <a:pt x="1091973" y="71690"/>
                  </a:lnTo>
                  <a:lnTo>
                    <a:pt x="1107573" y="65990"/>
                  </a:lnTo>
                  <a:lnTo>
                    <a:pt x="1123172" y="60629"/>
                  </a:lnTo>
                  <a:lnTo>
                    <a:pt x="1138772" y="55610"/>
                  </a:lnTo>
                  <a:lnTo>
                    <a:pt x="1154372" y="50933"/>
                  </a:lnTo>
                  <a:lnTo>
                    <a:pt x="1169971" y="46580"/>
                  </a:lnTo>
                  <a:lnTo>
                    <a:pt x="1185571" y="42512"/>
                  </a:lnTo>
                  <a:lnTo>
                    <a:pt x="1201171" y="38670"/>
                  </a:lnTo>
                  <a:lnTo>
                    <a:pt x="1216770" y="34978"/>
                  </a:lnTo>
                  <a:lnTo>
                    <a:pt x="1232370" y="31351"/>
                  </a:lnTo>
                  <a:lnTo>
                    <a:pt x="1247969" y="27708"/>
                  </a:lnTo>
                  <a:lnTo>
                    <a:pt x="1263569" y="23988"/>
                  </a:lnTo>
                  <a:lnTo>
                    <a:pt x="1279169" y="20165"/>
                  </a:lnTo>
                  <a:lnTo>
                    <a:pt x="1294768" y="16262"/>
                  </a:lnTo>
                  <a:lnTo>
                    <a:pt x="1310368" y="12381"/>
                  </a:lnTo>
                  <a:lnTo>
                    <a:pt x="1325968" y="8686"/>
                  </a:lnTo>
                  <a:lnTo>
                    <a:pt x="1341567" y="5379"/>
                  </a:lnTo>
                  <a:lnTo>
                    <a:pt x="1357167" y="2682"/>
                  </a:lnTo>
                  <a:lnTo>
                    <a:pt x="1372766" y="821"/>
                  </a:lnTo>
                  <a:lnTo>
                    <a:pt x="1388366" y="0"/>
                  </a:lnTo>
                  <a:lnTo>
                    <a:pt x="1403966" y="386"/>
                  </a:lnTo>
                  <a:lnTo>
                    <a:pt x="1419565" y="2097"/>
                  </a:lnTo>
                  <a:lnTo>
                    <a:pt x="1435165" y="5194"/>
                  </a:lnTo>
                  <a:lnTo>
                    <a:pt x="1450765" y="9682"/>
                  </a:lnTo>
                  <a:lnTo>
                    <a:pt x="1466364" y="15515"/>
                  </a:lnTo>
                  <a:lnTo>
                    <a:pt x="1481964" y="22597"/>
                  </a:lnTo>
                  <a:lnTo>
                    <a:pt x="1497563" y="30830"/>
                  </a:lnTo>
                  <a:lnTo>
                    <a:pt x="1513163" y="40041"/>
                  </a:lnTo>
                  <a:lnTo>
                    <a:pt x="1528763" y="49977"/>
                  </a:lnTo>
                  <a:lnTo>
                    <a:pt x="1544362" y="60439"/>
                  </a:lnTo>
                  <a:lnTo>
                    <a:pt x="1559962" y="71234"/>
                  </a:lnTo>
                  <a:lnTo>
                    <a:pt x="1575562" y="82187"/>
                  </a:lnTo>
                  <a:lnTo>
                    <a:pt x="1591161" y="93151"/>
                  </a:lnTo>
                  <a:lnTo>
                    <a:pt x="1606761" y="104021"/>
                  </a:lnTo>
                  <a:lnTo>
                    <a:pt x="1622360" y="114739"/>
                  </a:lnTo>
                  <a:lnTo>
                    <a:pt x="1637960" y="125296"/>
                  </a:lnTo>
                  <a:lnTo>
                    <a:pt x="1653560" y="135722"/>
                  </a:lnTo>
                  <a:lnTo>
                    <a:pt x="1669159" y="146077"/>
                  </a:lnTo>
                  <a:lnTo>
                    <a:pt x="1684759" y="156431"/>
                  </a:lnTo>
                  <a:lnTo>
                    <a:pt x="1700359" y="166849"/>
                  </a:lnTo>
                  <a:lnTo>
                    <a:pt x="1715958" y="177359"/>
                  </a:lnTo>
                  <a:lnTo>
                    <a:pt x="1731558" y="187946"/>
                  </a:lnTo>
                  <a:lnTo>
                    <a:pt x="1747157" y="198561"/>
                  </a:lnTo>
                  <a:lnTo>
                    <a:pt x="1762757" y="209136"/>
                  </a:lnTo>
                  <a:lnTo>
                    <a:pt x="1778357" y="219594"/>
                  </a:lnTo>
                  <a:lnTo>
                    <a:pt x="1793956" y="229871"/>
                  </a:lnTo>
                  <a:lnTo>
                    <a:pt x="1809556" y="239920"/>
                  </a:lnTo>
                  <a:lnTo>
                    <a:pt x="1825156" y="249725"/>
                  </a:lnTo>
                  <a:lnTo>
                    <a:pt x="1840755" y="259297"/>
                  </a:lnTo>
                  <a:lnTo>
                    <a:pt x="1856355" y="268668"/>
                  </a:lnTo>
                  <a:lnTo>
                    <a:pt x="1871954" y="277881"/>
                  </a:lnTo>
                  <a:lnTo>
                    <a:pt x="1887554" y="286976"/>
                  </a:lnTo>
                  <a:lnTo>
                    <a:pt x="1903154" y="295978"/>
                  </a:lnTo>
                  <a:lnTo>
                    <a:pt x="1918753" y="304899"/>
                  </a:lnTo>
                  <a:lnTo>
                    <a:pt x="1934353" y="313723"/>
                  </a:lnTo>
                  <a:lnTo>
                    <a:pt x="1949953" y="322418"/>
                  </a:lnTo>
                  <a:lnTo>
                    <a:pt x="1965552" y="330947"/>
                  </a:lnTo>
                  <a:lnTo>
                    <a:pt x="1981152" y="339275"/>
                  </a:lnTo>
                  <a:lnTo>
                    <a:pt x="1996751" y="347370"/>
                  </a:lnTo>
                  <a:lnTo>
                    <a:pt x="2012351" y="355214"/>
                  </a:lnTo>
                  <a:lnTo>
                    <a:pt x="2027951" y="362801"/>
                  </a:lnTo>
                  <a:lnTo>
                    <a:pt x="2043550" y="370136"/>
                  </a:lnTo>
                  <a:lnTo>
                    <a:pt x="2059150" y="377233"/>
                  </a:lnTo>
                  <a:lnTo>
                    <a:pt x="2074750" y="384113"/>
                  </a:lnTo>
                  <a:lnTo>
                    <a:pt x="2090349" y="390788"/>
                  </a:lnTo>
                  <a:lnTo>
                    <a:pt x="2105949" y="397281"/>
                  </a:lnTo>
                  <a:lnTo>
                    <a:pt x="2121548" y="403613"/>
                  </a:lnTo>
                  <a:lnTo>
                    <a:pt x="2137148" y="409793"/>
                  </a:lnTo>
                  <a:lnTo>
                    <a:pt x="2152748" y="415822"/>
                  </a:lnTo>
                  <a:lnTo>
                    <a:pt x="2168347" y="421695"/>
                  </a:lnTo>
                  <a:lnTo>
                    <a:pt x="2183947" y="427401"/>
                  </a:lnTo>
                  <a:lnTo>
                    <a:pt x="2199547" y="432925"/>
                  </a:lnTo>
                  <a:lnTo>
                    <a:pt x="2215146" y="438249"/>
                  </a:lnTo>
                  <a:lnTo>
                    <a:pt x="2230746" y="443352"/>
                  </a:lnTo>
                  <a:lnTo>
                    <a:pt x="2246345" y="448213"/>
                  </a:lnTo>
                  <a:lnTo>
                    <a:pt x="2261945" y="452810"/>
                  </a:lnTo>
                  <a:lnTo>
                    <a:pt x="2277545" y="457125"/>
                  </a:lnTo>
                  <a:lnTo>
                    <a:pt x="2293144" y="461117"/>
                  </a:lnTo>
                  <a:lnTo>
                    <a:pt x="2308744" y="464796"/>
                  </a:lnTo>
                  <a:lnTo>
                    <a:pt x="2324344" y="468162"/>
                  </a:lnTo>
                  <a:lnTo>
                    <a:pt x="2339943" y="471220"/>
                  </a:lnTo>
                  <a:lnTo>
                    <a:pt x="2355543" y="473982"/>
                  </a:lnTo>
                  <a:lnTo>
                    <a:pt x="2371142" y="476470"/>
                  </a:lnTo>
                  <a:lnTo>
                    <a:pt x="2386742" y="478712"/>
                  </a:lnTo>
                  <a:lnTo>
                    <a:pt x="2402342" y="480746"/>
                  </a:lnTo>
                  <a:lnTo>
                    <a:pt x="2417941" y="482612"/>
                  </a:lnTo>
                  <a:lnTo>
                    <a:pt x="2433541" y="484352"/>
                  </a:lnTo>
                  <a:lnTo>
                    <a:pt x="2449141" y="486003"/>
                  </a:lnTo>
                  <a:lnTo>
                    <a:pt x="2464740" y="487597"/>
                  </a:lnTo>
                  <a:lnTo>
                    <a:pt x="2480340" y="489155"/>
                  </a:lnTo>
                  <a:lnTo>
                    <a:pt x="2495939" y="490688"/>
                  </a:lnTo>
                  <a:lnTo>
                    <a:pt x="2511539" y="492197"/>
                  </a:lnTo>
                  <a:lnTo>
                    <a:pt x="2527139" y="493677"/>
                  </a:lnTo>
                  <a:lnTo>
                    <a:pt x="2542738" y="495118"/>
                  </a:lnTo>
                  <a:lnTo>
                    <a:pt x="2558338" y="496514"/>
                  </a:lnTo>
                  <a:lnTo>
                    <a:pt x="2573938" y="497860"/>
                  </a:lnTo>
                  <a:lnTo>
                    <a:pt x="2589537" y="499155"/>
                  </a:lnTo>
                  <a:lnTo>
                    <a:pt x="2605137" y="500404"/>
                  </a:lnTo>
                  <a:lnTo>
                    <a:pt x="2620736" y="501611"/>
                  </a:lnTo>
                  <a:lnTo>
                    <a:pt x="2636336" y="502781"/>
                  </a:lnTo>
                  <a:lnTo>
                    <a:pt x="2651936" y="503918"/>
                  </a:lnTo>
                  <a:lnTo>
                    <a:pt x="2667535" y="505022"/>
                  </a:lnTo>
                  <a:lnTo>
                    <a:pt x="2683135" y="506087"/>
                  </a:lnTo>
                  <a:lnTo>
                    <a:pt x="2698735" y="507106"/>
                  </a:lnTo>
                  <a:lnTo>
                    <a:pt x="2714334" y="508070"/>
                  </a:lnTo>
                  <a:lnTo>
                    <a:pt x="2729934" y="508970"/>
                  </a:lnTo>
                  <a:lnTo>
                    <a:pt x="2745533" y="509795"/>
                  </a:lnTo>
                </a:path>
              </a:pathLst>
            </a:custGeom>
            <a:ln w="8130" cap="rnd">
              <a:solidFill>
                <a:srgbClr val="B2AB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491501" y="3674183"/>
              <a:ext cx="2698735" cy="515750"/>
            </a:xfrm>
            <a:custGeom>
              <a:avLst/>
              <a:pathLst>
                <a:path w="2698735" h="515750">
                  <a:moveTo>
                    <a:pt x="0" y="511764"/>
                  </a:moveTo>
                  <a:lnTo>
                    <a:pt x="15599" y="511140"/>
                  </a:lnTo>
                  <a:lnTo>
                    <a:pt x="31199" y="510420"/>
                  </a:lnTo>
                  <a:lnTo>
                    <a:pt x="46798" y="509592"/>
                  </a:lnTo>
                  <a:lnTo>
                    <a:pt x="62398" y="508660"/>
                  </a:lnTo>
                  <a:lnTo>
                    <a:pt x="77998" y="507640"/>
                  </a:lnTo>
                  <a:lnTo>
                    <a:pt x="93597" y="506548"/>
                  </a:lnTo>
                  <a:lnTo>
                    <a:pt x="109197" y="505408"/>
                  </a:lnTo>
                  <a:lnTo>
                    <a:pt x="124796" y="504243"/>
                  </a:lnTo>
                  <a:lnTo>
                    <a:pt x="140396" y="503076"/>
                  </a:lnTo>
                  <a:lnTo>
                    <a:pt x="155996" y="501925"/>
                  </a:lnTo>
                  <a:lnTo>
                    <a:pt x="171595" y="500804"/>
                  </a:lnTo>
                  <a:lnTo>
                    <a:pt x="187195" y="499715"/>
                  </a:lnTo>
                  <a:lnTo>
                    <a:pt x="202795" y="498653"/>
                  </a:lnTo>
                  <a:lnTo>
                    <a:pt x="218394" y="497605"/>
                  </a:lnTo>
                  <a:lnTo>
                    <a:pt x="233994" y="496546"/>
                  </a:lnTo>
                  <a:lnTo>
                    <a:pt x="249593" y="495442"/>
                  </a:lnTo>
                  <a:lnTo>
                    <a:pt x="265193" y="494253"/>
                  </a:lnTo>
                  <a:lnTo>
                    <a:pt x="280793" y="492935"/>
                  </a:lnTo>
                  <a:lnTo>
                    <a:pt x="296392" y="491434"/>
                  </a:lnTo>
                  <a:lnTo>
                    <a:pt x="311992" y="489695"/>
                  </a:lnTo>
                  <a:lnTo>
                    <a:pt x="327592" y="487655"/>
                  </a:lnTo>
                  <a:lnTo>
                    <a:pt x="343191" y="485253"/>
                  </a:lnTo>
                  <a:lnTo>
                    <a:pt x="358791" y="482429"/>
                  </a:lnTo>
                  <a:lnTo>
                    <a:pt x="374390" y="479137"/>
                  </a:lnTo>
                  <a:lnTo>
                    <a:pt x="389990" y="475344"/>
                  </a:lnTo>
                  <a:lnTo>
                    <a:pt x="405590" y="471040"/>
                  </a:lnTo>
                  <a:lnTo>
                    <a:pt x="421189" y="466240"/>
                  </a:lnTo>
                  <a:lnTo>
                    <a:pt x="436789" y="460981"/>
                  </a:lnTo>
                  <a:lnTo>
                    <a:pt x="452389" y="455327"/>
                  </a:lnTo>
                  <a:lnTo>
                    <a:pt x="467988" y="449408"/>
                  </a:lnTo>
                  <a:lnTo>
                    <a:pt x="483588" y="443334"/>
                  </a:lnTo>
                  <a:lnTo>
                    <a:pt x="499187" y="437208"/>
                  </a:lnTo>
                  <a:lnTo>
                    <a:pt x="514787" y="431120"/>
                  </a:lnTo>
                  <a:lnTo>
                    <a:pt x="530387" y="425134"/>
                  </a:lnTo>
                  <a:lnTo>
                    <a:pt x="545986" y="419277"/>
                  </a:lnTo>
                  <a:lnTo>
                    <a:pt x="561586" y="413538"/>
                  </a:lnTo>
                  <a:lnTo>
                    <a:pt x="577186" y="407866"/>
                  </a:lnTo>
                  <a:lnTo>
                    <a:pt x="592785" y="402175"/>
                  </a:lnTo>
                  <a:lnTo>
                    <a:pt x="608385" y="396353"/>
                  </a:lnTo>
                  <a:lnTo>
                    <a:pt x="623984" y="390272"/>
                  </a:lnTo>
                  <a:lnTo>
                    <a:pt x="639584" y="383775"/>
                  </a:lnTo>
                  <a:lnTo>
                    <a:pt x="655184" y="376735"/>
                  </a:lnTo>
                  <a:lnTo>
                    <a:pt x="670783" y="369081"/>
                  </a:lnTo>
                  <a:lnTo>
                    <a:pt x="686383" y="360759"/>
                  </a:lnTo>
                  <a:lnTo>
                    <a:pt x="701983" y="351744"/>
                  </a:lnTo>
                  <a:lnTo>
                    <a:pt x="717582" y="342043"/>
                  </a:lnTo>
                  <a:lnTo>
                    <a:pt x="733182" y="331684"/>
                  </a:lnTo>
                  <a:lnTo>
                    <a:pt x="748781" y="320709"/>
                  </a:lnTo>
                  <a:lnTo>
                    <a:pt x="764381" y="309164"/>
                  </a:lnTo>
                  <a:lnTo>
                    <a:pt x="779981" y="297092"/>
                  </a:lnTo>
                  <a:lnTo>
                    <a:pt x="795580" y="284532"/>
                  </a:lnTo>
                  <a:lnTo>
                    <a:pt x="811180" y="271510"/>
                  </a:lnTo>
                  <a:lnTo>
                    <a:pt x="826780" y="258057"/>
                  </a:lnTo>
                  <a:lnTo>
                    <a:pt x="842379" y="244180"/>
                  </a:lnTo>
                  <a:lnTo>
                    <a:pt x="857979" y="229981"/>
                  </a:lnTo>
                  <a:lnTo>
                    <a:pt x="873578" y="215560"/>
                  </a:lnTo>
                  <a:lnTo>
                    <a:pt x="889178" y="201050"/>
                  </a:lnTo>
                  <a:lnTo>
                    <a:pt x="904778" y="186612"/>
                  </a:lnTo>
                  <a:lnTo>
                    <a:pt x="920377" y="172425"/>
                  </a:lnTo>
                  <a:lnTo>
                    <a:pt x="935977" y="158673"/>
                  </a:lnTo>
                  <a:lnTo>
                    <a:pt x="951577" y="145527"/>
                  </a:lnTo>
                  <a:lnTo>
                    <a:pt x="967176" y="133131"/>
                  </a:lnTo>
                  <a:lnTo>
                    <a:pt x="982776" y="121587"/>
                  </a:lnTo>
                  <a:lnTo>
                    <a:pt x="998375" y="110954"/>
                  </a:lnTo>
                  <a:lnTo>
                    <a:pt x="1013975" y="101237"/>
                  </a:lnTo>
                  <a:lnTo>
                    <a:pt x="1029575" y="92419"/>
                  </a:lnTo>
                  <a:lnTo>
                    <a:pt x="1045174" y="84434"/>
                  </a:lnTo>
                  <a:lnTo>
                    <a:pt x="1060774" y="77106"/>
                  </a:lnTo>
                  <a:lnTo>
                    <a:pt x="1076374" y="70302"/>
                  </a:lnTo>
                  <a:lnTo>
                    <a:pt x="1091973" y="63886"/>
                  </a:lnTo>
                  <a:lnTo>
                    <a:pt x="1107573" y="57733"/>
                  </a:lnTo>
                  <a:lnTo>
                    <a:pt x="1123172" y="51735"/>
                  </a:lnTo>
                  <a:lnTo>
                    <a:pt x="1138772" y="45814"/>
                  </a:lnTo>
                  <a:lnTo>
                    <a:pt x="1154372" y="39929"/>
                  </a:lnTo>
                  <a:lnTo>
                    <a:pt x="1169971" y="34080"/>
                  </a:lnTo>
                  <a:lnTo>
                    <a:pt x="1185571" y="28314"/>
                  </a:lnTo>
                  <a:lnTo>
                    <a:pt x="1201171" y="22720"/>
                  </a:lnTo>
                  <a:lnTo>
                    <a:pt x="1216770" y="17424"/>
                  </a:lnTo>
                  <a:lnTo>
                    <a:pt x="1232370" y="12617"/>
                  </a:lnTo>
                  <a:lnTo>
                    <a:pt x="1247969" y="8459"/>
                  </a:lnTo>
                  <a:lnTo>
                    <a:pt x="1263569" y="5069"/>
                  </a:lnTo>
                  <a:lnTo>
                    <a:pt x="1279169" y="2534"/>
                  </a:lnTo>
                  <a:lnTo>
                    <a:pt x="1294768" y="882"/>
                  </a:lnTo>
                  <a:lnTo>
                    <a:pt x="1310368" y="72"/>
                  </a:lnTo>
                  <a:lnTo>
                    <a:pt x="1325968" y="0"/>
                  </a:lnTo>
                  <a:lnTo>
                    <a:pt x="1341567" y="509"/>
                  </a:lnTo>
                  <a:lnTo>
                    <a:pt x="1357167" y="1413"/>
                  </a:lnTo>
                  <a:lnTo>
                    <a:pt x="1372766" y="2523"/>
                  </a:lnTo>
                  <a:lnTo>
                    <a:pt x="1388366" y="3678"/>
                  </a:lnTo>
                  <a:lnTo>
                    <a:pt x="1403966" y="4776"/>
                  </a:lnTo>
                  <a:lnTo>
                    <a:pt x="1419565" y="5789"/>
                  </a:lnTo>
                  <a:lnTo>
                    <a:pt x="1435165" y="6794"/>
                  </a:lnTo>
                  <a:lnTo>
                    <a:pt x="1450765" y="7969"/>
                  </a:lnTo>
                  <a:lnTo>
                    <a:pt x="1466364" y="9541"/>
                  </a:lnTo>
                  <a:lnTo>
                    <a:pt x="1481964" y="11763"/>
                  </a:lnTo>
                  <a:lnTo>
                    <a:pt x="1497563" y="14885"/>
                  </a:lnTo>
                  <a:lnTo>
                    <a:pt x="1513163" y="19123"/>
                  </a:lnTo>
                  <a:lnTo>
                    <a:pt x="1528763" y="24631"/>
                  </a:lnTo>
                  <a:lnTo>
                    <a:pt x="1544362" y="31488"/>
                  </a:lnTo>
                  <a:lnTo>
                    <a:pt x="1559962" y="39687"/>
                  </a:lnTo>
                  <a:lnTo>
                    <a:pt x="1575562" y="49136"/>
                  </a:lnTo>
                  <a:lnTo>
                    <a:pt x="1591161" y="59669"/>
                  </a:lnTo>
                  <a:lnTo>
                    <a:pt x="1606761" y="71063"/>
                  </a:lnTo>
                  <a:lnTo>
                    <a:pt x="1622360" y="83071"/>
                  </a:lnTo>
                  <a:lnTo>
                    <a:pt x="1637960" y="95390"/>
                  </a:lnTo>
                  <a:lnTo>
                    <a:pt x="1653560" y="107746"/>
                  </a:lnTo>
                  <a:lnTo>
                    <a:pt x="1669159" y="119944"/>
                  </a:lnTo>
                  <a:lnTo>
                    <a:pt x="1684759" y="131853"/>
                  </a:lnTo>
                  <a:lnTo>
                    <a:pt x="1700359" y="143413"/>
                  </a:lnTo>
                  <a:lnTo>
                    <a:pt x="1715958" y="154635"/>
                  </a:lnTo>
                  <a:lnTo>
                    <a:pt x="1731558" y="165589"/>
                  </a:lnTo>
                  <a:lnTo>
                    <a:pt x="1747157" y="176391"/>
                  </a:lnTo>
                  <a:lnTo>
                    <a:pt x="1762757" y="187176"/>
                  </a:lnTo>
                  <a:lnTo>
                    <a:pt x="1778357" y="198079"/>
                  </a:lnTo>
                  <a:lnTo>
                    <a:pt x="1793956" y="209208"/>
                  </a:lnTo>
                  <a:lnTo>
                    <a:pt x="1809556" y="220628"/>
                  </a:lnTo>
                  <a:lnTo>
                    <a:pt x="1825156" y="232373"/>
                  </a:lnTo>
                  <a:lnTo>
                    <a:pt x="1840755" y="244372"/>
                  </a:lnTo>
                  <a:lnTo>
                    <a:pt x="1856355" y="256524"/>
                  </a:lnTo>
                  <a:lnTo>
                    <a:pt x="1871954" y="268709"/>
                  </a:lnTo>
                  <a:lnTo>
                    <a:pt x="1887554" y="280800"/>
                  </a:lnTo>
                  <a:lnTo>
                    <a:pt x="1903154" y="292673"/>
                  </a:lnTo>
                  <a:lnTo>
                    <a:pt x="1918753" y="304225"/>
                  </a:lnTo>
                  <a:lnTo>
                    <a:pt x="1934353" y="315375"/>
                  </a:lnTo>
                  <a:lnTo>
                    <a:pt x="1949953" y="326070"/>
                  </a:lnTo>
                  <a:lnTo>
                    <a:pt x="1965552" y="336287"/>
                  </a:lnTo>
                  <a:lnTo>
                    <a:pt x="1981152" y="346023"/>
                  </a:lnTo>
                  <a:lnTo>
                    <a:pt x="1996751" y="355294"/>
                  </a:lnTo>
                  <a:lnTo>
                    <a:pt x="2012351" y="364124"/>
                  </a:lnTo>
                  <a:lnTo>
                    <a:pt x="2027951" y="372521"/>
                  </a:lnTo>
                  <a:lnTo>
                    <a:pt x="2043550" y="380551"/>
                  </a:lnTo>
                  <a:lnTo>
                    <a:pt x="2059150" y="388238"/>
                  </a:lnTo>
                  <a:lnTo>
                    <a:pt x="2074750" y="395602"/>
                  </a:lnTo>
                  <a:lnTo>
                    <a:pt x="2090349" y="402654"/>
                  </a:lnTo>
                  <a:lnTo>
                    <a:pt x="2105949" y="409405"/>
                  </a:lnTo>
                  <a:lnTo>
                    <a:pt x="2121548" y="415865"/>
                  </a:lnTo>
                  <a:lnTo>
                    <a:pt x="2137148" y="422044"/>
                  </a:lnTo>
                  <a:lnTo>
                    <a:pt x="2152748" y="427956"/>
                  </a:lnTo>
                  <a:lnTo>
                    <a:pt x="2168347" y="433618"/>
                  </a:lnTo>
                  <a:lnTo>
                    <a:pt x="2183947" y="439049"/>
                  </a:lnTo>
                  <a:lnTo>
                    <a:pt x="2199547" y="444263"/>
                  </a:lnTo>
                  <a:lnTo>
                    <a:pt x="2215146" y="449266"/>
                  </a:lnTo>
                  <a:lnTo>
                    <a:pt x="2230746" y="454063"/>
                  </a:lnTo>
                  <a:lnTo>
                    <a:pt x="2246345" y="458663"/>
                  </a:lnTo>
                  <a:lnTo>
                    <a:pt x="2261945" y="463057"/>
                  </a:lnTo>
                  <a:lnTo>
                    <a:pt x="2277545" y="467239"/>
                  </a:lnTo>
                  <a:lnTo>
                    <a:pt x="2293144" y="471202"/>
                  </a:lnTo>
                  <a:lnTo>
                    <a:pt x="2308744" y="474943"/>
                  </a:lnTo>
                  <a:lnTo>
                    <a:pt x="2324344" y="478467"/>
                  </a:lnTo>
                  <a:lnTo>
                    <a:pt x="2339943" y="481784"/>
                  </a:lnTo>
                  <a:lnTo>
                    <a:pt x="2355543" y="484910"/>
                  </a:lnTo>
                  <a:lnTo>
                    <a:pt x="2371142" y="487862"/>
                  </a:lnTo>
                  <a:lnTo>
                    <a:pt x="2386742" y="490655"/>
                  </a:lnTo>
                  <a:lnTo>
                    <a:pt x="2402342" y="493301"/>
                  </a:lnTo>
                  <a:lnTo>
                    <a:pt x="2417941" y="495789"/>
                  </a:lnTo>
                  <a:lnTo>
                    <a:pt x="2433541" y="498119"/>
                  </a:lnTo>
                  <a:lnTo>
                    <a:pt x="2449141" y="500275"/>
                  </a:lnTo>
                  <a:lnTo>
                    <a:pt x="2464740" y="502233"/>
                  </a:lnTo>
                  <a:lnTo>
                    <a:pt x="2480340" y="503972"/>
                  </a:lnTo>
                  <a:lnTo>
                    <a:pt x="2495939" y="505475"/>
                  </a:lnTo>
                  <a:lnTo>
                    <a:pt x="2511539" y="506735"/>
                  </a:lnTo>
                  <a:lnTo>
                    <a:pt x="2527139" y="507757"/>
                  </a:lnTo>
                  <a:lnTo>
                    <a:pt x="2542738" y="508557"/>
                  </a:lnTo>
                  <a:lnTo>
                    <a:pt x="2558338" y="509166"/>
                  </a:lnTo>
                  <a:lnTo>
                    <a:pt x="2573938" y="509620"/>
                  </a:lnTo>
                  <a:lnTo>
                    <a:pt x="2589537" y="509965"/>
                  </a:lnTo>
                  <a:lnTo>
                    <a:pt x="2605137" y="510241"/>
                  </a:lnTo>
                  <a:lnTo>
                    <a:pt x="2620736" y="510492"/>
                  </a:lnTo>
                  <a:lnTo>
                    <a:pt x="2636336" y="510750"/>
                  </a:lnTo>
                  <a:lnTo>
                    <a:pt x="2651936" y="511033"/>
                  </a:lnTo>
                  <a:lnTo>
                    <a:pt x="2667535" y="511349"/>
                  </a:lnTo>
                  <a:lnTo>
                    <a:pt x="2683135" y="511697"/>
                  </a:lnTo>
                  <a:lnTo>
                    <a:pt x="2698735" y="512071"/>
                  </a:lnTo>
                  <a:lnTo>
                    <a:pt x="2698735" y="515750"/>
                  </a:lnTo>
                  <a:lnTo>
                    <a:pt x="2683135" y="515750"/>
                  </a:lnTo>
                  <a:lnTo>
                    <a:pt x="2667535" y="515750"/>
                  </a:lnTo>
                  <a:lnTo>
                    <a:pt x="2651936" y="515750"/>
                  </a:lnTo>
                  <a:lnTo>
                    <a:pt x="2636336" y="515750"/>
                  </a:lnTo>
                  <a:lnTo>
                    <a:pt x="2620736" y="515750"/>
                  </a:lnTo>
                  <a:lnTo>
                    <a:pt x="2605137" y="515750"/>
                  </a:lnTo>
                  <a:lnTo>
                    <a:pt x="2589537" y="515750"/>
                  </a:lnTo>
                  <a:lnTo>
                    <a:pt x="2573938" y="515750"/>
                  </a:lnTo>
                  <a:lnTo>
                    <a:pt x="2558338" y="515750"/>
                  </a:lnTo>
                  <a:lnTo>
                    <a:pt x="2542738" y="515750"/>
                  </a:lnTo>
                  <a:lnTo>
                    <a:pt x="2527139" y="515750"/>
                  </a:lnTo>
                  <a:lnTo>
                    <a:pt x="2511539" y="515750"/>
                  </a:lnTo>
                  <a:lnTo>
                    <a:pt x="2495939" y="515750"/>
                  </a:lnTo>
                  <a:lnTo>
                    <a:pt x="2480340" y="515750"/>
                  </a:lnTo>
                  <a:lnTo>
                    <a:pt x="2464740" y="515750"/>
                  </a:lnTo>
                  <a:lnTo>
                    <a:pt x="2449141" y="515750"/>
                  </a:lnTo>
                  <a:lnTo>
                    <a:pt x="2433541" y="515750"/>
                  </a:lnTo>
                  <a:lnTo>
                    <a:pt x="2417941" y="515750"/>
                  </a:lnTo>
                  <a:lnTo>
                    <a:pt x="2402342" y="515750"/>
                  </a:lnTo>
                  <a:lnTo>
                    <a:pt x="2386742" y="515750"/>
                  </a:lnTo>
                  <a:lnTo>
                    <a:pt x="2371142" y="515750"/>
                  </a:lnTo>
                  <a:lnTo>
                    <a:pt x="2355543" y="515750"/>
                  </a:lnTo>
                  <a:lnTo>
                    <a:pt x="2339943" y="515750"/>
                  </a:lnTo>
                  <a:lnTo>
                    <a:pt x="2324344" y="515750"/>
                  </a:lnTo>
                  <a:lnTo>
                    <a:pt x="2308744" y="515750"/>
                  </a:lnTo>
                  <a:lnTo>
                    <a:pt x="2293144" y="515750"/>
                  </a:lnTo>
                  <a:lnTo>
                    <a:pt x="2277545" y="515750"/>
                  </a:lnTo>
                  <a:lnTo>
                    <a:pt x="2261945" y="515750"/>
                  </a:lnTo>
                  <a:lnTo>
                    <a:pt x="2246345" y="515750"/>
                  </a:lnTo>
                  <a:lnTo>
                    <a:pt x="2230746" y="515750"/>
                  </a:lnTo>
                  <a:lnTo>
                    <a:pt x="2215146" y="515750"/>
                  </a:lnTo>
                  <a:lnTo>
                    <a:pt x="2199547" y="515750"/>
                  </a:lnTo>
                  <a:lnTo>
                    <a:pt x="2183947" y="515750"/>
                  </a:lnTo>
                  <a:lnTo>
                    <a:pt x="2168347" y="515750"/>
                  </a:lnTo>
                  <a:lnTo>
                    <a:pt x="2152748" y="515750"/>
                  </a:lnTo>
                  <a:lnTo>
                    <a:pt x="2137148" y="515750"/>
                  </a:lnTo>
                  <a:lnTo>
                    <a:pt x="2121548" y="515750"/>
                  </a:lnTo>
                  <a:lnTo>
                    <a:pt x="2105949" y="515750"/>
                  </a:lnTo>
                  <a:lnTo>
                    <a:pt x="2090349" y="515750"/>
                  </a:lnTo>
                  <a:lnTo>
                    <a:pt x="2074750" y="515750"/>
                  </a:lnTo>
                  <a:lnTo>
                    <a:pt x="2059150" y="515750"/>
                  </a:lnTo>
                  <a:lnTo>
                    <a:pt x="2043550" y="515750"/>
                  </a:lnTo>
                  <a:lnTo>
                    <a:pt x="2027951" y="515750"/>
                  </a:lnTo>
                  <a:lnTo>
                    <a:pt x="2012351" y="515750"/>
                  </a:lnTo>
                  <a:lnTo>
                    <a:pt x="1996751" y="515750"/>
                  </a:lnTo>
                  <a:lnTo>
                    <a:pt x="1981152" y="515750"/>
                  </a:lnTo>
                  <a:lnTo>
                    <a:pt x="1965552" y="515750"/>
                  </a:lnTo>
                  <a:lnTo>
                    <a:pt x="1949953" y="515750"/>
                  </a:lnTo>
                  <a:lnTo>
                    <a:pt x="1934353" y="515750"/>
                  </a:lnTo>
                  <a:lnTo>
                    <a:pt x="1918753" y="515750"/>
                  </a:lnTo>
                  <a:lnTo>
                    <a:pt x="1903154" y="515750"/>
                  </a:lnTo>
                  <a:lnTo>
                    <a:pt x="1887554" y="515750"/>
                  </a:lnTo>
                  <a:lnTo>
                    <a:pt x="1871954" y="515750"/>
                  </a:lnTo>
                  <a:lnTo>
                    <a:pt x="1856355" y="515750"/>
                  </a:lnTo>
                  <a:lnTo>
                    <a:pt x="1840755" y="515750"/>
                  </a:lnTo>
                  <a:lnTo>
                    <a:pt x="1825156" y="515750"/>
                  </a:lnTo>
                  <a:lnTo>
                    <a:pt x="1809556" y="515750"/>
                  </a:lnTo>
                  <a:lnTo>
                    <a:pt x="1793956" y="515750"/>
                  </a:lnTo>
                  <a:lnTo>
                    <a:pt x="1778357" y="515750"/>
                  </a:lnTo>
                  <a:lnTo>
                    <a:pt x="1762757" y="515750"/>
                  </a:lnTo>
                  <a:lnTo>
                    <a:pt x="1747157" y="515750"/>
                  </a:lnTo>
                  <a:lnTo>
                    <a:pt x="1731558" y="515750"/>
                  </a:lnTo>
                  <a:lnTo>
                    <a:pt x="1715958" y="515750"/>
                  </a:lnTo>
                  <a:lnTo>
                    <a:pt x="1700359" y="515750"/>
                  </a:lnTo>
                  <a:lnTo>
                    <a:pt x="1684759" y="515750"/>
                  </a:lnTo>
                  <a:lnTo>
                    <a:pt x="1669159" y="515750"/>
                  </a:lnTo>
                  <a:lnTo>
                    <a:pt x="1653560" y="515750"/>
                  </a:lnTo>
                  <a:lnTo>
                    <a:pt x="1637960" y="515750"/>
                  </a:lnTo>
                  <a:lnTo>
                    <a:pt x="1622360" y="515750"/>
                  </a:lnTo>
                  <a:lnTo>
                    <a:pt x="1606761" y="515750"/>
                  </a:lnTo>
                  <a:lnTo>
                    <a:pt x="1591161" y="515750"/>
                  </a:lnTo>
                  <a:lnTo>
                    <a:pt x="1575562" y="515750"/>
                  </a:lnTo>
                  <a:lnTo>
                    <a:pt x="1559962" y="515750"/>
                  </a:lnTo>
                  <a:lnTo>
                    <a:pt x="1544362" y="515750"/>
                  </a:lnTo>
                  <a:lnTo>
                    <a:pt x="1528763" y="515750"/>
                  </a:lnTo>
                  <a:lnTo>
                    <a:pt x="1513163" y="515750"/>
                  </a:lnTo>
                  <a:lnTo>
                    <a:pt x="1497563" y="515750"/>
                  </a:lnTo>
                  <a:lnTo>
                    <a:pt x="1481964" y="515750"/>
                  </a:lnTo>
                  <a:lnTo>
                    <a:pt x="1466364" y="515750"/>
                  </a:lnTo>
                  <a:lnTo>
                    <a:pt x="1450765" y="515750"/>
                  </a:lnTo>
                  <a:lnTo>
                    <a:pt x="1435165" y="515750"/>
                  </a:lnTo>
                  <a:lnTo>
                    <a:pt x="1419565" y="515750"/>
                  </a:lnTo>
                  <a:lnTo>
                    <a:pt x="1403966" y="515750"/>
                  </a:lnTo>
                  <a:lnTo>
                    <a:pt x="1388366" y="515750"/>
                  </a:lnTo>
                  <a:lnTo>
                    <a:pt x="1372766" y="515750"/>
                  </a:lnTo>
                  <a:lnTo>
                    <a:pt x="1357167" y="515750"/>
                  </a:lnTo>
                  <a:lnTo>
                    <a:pt x="1341567" y="515750"/>
                  </a:lnTo>
                  <a:lnTo>
                    <a:pt x="1325968" y="515750"/>
                  </a:lnTo>
                  <a:lnTo>
                    <a:pt x="1310368" y="515750"/>
                  </a:lnTo>
                  <a:lnTo>
                    <a:pt x="1294768" y="515750"/>
                  </a:lnTo>
                  <a:lnTo>
                    <a:pt x="1279169" y="515750"/>
                  </a:lnTo>
                  <a:lnTo>
                    <a:pt x="1263569" y="515750"/>
                  </a:lnTo>
                  <a:lnTo>
                    <a:pt x="1247969" y="515750"/>
                  </a:lnTo>
                  <a:lnTo>
                    <a:pt x="1232370" y="515750"/>
                  </a:lnTo>
                  <a:lnTo>
                    <a:pt x="1216770" y="515750"/>
                  </a:lnTo>
                  <a:lnTo>
                    <a:pt x="1201171" y="515750"/>
                  </a:lnTo>
                  <a:lnTo>
                    <a:pt x="1185571" y="515750"/>
                  </a:lnTo>
                  <a:lnTo>
                    <a:pt x="1169971" y="515750"/>
                  </a:lnTo>
                  <a:lnTo>
                    <a:pt x="1154372" y="515750"/>
                  </a:lnTo>
                  <a:lnTo>
                    <a:pt x="1138772" y="515750"/>
                  </a:lnTo>
                  <a:lnTo>
                    <a:pt x="1123172" y="515750"/>
                  </a:lnTo>
                  <a:lnTo>
                    <a:pt x="1107573" y="515750"/>
                  </a:lnTo>
                  <a:lnTo>
                    <a:pt x="1091973" y="515750"/>
                  </a:lnTo>
                  <a:lnTo>
                    <a:pt x="1076374" y="515750"/>
                  </a:lnTo>
                  <a:lnTo>
                    <a:pt x="1060774" y="515750"/>
                  </a:lnTo>
                  <a:lnTo>
                    <a:pt x="1045174" y="515750"/>
                  </a:lnTo>
                  <a:lnTo>
                    <a:pt x="1029575" y="515750"/>
                  </a:lnTo>
                  <a:lnTo>
                    <a:pt x="1013975" y="515750"/>
                  </a:lnTo>
                  <a:lnTo>
                    <a:pt x="998375" y="515750"/>
                  </a:lnTo>
                  <a:lnTo>
                    <a:pt x="982776" y="515750"/>
                  </a:lnTo>
                  <a:lnTo>
                    <a:pt x="967176" y="515750"/>
                  </a:lnTo>
                  <a:lnTo>
                    <a:pt x="951577" y="515750"/>
                  </a:lnTo>
                  <a:lnTo>
                    <a:pt x="935977" y="515750"/>
                  </a:lnTo>
                  <a:lnTo>
                    <a:pt x="920377" y="515750"/>
                  </a:lnTo>
                  <a:lnTo>
                    <a:pt x="904778" y="515750"/>
                  </a:lnTo>
                  <a:lnTo>
                    <a:pt x="889178" y="515750"/>
                  </a:lnTo>
                  <a:lnTo>
                    <a:pt x="873578" y="515750"/>
                  </a:lnTo>
                  <a:lnTo>
                    <a:pt x="857979" y="515750"/>
                  </a:lnTo>
                  <a:lnTo>
                    <a:pt x="842379" y="515750"/>
                  </a:lnTo>
                  <a:lnTo>
                    <a:pt x="826780" y="515750"/>
                  </a:lnTo>
                  <a:lnTo>
                    <a:pt x="811180" y="515750"/>
                  </a:lnTo>
                  <a:lnTo>
                    <a:pt x="795580" y="515750"/>
                  </a:lnTo>
                  <a:lnTo>
                    <a:pt x="779981" y="515750"/>
                  </a:lnTo>
                  <a:lnTo>
                    <a:pt x="764381" y="515750"/>
                  </a:lnTo>
                  <a:lnTo>
                    <a:pt x="748781" y="515750"/>
                  </a:lnTo>
                  <a:lnTo>
                    <a:pt x="733182" y="515750"/>
                  </a:lnTo>
                  <a:lnTo>
                    <a:pt x="717582" y="515750"/>
                  </a:lnTo>
                  <a:lnTo>
                    <a:pt x="701983" y="515750"/>
                  </a:lnTo>
                  <a:lnTo>
                    <a:pt x="686383" y="515750"/>
                  </a:lnTo>
                  <a:lnTo>
                    <a:pt x="670783" y="515750"/>
                  </a:lnTo>
                  <a:lnTo>
                    <a:pt x="655184" y="515750"/>
                  </a:lnTo>
                  <a:lnTo>
                    <a:pt x="639584" y="515750"/>
                  </a:lnTo>
                  <a:lnTo>
                    <a:pt x="623984" y="515750"/>
                  </a:lnTo>
                  <a:lnTo>
                    <a:pt x="608385" y="515750"/>
                  </a:lnTo>
                  <a:lnTo>
                    <a:pt x="592785" y="515750"/>
                  </a:lnTo>
                  <a:lnTo>
                    <a:pt x="577186" y="515750"/>
                  </a:lnTo>
                  <a:lnTo>
                    <a:pt x="561586" y="515750"/>
                  </a:lnTo>
                  <a:lnTo>
                    <a:pt x="545986" y="515750"/>
                  </a:lnTo>
                  <a:lnTo>
                    <a:pt x="530387" y="515750"/>
                  </a:lnTo>
                  <a:lnTo>
                    <a:pt x="514787" y="515750"/>
                  </a:lnTo>
                  <a:lnTo>
                    <a:pt x="499187" y="515750"/>
                  </a:lnTo>
                  <a:lnTo>
                    <a:pt x="483588" y="515750"/>
                  </a:lnTo>
                  <a:lnTo>
                    <a:pt x="467988" y="515750"/>
                  </a:lnTo>
                  <a:lnTo>
                    <a:pt x="452389" y="515750"/>
                  </a:lnTo>
                  <a:lnTo>
                    <a:pt x="436789" y="515750"/>
                  </a:lnTo>
                  <a:lnTo>
                    <a:pt x="421189" y="515750"/>
                  </a:lnTo>
                  <a:lnTo>
                    <a:pt x="405590" y="515750"/>
                  </a:lnTo>
                  <a:lnTo>
                    <a:pt x="389990" y="515750"/>
                  </a:lnTo>
                  <a:lnTo>
                    <a:pt x="374390" y="515750"/>
                  </a:lnTo>
                  <a:lnTo>
                    <a:pt x="358791" y="515750"/>
                  </a:lnTo>
                  <a:lnTo>
                    <a:pt x="343191" y="515750"/>
                  </a:lnTo>
                  <a:lnTo>
                    <a:pt x="327592" y="515750"/>
                  </a:lnTo>
                  <a:lnTo>
                    <a:pt x="311992" y="515750"/>
                  </a:lnTo>
                  <a:lnTo>
                    <a:pt x="296392" y="515750"/>
                  </a:lnTo>
                  <a:lnTo>
                    <a:pt x="280793" y="515750"/>
                  </a:lnTo>
                  <a:lnTo>
                    <a:pt x="265193" y="515750"/>
                  </a:lnTo>
                  <a:lnTo>
                    <a:pt x="249593" y="515750"/>
                  </a:lnTo>
                  <a:lnTo>
                    <a:pt x="233994" y="515750"/>
                  </a:lnTo>
                  <a:lnTo>
                    <a:pt x="218394" y="515750"/>
                  </a:lnTo>
                  <a:lnTo>
                    <a:pt x="202795" y="515750"/>
                  </a:lnTo>
                  <a:lnTo>
                    <a:pt x="187195" y="515750"/>
                  </a:lnTo>
                  <a:lnTo>
                    <a:pt x="171595" y="515750"/>
                  </a:lnTo>
                  <a:lnTo>
                    <a:pt x="155996" y="515750"/>
                  </a:lnTo>
                  <a:lnTo>
                    <a:pt x="140396" y="515750"/>
                  </a:lnTo>
                  <a:lnTo>
                    <a:pt x="124796" y="515750"/>
                  </a:lnTo>
                  <a:lnTo>
                    <a:pt x="109197" y="515750"/>
                  </a:lnTo>
                  <a:lnTo>
                    <a:pt x="93597" y="515750"/>
                  </a:lnTo>
                  <a:lnTo>
                    <a:pt x="77998" y="515750"/>
                  </a:lnTo>
                  <a:lnTo>
                    <a:pt x="62398" y="515750"/>
                  </a:lnTo>
                  <a:lnTo>
                    <a:pt x="46798" y="515750"/>
                  </a:lnTo>
                  <a:lnTo>
                    <a:pt x="31199" y="515750"/>
                  </a:lnTo>
                  <a:lnTo>
                    <a:pt x="15599" y="515750"/>
                  </a:lnTo>
                  <a:lnTo>
                    <a:pt x="0" y="515750"/>
                  </a:lnTo>
                  <a:close/>
                </a:path>
              </a:pathLst>
            </a:custGeom>
            <a:solidFill>
              <a:srgbClr val="F4A582">
                <a:alpha val="54901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491501" y="3674183"/>
              <a:ext cx="2698735" cy="512071"/>
            </a:xfrm>
            <a:custGeom>
              <a:avLst/>
              <a:pathLst>
                <a:path w="2698735" h="512071">
                  <a:moveTo>
                    <a:pt x="0" y="511764"/>
                  </a:moveTo>
                  <a:lnTo>
                    <a:pt x="15599" y="511140"/>
                  </a:lnTo>
                  <a:lnTo>
                    <a:pt x="31199" y="510420"/>
                  </a:lnTo>
                  <a:lnTo>
                    <a:pt x="46798" y="509592"/>
                  </a:lnTo>
                  <a:lnTo>
                    <a:pt x="62398" y="508660"/>
                  </a:lnTo>
                  <a:lnTo>
                    <a:pt x="77998" y="507640"/>
                  </a:lnTo>
                  <a:lnTo>
                    <a:pt x="93597" y="506548"/>
                  </a:lnTo>
                  <a:lnTo>
                    <a:pt x="109197" y="505408"/>
                  </a:lnTo>
                  <a:lnTo>
                    <a:pt x="124796" y="504243"/>
                  </a:lnTo>
                  <a:lnTo>
                    <a:pt x="140396" y="503076"/>
                  </a:lnTo>
                  <a:lnTo>
                    <a:pt x="155996" y="501925"/>
                  </a:lnTo>
                  <a:lnTo>
                    <a:pt x="171595" y="500804"/>
                  </a:lnTo>
                  <a:lnTo>
                    <a:pt x="187195" y="499715"/>
                  </a:lnTo>
                  <a:lnTo>
                    <a:pt x="202795" y="498653"/>
                  </a:lnTo>
                  <a:lnTo>
                    <a:pt x="218394" y="497605"/>
                  </a:lnTo>
                  <a:lnTo>
                    <a:pt x="233994" y="496546"/>
                  </a:lnTo>
                  <a:lnTo>
                    <a:pt x="249593" y="495442"/>
                  </a:lnTo>
                  <a:lnTo>
                    <a:pt x="265193" y="494253"/>
                  </a:lnTo>
                  <a:lnTo>
                    <a:pt x="280793" y="492935"/>
                  </a:lnTo>
                  <a:lnTo>
                    <a:pt x="296392" y="491434"/>
                  </a:lnTo>
                  <a:lnTo>
                    <a:pt x="311992" y="489695"/>
                  </a:lnTo>
                  <a:lnTo>
                    <a:pt x="327592" y="487655"/>
                  </a:lnTo>
                  <a:lnTo>
                    <a:pt x="343191" y="485253"/>
                  </a:lnTo>
                  <a:lnTo>
                    <a:pt x="358791" y="482429"/>
                  </a:lnTo>
                  <a:lnTo>
                    <a:pt x="374390" y="479137"/>
                  </a:lnTo>
                  <a:lnTo>
                    <a:pt x="389990" y="475344"/>
                  </a:lnTo>
                  <a:lnTo>
                    <a:pt x="405590" y="471040"/>
                  </a:lnTo>
                  <a:lnTo>
                    <a:pt x="421189" y="466240"/>
                  </a:lnTo>
                  <a:lnTo>
                    <a:pt x="436789" y="460981"/>
                  </a:lnTo>
                  <a:lnTo>
                    <a:pt x="452389" y="455327"/>
                  </a:lnTo>
                  <a:lnTo>
                    <a:pt x="467988" y="449408"/>
                  </a:lnTo>
                  <a:lnTo>
                    <a:pt x="483588" y="443334"/>
                  </a:lnTo>
                  <a:lnTo>
                    <a:pt x="499187" y="437208"/>
                  </a:lnTo>
                  <a:lnTo>
                    <a:pt x="514787" y="431120"/>
                  </a:lnTo>
                  <a:lnTo>
                    <a:pt x="530387" y="425134"/>
                  </a:lnTo>
                  <a:lnTo>
                    <a:pt x="545986" y="419277"/>
                  </a:lnTo>
                  <a:lnTo>
                    <a:pt x="561586" y="413538"/>
                  </a:lnTo>
                  <a:lnTo>
                    <a:pt x="577186" y="407866"/>
                  </a:lnTo>
                  <a:lnTo>
                    <a:pt x="592785" y="402175"/>
                  </a:lnTo>
                  <a:lnTo>
                    <a:pt x="608385" y="396353"/>
                  </a:lnTo>
                  <a:lnTo>
                    <a:pt x="623984" y="390272"/>
                  </a:lnTo>
                  <a:lnTo>
                    <a:pt x="639584" y="383775"/>
                  </a:lnTo>
                  <a:lnTo>
                    <a:pt x="655184" y="376735"/>
                  </a:lnTo>
                  <a:lnTo>
                    <a:pt x="670783" y="369081"/>
                  </a:lnTo>
                  <a:lnTo>
                    <a:pt x="686383" y="360759"/>
                  </a:lnTo>
                  <a:lnTo>
                    <a:pt x="701983" y="351744"/>
                  </a:lnTo>
                  <a:lnTo>
                    <a:pt x="717582" y="342043"/>
                  </a:lnTo>
                  <a:lnTo>
                    <a:pt x="733182" y="331684"/>
                  </a:lnTo>
                  <a:lnTo>
                    <a:pt x="748781" y="320709"/>
                  </a:lnTo>
                  <a:lnTo>
                    <a:pt x="764381" y="309164"/>
                  </a:lnTo>
                  <a:lnTo>
                    <a:pt x="779981" y="297092"/>
                  </a:lnTo>
                  <a:lnTo>
                    <a:pt x="795580" y="284532"/>
                  </a:lnTo>
                  <a:lnTo>
                    <a:pt x="811180" y="271510"/>
                  </a:lnTo>
                  <a:lnTo>
                    <a:pt x="826780" y="258057"/>
                  </a:lnTo>
                  <a:lnTo>
                    <a:pt x="842379" y="244180"/>
                  </a:lnTo>
                  <a:lnTo>
                    <a:pt x="857979" y="229981"/>
                  </a:lnTo>
                  <a:lnTo>
                    <a:pt x="873578" y="215560"/>
                  </a:lnTo>
                  <a:lnTo>
                    <a:pt x="889178" y="201050"/>
                  </a:lnTo>
                  <a:lnTo>
                    <a:pt x="904778" y="186612"/>
                  </a:lnTo>
                  <a:lnTo>
                    <a:pt x="920377" y="172425"/>
                  </a:lnTo>
                  <a:lnTo>
                    <a:pt x="935977" y="158673"/>
                  </a:lnTo>
                  <a:lnTo>
                    <a:pt x="951577" y="145527"/>
                  </a:lnTo>
                  <a:lnTo>
                    <a:pt x="967176" y="133131"/>
                  </a:lnTo>
                  <a:lnTo>
                    <a:pt x="982776" y="121587"/>
                  </a:lnTo>
                  <a:lnTo>
                    <a:pt x="998375" y="110954"/>
                  </a:lnTo>
                  <a:lnTo>
                    <a:pt x="1013975" y="101237"/>
                  </a:lnTo>
                  <a:lnTo>
                    <a:pt x="1029575" y="92419"/>
                  </a:lnTo>
                  <a:lnTo>
                    <a:pt x="1045174" y="84434"/>
                  </a:lnTo>
                  <a:lnTo>
                    <a:pt x="1060774" y="77106"/>
                  </a:lnTo>
                  <a:lnTo>
                    <a:pt x="1076374" y="70302"/>
                  </a:lnTo>
                  <a:lnTo>
                    <a:pt x="1091973" y="63886"/>
                  </a:lnTo>
                  <a:lnTo>
                    <a:pt x="1107573" y="57733"/>
                  </a:lnTo>
                  <a:lnTo>
                    <a:pt x="1123172" y="51735"/>
                  </a:lnTo>
                  <a:lnTo>
                    <a:pt x="1138772" y="45814"/>
                  </a:lnTo>
                  <a:lnTo>
                    <a:pt x="1154372" y="39929"/>
                  </a:lnTo>
                  <a:lnTo>
                    <a:pt x="1169971" y="34080"/>
                  </a:lnTo>
                  <a:lnTo>
                    <a:pt x="1185571" y="28314"/>
                  </a:lnTo>
                  <a:lnTo>
                    <a:pt x="1201171" y="22720"/>
                  </a:lnTo>
                  <a:lnTo>
                    <a:pt x="1216770" y="17424"/>
                  </a:lnTo>
                  <a:lnTo>
                    <a:pt x="1232370" y="12617"/>
                  </a:lnTo>
                  <a:lnTo>
                    <a:pt x="1247969" y="8459"/>
                  </a:lnTo>
                  <a:lnTo>
                    <a:pt x="1263569" y="5069"/>
                  </a:lnTo>
                  <a:lnTo>
                    <a:pt x="1279169" y="2534"/>
                  </a:lnTo>
                  <a:lnTo>
                    <a:pt x="1294768" y="882"/>
                  </a:lnTo>
                  <a:lnTo>
                    <a:pt x="1310368" y="72"/>
                  </a:lnTo>
                  <a:lnTo>
                    <a:pt x="1325968" y="0"/>
                  </a:lnTo>
                  <a:lnTo>
                    <a:pt x="1341567" y="509"/>
                  </a:lnTo>
                  <a:lnTo>
                    <a:pt x="1357167" y="1413"/>
                  </a:lnTo>
                  <a:lnTo>
                    <a:pt x="1372766" y="2523"/>
                  </a:lnTo>
                  <a:lnTo>
                    <a:pt x="1388366" y="3678"/>
                  </a:lnTo>
                  <a:lnTo>
                    <a:pt x="1403966" y="4776"/>
                  </a:lnTo>
                  <a:lnTo>
                    <a:pt x="1419565" y="5789"/>
                  </a:lnTo>
                  <a:lnTo>
                    <a:pt x="1435165" y="6794"/>
                  </a:lnTo>
                  <a:lnTo>
                    <a:pt x="1450765" y="7969"/>
                  </a:lnTo>
                  <a:lnTo>
                    <a:pt x="1466364" y="9541"/>
                  </a:lnTo>
                  <a:lnTo>
                    <a:pt x="1481964" y="11763"/>
                  </a:lnTo>
                  <a:lnTo>
                    <a:pt x="1497563" y="14885"/>
                  </a:lnTo>
                  <a:lnTo>
                    <a:pt x="1513163" y="19123"/>
                  </a:lnTo>
                  <a:lnTo>
                    <a:pt x="1528763" y="24631"/>
                  </a:lnTo>
                  <a:lnTo>
                    <a:pt x="1544362" y="31488"/>
                  </a:lnTo>
                  <a:lnTo>
                    <a:pt x="1559962" y="39687"/>
                  </a:lnTo>
                  <a:lnTo>
                    <a:pt x="1575562" y="49136"/>
                  </a:lnTo>
                  <a:lnTo>
                    <a:pt x="1591161" y="59669"/>
                  </a:lnTo>
                  <a:lnTo>
                    <a:pt x="1606761" y="71063"/>
                  </a:lnTo>
                  <a:lnTo>
                    <a:pt x="1622360" y="83071"/>
                  </a:lnTo>
                  <a:lnTo>
                    <a:pt x="1637960" y="95390"/>
                  </a:lnTo>
                  <a:lnTo>
                    <a:pt x="1653560" y="107746"/>
                  </a:lnTo>
                  <a:lnTo>
                    <a:pt x="1669159" y="119944"/>
                  </a:lnTo>
                  <a:lnTo>
                    <a:pt x="1684759" y="131853"/>
                  </a:lnTo>
                  <a:lnTo>
                    <a:pt x="1700359" y="143413"/>
                  </a:lnTo>
                  <a:lnTo>
                    <a:pt x="1715958" y="154635"/>
                  </a:lnTo>
                  <a:lnTo>
                    <a:pt x="1731558" y="165589"/>
                  </a:lnTo>
                  <a:lnTo>
                    <a:pt x="1747157" y="176391"/>
                  </a:lnTo>
                  <a:lnTo>
                    <a:pt x="1762757" y="187176"/>
                  </a:lnTo>
                  <a:lnTo>
                    <a:pt x="1778357" y="198079"/>
                  </a:lnTo>
                  <a:lnTo>
                    <a:pt x="1793956" y="209208"/>
                  </a:lnTo>
                  <a:lnTo>
                    <a:pt x="1809556" y="220628"/>
                  </a:lnTo>
                  <a:lnTo>
                    <a:pt x="1825156" y="232373"/>
                  </a:lnTo>
                  <a:lnTo>
                    <a:pt x="1840755" y="244372"/>
                  </a:lnTo>
                  <a:lnTo>
                    <a:pt x="1856355" y="256524"/>
                  </a:lnTo>
                  <a:lnTo>
                    <a:pt x="1871954" y="268709"/>
                  </a:lnTo>
                  <a:lnTo>
                    <a:pt x="1887554" y="280800"/>
                  </a:lnTo>
                  <a:lnTo>
                    <a:pt x="1903154" y="292673"/>
                  </a:lnTo>
                  <a:lnTo>
                    <a:pt x="1918753" y="304225"/>
                  </a:lnTo>
                  <a:lnTo>
                    <a:pt x="1934353" y="315375"/>
                  </a:lnTo>
                  <a:lnTo>
                    <a:pt x="1949953" y="326070"/>
                  </a:lnTo>
                  <a:lnTo>
                    <a:pt x="1965552" y="336287"/>
                  </a:lnTo>
                  <a:lnTo>
                    <a:pt x="1981152" y="346023"/>
                  </a:lnTo>
                  <a:lnTo>
                    <a:pt x="1996751" y="355294"/>
                  </a:lnTo>
                  <a:lnTo>
                    <a:pt x="2012351" y="364124"/>
                  </a:lnTo>
                  <a:lnTo>
                    <a:pt x="2027951" y="372521"/>
                  </a:lnTo>
                  <a:lnTo>
                    <a:pt x="2043550" y="380551"/>
                  </a:lnTo>
                  <a:lnTo>
                    <a:pt x="2059150" y="388238"/>
                  </a:lnTo>
                  <a:lnTo>
                    <a:pt x="2074750" y="395602"/>
                  </a:lnTo>
                  <a:lnTo>
                    <a:pt x="2090349" y="402654"/>
                  </a:lnTo>
                  <a:lnTo>
                    <a:pt x="2105949" y="409405"/>
                  </a:lnTo>
                  <a:lnTo>
                    <a:pt x="2121548" y="415865"/>
                  </a:lnTo>
                  <a:lnTo>
                    <a:pt x="2137148" y="422044"/>
                  </a:lnTo>
                  <a:lnTo>
                    <a:pt x="2152748" y="427956"/>
                  </a:lnTo>
                  <a:lnTo>
                    <a:pt x="2168347" y="433618"/>
                  </a:lnTo>
                  <a:lnTo>
                    <a:pt x="2183947" y="439049"/>
                  </a:lnTo>
                  <a:lnTo>
                    <a:pt x="2199547" y="444263"/>
                  </a:lnTo>
                  <a:lnTo>
                    <a:pt x="2215146" y="449266"/>
                  </a:lnTo>
                  <a:lnTo>
                    <a:pt x="2230746" y="454063"/>
                  </a:lnTo>
                  <a:lnTo>
                    <a:pt x="2246345" y="458663"/>
                  </a:lnTo>
                  <a:lnTo>
                    <a:pt x="2261945" y="463057"/>
                  </a:lnTo>
                  <a:lnTo>
                    <a:pt x="2277545" y="467239"/>
                  </a:lnTo>
                  <a:lnTo>
                    <a:pt x="2293144" y="471202"/>
                  </a:lnTo>
                  <a:lnTo>
                    <a:pt x="2308744" y="474943"/>
                  </a:lnTo>
                  <a:lnTo>
                    <a:pt x="2324344" y="478467"/>
                  </a:lnTo>
                  <a:lnTo>
                    <a:pt x="2339943" y="481784"/>
                  </a:lnTo>
                  <a:lnTo>
                    <a:pt x="2355543" y="484910"/>
                  </a:lnTo>
                  <a:lnTo>
                    <a:pt x="2371142" y="487862"/>
                  </a:lnTo>
                  <a:lnTo>
                    <a:pt x="2386742" y="490655"/>
                  </a:lnTo>
                  <a:lnTo>
                    <a:pt x="2402342" y="493301"/>
                  </a:lnTo>
                  <a:lnTo>
                    <a:pt x="2417941" y="495789"/>
                  </a:lnTo>
                  <a:lnTo>
                    <a:pt x="2433541" y="498119"/>
                  </a:lnTo>
                  <a:lnTo>
                    <a:pt x="2449141" y="500275"/>
                  </a:lnTo>
                  <a:lnTo>
                    <a:pt x="2464740" y="502233"/>
                  </a:lnTo>
                  <a:lnTo>
                    <a:pt x="2480340" y="503972"/>
                  </a:lnTo>
                  <a:lnTo>
                    <a:pt x="2495939" y="505475"/>
                  </a:lnTo>
                  <a:lnTo>
                    <a:pt x="2511539" y="506735"/>
                  </a:lnTo>
                  <a:lnTo>
                    <a:pt x="2527139" y="507757"/>
                  </a:lnTo>
                  <a:lnTo>
                    <a:pt x="2542738" y="508557"/>
                  </a:lnTo>
                  <a:lnTo>
                    <a:pt x="2558338" y="509166"/>
                  </a:lnTo>
                  <a:lnTo>
                    <a:pt x="2573938" y="509620"/>
                  </a:lnTo>
                  <a:lnTo>
                    <a:pt x="2589537" y="509965"/>
                  </a:lnTo>
                  <a:lnTo>
                    <a:pt x="2605137" y="510241"/>
                  </a:lnTo>
                  <a:lnTo>
                    <a:pt x="2620736" y="510492"/>
                  </a:lnTo>
                  <a:lnTo>
                    <a:pt x="2636336" y="510750"/>
                  </a:lnTo>
                  <a:lnTo>
                    <a:pt x="2651936" y="511033"/>
                  </a:lnTo>
                  <a:lnTo>
                    <a:pt x="2667535" y="511349"/>
                  </a:lnTo>
                  <a:lnTo>
                    <a:pt x="2683135" y="511697"/>
                  </a:lnTo>
                  <a:lnTo>
                    <a:pt x="2698735" y="512071"/>
                  </a:lnTo>
                </a:path>
              </a:pathLst>
            </a:custGeom>
            <a:ln w="8130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14573" y="1092818"/>
              <a:ext cx="8768549" cy="336280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66263" y="4157244"/>
              <a:ext cx="49706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Diet breadth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39436" y="3714427"/>
              <a:ext cx="62389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breadth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68478" y="3271610"/>
              <a:ext cx="69485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No. of congeners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17012" y="2828793"/>
              <a:ext cx="44631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83566" y="2385975"/>
              <a:ext cx="67976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Hand-wing index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11983" y="1943158"/>
              <a:ext cx="4513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6771" y="1500341"/>
              <a:ext cx="45655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Range size</a:t>
              </a:r>
            </a:p>
          </p:txBody>
        </p:sp>
        <p:sp>
          <p:nvSpPr>
            <p:cNvPr id="70" name="pl70"/>
            <p:cNvSpPr/>
            <p:nvPr/>
          </p:nvSpPr>
          <p:spPr>
            <a:xfrm>
              <a:off x="1286105" y="41899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86105" y="37471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86105" y="33043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86105" y="28614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86105" y="24186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286105" y="19758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286105" y="15330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291734" y="445562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463080" y="445562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7634427" y="445562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9805774" y="445562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3213141" y="4506867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-0.4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99667" y="45068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71013" y="45068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9742360" y="45068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203472" y="4619826"/>
              <a:ext cx="9907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 (log-odds)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217912" y="2733302"/>
              <a:ext cx="51444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Predictors</a:t>
              </a:r>
            </a:p>
          </p:txBody>
        </p:sp>
        <p:sp>
          <p:nvSpPr>
            <p:cNvPr id="87" name="rc87"/>
            <p:cNvSpPr/>
            <p:nvPr/>
          </p:nvSpPr>
          <p:spPr>
            <a:xfrm>
              <a:off x="4079706" y="80813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085106" y="813535"/>
              <a:ext cx="103072" cy="103072"/>
            </a:xfrm>
            <a:prstGeom prst="rect">
              <a:avLst/>
            </a:prstGeom>
            <a:solidFill>
              <a:srgbClr val="7FC7C0">
                <a:alpha val="54901"/>
              </a:srgbClr>
            </a:solidFill>
            <a:ln w="8130" cap="rnd">
              <a:solidFill>
                <a:srgbClr val="7FC7C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194968" y="80813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200368" y="813535"/>
              <a:ext cx="103072" cy="103072"/>
            </a:xfrm>
            <a:prstGeom prst="rect">
              <a:avLst/>
            </a:prstGeom>
            <a:solidFill>
              <a:srgbClr val="B2ABD2">
                <a:alpha val="54901"/>
              </a:srgbClr>
            </a:solidFill>
            <a:ln w="8130" cap="rnd">
              <a:solidFill>
                <a:srgbClr val="B2ABD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629905" y="80813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635305" y="813535"/>
              <a:ext cx="103072" cy="103072"/>
            </a:xfrm>
            <a:prstGeom prst="rect">
              <a:avLst/>
            </a:prstGeom>
            <a:solidFill>
              <a:srgbClr val="F4A582">
                <a:alpha val="54901"/>
              </a:srgbClr>
            </a:solidFill>
            <a:ln w="8130" cap="rnd">
              <a:solidFill>
                <a:srgbClr val="F4A58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4250515" y="832382"/>
              <a:ext cx="8875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M1 taxonomic nesting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365778" y="832382"/>
              <a:ext cx="12071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M2 phylogenetic eigenvectors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800714" y="832382"/>
              <a:ext cx="5172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M3 phyloglm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314573" y="490351"/>
              <a:ext cx="354156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Sampling distributions of the estimates (normal approximation), not posteriors. 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314573" y="600079"/>
              <a:ext cx="35401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Distributions whose mass excludes zero indicate statistically supported effects.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314573" y="315731"/>
              <a:ext cx="303589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Species-level predictors of new provincial records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19079" y="353911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1314573" y="5364692"/>
              <a:ext cx="8768549" cy="43716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314573" y="5364692"/>
              <a:ext cx="2922849" cy="22554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237423" y="5364692"/>
              <a:ext cx="2922849" cy="22554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160273" y="5364692"/>
              <a:ext cx="2922849" cy="22554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314573" y="7620106"/>
              <a:ext cx="2922849" cy="2116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4237423" y="7620106"/>
              <a:ext cx="2922849" cy="21162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791645" y="5882353"/>
              <a:ext cx="2357209" cy="15387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1791645" y="742111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1791645" y="692128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791645" y="642145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791645" y="592162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2434521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3505980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113083" y="6337479"/>
              <a:ext cx="642875" cy="416858"/>
            </a:xfrm>
            <a:prstGeom prst="rect">
              <a:avLst/>
            </a:prstGeom>
            <a:solidFill>
              <a:srgbClr val="B8E3DE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2113083" y="6754337"/>
              <a:ext cx="642875" cy="143951"/>
            </a:xfrm>
            <a:prstGeom prst="rect">
              <a:avLst/>
            </a:prstGeom>
            <a:solidFill>
              <a:srgbClr val="7FC7C0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2113083" y="6898288"/>
              <a:ext cx="642875" cy="522822"/>
            </a:xfrm>
            <a:prstGeom prst="rect">
              <a:avLst/>
            </a:prstGeom>
            <a:solidFill>
              <a:srgbClr val="2E8B84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184542" y="7060233"/>
              <a:ext cx="642875" cy="137953"/>
            </a:xfrm>
            <a:prstGeom prst="rect">
              <a:avLst/>
            </a:prstGeom>
            <a:solidFill>
              <a:srgbClr val="B8E3DE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184542" y="7198186"/>
              <a:ext cx="642875" cy="94967"/>
            </a:xfrm>
            <a:prstGeom prst="rect">
              <a:avLst/>
            </a:prstGeom>
            <a:solidFill>
              <a:srgbClr val="7FC7C0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184542" y="7293153"/>
              <a:ext cx="642875" cy="127956"/>
            </a:xfrm>
            <a:prstGeom prst="rect">
              <a:avLst/>
            </a:prstGeom>
            <a:solidFill>
              <a:srgbClr val="2E8B84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1845218" y="5913518"/>
              <a:ext cx="866576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Chi-sq (df = 2), p = 6.7e-09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845218" y="6017587"/>
              <a:ext cx="1584746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Partial migrant: std. resid. = 5.77, adj. p = 2.3e-08</a:t>
              </a:r>
            </a:p>
          </p:txBody>
        </p:sp>
        <p:sp>
          <p:nvSpPr>
            <p:cNvPr id="121" name="rc121"/>
            <p:cNvSpPr/>
            <p:nvPr/>
          </p:nvSpPr>
          <p:spPr>
            <a:xfrm>
              <a:off x="1791645" y="5882353"/>
              <a:ext cx="2357209" cy="153875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1689653" y="738842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588155" y="6888590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537406" y="638876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537406" y="588893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126" name="pl126"/>
            <p:cNvSpPr/>
            <p:nvPr/>
          </p:nvSpPr>
          <p:spPr>
            <a:xfrm>
              <a:off x="1763177" y="74211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1763177" y="69212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763177" y="64214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1763177" y="59216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434521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505980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2123899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3195358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1</a:t>
              </a:r>
            </a:p>
          </p:txBody>
        </p:sp>
        <p:sp>
          <p:nvSpPr>
            <p:cNvPr id="134" name="tx134"/>
            <p:cNvSpPr/>
            <p:nvPr/>
          </p:nvSpPr>
          <p:spPr>
            <a:xfrm rot="-5400000">
              <a:off x="967704" y="6610812"/>
              <a:ext cx="95271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135" name="rc135"/>
            <p:cNvSpPr/>
            <p:nvPr/>
          </p:nvSpPr>
          <p:spPr>
            <a:xfrm>
              <a:off x="2150237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154197" y="5658567"/>
              <a:ext cx="74321" cy="74321"/>
            </a:xfrm>
            <a:prstGeom prst="rect">
              <a:avLst/>
            </a:prstGeom>
            <a:solidFill>
              <a:srgbClr val="B8E3DE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663649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667609" y="5658567"/>
              <a:ext cx="74321" cy="74321"/>
            </a:xfrm>
            <a:prstGeom prst="rect">
              <a:avLst/>
            </a:prstGeom>
            <a:solidFill>
              <a:srgbClr val="7FC7C0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350522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54482" y="5658567"/>
              <a:ext cx="74321" cy="74321"/>
            </a:xfrm>
            <a:prstGeom prst="rect">
              <a:avLst/>
            </a:prstGeom>
            <a:solidFill>
              <a:srgbClr val="2E8B84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2289416" y="5668433"/>
              <a:ext cx="317296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Migratory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2802827" y="5668433"/>
              <a:ext cx="49075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migrant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489700" y="5668433"/>
              <a:ext cx="300563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2499151" y="5427955"/>
              <a:ext cx="942197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Migratory strategy</a:t>
              </a:r>
            </a:p>
          </p:txBody>
        </p:sp>
        <p:sp>
          <p:nvSpPr>
            <p:cNvPr id="145" name="rc145"/>
            <p:cNvSpPr/>
            <p:nvPr/>
          </p:nvSpPr>
          <p:spPr>
            <a:xfrm>
              <a:off x="4714495" y="5882353"/>
              <a:ext cx="2357209" cy="15387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4714495" y="742111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714495" y="692128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714495" y="642145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714495" y="592162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357370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6428830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035933" y="6337479"/>
              <a:ext cx="642875" cy="183937"/>
            </a:xfrm>
            <a:prstGeom prst="rect">
              <a:avLst/>
            </a:prstGeom>
            <a:solidFill>
              <a:srgbClr val="C6DBEF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035933" y="6521416"/>
              <a:ext cx="642875" cy="4498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035933" y="6566401"/>
              <a:ext cx="642875" cy="71975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035933" y="6638376"/>
              <a:ext cx="642875" cy="47983"/>
            </a:xfrm>
            <a:prstGeom prst="rect">
              <a:avLst/>
            </a:prstGeom>
            <a:solidFill>
              <a:srgbClr val="4292C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035933" y="6686360"/>
              <a:ext cx="642875" cy="479836"/>
            </a:xfrm>
            <a:prstGeom prst="rect">
              <a:avLst/>
            </a:prstGeom>
            <a:solidFill>
              <a:srgbClr val="2171B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035933" y="7166197"/>
              <a:ext cx="642875" cy="210928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35933" y="7377125"/>
              <a:ext cx="642875" cy="43985"/>
            </a:xfrm>
            <a:prstGeom prst="rect">
              <a:avLst/>
            </a:prstGeom>
            <a:solidFill>
              <a:srgbClr val="08306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107392" y="7060233"/>
              <a:ext cx="642875" cy="46984"/>
            </a:xfrm>
            <a:prstGeom prst="rect">
              <a:avLst/>
            </a:prstGeom>
            <a:solidFill>
              <a:srgbClr val="C6DBEF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107392" y="7107217"/>
              <a:ext cx="642875" cy="11995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107392" y="7119213"/>
              <a:ext cx="642875" cy="20992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107392" y="7140205"/>
              <a:ext cx="642875" cy="13995"/>
            </a:xfrm>
            <a:prstGeom prst="rect">
              <a:avLst/>
            </a:prstGeom>
            <a:solidFill>
              <a:srgbClr val="4292C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107392" y="7154201"/>
              <a:ext cx="642875" cy="183937"/>
            </a:xfrm>
            <a:prstGeom prst="rect">
              <a:avLst/>
            </a:prstGeom>
            <a:solidFill>
              <a:srgbClr val="2171B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107392" y="7338138"/>
              <a:ext cx="642875" cy="5897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107392" y="7397118"/>
              <a:ext cx="642875" cy="23991"/>
            </a:xfrm>
            <a:prstGeom prst="rect">
              <a:avLst/>
            </a:prstGeom>
            <a:solidFill>
              <a:srgbClr val="08306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tx166"/>
            <p:cNvSpPr/>
            <p:nvPr/>
          </p:nvSpPr>
          <p:spPr>
            <a:xfrm>
              <a:off x="4768068" y="5892704"/>
              <a:ext cx="802386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Chi-sq (df = 6), p = 0.074</a:t>
              </a:r>
            </a:p>
          </p:txBody>
        </p:sp>
        <p:sp>
          <p:nvSpPr>
            <p:cNvPr id="167" name="rc167"/>
            <p:cNvSpPr/>
            <p:nvPr/>
          </p:nvSpPr>
          <p:spPr>
            <a:xfrm>
              <a:off x="4714495" y="5882353"/>
              <a:ext cx="2357209" cy="153875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4612503" y="738842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511005" y="6888590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460255" y="638876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460255" y="588893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172" name="pl172"/>
            <p:cNvSpPr/>
            <p:nvPr/>
          </p:nvSpPr>
          <p:spPr>
            <a:xfrm>
              <a:off x="4686027" y="74211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4686027" y="69212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4686027" y="64214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4686027" y="59216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5357370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6428830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5046749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118208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1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3890554" y="6610812"/>
              <a:ext cx="95271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181" name="rc181"/>
            <p:cNvSpPr/>
            <p:nvPr/>
          </p:nvSpPr>
          <p:spPr>
            <a:xfrm>
              <a:off x="4475585" y="5585018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479545" y="5588978"/>
              <a:ext cx="74321" cy="74321"/>
            </a:xfrm>
            <a:prstGeom prst="rect">
              <a:avLst/>
            </a:prstGeom>
            <a:solidFill>
              <a:srgbClr val="C6DBEF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4475585" y="572419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4479545" y="5728157"/>
              <a:ext cx="74321" cy="74321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403768" y="5585018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407728" y="5588978"/>
              <a:ext cx="74321" cy="7432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403768" y="572419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407728" y="5728157"/>
              <a:ext cx="74321" cy="74321"/>
            </a:xfrm>
            <a:prstGeom prst="rect">
              <a:avLst/>
            </a:prstGeom>
            <a:solidFill>
              <a:srgbClr val="4292C6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934187" y="5585018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938147" y="5588978"/>
              <a:ext cx="74321" cy="74321"/>
            </a:xfrm>
            <a:prstGeom prst="rect">
              <a:avLst/>
            </a:prstGeom>
            <a:solidFill>
              <a:srgbClr val="2171B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934187" y="572419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938147" y="5728157"/>
              <a:ext cx="74321" cy="7432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6485729" y="5585018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489689" y="5588978"/>
              <a:ext cx="74321" cy="74321"/>
            </a:xfrm>
            <a:prstGeom prst="rect">
              <a:avLst/>
            </a:prstGeom>
            <a:solidFill>
              <a:srgbClr val="08306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tx195"/>
            <p:cNvSpPr/>
            <p:nvPr/>
          </p:nvSpPr>
          <p:spPr>
            <a:xfrm>
              <a:off x="4614763" y="5598844"/>
              <a:ext cx="558606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Aquatic predator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4614763" y="5738022"/>
              <a:ext cx="73206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Frugivore/Nectarivore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542946" y="5598844"/>
              <a:ext cx="334304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Granivore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542946" y="5738022"/>
              <a:ext cx="33009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Herbivore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6073365" y="5598844"/>
              <a:ext cx="355427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Invertivore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6073365" y="5738022"/>
              <a:ext cx="33009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Omnivore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6624907" y="5598844"/>
              <a:ext cx="68570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Vertivore/Scavenger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5542153" y="5427955"/>
              <a:ext cx="70189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Trophic niche</a:t>
              </a:r>
            </a:p>
          </p:txBody>
        </p:sp>
        <p:sp>
          <p:nvSpPr>
            <p:cNvPr id="203" name="rc203"/>
            <p:cNvSpPr/>
            <p:nvPr/>
          </p:nvSpPr>
          <p:spPr>
            <a:xfrm>
              <a:off x="7637345" y="5882353"/>
              <a:ext cx="2357209" cy="15387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7637345" y="742111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637345" y="692128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7637345" y="642145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637345" y="5921620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280220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9351679" y="5882353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7958782" y="6337479"/>
              <a:ext cx="642875" cy="38686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7958782" y="6724347"/>
              <a:ext cx="642875" cy="397864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7958782" y="7122212"/>
              <a:ext cx="642875" cy="298898"/>
            </a:xfrm>
            <a:prstGeom prst="rect">
              <a:avLst/>
            </a:prstGeom>
            <a:solidFill>
              <a:srgbClr val="A63603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9030242" y="7060233"/>
              <a:ext cx="642875" cy="132954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9030242" y="7193187"/>
              <a:ext cx="642875" cy="11795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9030242" y="7311147"/>
              <a:ext cx="642875" cy="109962"/>
            </a:xfrm>
            <a:prstGeom prst="rect">
              <a:avLst/>
            </a:prstGeom>
            <a:solidFill>
              <a:srgbClr val="A63603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7690918" y="5892704"/>
              <a:ext cx="762243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Chi-sq (df = 2), p = 0.35</a:t>
              </a:r>
            </a:p>
          </p:txBody>
        </p:sp>
        <p:sp>
          <p:nvSpPr>
            <p:cNvPr id="217" name="rc217"/>
            <p:cNvSpPr/>
            <p:nvPr/>
          </p:nvSpPr>
          <p:spPr>
            <a:xfrm>
              <a:off x="7637345" y="5882353"/>
              <a:ext cx="2357209" cy="153875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7535353" y="738842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433854" y="6888590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383105" y="638876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383105" y="5888930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22" name="pl222"/>
            <p:cNvSpPr/>
            <p:nvPr/>
          </p:nvSpPr>
          <p:spPr>
            <a:xfrm>
              <a:off x="7608876" y="74211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608876" y="69212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608876" y="64214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608876" y="59216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8280220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9351679" y="742111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7969598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9041058" y="7472353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1</a:t>
              </a:r>
            </a:p>
          </p:txBody>
        </p:sp>
        <p:sp>
          <p:nvSpPr>
            <p:cNvPr id="230" name="tx230"/>
            <p:cNvSpPr/>
            <p:nvPr/>
          </p:nvSpPr>
          <p:spPr>
            <a:xfrm rot="-5400000">
              <a:off x="6813403" y="6610812"/>
              <a:ext cx="95271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231" name="rc231"/>
            <p:cNvSpPr/>
            <p:nvPr/>
          </p:nvSpPr>
          <p:spPr>
            <a:xfrm>
              <a:off x="8162906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8166866" y="5658567"/>
              <a:ext cx="74321" cy="7432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8579208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8583168" y="5658567"/>
              <a:ext cx="74321" cy="74321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8961586" y="5654607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8965546" y="5658567"/>
              <a:ext cx="74321" cy="74321"/>
            </a:xfrm>
            <a:prstGeom prst="rect">
              <a:avLst/>
            </a:prstGeom>
            <a:solidFill>
              <a:srgbClr val="A63603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" name="tx237"/>
            <p:cNvSpPr/>
            <p:nvPr/>
          </p:nvSpPr>
          <p:spPr>
            <a:xfrm>
              <a:off x="8302084" y="5668433"/>
              <a:ext cx="220187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Dense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8718386" y="5668433"/>
              <a:ext cx="186263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Open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9100764" y="5668433"/>
              <a:ext cx="368228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Semi-open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8428976" y="5427955"/>
              <a:ext cx="77394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Habitat density</a:t>
              </a:r>
            </a:p>
          </p:txBody>
        </p:sp>
        <p:sp>
          <p:nvSpPr>
            <p:cNvPr id="241" name="rc241"/>
            <p:cNvSpPr/>
            <p:nvPr/>
          </p:nvSpPr>
          <p:spPr>
            <a:xfrm>
              <a:off x="1791645" y="7998589"/>
              <a:ext cx="2357209" cy="15387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1791645" y="953734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1791645" y="903751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1791645" y="853768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1791645" y="8037856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2434521" y="7998589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3505980" y="7998589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113083" y="8453714"/>
              <a:ext cx="642875" cy="929683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113083" y="9383398"/>
              <a:ext cx="642875" cy="61978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113083" y="9445377"/>
              <a:ext cx="642875" cy="91968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3184542" y="9176468"/>
              <a:ext cx="642875" cy="319891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3184542" y="9496359"/>
              <a:ext cx="642875" cy="17993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3184542" y="9514353"/>
              <a:ext cx="642875" cy="22992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" name="tx254"/>
            <p:cNvSpPr/>
            <p:nvPr/>
          </p:nvSpPr>
          <p:spPr>
            <a:xfrm>
              <a:off x="1845218" y="8008940"/>
              <a:ext cx="762243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Chi-sq (df = 2), p = 0.36</a:t>
              </a:r>
            </a:p>
          </p:txBody>
        </p:sp>
        <p:sp>
          <p:nvSpPr>
            <p:cNvPr id="255" name="rc255"/>
            <p:cNvSpPr/>
            <p:nvPr/>
          </p:nvSpPr>
          <p:spPr>
            <a:xfrm>
              <a:off x="1791645" y="7998589"/>
              <a:ext cx="2357209" cy="153875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tx256"/>
            <p:cNvSpPr/>
            <p:nvPr/>
          </p:nvSpPr>
          <p:spPr>
            <a:xfrm>
              <a:off x="1689653" y="950465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588155" y="9004826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537406" y="8504996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537406" y="8005166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60" name="pl260"/>
            <p:cNvSpPr/>
            <p:nvPr/>
          </p:nvSpPr>
          <p:spPr>
            <a:xfrm>
              <a:off x="1763177" y="95373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1763177" y="90375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1763177" y="85376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1763177" y="80378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2434521" y="95373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3505980" y="95373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tx266"/>
            <p:cNvSpPr/>
            <p:nvPr/>
          </p:nvSpPr>
          <p:spPr>
            <a:xfrm>
              <a:off x="2123899" y="9588588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0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3195358" y="9588588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1</a:t>
              </a:r>
            </a:p>
          </p:txBody>
        </p:sp>
        <p:sp>
          <p:nvSpPr>
            <p:cNvPr id="268" name="tx268"/>
            <p:cNvSpPr/>
            <p:nvPr/>
          </p:nvSpPr>
          <p:spPr>
            <a:xfrm rot="-5400000">
              <a:off x="967704" y="8727048"/>
              <a:ext cx="95271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269" name="rc269"/>
            <p:cNvSpPr/>
            <p:nvPr/>
          </p:nvSpPr>
          <p:spPr>
            <a:xfrm>
              <a:off x="1975176" y="7840432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979136" y="7844392"/>
              <a:ext cx="74321" cy="74321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666529" y="7840432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670489" y="7844392"/>
              <a:ext cx="74321" cy="74321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3436795" y="7840432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3440755" y="7844392"/>
              <a:ext cx="74321" cy="74321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" name="tx275"/>
            <p:cNvSpPr/>
            <p:nvPr/>
          </p:nvSpPr>
          <p:spPr>
            <a:xfrm>
              <a:off x="2114354" y="7854258"/>
              <a:ext cx="495239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Least Concern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805707" y="7854258"/>
              <a:ext cx="574151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Near Threatened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3575974" y="7854258"/>
              <a:ext cx="389351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Threatened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436286" y="7683369"/>
              <a:ext cx="1067927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IUCN Red List status</a:t>
              </a:r>
            </a:p>
          </p:txBody>
        </p:sp>
        <p:sp>
          <p:nvSpPr>
            <p:cNvPr id="279" name="rc279"/>
            <p:cNvSpPr/>
            <p:nvPr/>
          </p:nvSpPr>
          <p:spPr>
            <a:xfrm>
              <a:off x="4714495" y="7998589"/>
              <a:ext cx="2357209" cy="15387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4714495" y="953734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4714495" y="903751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4714495" y="8537685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4714495" y="8037856"/>
              <a:ext cx="2357209" cy="0"/>
            </a:xfrm>
            <a:custGeom>
              <a:avLst/>
              <a:pathLst>
                <a:path w="2357209" h="0">
                  <a:moveTo>
                    <a:pt x="0" y="0"/>
                  </a:moveTo>
                  <a:lnTo>
                    <a:pt x="2357209" y="0"/>
                  </a:lnTo>
                  <a:lnTo>
                    <a:pt x="2357209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5357370" y="7998589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6428830" y="7998589"/>
              <a:ext cx="0" cy="1538756"/>
            </a:xfrm>
            <a:custGeom>
              <a:avLst/>
              <a:pathLst>
                <a:path w="0" h="1538756">
                  <a:moveTo>
                    <a:pt x="0" y="1538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035933" y="8453714"/>
              <a:ext cx="642875" cy="75974"/>
            </a:xfrm>
            <a:prstGeom prst="rect">
              <a:avLst/>
            </a:prstGeom>
            <a:solidFill>
              <a:srgbClr val="DADAE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035933" y="8529688"/>
              <a:ext cx="642875" cy="1007657"/>
            </a:xfrm>
            <a:prstGeom prst="rect">
              <a:avLst/>
            </a:prstGeom>
            <a:solidFill>
              <a:srgbClr val="807DB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6107392" y="9176468"/>
              <a:ext cx="642875" cy="15994"/>
            </a:xfrm>
            <a:prstGeom prst="rect">
              <a:avLst/>
            </a:prstGeom>
            <a:solidFill>
              <a:srgbClr val="DADAE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6107392" y="9192463"/>
              <a:ext cx="642875" cy="344882"/>
            </a:xfrm>
            <a:prstGeom prst="rect">
              <a:avLst/>
            </a:prstGeom>
            <a:solidFill>
              <a:srgbClr val="807DB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0" name="tx290"/>
            <p:cNvSpPr/>
            <p:nvPr/>
          </p:nvSpPr>
          <p:spPr>
            <a:xfrm>
              <a:off x="4768068" y="8008940"/>
              <a:ext cx="756848" cy="517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9" i="1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Chi-sq (df = 1), p = 0.11</a:t>
              </a:r>
            </a:p>
          </p:txBody>
        </p:sp>
        <p:sp>
          <p:nvSpPr>
            <p:cNvPr id="291" name="rc291"/>
            <p:cNvSpPr/>
            <p:nvPr/>
          </p:nvSpPr>
          <p:spPr>
            <a:xfrm>
              <a:off x="4714495" y="7998589"/>
              <a:ext cx="2357209" cy="153875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tx292"/>
            <p:cNvSpPr/>
            <p:nvPr/>
          </p:nvSpPr>
          <p:spPr>
            <a:xfrm>
              <a:off x="4612503" y="950465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4511005" y="9004826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4460255" y="8504996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4460255" y="8005166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96" name="pl296"/>
            <p:cNvSpPr/>
            <p:nvPr/>
          </p:nvSpPr>
          <p:spPr>
            <a:xfrm>
              <a:off x="4686027" y="95373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4686027" y="90375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4686027" y="85376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4686027" y="80378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5357370" y="95373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6428830" y="95373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tx302"/>
            <p:cNvSpPr/>
            <p:nvPr/>
          </p:nvSpPr>
          <p:spPr>
            <a:xfrm>
              <a:off x="5046749" y="9588588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0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6118208" y="9588588"/>
              <a:ext cx="6212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New record = 1</a:t>
              </a:r>
            </a:p>
          </p:txBody>
        </p:sp>
        <p:sp>
          <p:nvSpPr>
            <p:cNvPr id="304" name="tx304"/>
            <p:cNvSpPr/>
            <p:nvPr/>
          </p:nvSpPr>
          <p:spPr>
            <a:xfrm rot="-5400000">
              <a:off x="3890554" y="8727048"/>
              <a:ext cx="95271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05" name="rc305"/>
            <p:cNvSpPr/>
            <p:nvPr/>
          </p:nvSpPr>
          <p:spPr>
            <a:xfrm>
              <a:off x="5350824" y="7840432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5354784" y="7844392"/>
              <a:ext cx="74321" cy="74321"/>
            </a:xfrm>
            <a:prstGeom prst="rect">
              <a:avLst/>
            </a:prstGeom>
            <a:solidFill>
              <a:srgbClr val="DADAEB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5843296" y="7840432"/>
              <a:ext cx="82241" cy="822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5847256" y="7844392"/>
              <a:ext cx="74321" cy="74321"/>
            </a:xfrm>
            <a:prstGeom prst="rect">
              <a:avLst/>
            </a:prstGeom>
            <a:solidFill>
              <a:srgbClr val="807DBA">
                <a:alpha val="100000"/>
              </a:srgbClr>
            </a:solidFill>
            <a:ln w="5962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9" name="tx309"/>
            <p:cNvSpPr/>
            <p:nvPr/>
          </p:nvSpPr>
          <p:spPr>
            <a:xfrm>
              <a:off x="5490002" y="7854258"/>
              <a:ext cx="296357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Endemic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5982474" y="7854258"/>
              <a:ext cx="452902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Non-endemic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5620060" y="7683369"/>
              <a:ext cx="546079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Endemism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1314573" y="5013648"/>
              <a:ext cx="31840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Categorical traits and the occurrence of new records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1314573" y="5200920"/>
              <a:ext cx="44317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Pearson chi-square or Fisher exact tests; Holm-adjusted standardised residuals &gt; 1.96 are flagged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341036" y="4876076"/>
              <a:ext cx="9317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2026-07-27T13:12:45Z</dcterms:modified>
  <cp:category/>
</cp:coreProperties>
</file>