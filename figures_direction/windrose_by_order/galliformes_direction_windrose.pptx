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69320" y="348278"/>
              <a:ext cx="69540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40034" y="723281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8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502562" y="2277450"/>
              <a:ext cx="1846723" cy="2706192"/>
            </a:xfrm>
            <a:custGeom>
              <a:avLst/>
              <a:pathLst>
                <a:path w="1846723" h="2706192">
                  <a:moveTo>
                    <a:pt x="214458" y="1585250"/>
                  </a:moveTo>
                  <a:lnTo>
                    <a:pt x="216177" y="1515212"/>
                  </a:lnTo>
                  <a:lnTo>
                    <a:pt x="221333" y="1445301"/>
                  </a:lnTo>
                  <a:lnTo>
                    <a:pt x="229920" y="1375643"/>
                  </a:lnTo>
                  <a:lnTo>
                    <a:pt x="241926" y="1306364"/>
                  </a:lnTo>
                  <a:lnTo>
                    <a:pt x="257338" y="1237590"/>
                  </a:lnTo>
                  <a:lnTo>
                    <a:pt x="276137" y="1169447"/>
                  </a:lnTo>
                  <a:lnTo>
                    <a:pt x="298300" y="1102058"/>
                  </a:lnTo>
                  <a:lnTo>
                    <a:pt x="323800" y="1035549"/>
                  </a:lnTo>
                  <a:lnTo>
                    <a:pt x="352608" y="970041"/>
                  </a:lnTo>
                  <a:lnTo>
                    <a:pt x="384687" y="905658"/>
                  </a:lnTo>
                  <a:lnTo>
                    <a:pt x="419999" y="842519"/>
                  </a:lnTo>
                  <a:lnTo>
                    <a:pt x="458502" y="780745"/>
                  </a:lnTo>
                  <a:lnTo>
                    <a:pt x="500148" y="720453"/>
                  </a:lnTo>
                  <a:lnTo>
                    <a:pt x="544888" y="661761"/>
                  </a:lnTo>
                  <a:lnTo>
                    <a:pt x="592665" y="604784"/>
                  </a:lnTo>
                  <a:lnTo>
                    <a:pt x="643424" y="549635"/>
                  </a:lnTo>
                  <a:lnTo>
                    <a:pt x="697101" y="496426"/>
                  </a:lnTo>
                  <a:lnTo>
                    <a:pt x="753630" y="445266"/>
                  </a:lnTo>
                  <a:lnTo>
                    <a:pt x="812944" y="396263"/>
                  </a:lnTo>
                  <a:lnTo>
                    <a:pt x="874968" y="349522"/>
                  </a:lnTo>
                  <a:lnTo>
                    <a:pt x="939627" y="305147"/>
                  </a:lnTo>
                  <a:lnTo>
                    <a:pt x="1006842" y="263238"/>
                  </a:lnTo>
                  <a:lnTo>
                    <a:pt x="1076528" y="223893"/>
                  </a:lnTo>
                  <a:lnTo>
                    <a:pt x="1148601" y="187207"/>
                  </a:lnTo>
                  <a:lnTo>
                    <a:pt x="1222969" y="153274"/>
                  </a:lnTo>
                  <a:lnTo>
                    <a:pt x="1299542" y="122184"/>
                  </a:lnTo>
                  <a:lnTo>
                    <a:pt x="1378223" y="94023"/>
                  </a:lnTo>
                  <a:lnTo>
                    <a:pt x="1458914" y="68876"/>
                  </a:lnTo>
                  <a:lnTo>
                    <a:pt x="1541514" y="46824"/>
                  </a:lnTo>
                  <a:lnTo>
                    <a:pt x="1625917" y="27945"/>
                  </a:lnTo>
                  <a:lnTo>
                    <a:pt x="1712019" y="12313"/>
                  </a:lnTo>
                  <a:lnTo>
                    <a:pt x="1799709" y="0"/>
                  </a:lnTo>
                  <a:lnTo>
                    <a:pt x="1817989" y="92310"/>
                  </a:lnTo>
                  <a:lnTo>
                    <a:pt x="1831746" y="183862"/>
                  </a:lnTo>
                  <a:lnTo>
                    <a:pt x="1841062" y="274450"/>
                  </a:lnTo>
                  <a:lnTo>
                    <a:pt x="1846022" y="363877"/>
                  </a:lnTo>
                  <a:lnTo>
                    <a:pt x="1846723" y="451949"/>
                  </a:lnTo>
                  <a:lnTo>
                    <a:pt x="1843269" y="538477"/>
                  </a:lnTo>
                  <a:lnTo>
                    <a:pt x="1835774" y="623279"/>
                  </a:lnTo>
                  <a:lnTo>
                    <a:pt x="1824356" y="706179"/>
                  </a:lnTo>
                  <a:lnTo>
                    <a:pt x="1809144" y="787007"/>
                  </a:lnTo>
                  <a:lnTo>
                    <a:pt x="1790272" y="865600"/>
                  </a:lnTo>
                  <a:lnTo>
                    <a:pt x="1767880" y="941802"/>
                  </a:lnTo>
                  <a:lnTo>
                    <a:pt x="1742117" y="1015463"/>
                  </a:lnTo>
                  <a:lnTo>
                    <a:pt x="1713137" y="1086442"/>
                  </a:lnTo>
                  <a:lnTo>
                    <a:pt x="1681097" y="1154606"/>
                  </a:lnTo>
                  <a:lnTo>
                    <a:pt x="1646164" y="1219829"/>
                  </a:lnTo>
                  <a:lnTo>
                    <a:pt x="1608507" y="1281993"/>
                  </a:lnTo>
                  <a:lnTo>
                    <a:pt x="1568301" y="1340990"/>
                  </a:lnTo>
                  <a:lnTo>
                    <a:pt x="1525723" y="1396719"/>
                  </a:lnTo>
                  <a:lnTo>
                    <a:pt x="1480957" y="1449087"/>
                  </a:lnTo>
                  <a:lnTo>
                    <a:pt x="1434188" y="1498013"/>
                  </a:lnTo>
                  <a:lnTo>
                    <a:pt x="1385605" y="1543423"/>
                  </a:lnTo>
                  <a:lnTo>
                    <a:pt x="1335400" y="1585250"/>
                  </a:lnTo>
                  <a:lnTo>
                    <a:pt x="1290320" y="1650328"/>
                  </a:lnTo>
                  <a:lnTo>
                    <a:pt x="1241629" y="1709971"/>
                  </a:lnTo>
                  <a:lnTo>
                    <a:pt x="1189818" y="1763991"/>
                  </a:lnTo>
                  <a:lnTo>
                    <a:pt x="1135386" y="1812238"/>
                  </a:lnTo>
                  <a:lnTo>
                    <a:pt x="1078839" y="1854602"/>
                  </a:lnTo>
                  <a:lnTo>
                    <a:pt x="1020688" y="1891013"/>
                  </a:lnTo>
                  <a:lnTo>
                    <a:pt x="961440" y="1921440"/>
                  </a:lnTo>
                  <a:lnTo>
                    <a:pt x="901604" y="1945892"/>
                  </a:lnTo>
                  <a:lnTo>
                    <a:pt x="841680" y="1964419"/>
                  </a:lnTo>
                  <a:lnTo>
                    <a:pt x="782161" y="1977107"/>
                  </a:lnTo>
                  <a:lnTo>
                    <a:pt x="723527" y="1984080"/>
                  </a:lnTo>
                  <a:lnTo>
                    <a:pt x="666247" y="1985500"/>
                  </a:lnTo>
                  <a:lnTo>
                    <a:pt x="610771" y="1981563"/>
                  </a:lnTo>
                  <a:lnTo>
                    <a:pt x="614708" y="2037039"/>
                  </a:lnTo>
                  <a:lnTo>
                    <a:pt x="613288" y="2094319"/>
                  </a:lnTo>
                  <a:lnTo>
                    <a:pt x="606315" y="2152953"/>
                  </a:lnTo>
                  <a:lnTo>
                    <a:pt x="593627" y="2212472"/>
                  </a:lnTo>
                  <a:lnTo>
                    <a:pt x="575100" y="2272396"/>
                  </a:lnTo>
                  <a:lnTo>
                    <a:pt x="550647" y="2332233"/>
                  </a:lnTo>
                  <a:lnTo>
                    <a:pt x="520221" y="2391480"/>
                  </a:lnTo>
                  <a:lnTo>
                    <a:pt x="483810" y="2449631"/>
                  </a:lnTo>
                  <a:lnTo>
                    <a:pt x="441446" y="2506178"/>
                  </a:lnTo>
                  <a:lnTo>
                    <a:pt x="393199" y="2560610"/>
                  </a:lnTo>
                  <a:lnTo>
                    <a:pt x="339179" y="2612421"/>
                  </a:lnTo>
                  <a:lnTo>
                    <a:pt x="279536" y="2661112"/>
                  </a:lnTo>
                  <a:lnTo>
                    <a:pt x="214458" y="2706192"/>
                  </a:lnTo>
                  <a:lnTo>
                    <a:pt x="170573" y="2646288"/>
                  </a:lnTo>
                  <a:lnTo>
                    <a:pt x="131635" y="2584772"/>
                  </a:lnTo>
                  <a:lnTo>
                    <a:pt x="97698" y="2521952"/>
                  </a:lnTo>
                  <a:lnTo>
                    <a:pt x="68799" y="2458134"/>
                  </a:lnTo>
                  <a:lnTo>
                    <a:pt x="44959" y="2393628"/>
                  </a:lnTo>
                  <a:lnTo>
                    <a:pt x="26180" y="2328741"/>
                  </a:lnTo>
                  <a:lnTo>
                    <a:pt x="12451" y="2263781"/>
                  </a:lnTo>
                  <a:lnTo>
                    <a:pt x="3739" y="2199054"/>
                  </a:lnTo>
                  <a:lnTo>
                    <a:pt x="0" y="2134860"/>
                  </a:lnTo>
                  <a:lnTo>
                    <a:pt x="1169" y="2071500"/>
                  </a:lnTo>
                  <a:lnTo>
                    <a:pt x="7168" y="2009269"/>
                  </a:lnTo>
                  <a:lnTo>
                    <a:pt x="17902" y="1948454"/>
                  </a:lnTo>
                  <a:lnTo>
                    <a:pt x="33260" y="1889339"/>
                  </a:lnTo>
                  <a:lnTo>
                    <a:pt x="53117" y="1832201"/>
                  </a:lnTo>
                  <a:lnTo>
                    <a:pt x="77331" y="1777308"/>
                  </a:lnTo>
                  <a:lnTo>
                    <a:pt x="105748" y="1724921"/>
                  </a:lnTo>
                  <a:lnTo>
                    <a:pt x="138199" y="1675289"/>
                  </a:lnTo>
                  <a:lnTo>
                    <a:pt x="174500" y="1628656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02562" y="2277450"/>
              <a:ext cx="1846723" cy="2706192"/>
            </a:xfrm>
            <a:custGeom>
              <a:avLst/>
              <a:pathLst>
                <a:path w="1846723" h="2706192">
                  <a:moveTo>
                    <a:pt x="214458" y="1585250"/>
                  </a:moveTo>
                  <a:lnTo>
                    <a:pt x="216177" y="1515212"/>
                  </a:lnTo>
                  <a:lnTo>
                    <a:pt x="221333" y="1445301"/>
                  </a:lnTo>
                  <a:lnTo>
                    <a:pt x="229920" y="1375643"/>
                  </a:lnTo>
                  <a:lnTo>
                    <a:pt x="241926" y="1306364"/>
                  </a:lnTo>
                  <a:lnTo>
                    <a:pt x="257338" y="1237590"/>
                  </a:lnTo>
                  <a:lnTo>
                    <a:pt x="276137" y="1169447"/>
                  </a:lnTo>
                  <a:lnTo>
                    <a:pt x="298300" y="1102058"/>
                  </a:lnTo>
                  <a:lnTo>
                    <a:pt x="323800" y="1035549"/>
                  </a:lnTo>
                  <a:lnTo>
                    <a:pt x="352608" y="970041"/>
                  </a:lnTo>
                  <a:lnTo>
                    <a:pt x="384687" y="905658"/>
                  </a:lnTo>
                  <a:lnTo>
                    <a:pt x="419999" y="842519"/>
                  </a:lnTo>
                  <a:lnTo>
                    <a:pt x="458502" y="780745"/>
                  </a:lnTo>
                  <a:lnTo>
                    <a:pt x="500148" y="720453"/>
                  </a:lnTo>
                  <a:lnTo>
                    <a:pt x="544888" y="661761"/>
                  </a:lnTo>
                  <a:lnTo>
                    <a:pt x="592665" y="604784"/>
                  </a:lnTo>
                  <a:lnTo>
                    <a:pt x="643424" y="549635"/>
                  </a:lnTo>
                  <a:lnTo>
                    <a:pt x="697101" y="496426"/>
                  </a:lnTo>
                  <a:lnTo>
                    <a:pt x="753630" y="445266"/>
                  </a:lnTo>
                  <a:lnTo>
                    <a:pt x="812944" y="396263"/>
                  </a:lnTo>
                  <a:lnTo>
                    <a:pt x="874968" y="349522"/>
                  </a:lnTo>
                  <a:lnTo>
                    <a:pt x="939627" y="305147"/>
                  </a:lnTo>
                  <a:lnTo>
                    <a:pt x="1006842" y="263238"/>
                  </a:lnTo>
                  <a:lnTo>
                    <a:pt x="1076528" y="223893"/>
                  </a:lnTo>
                  <a:lnTo>
                    <a:pt x="1148601" y="187207"/>
                  </a:lnTo>
                  <a:lnTo>
                    <a:pt x="1222969" y="153274"/>
                  </a:lnTo>
                  <a:lnTo>
                    <a:pt x="1299542" y="122184"/>
                  </a:lnTo>
                  <a:lnTo>
                    <a:pt x="1378223" y="94023"/>
                  </a:lnTo>
                  <a:lnTo>
                    <a:pt x="1458914" y="68876"/>
                  </a:lnTo>
                  <a:lnTo>
                    <a:pt x="1541514" y="46824"/>
                  </a:lnTo>
                  <a:lnTo>
                    <a:pt x="1625917" y="27945"/>
                  </a:lnTo>
                  <a:lnTo>
                    <a:pt x="1712019" y="12313"/>
                  </a:lnTo>
                  <a:lnTo>
                    <a:pt x="1799709" y="0"/>
                  </a:lnTo>
                  <a:lnTo>
                    <a:pt x="1817989" y="92310"/>
                  </a:lnTo>
                  <a:lnTo>
                    <a:pt x="1831746" y="183862"/>
                  </a:lnTo>
                  <a:lnTo>
                    <a:pt x="1841062" y="274450"/>
                  </a:lnTo>
                  <a:lnTo>
                    <a:pt x="1846022" y="363877"/>
                  </a:lnTo>
                  <a:lnTo>
                    <a:pt x="1846723" y="451949"/>
                  </a:lnTo>
                  <a:lnTo>
                    <a:pt x="1843269" y="538477"/>
                  </a:lnTo>
                  <a:lnTo>
                    <a:pt x="1835774" y="623279"/>
                  </a:lnTo>
                  <a:lnTo>
                    <a:pt x="1824356" y="706179"/>
                  </a:lnTo>
                  <a:lnTo>
                    <a:pt x="1809144" y="787007"/>
                  </a:lnTo>
                  <a:lnTo>
                    <a:pt x="1790272" y="865600"/>
                  </a:lnTo>
                  <a:lnTo>
                    <a:pt x="1767880" y="941802"/>
                  </a:lnTo>
                  <a:lnTo>
                    <a:pt x="1742117" y="1015463"/>
                  </a:lnTo>
                  <a:lnTo>
                    <a:pt x="1713137" y="1086442"/>
                  </a:lnTo>
                  <a:lnTo>
                    <a:pt x="1681097" y="1154606"/>
                  </a:lnTo>
                  <a:lnTo>
                    <a:pt x="1646164" y="1219829"/>
                  </a:lnTo>
                  <a:lnTo>
                    <a:pt x="1608507" y="1281993"/>
                  </a:lnTo>
                  <a:lnTo>
                    <a:pt x="1568301" y="1340990"/>
                  </a:lnTo>
                  <a:lnTo>
                    <a:pt x="1525723" y="1396719"/>
                  </a:lnTo>
                  <a:lnTo>
                    <a:pt x="1480957" y="1449087"/>
                  </a:lnTo>
                  <a:lnTo>
                    <a:pt x="1434188" y="1498013"/>
                  </a:lnTo>
                  <a:lnTo>
                    <a:pt x="1385605" y="1543423"/>
                  </a:lnTo>
                  <a:lnTo>
                    <a:pt x="1335400" y="1585250"/>
                  </a:lnTo>
                  <a:lnTo>
                    <a:pt x="1290320" y="1650328"/>
                  </a:lnTo>
                  <a:lnTo>
                    <a:pt x="1241629" y="1709971"/>
                  </a:lnTo>
                  <a:lnTo>
                    <a:pt x="1189818" y="1763991"/>
                  </a:lnTo>
                  <a:lnTo>
                    <a:pt x="1135386" y="1812238"/>
                  </a:lnTo>
                  <a:lnTo>
                    <a:pt x="1078839" y="1854602"/>
                  </a:lnTo>
                  <a:lnTo>
                    <a:pt x="1020688" y="1891013"/>
                  </a:lnTo>
                  <a:lnTo>
                    <a:pt x="961440" y="1921440"/>
                  </a:lnTo>
                  <a:lnTo>
                    <a:pt x="901604" y="1945892"/>
                  </a:lnTo>
                  <a:lnTo>
                    <a:pt x="841680" y="1964419"/>
                  </a:lnTo>
                  <a:lnTo>
                    <a:pt x="782161" y="1977107"/>
                  </a:lnTo>
                  <a:lnTo>
                    <a:pt x="723527" y="1984080"/>
                  </a:lnTo>
                  <a:lnTo>
                    <a:pt x="666247" y="1985500"/>
                  </a:lnTo>
                  <a:lnTo>
                    <a:pt x="610771" y="1981563"/>
                  </a:lnTo>
                  <a:lnTo>
                    <a:pt x="614708" y="2037039"/>
                  </a:lnTo>
                  <a:lnTo>
                    <a:pt x="613288" y="2094319"/>
                  </a:lnTo>
                  <a:lnTo>
                    <a:pt x="606315" y="2152953"/>
                  </a:lnTo>
                  <a:lnTo>
                    <a:pt x="593627" y="2212472"/>
                  </a:lnTo>
                  <a:lnTo>
                    <a:pt x="575100" y="2272396"/>
                  </a:lnTo>
                  <a:lnTo>
                    <a:pt x="550647" y="2332233"/>
                  </a:lnTo>
                  <a:lnTo>
                    <a:pt x="520221" y="2391480"/>
                  </a:lnTo>
                  <a:lnTo>
                    <a:pt x="483810" y="2449631"/>
                  </a:lnTo>
                  <a:lnTo>
                    <a:pt x="441446" y="2506178"/>
                  </a:lnTo>
                  <a:lnTo>
                    <a:pt x="393199" y="2560610"/>
                  </a:lnTo>
                  <a:lnTo>
                    <a:pt x="339179" y="2612421"/>
                  </a:lnTo>
                  <a:lnTo>
                    <a:pt x="279536" y="2661112"/>
                  </a:lnTo>
                  <a:lnTo>
                    <a:pt x="214458" y="2706192"/>
                  </a:lnTo>
                  <a:lnTo>
                    <a:pt x="170573" y="2646288"/>
                  </a:lnTo>
                  <a:lnTo>
                    <a:pt x="131635" y="2584772"/>
                  </a:lnTo>
                  <a:lnTo>
                    <a:pt x="97698" y="2521952"/>
                  </a:lnTo>
                  <a:lnTo>
                    <a:pt x="68799" y="2458134"/>
                  </a:lnTo>
                  <a:lnTo>
                    <a:pt x="44959" y="2393628"/>
                  </a:lnTo>
                  <a:lnTo>
                    <a:pt x="26180" y="2328741"/>
                  </a:lnTo>
                  <a:lnTo>
                    <a:pt x="12451" y="2263781"/>
                  </a:lnTo>
                  <a:lnTo>
                    <a:pt x="3739" y="2199054"/>
                  </a:lnTo>
                  <a:lnTo>
                    <a:pt x="0" y="2134860"/>
                  </a:lnTo>
                  <a:lnTo>
                    <a:pt x="1169" y="2071500"/>
                  </a:lnTo>
                  <a:lnTo>
                    <a:pt x="7168" y="2009269"/>
                  </a:lnTo>
                  <a:lnTo>
                    <a:pt x="17902" y="1948454"/>
                  </a:lnTo>
                  <a:lnTo>
                    <a:pt x="33260" y="1889339"/>
                  </a:lnTo>
                  <a:lnTo>
                    <a:pt x="53117" y="1832201"/>
                  </a:lnTo>
                  <a:lnTo>
                    <a:pt x="77331" y="1777308"/>
                  </a:lnTo>
                  <a:lnTo>
                    <a:pt x="105748" y="1724921"/>
                  </a:lnTo>
                  <a:lnTo>
                    <a:pt x="138199" y="1675289"/>
                  </a:lnTo>
                  <a:lnTo>
                    <a:pt x="174500" y="1628656"/>
                  </a:lnTo>
                  <a:lnTo>
                    <a:pt x="214458" y="1585250"/>
                  </a:lnTo>
                  <a:lnTo>
                    <a:pt x="214458" y="1585250"/>
                  </a:lnTo>
                  <a:lnTo>
                    <a:pt x="214458" y="1585250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806360" y="383109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081732" y="4227412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4952041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2026-09-24T14:02:20Z</dcterms:modified>
  <cp:category/>
</cp:coreProperties>
</file>