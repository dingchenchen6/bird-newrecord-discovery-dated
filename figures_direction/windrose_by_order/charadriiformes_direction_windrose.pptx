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28868" y="348278"/>
              <a:ext cx="97630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089833" y="723281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32, species = 18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351056" y="2277450"/>
              <a:ext cx="2311505" cy="2073866"/>
            </a:xfrm>
            <a:custGeom>
              <a:avLst/>
              <a:pathLst>
                <a:path w="2311505" h="2073866">
                  <a:moveTo>
                    <a:pt x="365963" y="1585250"/>
                  </a:moveTo>
                  <a:lnTo>
                    <a:pt x="367683" y="1515212"/>
                  </a:lnTo>
                  <a:lnTo>
                    <a:pt x="372839" y="1445301"/>
                  </a:lnTo>
                  <a:lnTo>
                    <a:pt x="381425" y="1375643"/>
                  </a:lnTo>
                  <a:lnTo>
                    <a:pt x="393431" y="1306364"/>
                  </a:lnTo>
                  <a:lnTo>
                    <a:pt x="408843" y="1237590"/>
                  </a:lnTo>
                  <a:lnTo>
                    <a:pt x="427642" y="1169447"/>
                  </a:lnTo>
                  <a:lnTo>
                    <a:pt x="449805" y="1102058"/>
                  </a:lnTo>
                  <a:lnTo>
                    <a:pt x="475306" y="1035549"/>
                  </a:lnTo>
                  <a:lnTo>
                    <a:pt x="504113" y="970041"/>
                  </a:lnTo>
                  <a:lnTo>
                    <a:pt x="536193" y="905658"/>
                  </a:lnTo>
                  <a:lnTo>
                    <a:pt x="571505" y="842519"/>
                  </a:lnTo>
                  <a:lnTo>
                    <a:pt x="610008" y="780745"/>
                  </a:lnTo>
                  <a:lnTo>
                    <a:pt x="651654" y="720453"/>
                  </a:lnTo>
                  <a:lnTo>
                    <a:pt x="696393" y="661761"/>
                  </a:lnTo>
                  <a:lnTo>
                    <a:pt x="744171" y="604784"/>
                  </a:lnTo>
                  <a:lnTo>
                    <a:pt x="794929" y="549635"/>
                  </a:lnTo>
                  <a:lnTo>
                    <a:pt x="848606" y="496426"/>
                  </a:lnTo>
                  <a:lnTo>
                    <a:pt x="905136" y="445266"/>
                  </a:lnTo>
                  <a:lnTo>
                    <a:pt x="964449" y="396263"/>
                  </a:lnTo>
                  <a:lnTo>
                    <a:pt x="1026474" y="349522"/>
                  </a:lnTo>
                  <a:lnTo>
                    <a:pt x="1091133" y="305147"/>
                  </a:lnTo>
                  <a:lnTo>
                    <a:pt x="1158347" y="263238"/>
                  </a:lnTo>
                  <a:lnTo>
                    <a:pt x="1228034" y="223893"/>
                  </a:lnTo>
                  <a:lnTo>
                    <a:pt x="1300106" y="187207"/>
                  </a:lnTo>
                  <a:lnTo>
                    <a:pt x="1374475" y="153274"/>
                  </a:lnTo>
                  <a:lnTo>
                    <a:pt x="1451048" y="122184"/>
                  </a:lnTo>
                  <a:lnTo>
                    <a:pt x="1529729" y="94023"/>
                  </a:lnTo>
                  <a:lnTo>
                    <a:pt x="1610420" y="68876"/>
                  </a:lnTo>
                  <a:lnTo>
                    <a:pt x="1693019" y="46824"/>
                  </a:lnTo>
                  <a:lnTo>
                    <a:pt x="1777423" y="27945"/>
                  </a:lnTo>
                  <a:lnTo>
                    <a:pt x="1863524" y="12313"/>
                  </a:lnTo>
                  <a:lnTo>
                    <a:pt x="1951214" y="0"/>
                  </a:lnTo>
                  <a:lnTo>
                    <a:pt x="1995311" y="68274"/>
                  </a:lnTo>
                  <a:lnTo>
                    <a:pt x="2036569" y="137662"/>
                  </a:lnTo>
                  <a:lnTo>
                    <a:pt x="2074965" y="208050"/>
                  </a:lnTo>
                  <a:lnTo>
                    <a:pt x="2110481" y="279320"/>
                  </a:lnTo>
                  <a:lnTo>
                    <a:pt x="2143104" y="351360"/>
                  </a:lnTo>
                  <a:lnTo>
                    <a:pt x="2172823" y="424052"/>
                  </a:lnTo>
                  <a:lnTo>
                    <a:pt x="2199635" y="497283"/>
                  </a:lnTo>
                  <a:lnTo>
                    <a:pt x="2223539" y="570937"/>
                  </a:lnTo>
                  <a:lnTo>
                    <a:pt x="2244539" y="644902"/>
                  </a:lnTo>
                  <a:lnTo>
                    <a:pt x="2262644" y="719065"/>
                  </a:lnTo>
                  <a:lnTo>
                    <a:pt x="2277868" y="793313"/>
                  </a:lnTo>
                  <a:lnTo>
                    <a:pt x="2290227" y="867537"/>
                  </a:lnTo>
                  <a:lnTo>
                    <a:pt x="2299742" y="941627"/>
                  </a:lnTo>
                  <a:lnTo>
                    <a:pt x="2306440" y="1015475"/>
                  </a:lnTo>
                  <a:lnTo>
                    <a:pt x="2310350" y="1088975"/>
                  </a:lnTo>
                  <a:lnTo>
                    <a:pt x="2311505" y="1162024"/>
                  </a:lnTo>
                  <a:lnTo>
                    <a:pt x="2309943" y="1234518"/>
                  </a:lnTo>
                  <a:lnTo>
                    <a:pt x="2305705" y="1306358"/>
                  </a:lnTo>
                  <a:lnTo>
                    <a:pt x="2298835" y="1377445"/>
                  </a:lnTo>
                  <a:lnTo>
                    <a:pt x="2289383" y="1447685"/>
                  </a:lnTo>
                  <a:lnTo>
                    <a:pt x="2277400" y="1516983"/>
                  </a:lnTo>
                  <a:lnTo>
                    <a:pt x="2262941" y="1585250"/>
                  </a:lnTo>
                  <a:lnTo>
                    <a:pt x="2195965" y="1653724"/>
                  </a:lnTo>
                  <a:lnTo>
                    <a:pt x="2126612" y="1717193"/>
                  </a:lnTo>
                  <a:lnTo>
                    <a:pt x="2055164" y="1775577"/>
                  </a:lnTo>
                  <a:lnTo>
                    <a:pt x="1981904" y="1828814"/>
                  </a:lnTo>
                  <a:lnTo>
                    <a:pt x="1907116" y="1876852"/>
                  </a:lnTo>
                  <a:lnTo>
                    <a:pt x="1831086" y="1919655"/>
                  </a:lnTo>
                  <a:lnTo>
                    <a:pt x="1754100" y="1957200"/>
                  </a:lnTo>
                  <a:lnTo>
                    <a:pt x="1676444" y="1989480"/>
                  </a:lnTo>
                  <a:lnTo>
                    <a:pt x="1598403" y="2016500"/>
                  </a:lnTo>
                  <a:lnTo>
                    <a:pt x="1520262" y="2038279"/>
                  </a:lnTo>
                  <a:lnTo>
                    <a:pt x="1442301" y="2054851"/>
                  </a:lnTo>
                  <a:lnTo>
                    <a:pt x="1364799" y="2066264"/>
                  </a:lnTo>
                  <a:lnTo>
                    <a:pt x="1288032" y="2072577"/>
                  </a:lnTo>
                  <a:lnTo>
                    <a:pt x="1212270" y="2073866"/>
                  </a:lnTo>
                  <a:lnTo>
                    <a:pt x="1137782" y="2070216"/>
                  </a:lnTo>
                  <a:lnTo>
                    <a:pt x="1064828" y="2061728"/>
                  </a:lnTo>
                  <a:lnTo>
                    <a:pt x="993664" y="2048515"/>
                  </a:lnTo>
                  <a:lnTo>
                    <a:pt x="924540" y="2030700"/>
                  </a:lnTo>
                  <a:lnTo>
                    <a:pt x="857698" y="2008422"/>
                  </a:lnTo>
                  <a:lnTo>
                    <a:pt x="793372" y="1981828"/>
                  </a:lnTo>
                  <a:lnTo>
                    <a:pt x="731791" y="1951077"/>
                  </a:lnTo>
                  <a:lnTo>
                    <a:pt x="657810" y="1951214"/>
                  </a:lnTo>
                  <a:lnTo>
                    <a:pt x="588786" y="1939870"/>
                  </a:lnTo>
                  <a:lnTo>
                    <a:pt x="526301" y="1918195"/>
                  </a:lnTo>
                  <a:lnTo>
                    <a:pt x="471742" y="1887547"/>
                  </a:lnTo>
                  <a:lnTo>
                    <a:pt x="426266" y="1849453"/>
                  </a:lnTo>
                  <a:lnTo>
                    <a:pt x="390789" y="1805581"/>
                  </a:lnTo>
                  <a:lnTo>
                    <a:pt x="365963" y="1757703"/>
                  </a:lnTo>
                  <a:lnTo>
                    <a:pt x="341138" y="1805581"/>
                  </a:lnTo>
                  <a:lnTo>
                    <a:pt x="305661" y="1849453"/>
                  </a:lnTo>
                  <a:lnTo>
                    <a:pt x="260185" y="1887547"/>
                  </a:lnTo>
                  <a:lnTo>
                    <a:pt x="205626" y="1918195"/>
                  </a:lnTo>
                  <a:lnTo>
                    <a:pt x="143141" y="1939870"/>
                  </a:lnTo>
                  <a:lnTo>
                    <a:pt x="74117" y="1951214"/>
                  </a:lnTo>
                  <a:lnTo>
                    <a:pt x="136" y="1951077"/>
                  </a:lnTo>
                  <a:lnTo>
                    <a:pt x="0" y="1877097"/>
                  </a:lnTo>
                  <a:lnTo>
                    <a:pt x="11344" y="1808072"/>
                  </a:lnTo>
                  <a:lnTo>
                    <a:pt x="33018" y="1745588"/>
                  </a:lnTo>
                  <a:lnTo>
                    <a:pt x="63667" y="1691028"/>
                  </a:lnTo>
                  <a:lnTo>
                    <a:pt x="101761" y="1645553"/>
                  </a:lnTo>
                  <a:lnTo>
                    <a:pt x="145633" y="1610075"/>
                  </a:lnTo>
                  <a:lnTo>
                    <a:pt x="193511" y="1585250"/>
                  </a:lnTo>
                  <a:lnTo>
                    <a:pt x="239109" y="1560017"/>
                  </a:lnTo>
                  <a:lnTo>
                    <a:pt x="286301" y="1552253"/>
                  </a:lnTo>
                  <a:lnTo>
                    <a:pt x="330116" y="1561298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51056" y="2277450"/>
              <a:ext cx="2311505" cy="2073866"/>
            </a:xfrm>
            <a:custGeom>
              <a:avLst/>
              <a:pathLst>
                <a:path w="2311505" h="2073866">
                  <a:moveTo>
                    <a:pt x="365963" y="1585250"/>
                  </a:moveTo>
                  <a:lnTo>
                    <a:pt x="367683" y="1515212"/>
                  </a:lnTo>
                  <a:lnTo>
                    <a:pt x="372839" y="1445301"/>
                  </a:lnTo>
                  <a:lnTo>
                    <a:pt x="381425" y="1375643"/>
                  </a:lnTo>
                  <a:lnTo>
                    <a:pt x="393431" y="1306364"/>
                  </a:lnTo>
                  <a:lnTo>
                    <a:pt x="408843" y="1237590"/>
                  </a:lnTo>
                  <a:lnTo>
                    <a:pt x="427642" y="1169447"/>
                  </a:lnTo>
                  <a:lnTo>
                    <a:pt x="449805" y="1102058"/>
                  </a:lnTo>
                  <a:lnTo>
                    <a:pt x="475306" y="1035549"/>
                  </a:lnTo>
                  <a:lnTo>
                    <a:pt x="504113" y="970041"/>
                  </a:lnTo>
                  <a:lnTo>
                    <a:pt x="536193" y="905658"/>
                  </a:lnTo>
                  <a:lnTo>
                    <a:pt x="571505" y="842519"/>
                  </a:lnTo>
                  <a:lnTo>
                    <a:pt x="610008" y="780745"/>
                  </a:lnTo>
                  <a:lnTo>
                    <a:pt x="651654" y="720453"/>
                  </a:lnTo>
                  <a:lnTo>
                    <a:pt x="696393" y="661761"/>
                  </a:lnTo>
                  <a:lnTo>
                    <a:pt x="744171" y="604784"/>
                  </a:lnTo>
                  <a:lnTo>
                    <a:pt x="794929" y="549635"/>
                  </a:lnTo>
                  <a:lnTo>
                    <a:pt x="848606" y="496426"/>
                  </a:lnTo>
                  <a:lnTo>
                    <a:pt x="905136" y="445266"/>
                  </a:lnTo>
                  <a:lnTo>
                    <a:pt x="964449" y="396263"/>
                  </a:lnTo>
                  <a:lnTo>
                    <a:pt x="1026474" y="349522"/>
                  </a:lnTo>
                  <a:lnTo>
                    <a:pt x="1091133" y="305147"/>
                  </a:lnTo>
                  <a:lnTo>
                    <a:pt x="1158347" y="263238"/>
                  </a:lnTo>
                  <a:lnTo>
                    <a:pt x="1228034" y="223893"/>
                  </a:lnTo>
                  <a:lnTo>
                    <a:pt x="1300106" y="187207"/>
                  </a:lnTo>
                  <a:lnTo>
                    <a:pt x="1374475" y="153274"/>
                  </a:lnTo>
                  <a:lnTo>
                    <a:pt x="1451048" y="122184"/>
                  </a:lnTo>
                  <a:lnTo>
                    <a:pt x="1529729" y="94023"/>
                  </a:lnTo>
                  <a:lnTo>
                    <a:pt x="1610420" y="68876"/>
                  </a:lnTo>
                  <a:lnTo>
                    <a:pt x="1693019" y="46824"/>
                  </a:lnTo>
                  <a:lnTo>
                    <a:pt x="1777423" y="27945"/>
                  </a:lnTo>
                  <a:lnTo>
                    <a:pt x="1863524" y="12313"/>
                  </a:lnTo>
                  <a:lnTo>
                    <a:pt x="1951214" y="0"/>
                  </a:lnTo>
                  <a:lnTo>
                    <a:pt x="1995311" y="68274"/>
                  </a:lnTo>
                  <a:lnTo>
                    <a:pt x="2036569" y="137662"/>
                  </a:lnTo>
                  <a:lnTo>
                    <a:pt x="2074965" y="208050"/>
                  </a:lnTo>
                  <a:lnTo>
                    <a:pt x="2110481" y="279320"/>
                  </a:lnTo>
                  <a:lnTo>
                    <a:pt x="2143104" y="351360"/>
                  </a:lnTo>
                  <a:lnTo>
                    <a:pt x="2172823" y="424052"/>
                  </a:lnTo>
                  <a:lnTo>
                    <a:pt x="2199635" y="497283"/>
                  </a:lnTo>
                  <a:lnTo>
                    <a:pt x="2223539" y="570937"/>
                  </a:lnTo>
                  <a:lnTo>
                    <a:pt x="2244539" y="644902"/>
                  </a:lnTo>
                  <a:lnTo>
                    <a:pt x="2262644" y="719065"/>
                  </a:lnTo>
                  <a:lnTo>
                    <a:pt x="2277868" y="793313"/>
                  </a:lnTo>
                  <a:lnTo>
                    <a:pt x="2290227" y="867537"/>
                  </a:lnTo>
                  <a:lnTo>
                    <a:pt x="2299742" y="941627"/>
                  </a:lnTo>
                  <a:lnTo>
                    <a:pt x="2306440" y="1015475"/>
                  </a:lnTo>
                  <a:lnTo>
                    <a:pt x="2310350" y="1088975"/>
                  </a:lnTo>
                  <a:lnTo>
                    <a:pt x="2311505" y="1162024"/>
                  </a:lnTo>
                  <a:lnTo>
                    <a:pt x="2309943" y="1234518"/>
                  </a:lnTo>
                  <a:lnTo>
                    <a:pt x="2305705" y="1306358"/>
                  </a:lnTo>
                  <a:lnTo>
                    <a:pt x="2298835" y="1377445"/>
                  </a:lnTo>
                  <a:lnTo>
                    <a:pt x="2289383" y="1447685"/>
                  </a:lnTo>
                  <a:lnTo>
                    <a:pt x="2277400" y="1516983"/>
                  </a:lnTo>
                  <a:lnTo>
                    <a:pt x="2262941" y="1585250"/>
                  </a:lnTo>
                  <a:lnTo>
                    <a:pt x="2195965" y="1653724"/>
                  </a:lnTo>
                  <a:lnTo>
                    <a:pt x="2126612" y="1717193"/>
                  </a:lnTo>
                  <a:lnTo>
                    <a:pt x="2055164" y="1775577"/>
                  </a:lnTo>
                  <a:lnTo>
                    <a:pt x="1981904" y="1828814"/>
                  </a:lnTo>
                  <a:lnTo>
                    <a:pt x="1907116" y="1876852"/>
                  </a:lnTo>
                  <a:lnTo>
                    <a:pt x="1831086" y="1919655"/>
                  </a:lnTo>
                  <a:lnTo>
                    <a:pt x="1754100" y="1957200"/>
                  </a:lnTo>
                  <a:lnTo>
                    <a:pt x="1676444" y="1989480"/>
                  </a:lnTo>
                  <a:lnTo>
                    <a:pt x="1598403" y="2016500"/>
                  </a:lnTo>
                  <a:lnTo>
                    <a:pt x="1520262" y="2038279"/>
                  </a:lnTo>
                  <a:lnTo>
                    <a:pt x="1442301" y="2054851"/>
                  </a:lnTo>
                  <a:lnTo>
                    <a:pt x="1364799" y="2066264"/>
                  </a:lnTo>
                  <a:lnTo>
                    <a:pt x="1288032" y="2072577"/>
                  </a:lnTo>
                  <a:lnTo>
                    <a:pt x="1212270" y="2073866"/>
                  </a:lnTo>
                  <a:lnTo>
                    <a:pt x="1137782" y="2070216"/>
                  </a:lnTo>
                  <a:lnTo>
                    <a:pt x="1064828" y="2061728"/>
                  </a:lnTo>
                  <a:lnTo>
                    <a:pt x="993664" y="2048515"/>
                  </a:lnTo>
                  <a:lnTo>
                    <a:pt x="924540" y="2030700"/>
                  </a:lnTo>
                  <a:lnTo>
                    <a:pt x="857698" y="2008422"/>
                  </a:lnTo>
                  <a:lnTo>
                    <a:pt x="793372" y="1981828"/>
                  </a:lnTo>
                  <a:lnTo>
                    <a:pt x="731791" y="1951077"/>
                  </a:lnTo>
                  <a:lnTo>
                    <a:pt x="657810" y="1951214"/>
                  </a:lnTo>
                  <a:lnTo>
                    <a:pt x="588786" y="1939870"/>
                  </a:lnTo>
                  <a:lnTo>
                    <a:pt x="526301" y="1918195"/>
                  </a:lnTo>
                  <a:lnTo>
                    <a:pt x="471742" y="1887547"/>
                  </a:lnTo>
                  <a:lnTo>
                    <a:pt x="426266" y="1849453"/>
                  </a:lnTo>
                  <a:lnTo>
                    <a:pt x="390789" y="1805581"/>
                  </a:lnTo>
                  <a:lnTo>
                    <a:pt x="365963" y="1757703"/>
                  </a:lnTo>
                  <a:lnTo>
                    <a:pt x="341138" y="1805581"/>
                  </a:lnTo>
                  <a:lnTo>
                    <a:pt x="305661" y="1849453"/>
                  </a:lnTo>
                  <a:lnTo>
                    <a:pt x="260185" y="1887547"/>
                  </a:lnTo>
                  <a:lnTo>
                    <a:pt x="205626" y="1918195"/>
                  </a:lnTo>
                  <a:lnTo>
                    <a:pt x="143141" y="1939870"/>
                  </a:lnTo>
                  <a:lnTo>
                    <a:pt x="74117" y="1951214"/>
                  </a:lnTo>
                  <a:lnTo>
                    <a:pt x="136" y="1951077"/>
                  </a:lnTo>
                  <a:lnTo>
                    <a:pt x="0" y="1877097"/>
                  </a:lnTo>
                  <a:lnTo>
                    <a:pt x="11344" y="1808072"/>
                  </a:lnTo>
                  <a:lnTo>
                    <a:pt x="33018" y="1745588"/>
                  </a:lnTo>
                  <a:lnTo>
                    <a:pt x="63667" y="1691028"/>
                  </a:lnTo>
                  <a:lnTo>
                    <a:pt x="101761" y="1645553"/>
                  </a:lnTo>
                  <a:lnTo>
                    <a:pt x="145633" y="1610075"/>
                  </a:lnTo>
                  <a:lnTo>
                    <a:pt x="193511" y="1585250"/>
                  </a:lnTo>
                  <a:lnTo>
                    <a:pt x="239109" y="1560017"/>
                  </a:lnTo>
                  <a:lnTo>
                    <a:pt x="286301" y="1552253"/>
                  </a:lnTo>
                  <a:lnTo>
                    <a:pt x="330116" y="1561298"/>
                  </a:lnTo>
                  <a:lnTo>
                    <a:pt x="365963" y="1585250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582397" y="383109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051246" y="419692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4003552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19592" y="4196926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12966" y="383109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2026-09-24T14:02:06Z</dcterms:modified>
  <cp:category/>
</cp:coreProperties>
</file>