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09609" y="348278"/>
              <a:ext cx="8148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089833" y="723281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35, species = 16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363039" y="3410908"/>
              <a:ext cx="2595864" cy="1107372"/>
            </a:xfrm>
            <a:custGeom>
              <a:avLst/>
              <a:pathLst>
                <a:path w="2595864" h="1107372">
                  <a:moveTo>
                    <a:pt x="353981" y="451792"/>
                  </a:moveTo>
                  <a:lnTo>
                    <a:pt x="364161" y="413801"/>
                  </a:lnTo>
                  <a:lnTo>
                    <a:pt x="393312" y="383668"/>
                  </a:lnTo>
                  <a:lnTo>
                    <a:pt x="437415" y="368358"/>
                  </a:lnTo>
                  <a:lnTo>
                    <a:pt x="492814" y="320282"/>
                  </a:lnTo>
                  <a:lnTo>
                    <a:pt x="550839" y="275183"/>
                  </a:lnTo>
                  <a:lnTo>
                    <a:pt x="611368" y="233165"/>
                  </a:lnTo>
                  <a:lnTo>
                    <a:pt x="674276" y="194331"/>
                  </a:lnTo>
                  <a:lnTo>
                    <a:pt x="739435" y="158778"/>
                  </a:lnTo>
                  <a:lnTo>
                    <a:pt x="806711" y="126597"/>
                  </a:lnTo>
                  <a:lnTo>
                    <a:pt x="875969" y="97876"/>
                  </a:lnTo>
                  <a:lnTo>
                    <a:pt x="947070" y="72697"/>
                  </a:lnTo>
                  <a:lnTo>
                    <a:pt x="1019872" y="51139"/>
                  </a:lnTo>
                  <a:lnTo>
                    <a:pt x="1094231" y="33273"/>
                  </a:lnTo>
                  <a:lnTo>
                    <a:pt x="1169999" y="19167"/>
                  </a:lnTo>
                  <a:lnTo>
                    <a:pt x="1247026" y="8882"/>
                  </a:lnTo>
                  <a:lnTo>
                    <a:pt x="1325161" y="2476"/>
                  </a:lnTo>
                  <a:lnTo>
                    <a:pt x="1404249" y="0"/>
                  </a:lnTo>
                  <a:lnTo>
                    <a:pt x="1484134" y="1498"/>
                  </a:lnTo>
                  <a:lnTo>
                    <a:pt x="1564659" y="7011"/>
                  </a:lnTo>
                  <a:lnTo>
                    <a:pt x="1645663" y="16574"/>
                  </a:lnTo>
                  <a:lnTo>
                    <a:pt x="1726986" y="30214"/>
                  </a:lnTo>
                  <a:lnTo>
                    <a:pt x="1808467" y="47956"/>
                  </a:lnTo>
                  <a:lnTo>
                    <a:pt x="1889942" y="69816"/>
                  </a:lnTo>
                  <a:lnTo>
                    <a:pt x="1971248" y="95805"/>
                  </a:lnTo>
                  <a:lnTo>
                    <a:pt x="2052220" y="125929"/>
                  </a:lnTo>
                  <a:lnTo>
                    <a:pt x="2132694" y="160187"/>
                  </a:lnTo>
                  <a:lnTo>
                    <a:pt x="2212505" y="198573"/>
                  </a:lnTo>
                  <a:lnTo>
                    <a:pt x="2291489" y="241075"/>
                  </a:lnTo>
                  <a:lnTo>
                    <a:pt x="2369481" y="287675"/>
                  </a:lnTo>
                  <a:lnTo>
                    <a:pt x="2446316" y="338349"/>
                  </a:lnTo>
                  <a:lnTo>
                    <a:pt x="2521831" y="393066"/>
                  </a:lnTo>
                  <a:lnTo>
                    <a:pt x="2595864" y="451792"/>
                  </a:lnTo>
                  <a:lnTo>
                    <a:pt x="2533031" y="526231"/>
                  </a:lnTo>
                  <a:lnTo>
                    <a:pt x="2467801" y="596381"/>
                  </a:lnTo>
                  <a:lnTo>
                    <a:pt x="2400393" y="662170"/>
                  </a:lnTo>
                  <a:lnTo>
                    <a:pt x="2331029" y="723531"/>
                  </a:lnTo>
                  <a:lnTo>
                    <a:pt x="2259932" y="780411"/>
                  </a:lnTo>
                  <a:lnTo>
                    <a:pt x="2187327" y="832766"/>
                  </a:lnTo>
                  <a:lnTo>
                    <a:pt x="2113439" y="880560"/>
                  </a:lnTo>
                  <a:lnTo>
                    <a:pt x="2038496" y="923771"/>
                  </a:lnTo>
                  <a:lnTo>
                    <a:pt x="1962723" y="962384"/>
                  </a:lnTo>
                  <a:lnTo>
                    <a:pt x="1886345" y="996394"/>
                  </a:lnTo>
                  <a:lnTo>
                    <a:pt x="1809589" y="1025809"/>
                  </a:lnTo>
                  <a:lnTo>
                    <a:pt x="1732677" y="1050644"/>
                  </a:lnTo>
                  <a:lnTo>
                    <a:pt x="1655833" y="1070925"/>
                  </a:lnTo>
                  <a:lnTo>
                    <a:pt x="1579276" y="1086689"/>
                  </a:lnTo>
                  <a:lnTo>
                    <a:pt x="1503224" y="1097979"/>
                  </a:lnTo>
                  <a:lnTo>
                    <a:pt x="1427893" y="1104852"/>
                  </a:lnTo>
                  <a:lnTo>
                    <a:pt x="1353494" y="1107372"/>
                  </a:lnTo>
                  <a:lnTo>
                    <a:pt x="1280234" y="1105613"/>
                  </a:lnTo>
                  <a:lnTo>
                    <a:pt x="1208319" y="1099657"/>
                  </a:lnTo>
                  <a:lnTo>
                    <a:pt x="1137948" y="1089597"/>
                  </a:lnTo>
                  <a:lnTo>
                    <a:pt x="1069316" y="1075532"/>
                  </a:lnTo>
                  <a:lnTo>
                    <a:pt x="1002612" y="1057571"/>
                  </a:lnTo>
                  <a:lnTo>
                    <a:pt x="938021" y="1035832"/>
                  </a:lnTo>
                  <a:lnTo>
                    <a:pt x="859745" y="1035475"/>
                  </a:lnTo>
                  <a:lnTo>
                    <a:pt x="784676" y="1027133"/>
                  </a:lnTo>
                  <a:lnTo>
                    <a:pt x="713538" y="1011273"/>
                  </a:lnTo>
                  <a:lnTo>
                    <a:pt x="647005" y="988425"/>
                  </a:lnTo>
                  <a:lnTo>
                    <a:pt x="585695" y="959175"/>
                  </a:lnTo>
                  <a:lnTo>
                    <a:pt x="530165" y="924160"/>
                  </a:lnTo>
                  <a:lnTo>
                    <a:pt x="480908" y="884065"/>
                  </a:lnTo>
                  <a:lnTo>
                    <a:pt x="438346" y="839610"/>
                  </a:lnTo>
                  <a:lnTo>
                    <a:pt x="402831" y="791553"/>
                  </a:lnTo>
                  <a:lnTo>
                    <a:pt x="374642" y="740675"/>
                  </a:lnTo>
                  <a:lnTo>
                    <a:pt x="353981" y="687780"/>
                  </a:lnTo>
                  <a:lnTo>
                    <a:pt x="313373" y="708183"/>
                  </a:lnTo>
                  <a:lnTo>
                    <a:pt x="266472" y="721117"/>
                  </a:lnTo>
                  <a:lnTo>
                    <a:pt x="214704" y="725139"/>
                  </a:lnTo>
                  <a:lnTo>
                    <a:pt x="159787" y="719077"/>
                  </a:lnTo>
                  <a:lnTo>
                    <a:pt x="103678" y="702095"/>
                  </a:lnTo>
                  <a:lnTo>
                    <a:pt x="67604" y="659857"/>
                  </a:lnTo>
                  <a:lnTo>
                    <a:pt x="38581" y="612496"/>
                  </a:lnTo>
                  <a:lnTo>
                    <a:pt x="17325" y="561178"/>
                  </a:lnTo>
                  <a:lnTo>
                    <a:pt x="4358" y="507167"/>
                  </a:lnTo>
                  <a:lnTo>
                    <a:pt x="0" y="451792"/>
                  </a:lnTo>
                  <a:lnTo>
                    <a:pt x="45739" y="421433"/>
                  </a:lnTo>
                  <a:lnTo>
                    <a:pt x="93596" y="399998"/>
                  </a:lnTo>
                  <a:lnTo>
                    <a:pt x="142269" y="387570"/>
                  </a:lnTo>
                  <a:lnTo>
                    <a:pt x="190463" y="384061"/>
                  </a:lnTo>
                  <a:lnTo>
                    <a:pt x="236912" y="389217"/>
                  </a:lnTo>
                  <a:lnTo>
                    <a:pt x="280400" y="402627"/>
                  </a:lnTo>
                  <a:lnTo>
                    <a:pt x="319777" y="423722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63039" y="3410908"/>
              <a:ext cx="2595864" cy="1107372"/>
            </a:xfrm>
            <a:custGeom>
              <a:avLst/>
              <a:pathLst>
                <a:path w="2595864" h="1107372">
                  <a:moveTo>
                    <a:pt x="353981" y="451792"/>
                  </a:moveTo>
                  <a:lnTo>
                    <a:pt x="364161" y="413801"/>
                  </a:lnTo>
                  <a:lnTo>
                    <a:pt x="393312" y="383668"/>
                  </a:lnTo>
                  <a:lnTo>
                    <a:pt x="437415" y="368358"/>
                  </a:lnTo>
                  <a:lnTo>
                    <a:pt x="492814" y="320282"/>
                  </a:lnTo>
                  <a:lnTo>
                    <a:pt x="550839" y="275183"/>
                  </a:lnTo>
                  <a:lnTo>
                    <a:pt x="611368" y="233165"/>
                  </a:lnTo>
                  <a:lnTo>
                    <a:pt x="674276" y="194331"/>
                  </a:lnTo>
                  <a:lnTo>
                    <a:pt x="739435" y="158778"/>
                  </a:lnTo>
                  <a:lnTo>
                    <a:pt x="806711" y="126597"/>
                  </a:lnTo>
                  <a:lnTo>
                    <a:pt x="875969" y="97876"/>
                  </a:lnTo>
                  <a:lnTo>
                    <a:pt x="947070" y="72697"/>
                  </a:lnTo>
                  <a:lnTo>
                    <a:pt x="1019872" y="51139"/>
                  </a:lnTo>
                  <a:lnTo>
                    <a:pt x="1094231" y="33273"/>
                  </a:lnTo>
                  <a:lnTo>
                    <a:pt x="1169999" y="19167"/>
                  </a:lnTo>
                  <a:lnTo>
                    <a:pt x="1247026" y="8882"/>
                  </a:lnTo>
                  <a:lnTo>
                    <a:pt x="1325161" y="2476"/>
                  </a:lnTo>
                  <a:lnTo>
                    <a:pt x="1404249" y="0"/>
                  </a:lnTo>
                  <a:lnTo>
                    <a:pt x="1484134" y="1498"/>
                  </a:lnTo>
                  <a:lnTo>
                    <a:pt x="1564659" y="7011"/>
                  </a:lnTo>
                  <a:lnTo>
                    <a:pt x="1645663" y="16574"/>
                  </a:lnTo>
                  <a:lnTo>
                    <a:pt x="1726986" y="30214"/>
                  </a:lnTo>
                  <a:lnTo>
                    <a:pt x="1808467" y="47956"/>
                  </a:lnTo>
                  <a:lnTo>
                    <a:pt x="1889942" y="69816"/>
                  </a:lnTo>
                  <a:lnTo>
                    <a:pt x="1971248" y="95805"/>
                  </a:lnTo>
                  <a:lnTo>
                    <a:pt x="2052220" y="125929"/>
                  </a:lnTo>
                  <a:lnTo>
                    <a:pt x="2132694" y="160187"/>
                  </a:lnTo>
                  <a:lnTo>
                    <a:pt x="2212505" y="198573"/>
                  </a:lnTo>
                  <a:lnTo>
                    <a:pt x="2291489" y="241075"/>
                  </a:lnTo>
                  <a:lnTo>
                    <a:pt x="2369481" y="287675"/>
                  </a:lnTo>
                  <a:lnTo>
                    <a:pt x="2446316" y="338349"/>
                  </a:lnTo>
                  <a:lnTo>
                    <a:pt x="2521831" y="393066"/>
                  </a:lnTo>
                  <a:lnTo>
                    <a:pt x="2595864" y="451792"/>
                  </a:lnTo>
                  <a:lnTo>
                    <a:pt x="2533031" y="526231"/>
                  </a:lnTo>
                  <a:lnTo>
                    <a:pt x="2467801" y="596381"/>
                  </a:lnTo>
                  <a:lnTo>
                    <a:pt x="2400393" y="662170"/>
                  </a:lnTo>
                  <a:lnTo>
                    <a:pt x="2331029" y="723531"/>
                  </a:lnTo>
                  <a:lnTo>
                    <a:pt x="2259932" y="780411"/>
                  </a:lnTo>
                  <a:lnTo>
                    <a:pt x="2187327" y="832766"/>
                  </a:lnTo>
                  <a:lnTo>
                    <a:pt x="2113439" y="880560"/>
                  </a:lnTo>
                  <a:lnTo>
                    <a:pt x="2038496" y="923771"/>
                  </a:lnTo>
                  <a:lnTo>
                    <a:pt x="1962723" y="962384"/>
                  </a:lnTo>
                  <a:lnTo>
                    <a:pt x="1886345" y="996394"/>
                  </a:lnTo>
                  <a:lnTo>
                    <a:pt x="1809589" y="1025809"/>
                  </a:lnTo>
                  <a:lnTo>
                    <a:pt x="1732677" y="1050644"/>
                  </a:lnTo>
                  <a:lnTo>
                    <a:pt x="1655833" y="1070925"/>
                  </a:lnTo>
                  <a:lnTo>
                    <a:pt x="1579276" y="1086689"/>
                  </a:lnTo>
                  <a:lnTo>
                    <a:pt x="1503224" y="1097979"/>
                  </a:lnTo>
                  <a:lnTo>
                    <a:pt x="1427893" y="1104852"/>
                  </a:lnTo>
                  <a:lnTo>
                    <a:pt x="1353494" y="1107372"/>
                  </a:lnTo>
                  <a:lnTo>
                    <a:pt x="1280234" y="1105613"/>
                  </a:lnTo>
                  <a:lnTo>
                    <a:pt x="1208319" y="1099657"/>
                  </a:lnTo>
                  <a:lnTo>
                    <a:pt x="1137948" y="1089597"/>
                  </a:lnTo>
                  <a:lnTo>
                    <a:pt x="1069316" y="1075532"/>
                  </a:lnTo>
                  <a:lnTo>
                    <a:pt x="1002612" y="1057571"/>
                  </a:lnTo>
                  <a:lnTo>
                    <a:pt x="938021" y="1035832"/>
                  </a:lnTo>
                  <a:lnTo>
                    <a:pt x="859745" y="1035475"/>
                  </a:lnTo>
                  <a:lnTo>
                    <a:pt x="784676" y="1027133"/>
                  </a:lnTo>
                  <a:lnTo>
                    <a:pt x="713538" y="1011273"/>
                  </a:lnTo>
                  <a:lnTo>
                    <a:pt x="647005" y="988425"/>
                  </a:lnTo>
                  <a:lnTo>
                    <a:pt x="585695" y="959175"/>
                  </a:lnTo>
                  <a:lnTo>
                    <a:pt x="530165" y="924160"/>
                  </a:lnTo>
                  <a:lnTo>
                    <a:pt x="480908" y="884065"/>
                  </a:lnTo>
                  <a:lnTo>
                    <a:pt x="438346" y="839610"/>
                  </a:lnTo>
                  <a:lnTo>
                    <a:pt x="402831" y="791553"/>
                  </a:lnTo>
                  <a:lnTo>
                    <a:pt x="374642" y="740675"/>
                  </a:lnTo>
                  <a:lnTo>
                    <a:pt x="353981" y="687780"/>
                  </a:lnTo>
                  <a:lnTo>
                    <a:pt x="313373" y="708183"/>
                  </a:lnTo>
                  <a:lnTo>
                    <a:pt x="266472" y="721117"/>
                  </a:lnTo>
                  <a:lnTo>
                    <a:pt x="214704" y="725139"/>
                  </a:lnTo>
                  <a:lnTo>
                    <a:pt x="159787" y="719077"/>
                  </a:lnTo>
                  <a:lnTo>
                    <a:pt x="103678" y="702095"/>
                  </a:lnTo>
                  <a:lnTo>
                    <a:pt x="67604" y="659857"/>
                  </a:lnTo>
                  <a:lnTo>
                    <a:pt x="38581" y="612496"/>
                  </a:lnTo>
                  <a:lnTo>
                    <a:pt x="17325" y="561178"/>
                  </a:lnTo>
                  <a:lnTo>
                    <a:pt x="4358" y="507167"/>
                  </a:lnTo>
                  <a:lnTo>
                    <a:pt x="0" y="451792"/>
                  </a:lnTo>
                  <a:lnTo>
                    <a:pt x="45739" y="421433"/>
                  </a:lnTo>
                  <a:lnTo>
                    <a:pt x="93596" y="399998"/>
                  </a:lnTo>
                  <a:lnTo>
                    <a:pt x="142269" y="387570"/>
                  </a:lnTo>
                  <a:lnTo>
                    <a:pt x="190463" y="384061"/>
                  </a:lnTo>
                  <a:lnTo>
                    <a:pt x="236912" y="389217"/>
                  </a:lnTo>
                  <a:lnTo>
                    <a:pt x="280400" y="402627"/>
                  </a:lnTo>
                  <a:lnTo>
                    <a:pt x="319777" y="423722"/>
                  </a:lnTo>
                  <a:lnTo>
                    <a:pt x="353981" y="451792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768853" y="374766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269459" y="44151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4067087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435116" y="408140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331437" y="383109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2026-09-24T14:02:05Z</dcterms:modified>
  <cp:category/>
</cp:coreProperties>
</file>