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92053" y="348278"/>
              <a:ext cx="8499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14934" y="72328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15, species = 8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969726" y="2277450"/>
              <a:ext cx="2672692" cy="1958897"/>
            </a:xfrm>
            <a:custGeom>
              <a:avLst/>
              <a:pathLst>
                <a:path w="2672692" h="1958897">
                  <a:moveTo>
                    <a:pt x="747294" y="1211603"/>
                  </a:moveTo>
                  <a:lnTo>
                    <a:pt x="760749" y="1139951"/>
                  </a:lnTo>
                  <a:lnTo>
                    <a:pt x="778531" y="1068836"/>
                  </a:lnTo>
                  <a:lnTo>
                    <a:pt x="800617" y="998455"/>
                  </a:lnTo>
                  <a:lnTo>
                    <a:pt x="826977" y="929002"/>
                  </a:lnTo>
                  <a:lnTo>
                    <a:pt x="857573" y="860671"/>
                  </a:lnTo>
                  <a:lnTo>
                    <a:pt x="892359" y="793654"/>
                  </a:lnTo>
                  <a:lnTo>
                    <a:pt x="931283" y="728142"/>
                  </a:lnTo>
                  <a:lnTo>
                    <a:pt x="974282" y="664323"/>
                  </a:lnTo>
                  <a:lnTo>
                    <a:pt x="1021289" y="602382"/>
                  </a:lnTo>
                  <a:lnTo>
                    <a:pt x="1072227" y="542505"/>
                  </a:lnTo>
                  <a:lnTo>
                    <a:pt x="1127012" y="484870"/>
                  </a:lnTo>
                  <a:lnTo>
                    <a:pt x="1185554" y="429654"/>
                  </a:lnTo>
                  <a:lnTo>
                    <a:pt x="1247754" y="377033"/>
                  </a:lnTo>
                  <a:lnTo>
                    <a:pt x="1313508" y="327175"/>
                  </a:lnTo>
                  <a:lnTo>
                    <a:pt x="1382703" y="280246"/>
                  </a:lnTo>
                  <a:lnTo>
                    <a:pt x="1455221" y="236408"/>
                  </a:lnTo>
                  <a:lnTo>
                    <a:pt x="1530936" y="195818"/>
                  </a:lnTo>
                  <a:lnTo>
                    <a:pt x="1609717" y="158628"/>
                  </a:lnTo>
                  <a:lnTo>
                    <a:pt x="1691426" y="124985"/>
                  </a:lnTo>
                  <a:lnTo>
                    <a:pt x="1775918" y="95031"/>
                  </a:lnTo>
                  <a:lnTo>
                    <a:pt x="1863044" y="68902"/>
                  </a:lnTo>
                  <a:lnTo>
                    <a:pt x="1952648" y="46730"/>
                  </a:lnTo>
                  <a:lnTo>
                    <a:pt x="2044568" y="28638"/>
                  </a:lnTo>
                  <a:lnTo>
                    <a:pt x="2138640" y="14745"/>
                  </a:lnTo>
                  <a:lnTo>
                    <a:pt x="2234690" y="5164"/>
                  </a:lnTo>
                  <a:lnTo>
                    <a:pt x="2332545" y="0"/>
                  </a:lnTo>
                  <a:lnTo>
                    <a:pt x="2375685" y="69164"/>
                  </a:lnTo>
                  <a:lnTo>
                    <a:pt x="2415925" y="139373"/>
                  </a:lnTo>
                  <a:lnTo>
                    <a:pt x="2453244" y="210509"/>
                  </a:lnTo>
                  <a:lnTo>
                    <a:pt x="2487628" y="282452"/>
                  </a:lnTo>
                  <a:lnTo>
                    <a:pt x="2519068" y="355085"/>
                  </a:lnTo>
                  <a:lnTo>
                    <a:pt x="2547559" y="428290"/>
                  </a:lnTo>
                  <a:lnTo>
                    <a:pt x="2573100" y="501949"/>
                  </a:lnTo>
                  <a:lnTo>
                    <a:pt x="2595696" y="575946"/>
                  </a:lnTo>
                  <a:lnTo>
                    <a:pt x="2615355" y="650166"/>
                  </a:lnTo>
                  <a:lnTo>
                    <a:pt x="2632091" y="724492"/>
                  </a:lnTo>
                  <a:lnTo>
                    <a:pt x="2645921" y="798813"/>
                  </a:lnTo>
                  <a:lnTo>
                    <a:pt x="2656868" y="873016"/>
                  </a:lnTo>
                  <a:lnTo>
                    <a:pt x="2664958" y="946990"/>
                  </a:lnTo>
                  <a:lnTo>
                    <a:pt x="2670221" y="1020628"/>
                  </a:lnTo>
                  <a:lnTo>
                    <a:pt x="2672692" y="1093822"/>
                  </a:lnTo>
                  <a:lnTo>
                    <a:pt x="2672410" y="1166467"/>
                  </a:lnTo>
                  <a:lnTo>
                    <a:pt x="2669416" y="1238461"/>
                  </a:lnTo>
                  <a:lnTo>
                    <a:pt x="2663758" y="1309704"/>
                  </a:lnTo>
                  <a:lnTo>
                    <a:pt x="2655485" y="1380098"/>
                  </a:lnTo>
                  <a:lnTo>
                    <a:pt x="2644651" y="1449549"/>
                  </a:lnTo>
                  <a:lnTo>
                    <a:pt x="2631312" y="1517962"/>
                  </a:lnTo>
                  <a:lnTo>
                    <a:pt x="2615530" y="1585250"/>
                  </a:lnTo>
                  <a:lnTo>
                    <a:pt x="2548098" y="1635776"/>
                  </a:lnTo>
                  <a:lnTo>
                    <a:pt x="2479355" y="1682521"/>
                  </a:lnTo>
                  <a:lnTo>
                    <a:pt x="2409459" y="1725452"/>
                  </a:lnTo>
                  <a:lnTo>
                    <a:pt x="2338570" y="1764544"/>
                  </a:lnTo>
                  <a:lnTo>
                    <a:pt x="2266848" y="1799776"/>
                  </a:lnTo>
                  <a:lnTo>
                    <a:pt x="2194454" y="1831133"/>
                  </a:lnTo>
                  <a:lnTo>
                    <a:pt x="2121548" y="1858606"/>
                  </a:lnTo>
                  <a:lnTo>
                    <a:pt x="2048290" y="1882194"/>
                  </a:lnTo>
                  <a:lnTo>
                    <a:pt x="1974843" y="1901900"/>
                  </a:lnTo>
                  <a:lnTo>
                    <a:pt x="1901364" y="1917732"/>
                  </a:lnTo>
                  <a:lnTo>
                    <a:pt x="1828013" y="1929707"/>
                  </a:lnTo>
                  <a:lnTo>
                    <a:pt x="1754949" y="1937844"/>
                  </a:lnTo>
                  <a:lnTo>
                    <a:pt x="1682328" y="1942172"/>
                  </a:lnTo>
                  <a:lnTo>
                    <a:pt x="1610306" y="1942722"/>
                  </a:lnTo>
                  <a:lnTo>
                    <a:pt x="1539038" y="1939533"/>
                  </a:lnTo>
                  <a:lnTo>
                    <a:pt x="1468675" y="1932649"/>
                  </a:lnTo>
                  <a:lnTo>
                    <a:pt x="1399368" y="1922120"/>
                  </a:lnTo>
                  <a:lnTo>
                    <a:pt x="1331267" y="1908001"/>
                  </a:lnTo>
                  <a:lnTo>
                    <a:pt x="1264516" y="1890352"/>
                  </a:lnTo>
                  <a:lnTo>
                    <a:pt x="1199260" y="1869239"/>
                  </a:lnTo>
                  <a:lnTo>
                    <a:pt x="1135639" y="1844734"/>
                  </a:lnTo>
                  <a:lnTo>
                    <a:pt x="1073792" y="1816913"/>
                  </a:lnTo>
                  <a:lnTo>
                    <a:pt x="1013855" y="1785858"/>
                  </a:lnTo>
                  <a:lnTo>
                    <a:pt x="955958" y="1751654"/>
                  </a:lnTo>
                  <a:lnTo>
                    <a:pt x="900230" y="1714393"/>
                  </a:lnTo>
                  <a:lnTo>
                    <a:pt x="846796" y="1674171"/>
                  </a:lnTo>
                  <a:lnTo>
                    <a:pt x="795779" y="1631088"/>
                  </a:lnTo>
                  <a:lnTo>
                    <a:pt x="747294" y="1585250"/>
                  </a:lnTo>
                  <a:lnTo>
                    <a:pt x="707493" y="1620819"/>
                  </a:lnTo>
                  <a:lnTo>
                    <a:pt x="663828" y="1651812"/>
                  </a:lnTo>
                  <a:lnTo>
                    <a:pt x="616694" y="1677915"/>
                  </a:lnTo>
                  <a:lnTo>
                    <a:pt x="566508" y="1698846"/>
                  </a:lnTo>
                  <a:lnTo>
                    <a:pt x="513705" y="1714350"/>
                  </a:lnTo>
                  <a:lnTo>
                    <a:pt x="458741" y="1724210"/>
                  </a:lnTo>
                  <a:lnTo>
                    <a:pt x="402089" y="1728239"/>
                  </a:lnTo>
                  <a:lnTo>
                    <a:pt x="344232" y="1726288"/>
                  </a:lnTo>
                  <a:lnTo>
                    <a:pt x="285666" y="1718243"/>
                  </a:lnTo>
                  <a:lnTo>
                    <a:pt x="226895" y="1704028"/>
                  </a:lnTo>
                  <a:lnTo>
                    <a:pt x="168430" y="1683603"/>
                  </a:lnTo>
                  <a:lnTo>
                    <a:pt x="110783" y="1656968"/>
                  </a:lnTo>
                  <a:lnTo>
                    <a:pt x="54469" y="1624158"/>
                  </a:lnTo>
                  <a:lnTo>
                    <a:pt x="0" y="1585250"/>
                  </a:lnTo>
                  <a:lnTo>
                    <a:pt x="44202" y="1523738"/>
                  </a:lnTo>
                  <a:lnTo>
                    <a:pt x="93124" y="1469902"/>
                  </a:lnTo>
                  <a:lnTo>
                    <a:pt x="145768" y="1424072"/>
                  </a:lnTo>
                  <a:lnTo>
                    <a:pt x="201117" y="1386458"/>
                  </a:lnTo>
                  <a:lnTo>
                    <a:pt x="258148" y="1357158"/>
                  </a:lnTo>
                  <a:lnTo>
                    <a:pt x="315843" y="1336152"/>
                  </a:lnTo>
                  <a:lnTo>
                    <a:pt x="373204" y="1323309"/>
                  </a:lnTo>
                  <a:lnTo>
                    <a:pt x="429260" y="1318388"/>
                  </a:lnTo>
                  <a:lnTo>
                    <a:pt x="483085" y="1321042"/>
                  </a:lnTo>
                  <a:lnTo>
                    <a:pt x="450860" y="1357788"/>
                  </a:lnTo>
                  <a:lnTo>
                    <a:pt x="423706" y="1398427"/>
                  </a:lnTo>
                  <a:lnTo>
                    <a:pt x="402089" y="1442262"/>
                  </a:lnTo>
                  <a:lnTo>
                    <a:pt x="386378" y="1488543"/>
                  </a:lnTo>
                  <a:lnTo>
                    <a:pt x="376843" y="1536479"/>
                  </a:lnTo>
                  <a:lnTo>
                    <a:pt x="373647" y="1585250"/>
                  </a:lnTo>
                  <a:lnTo>
                    <a:pt x="376843" y="1634021"/>
                  </a:lnTo>
                  <a:lnTo>
                    <a:pt x="386378" y="1681957"/>
                  </a:lnTo>
                  <a:lnTo>
                    <a:pt x="402089" y="1728239"/>
                  </a:lnTo>
                  <a:lnTo>
                    <a:pt x="423706" y="1772074"/>
                  </a:lnTo>
                  <a:lnTo>
                    <a:pt x="450860" y="1812712"/>
                  </a:lnTo>
                  <a:lnTo>
                    <a:pt x="483085" y="1849459"/>
                  </a:lnTo>
                  <a:lnTo>
                    <a:pt x="519832" y="1881684"/>
                  </a:lnTo>
                  <a:lnTo>
                    <a:pt x="560470" y="1908838"/>
                  </a:lnTo>
                  <a:lnTo>
                    <a:pt x="604305" y="1930455"/>
                  </a:lnTo>
                  <a:lnTo>
                    <a:pt x="650587" y="1946166"/>
                  </a:lnTo>
                  <a:lnTo>
                    <a:pt x="698523" y="1955701"/>
                  </a:lnTo>
                  <a:lnTo>
                    <a:pt x="747294" y="1958897"/>
                  </a:lnTo>
                  <a:lnTo>
                    <a:pt x="796065" y="1955701"/>
                  </a:lnTo>
                  <a:lnTo>
                    <a:pt x="844001" y="1946166"/>
                  </a:lnTo>
                  <a:lnTo>
                    <a:pt x="890282" y="1930455"/>
                  </a:lnTo>
                  <a:lnTo>
                    <a:pt x="934117" y="1908838"/>
                  </a:lnTo>
                  <a:lnTo>
                    <a:pt x="974756" y="1881684"/>
                  </a:lnTo>
                  <a:lnTo>
                    <a:pt x="1011502" y="1849459"/>
                  </a:lnTo>
                  <a:lnTo>
                    <a:pt x="1043728" y="1812712"/>
                  </a:lnTo>
                  <a:lnTo>
                    <a:pt x="1070882" y="1772074"/>
                  </a:lnTo>
                  <a:lnTo>
                    <a:pt x="1092499" y="1728239"/>
                  </a:lnTo>
                  <a:lnTo>
                    <a:pt x="1108209" y="1681957"/>
                  </a:lnTo>
                  <a:lnTo>
                    <a:pt x="1117744" y="1634021"/>
                  </a:lnTo>
                  <a:lnTo>
                    <a:pt x="1120941" y="1585250"/>
                  </a:lnTo>
                  <a:lnTo>
                    <a:pt x="1117744" y="1536479"/>
                  </a:lnTo>
                  <a:lnTo>
                    <a:pt x="1108209" y="1488543"/>
                  </a:lnTo>
                  <a:lnTo>
                    <a:pt x="1092499" y="1442262"/>
                  </a:lnTo>
                  <a:lnTo>
                    <a:pt x="1070882" y="1398427"/>
                  </a:lnTo>
                  <a:lnTo>
                    <a:pt x="1043728" y="1357788"/>
                  </a:lnTo>
                  <a:lnTo>
                    <a:pt x="1011502" y="1321042"/>
                  </a:lnTo>
                  <a:lnTo>
                    <a:pt x="974756" y="1288816"/>
                  </a:lnTo>
                  <a:lnTo>
                    <a:pt x="934117" y="1261662"/>
                  </a:lnTo>
                  <a:lnTo>
                    <a:pt x="890282" y="1240045"/>
                  </a:lnTo>
                  <a:lnTo>
                    <a:pt x="844001" y="1224335"/>
                  </a:lnTo>
                  <a:lnTo>
                    <a:pt x="796065" y="1214800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969726" y="2277450"/>
              <a:ext cx="2672692" cy="1942722"/>
            </a:xfrm>
            <a:custGeom>
              <a:avLst/>
              <a:pathLst>
                <a:path w="2672692" h="1942722">
                  <a:moveTo>
                    <a:pt x="747294" y="1211603"/>
                  </a:moveTo>
                  <a:lnTo>
                    <a:pt x="760749" y="1139951"/>
                  </a:lnTo>
                  <a:lnTo>
                    <a:pt x="778531" y="1068836"/>
                  </a:lnTo>
                  <a:lnTo>
                    <a:pt x="800617" y="998455"/>
                  </a:lnTo>
                  <a:lnTo>
                    <a:pt x="826977" y="929002"/>
                  </a:lnTo>
                  <a:lnTo>
                    <a:pt x="857573" y="860671"/>
                  </a:lnTo>
                  <a:lnTo>
                    <a:pt x="892359" y="793654"/>
                  </a:lnTo>
                  <a:lnTo>
                    <a:pt x="931283" y="728142"/>
                  </a:lnTo>
                  <a:lnTo>
                    <a:pt x="974282" y="664323"/>
                  </a:lnTo>
                  <a:lnTo>
                    <a:pt x="1021289" y="602382"/>
                  </a:lnTo>
                  <a:lnTo>
                    <a:pt x="1072227" y="542505"/>
                  </a:lnTo>
                  <a:lnTo>
                    <a:pt x="1127012" y="484870"/>
                  </a:lnTo>
                  <a:lnTo>
                    <a:pt x="1185554" y="429654"/>
                  </a:lnTo>
                  <a:lnTo>
                    <a:pt x="1247754" y="377033"/>
                  </a:lnTo>
                  <a:lnTo>
                    <a:pt x="1313508" y="327175"/>
                  </a:lnTo>
                  <a:lnTo>
                    <a:pt x="1382703" y="280246"/>
                  </a:lnTo>
                  <a:lnTo>
                    <a:pt x="1455221" y="236408"/>
                  </a:lnTo>
                  <a:lnTo>
                    <a:pt x="1530936" y="195818"/>
                  </a:lnTo>
                  <a:lnTo>
                    <a:pt x="1609717" y="158628"/>
                  </a:lnTo>
                  <a:lnTo>
                    <a:pt x="1691426" y="124985"/>
                  </a:lnTo>
                  <a:lnTo>
                    <a:pt x="1775918" y="95031"/>
                  </a:lnTo>
                  <a:lnTo>
                    <a:pt x="1863044" y="68902"/>
                  </a:lnTo>
                  <a:lnTo>
                    <a:pt x="1952648" y="46730"/>
                  </a:lnTo>
                  <a:lnTo>
                    <a:pt x="2044568" y="28638"/>
                  </a:lnTo>
                  <a:lnTo>
                    <a:pt x="2138640" y="14745"/>
                  </a:lnTo>
                  <a:lnTo>
                    <a:pt x="2234690" y="5164"/>
                  </a:lnTo>
                  <a:lnTo>
                    <a:pt x="2332545" y="0"/>
                  </a:lnTo>
                  <a:lnTo>
                    <a:pt x="2375685" y="69164"/>
                  </a:lnTo>
                  <a:lnTo>
                    <a:pt x="2415925" y="139373"/>
                  </a:lnTo>
                  <a:lnTo>
                    <a:pt x="2453244" y="210509"/>
                  </a:lnTo>
                  <a:lnTo>
                    <a:pt x="2487628" y="282452"/>
                  </a:lnTo>
                  <a:lnTo>
                    <a:pt x="2519068" y="355085"/>
                  </a:lnTo>
                  <a:lnTo>
                    <a:pt x="2547559" y="428290"/>
                  </a:lnTo>
                  <a:lnTo>
                    <a:pt x="2573100" y="501949"/>
                  </a:lnTo>
                  <a:lnTo>
                    <a:pt x="2595696" y="575946"/>
                  </a:lnTo>
                  <a:lnTo>
                    <a:pt x="2615355" y="650166"/>
                  </a:lnTo>
                  <a:lnTo>
                    <a:pt x="2632091" y="724492"/>
                  </a:lnTo>
                  <a:lnTo>
                    <a:pt x="2645921" y="798813"/>
                  </a:lnTo>
                  <a:lnTo>
                    <a:pt x="2656868" y="873016"/>
                  </a:lnTo>
                  <a:lnTo>
                    <a:pt x="2664958" y="946990"/>
                  </a:lnTo>
                  <a:lnTo>
                    <a:pt x="2670221" y="1020628"/>
                  </a:lnTo>
                  <a:lnTo>
                    <a:pt x="2672692" y="1093822"/>
                  </a:lnTo>
                  <a:lnTo>
                    <a:pt x="2672410" y="1166467"/>
                  </a:lnTo>
                  <a:lnTo>
                    <a:pt x="2669416" y="1238461"/>
                  </a:lnTo>
                  <a:lnTo>
                    <a:pt x="2663758" y="1309704"/>
                  </a:lnTo>
                  <a:lnTo>
                    <a:pt x="2655485" y="1380098"/>
                  </a:lnTo>
                  <a:lnTo>
                    <a:pt x="2644651" y="1449549"/>
                  </a:lnTo>
                  <a:lnTo>
                    <a:pt x="2631312" y="1517962"/>
                  </a:lnTo>
                  <a:lnTo>
                    <a:pt x="2615530" y="1585250"/>
                  </a:lnTo>
                  <a:lnTo>
                    <a:pt x="2548098" y="1635776"/>
                  </a:lnTo>
                  <a:lnTo>
                    <a:pt x="2479355" y="1682521"/>
                  </a:lnTo>
                  <a:lnTo>
                    <a:pt x="2409459" y="1725452"/>
                  </a:lnTo>
                  <a:lnTo>
                    <a:pt x="2338570" y="1764544"/>
                  </a:lnTo>
                  <a:lnTo>
                    <a:pt x="2266848" y="1799776"/>
                  </a:lnTo>
                  <a:lnTo>
                    <a:pt x="2194454" y="1831133"/>
                  </a:lnTo>
                  <a:lnTo>
                    <a:pt x="2121548" y="1858606"/>
                  </a:lnTo>
                  <a:lnTo>
                    <a:pt x="2048290" y="1882194"/>
                  </a:lnTo>
                  <a:lnTo>
                    <a:pt x="1974843" y="1901900"/>
                  </a:lnTo>
                  <a:lnTo>
                    <a:pt x="1901364" y="1917732"/>
                  </a:lnTo>
                  <a:lnTo>
                    <a:pt x="1828013" y="1929707"/>
                  </a:lnTo>
                  <a:lnTo>
                    <a:pt x="1754949" y="1937844"/>
                  </a:lnTo>
                  <a:lnTo>
                    <a:pt x="1682328" y="1942172"/>
                  </a:lnTo>
                  <a:lnTo>
                    <a:pt x="1610306" y="1942722"/>
                  </a:lnTo>
                  <a:lnTo>
                    <a:pt x="1539038" y="1939533"/>
                  </a:lnTo>
                  <a:lnTo>
                    <a:pt x="1468675" y="1932649"/>
                  </a:lnTo>
                  <a:lnTo>
                    <a:pt x="1399368" y="1922120"/>
                  </a:lnTo>
                  <a:lnTo>
                    <a:pt x="1331267" y="1908001"/>
                  </a:lnTo>
                  <a:lnTo>
                    <a:pt x="1264516" y="1890352"/>
                  </a:lnTo>
                  <a:lnTo>
                    <a:pt x="1199260" y="1869239"/>
                  </a:lnTo>
                  <a:lnTo>
                    <a:pt x="1135639" y="1844734"/>
                  </a:lnTo>
                  <a:lnTo>
                    <a:pt x="1073792" y="1816913"/>
                  </a:lnTo>
                  <a:lnTo>
                    <a:pt x="1013855" y="1785858"/>
                  </a:lnTo>
                  <a:lnTo>
                    <a:pt x="955958" y="1751654"/>
                  </a:lnTo>
                  <a:lnTo>
                    <a:pt x="900230" y="1714393"/>
                  </a:lnTo>
                  <a:lnTo>
                    <a:pt x="846796" y="1674171"/>
                  </a:lnTo>
                  <a:lnTo>
                    <a:pt x="795779" y="1631088"/>
                  </a:lnTo>
                  <a:lnTo>
                    <a:pt x="747294" y="1585250"/>
                  </a:lnTo>
                  <a:lnTo>
                    <a:pt x="747294" y="1585250"/>
                  </a:lnTo>
                  <a:lnTo>
                    <a:pt x="747294" y="1585250"/>
                  </a:lnTo>
                  <a:lnTo>
                    <a:pt x="707493" y="1620819"/>
                  </a:lnTo>
                  <a:lnTo>
                    <a:pt x="663828" y="1651812"/>
                  </a:lnTo>
                  <a:lnTo>
                    <a:pt x="616694" y="1677915"/>
                  </a:lnTo>
                  <a:lnTo>
                    <a:pt x="566508" y="1698846"/>
                  </a:lnTo>
                  <a:lnTo>
                    <a:pt x="513705" y="1714350"/>
                  </a:lnTo>
                  <a:lnTo>
                    <a:pt x="458741" y="1724210"/>
                  </a:lnTo>
                  <a:lnTo>
                    <a:pt x="402089" y="1728239"/>
                  </a:lnTo>
                  <a:lnTo>
                    <a:pt x="344232" y="1726288"/>
                  </a:lnTo>
                  <a:lnTo>
                    <a:pt x="285666" y="1718243"/>
                  </a:lnTo>
                  <a:lnTo>
                    <a:pt x="226895" y="1704028"/>
                  </a:lnTo>
                  <a:lnTo>
                    <a:pt x="168430" y="1683603"/>
                  </a:lnTo>
                  <a:lnTo>
                    <a:pt x="110783" y="1656968"/>
                  </a:lnTo>
                  <a:lnTo>
                    <a:pt x="54469" y="1624158"/>
                  </a:lnTo>
                  <a:lnTo>
                    <a:pt x="0" y="1585250"/>
                  </a:lnTo>
                  <a:lnTo>
                    <a:pt x="44202" y="1523738"/>
                  </a:lnTo>
                  <a:lnTo>
                    <a:pt x="93124" y="1469902"/>
                  </a:lnTo>
                  <a:lnTo>
                    <a:pt x="145768" y="1424072"/>
                  </a:lnTo>
                  <a:lnTo>
                    <a:pt x="201117" y="1386458"/>
                  </a:lnTo>
                  <a:lnTo>
                    <a:pt x="258148" y="1357158"/>
                  </a:lnTo>
                  <a:lnTo>
                    <a:pt x="315843" y="1336152"/>
                  </a:lnTo>
                  <a:lnTo>
                    <a:pt x="373204" y="1323309"/>
                  </a:lnTo>
                  <a:lnTo>
                    <a:pt x="429260" y="1318388"/>
                  </a:lnTo>
                  <a:lnTo>
                    <a:pt x="483085" y="1321042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45745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553655" y="38310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938125" y="38310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421211" y="356689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2026-09-24T14:02:11Z</dcterms:modified>
  <cp:category/>
</cp:coreProperties>
</file>