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95280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1022389"/>
              <a:ext cx="9004821" cy="57660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88" y="69589"/>
              <a:ext cx="8638865" cy="95280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76290" y="348278"/>
              <a:ext cx="1081460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Caprimulgiformes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4140034" y="723281"/>
              <a:ext cx="1153972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3, species = 3</a:t>
              </a:r>
            </a:p>
          </p:txBody>
        </p:sp>
        <p:sp>
          <p:nvSpPr>
            <p:cNvPr id="10" name="rc10"/>
            <p:cNvSpPr/>
            <p:nvPr/>
          </p:nvSpPr>
          <p:spPr>
            <a:xfrm>
              <a:off x="1914666" y="1060346"/>
              <a:ext cx="5604707" cy="560470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20" y="1340582"/>
              <a:ext cx="0" cy="2522118"/>
            </a:xfrm>
            <a:custGeom>
              <a:avLst/>
              <a:pathLst>
                <a:path w="0" h="2522118">
                  <a:moveTo>
                    <a:pt x="0" y="2522118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20" y="2079293"/>
              <a:ext cx="1783407" cy="1783407"/>
            </a:xfrm>
            <a:custGeom>
              <a:avLst/>
              <a:pathLst>
                <a:path w="1783407" h="1783407">
                  <a:moveTo>
                    <a:pt x="0" y="1783407"/>
                  </a:moveTo>
                  <a:lnTo>
                    <a:pt x="178340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20" y="3862700"/>
              <a:ext cx="2522118" cy="0"/>
            </a:xfrm>
            <a:custGeom>
              <a:avLst/>
              <a:pathLst>
                <a:path w="2522118" h="0">
                  <a:moveTo>
                    <a:pt x="0" y="0"/>
                  </a:moveTo>
                  <a:lnTo>
                    <a:pt x="2522118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20" y="3862700"/>
              <a:ext cx="1783407" cy="1783407"/>
            </a:xfrm>
            <a:custGeom>
              <a:avLst/>
              <a:pathLst>
                <a:path w="1783407" h="1783407">
                  <a:moveTo>
                    <a:pt x="0" y="0"/>
                  </a:moveTo>
                  <a:lnTo>
                    <a:pt x="1783407" y="178340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717020" y="3862700"/>
              <a:ext cx="0" cy="2522118"/>
            </a:xfrm>
            <a:custGeom>
              <a:avLst/>
              <a:pathLst>
                <a:path w="0" h="2522118">
                  <a:moveTo>
                    <a:pt x="0" y="0"/>
                  </a:moveTo>
                  <a:lnTo>
                    <a:pt x="0" y="252211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33613" y="3862700"/>
              <a:ext cx="1783407" cy="1783407"/>
            </a:xfrm>
            <a:custGeom>
              <a:avLst/>
              <a:pathLst>
                <a:path w="1783407" h="1783407">
                  <a:moveTo>
                    <a:pt x="1783407" y="0"/>
                  </a:moveTo>
                  <a:lnTo>
                    <a:pt x="0" y="178340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94902" y="3862700"/>
              <a:ext cx="2522118" cy="0"/>
            </a:xfrm>
            <a:custGeom>
              <a:avLst/>
              <a:pathLst>
                <a:path w="2522118" h="0">
                  <a:moveTo>
                    <a:pt x="2522118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933613" y="2079293"/>
              <a:ext cx="1783407" cy="1783407"/>
            </a:xfrm>
            <a:custGeom>
              <a:avLst/>
              <a:pathLst>
                <a:path w="1783407" h="1783407">
                  <a:moveTo>
                    <a:pt x="1783407" y="178340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596220" y="2741759"/>
              <a:ext cx="2241600" cy="2241318"/>
            </a:xfrm>
            <a:custGeom>
              <a:avLst/>
              <a:pathLst>
                <a:path w="2241600" h="2241318">
                  <a:moveTo>
                    <a:pt x="1120800" y="0"/>
                  </a:moveTo>
                  <a:lnTo>
                    <a:pt x="1191894" y="2256"/>
                  </a:lnTo>
                  <a:lnTo>
                    <a:pt x="1262703" y="9018"/>
                  </a:lnTo>
                  <a:lnTo>
                    <a:pt x="1332940" y="20256"/>
                  </a:lnTo>
                  <a:lnTo>
                    <a:pt x="1402322" y="35927"/>
                  </a:lnTo>
                  <a:lnTo>
                    <a:pt x="1470571" y="55967"/>
                  </a:lnTo>
                  <a:lnTo>
                    <a:pt x="1537412" y="80295"/>
                  </a:lnTo>
                  <a:lnTo>
                    <a:pt x="1602575" y="108813"/>
                  </a:lnTo>
                  <a:lnTo>
                    <a:pt x="1665798" y="141407"/>
                  </a:lnTo>
                  <a:lnTo>
                    <a:pt x="1726827" y="177945"/>
                  </a:lnTo>
                  <a:lnTo>
                    <a:pt x="1785415" y="218280"/>
                  </a:lnTo>
                  <a:lnTo>
                    <a:pt x="1841327" y="262250"/>
                  </a:lnTo>
                  <a:lnTo>
                    <a:pt x="1894338" y="309677"/>
                  </a:lnTo>
                  <a:lnTo>
                    <a:pt x="1944234" y="360372"/>
                  </a:lnTo>
                  <a:lnTo>
                    <a:pt x="1990815" y="414128"/>
                  </a:lnTo>
                  <a:lnTo>
                    <a:pt x="2033892" y="470731"/>
                  </a:lnTo>
                  <a:lnTo>
                    <a:pt x="2073292" y="529952"/>
                  </a:lnTo>
                  <a:lnTo>
                    <a:pt x="2108858" y="591553"/>
                  </a:lnTo>
                  <a:lnTo>
                    <a:pt x="2140444" y="655285"/>
                  </a:lnTo>
                  <a:lnTo>
                    <a:pt x="2167925" y="720892"/>
                  </a:lnTo>
                  <a:lnTo>
                    <a:pt x="2191189" y="788111"/>
                  </a:lnTo>
                  <a:lnTo>
                    <a:pt x="2210144" y="856669"/>
                  </a:lnTo>
                  <a:lnTo>
                    <a:pt x="2224712" y="926292"/>
                  </a:lnTo>
                  <a:lnTo>
                    <a:pt x="2234835" y="996698"/>
                  </a:lnTo>
                  <a:lnTo>
                    <a:pt x="2240472" y="1067604"/>
                  </a:lnTo>
                  <a:lnTo>
                    <a:pt x="2241600" y="1138726"/>
                  </a:lnTo>
                  <a:lnTo>
                    <a:pt x="2238216" y="1209776"/>
                  </a:lnTo>
                  <a:lnTo>
                    <a:pt x="2230332" y="1280468"/>
                  </a:lnTo>
                  <a:lnTo>
                    <a:pt x="2217980" y="1350517"/>
                  </a:lnTo>
                  <a:lnTo>
                    <a:pt x="2201211" y="1419643"/>
                  </a:lnTo>
                  <a:lnTo>
                    <a:pt x="2180091" y="1487565"/>
                  </a:lnTo>
                  <a:lnTo>
                    <a:pt x="2154705" y="1554011"/>
                  </a:lnTo>
                  <a:lnTo>
                    <a:pt x="2125157" y="1618714"/>
                  </a:lnTo>
                  <a:lnTo>
                    <a:pt x="2091564" y="1681412"/>
                  </a:lnTo>
                  <a:lnTo>
                    <a:pt x="2054062" y="1741853"/>
                  </a:lnTo>
                  <a:lnTo>
                    <a:pt x="2012802" y="1799794"/>
                  </a:lnTo>
                  <a:lnTo>
                    <a:pt x="1967951" y="1855002"/>
                  </a:lnTo>
                  <a:lnTo>
                    <a:pt x="1919688" y="1907253"/>
                  </a:lnTo>
                  <a:lnTo>
                    <a:pt x="1868209" y="1956339"/>
                  </a:lnTo>
                  <a:lnTo>
                    <a:pt x="1813720" y="2002061"/>
                  </a:lnTo>
                  <a:lnTo>
                    <a:pt x="1756441" y="2044234"/>
                  </a:lnTo>
                  <a:lnTo>
                    <a:pt x="1696602" y="2082690"/>
                  </a:lnTo>
                  <a:lnTo>
                    <a:pt x="1634445" y="2117274"/>
                  </a:lnTo>
                  <a:lnTo>
                    <a:pt x="1570220" y="2147845"/>
                  </a:lnTo>
                  <a:lnTo>
                    <a:pt x="1504185" y="2174281"/>
                  </a:lnTo>
                  <a:lnTo>
                    <a:pt x="1436606" y="2196477"/>
                  </a:lnTo>
                  <a:lnTo>
                    <a:pt x="1367755" y="2214341"/>
                  </a:lnTo>
                  <a:lnTo>
                    <a:pt x="1297910" y="2227802"/>
                  </a:lnTo>
                  <a:lnTo>
                    <a:pt x="1227352" y="2236807"/>
                  </a:lnTo>
                  <a:lnTo>
                    <a:pt x="1156365" y="2241318"/>
                  </a:lnTo>
                  <a:lnTo>
                    <a:pt x="1085235" y="2241318"/>
                  </a:lnTo>
                  <a:lnTo>
                    <a:pt x="1014248" y="2236807"/>
                  </a:lnTo>
                  <a:lnTo>
                    <a:pt x="943690" y="2227802"/>
                  </a:lnTo>
                  <a:lnTo>
                    <a:pt x="873845" y="2214341"/>
                  </a:lnTo>
                  <a:lnTo>
                    <a:pt x="804994" y="2196477"/>
                  </a:lnTo>
                  <a:lnTo>
                    <a:pt x="737415" y="2174281"/>
                  </a:lnTo>
                  <a:lnTo>
                    <a:pt x="671380" y="2147845"/>
                  </a:lnTo>
                  <a:lnTo>
                    <a:pt x="607155" y="2117274"/>
                  </a:lnTo>
                  <a:lnTo>
                    <a:pt x="544998" y="2082690"/>
                  </a:lnTo>
                  <a:lnTo>
                    <a:pt x="485159" y="2044234"/>
                  </a:lnTo>
                  <a:lnTo>
                    <a:pt x="427880" y="2002061"/>
                  </a:lnTo>
                  <a:lnTo>
                    <a:pt x="373391" y="1956339"/>
                  </a:lnTo>
                  <a:lnTo>
                    <a:pt x="321911" y="1907253"/>
                  </a:lnTo>
                  <a:lnTo>
                    <a:pt x="273649" y="1855002"/>
                  </a:lnTo>
                  <a:lnTo>
                    <a:pt x="228797" y="1799794"/>
                  </a:lnTo>
                  <a:lnTo>
                    <a:pt x="187538" y="1741853"/>
                  </a:lnTo>
                  <a:lnTo>
                    <a:pt x="150036" y="1681412"/>
                  </a:lnTo>
                  <a:lnTo>
                    <a:pt x="116443" y="1618714"/>
                  </a:lnTo>
                  <a:lnTo>
                    <a:pt x="86895" y="1554011"/>
                  </a:lnTo>
                  <a:lnTo>
                    <a:pt x="61509" y="1487565"/>
                  </a:lnTo>
                  <a:lnTo>
                    <a:pt x="40389" y="1419643"/>
                  </a:lnTo>
                  <a:lnTo>
                    <a:pt x="23620" y="1350517"/>
                  </a:lnTo>
                  <a:lnTo>
                    <a:pt x="11268" y="1280468"/>
                  </a:lnTo>
                  <a:lnTo>
                    <a:pt x="3384" y="1209776"/>
                  </a:lnTo>
                  <a:lnTo>
                    <a:pt x="0" y="1138726"/>
                  </a:lnTo>
                  <a:lnTo>
                    <a:pt x="1128" y="1067604"/>
                  </a:lnTo>
                  <a:lnTo>
                    <a:pt x="6765" y="996698"/>
                  </a:lnTo>
                  <a:lnTo>
                    <a:pt x="16888" y="926292"/>
                  </a:lnTo>
                  <a:lnTo>
                    <a:pt x="31456" y="856669"/>
                  </a:lnTo>
                  <a:lnTo>
                    <a:pt x="50410" y="788111"/>
                  </a:lnTo>
                  <a:lnTo>
                    <a:pt x="73675" y="720892"/>
                  </a:lnTo>
                  <a:lnTo>
                    <a:pt x="101156" y="655285"/>
                  </a:lnTo>
                  <a:lnTo>
                    <a:pt x="132742" y="591553"/>
                  </a:lnTo>
                  <a:lnTo>
                    <a:pt x="168307" y="529952"/>
                  </a:lnTo>
                  <a:lnTo>
                    <a:pt x="207708" y="470731"/>
                  </a:lnTo>
                  <a:lnTo>
                    <a:pt x="250785" y="414128"/>
                  </a:lnTo>
                  <a:lnTo>
                    <a:pt x="297366" y="360372"/>
                  </a:lnTo>
                  <a:lnTo>
                    <a:pt x="347262" y="309677"/>
                  </a:lnTo>
                  <a:lnTo>
                    <a:pt x="400273" y="262250"/>
                  </a:lnTo>
                  <a:lnTo>
                    <a:pt x="456185" y="218280"/>
                  </a:lnTo>
                  <a:lnTo>
                    <a:pt x="514773" y="177945"/>
                  </a:lnTo>
                  <a:lnTo>
                    <a:pt x="575802" y="141407"/>
                  </a:lnTo>
                  <a:lnTo>
                    <a:pt x="639025" y="108813"/>
                  </a:lnTo>
                  <a:lnTo>
                    <a:pt x="704188" y="80295"/>
                  </a:lnTo>
                  <a:lnTo>
                    <a:pt x="771029" y="55967"/>
                  </a:lnTo>
                  <a:lnTo>
                    <a:pt x="839278" y="35927"/>
                  </a:lnTo>
                  <a:lnTo>
                    <a:pt x="908660" y="20256"/>
                  </a:lnTo>
                  <a:lnTo>
                    <a:pt x="978897" y="9018"/>
                  </a:lnTo>
                  <a:lnTo>
                    <a:pt x="1049705" y="2256"/>
                  </a:lnTo>
                  <a:lnTo>
                    <a:pt x="11208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475419" y="1620817"/>
              <a:ext cx="4483201" cy="4482637"/>
            </a:xfrm>
            <a:custGeom>
              <a:avLst/>
              <a:pathLst>
                <a:path w="4483201" h="4482637">
                  <a:moveTo>
                    <a:pt x="2241600" y="0"/>
                  </a:moveTo>
                  <a:lnTo>
                    <a:pt x="2383789" y="4513"/>
                  </a:lnTo>
                  <a:lnTo>
                    <a:pt x="2525406" y="18036"/>
                  </a:lnTo>
                  <a:lnTo>
                    <a:pt x="2665880" y="40513"/>
                  </a:lnTo>
                  <a:lnTo>
                    <a:pt x="2804645" y="71855"/>
                  </a:lnTo>
                  <a:lnTo>
                    <a:pt x="2941143" y="111934"/>
                  </a:lnTo>
                  <a:lnTo>
                    <a:pt x="3074824" y="160590"/>
                  </a:lnTo>
                  <a:lnTo>
                    <a:pt x="3205150" y="217627"/>
                  </a:lnTo>
                  <a:lnTo>
                    <a:pt x="3331597" y="282814"/>
                  </a:lnTo>
                  <a:lnTo>
                    <a:pt x="3453654" y="355891"/>
                  </a:lnTo>
                  <a:lnTo>
                    <a:pt x="3570831" y="436561"/>
                  </a:lnTo>
                  <a:lnTo>
                    <a:pt x="3682655" y="524500"/>
                  </a:lnTo>
                  <a:lnTo>
                    <a:pt x="3788677" y="619355"/>
                  </a:lnTo>
                  <a:lnTo>
                    <a:pt x="3888469" y="720744"/>
                  </a:lnTo>
                  <a:lnTo>
                    <a:pt x="3981630" y="828257"/>
                  </a:lnTo>
                  <a:lnTo>
                    <a:pt x="4067784" y="941463"/>
                  </a:lnTo>
                  <a:lnTo>
                    <a:pt x="4146585" y="1059905"/>
                  </a:lnTo>
                  <a:lnTo>
                    <a:pt x="4217716" y="1183106"/>
                  </a:lnTo>
                  <a:lnTo>
                    <a:pt x="4280889" y="1310571"/>
                  </a:lnTo>
                  <a:lnTo>
                    <a:pt x="4335851" y="1441785"/>
                  </a:lnTo>
                  <a:lnTo>
                    <a:pt x="4382379" y="1576222"/>
                  </a:lnTo>
                  <a:lnTo>
                    <a:pt x="4420288" y="1713339"/>
                  </a:lnTo>
                  <a:lnTo>
                    <a:pt x="4449424" y="1852584"/>
                  </a:lnTo>
                  <a:lnTo>
                    <a:pt x="4469670" y="1993396"/>
                  </a:lnTo>
                  <a:lnTo>
                    <a:pt x="4480944" y="2135209"/>
                  </a:lnTo>
                  <a:lnTo>
                    <a:pt x="4483201" y="2277452"/>
                  </a:lnTo>
                  <a:lnTo>
                    <a:pt x="4476432" y="2419552"/>
                  </a:lnTo>
                  <a:lnTo>
                    <a:pt x="4460664" y="2560936"/>
                  </a:lnTo>
                  <a:lnTo>
                    <a:pt x="4435961" y="2701035"/>
                  </a:lnTo>
                  <a:lnTo>
                    <a:pt x="4402422" y="2839286"/>
                  </a:lnTo>
                  <a:lnTo>
                    <a:pt x="4360182" y="2975131"/>
                  </a:lnTo>
                  <a:lnTo>
                    <a:pt x="4309411" y="3108023"/>
                  </a:lnTo>
                  <a:lnTo>
                    <a:pt x="4250314" y="3237428"/>
                  </a:lnTo>
                  <a:lnTo>
                    <a:pt x="4183128" y="3362824"/>
                  </a:lnTo>
                  <a:lnTo>
                    <a:pt x="4108125" y="3483707"/>
                  </a:lnTo>
                  <a:lnTo>
                    <a:pt x="4025605" y="3599589"/>
                  </a:lnTo>
                  <a:lnTo>
                    <a:pt x="3935903" y="3710004"/>
                  </a:lnTo>
                  <a:lnTo>
                    <a:pt x="3839377" y="3814507"/>
                  </a:lnTo>
                  <a:lnTo>
                    <a:pt x="3736418" y="3912678"/>
                  </a:lnTo>
                  <a:lnTo>
                    <a:pt x="3627441" y="4004122"/>
                  </a:lnTo>
                  <a:lnTo>
                    <a:pt x="3512882" y="4088469"/>
                  </a:lnTo>
                  <a:lnTo>
                    <a:pt x="3393205" y="4165381"/>
                  </a:lnTo>
                  <a:lnTo>
                    <a:pt x="3268891" y="4234548"/>
                  </a:lnTo>
                  <a:lnTo>
                    <a:pt x="3140440" y="4295691"/>
                  </a:lnTo>
                  <a:lnTo>
                    <a:pt x="3008370" y="4348563"/>
                  </a:lnTo>
                  <a:lnTo>
                    <a:pt x="2873212" y="4392954"/>
                  </a:lnTo>
                  <a:lnTo>
                    <a:pt x="2735511" y="4428682"/>
                  </a:lnTo>
                  <a:lnTo>
                    <a:pt x="2595821" y="4455605"/>
                  </a:lnTo>
                  <a:lnTo>
                    <a:pt x="2454705" y="4473614"/>
                  </a:lnTo>
                  <a:lnTo>
                    <a:pt x="2312731" y="4482637"/>
                  </a:lnTo>
                  <a:lnTo>
                    <a:pt x="2170470" y="4482637"/>
                  </a:lnTo>
                  <a:lnTo>
                    <a:pt x="2028496" y="4473614"/>
                  </a:lnTo>
                  <a:lnTo>
                    <a:pt x="1887380" y="4455605"/>
                  </a:lnTo>
                  <a:lnTo>
                    <a:pt x="1747690" y="4428682"/>
                  </a:lnTo>
                  <a:lnTo>
                    <a:pt x="1609989" y="4392954"/>
                  </a:lnTo>
                  <a:lnTo>
                    <a:pt x="1474831" y="4348563"/>
                  </a:lnTo>
                  <a:lnTo>
                    <a:pt x="1342761" y="4295691"/>
                  </a:lnTo>
                  <a:lnTo>
                    <a:pt x="1214310" y="4234548"/>
                  </a:lnTo>
                  <a:lnTo>
                    <a:pt x="1089996" y="4165381"/>
                  </a:lnTo>
                  <a:lnTo>
                    <a:pt x="970318" y="4088469"/>
                  </a:lnTo>
                  <a:lnTo>
                    <a:pt x="855760" y="4004122"/>
                  </a:lnTo>
                  <a:lnTo>
                    <a:pt x="746782" y="3912678"/>
                  </a:lnTo>
                  <a:lnTo>
                    <a:pt x="643823" y="3814507"/>
                  </a:lnTo>
                  <a:lnTo>
                    <a:pt x="547298" y="3710004"/>
                  </a:lnTo>
                  <a:lnTo>
                    <a:pt x="457595" y="3599589"/>
                  </a:lnTo>
                  <a:lnTo>
                    <a:pt x="375076" y="3483707"/>
                  </a:lnTo>
                  <a:lnTo>
                    <a:pt x="300073" y="3362824"/>
                  </a:lnTo>
                  <a:lnTo>
                    <a:pt x="232887" y="3237428"/>
                  </a:lnTo>
                  <a:lnTo>
                    <a:pt x="173790" y="3108023"/>
                  </a:lnTo>
                  <a:lnTo>
                    <a:pt x="123019" y="2975131"/>
                  </a:lnTo>
                  <a:lnTo>
                    <a:pt x="80779" y="2839286"/>
                  </a:lnTo>
                  <a:lnTo>
                    <a:pt x="47240" y="2701035"/>
                  </a:lnTo>
                  <a:lnTo>
                    <a:pt x="22536" y="2560936"/>
                  </a:lnTo>
                  <a:lnTo>
                    <a:pt x="6769" y="2419552"/>
                  </a:lnTo>
                  <a:lnTo>
                    <a:pt x="0" y="2277452"/>
                  </a:lnTo>
                  <a:lnTo>
                    <a:pt x="2257" y="2135209"/>
                  </a:lnTo>
                  <a:lnTo>
                    <a:pt x="13531" y="1993396"/>
                  </a:lnTo>
                  <a:lnTo>
                    <a:pt x="33777" y="1852584"/>
                  </a:lnTo>
                  <a:lnTo>
                    <a:pt x="62912" y="1713339"/>
                  </a:lnTo>
                  <a:lnTo>
                    <a:pt x="100821" y="1576222"/>
                  </a:lnTo>
                  <a:lnTo>
                    <a:pt x="147350" y="1441785"/>
                  </a:lnTo>
                  <a:lnTo>
                    <a:pt x="202312" y="1310571"/>
                  </a:lnTo>
                  <a:lnTo>
                    <a:pt x="265485" y="1183106"/>
                  </a:lnTo>
                  <a:lnTo>
                    <a:pt x="336615" y="1059905"/>
                  </a:lnTo>
                  <a:lnTo>
                    <a:pt x="415416" y="941463"/>
                  </a:lnTo>
                  <a:lnTo>
                    <a:pt x="501571" y="828257"/>
                  </a:lnTo>
                  <a:lnTo>
                    <a:pt x="594732" y="720744"/>
                  </a:lnTo>
                  <a:lnTo>
                    <a:pt x="694524" y="619355"/>
                  </a:lnTo>
                  <a:lnTo>
                    <a:pt x="800546" y="524500"/>
                  </a:lnTo>
                  <a:lnTo>
                    <a:pt x="912370" y="436561"/>
                  </a:lnTo>
                  <a:lnTo>
                    <a:pt x="1029547" y="355891"/>
                  </a:lnTo>
                  <a:lnTo>
                    <a:pt x="1151604" y="282814"/>
                  </a:lnTo>
                  <a:lnTo>
                    <a:pt x="1278050" y="217627"/>
                  </a:lnTo>
                  <a:lnTo>
                    <a:pt x="1408377" y="160590"/>
                  </a:lnTo>
                  <a:lnTo>
                    <a:pt x="1542058" y="111934"/>
                  </a:lnTo>
                  <a:lnTo>
                    <a:pt x="1678556" y="71855"/>
                  </a:lnTo>
                  <a:lnTo>
                    <a:pt x="1817321" y="40513"/>
                  </a:lnTo>
                  <a:lnTo>
                    <a:pt x="1957795" y="18036"/>
                  </a:lnTo>
                  <a:lnTo>
                    <a:pt x="2099411" y="4513"/>
                  </a:lnTo>
                  <a:lnTo>
                    <a:pt x="22416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195219" y="1340582"/>
              <a:ext cx="5043601" cy="5042967"/>
            </a:xfrm>
            <a:custGeom>
              <a:avLst/>
              <a:pathLst>
                <a:path w="5043601" h="5042967">
                  <a:moveTo>
                    <a:pt x="2521800" y="0"/>
                  </a:moveTo>
                  <a:lnTo>
                    <a:pt x="2681763" y="5077"/>
                  </a:lnTo>
                  <a:lnTo>
                    <a:pt x="2841082" y="20290"/>
                  </a:lnTo>
                  <a:lnTo>
                    <a:pt x="2999115" y="45577"/>
                  </a:lnTo>
                  <a:lnTo>
                    <a:pt x="3155225" y="80837"/>
                  </a:lnTo>
                  <a:lnTo>
                    <a:pt x="3308786" y="125926"/>
                  </a:lnTo>
                  <a:lnTo>
                    <a:pt x="3459177" y="180664"/>
                  </a:lnTo>
                  <a:lnTo>
                    <a:pt x="3605794" y="244830"/>
                  </a:lnTo>
                  <a:lnTo>
                    <a:pt x="3748046" y="318166"/>
                  </a:lnTo>
                  <a:lnTo>
                    <a:pt x="3885361" y="400377"/>
                  </a:lnTo>
                  <a:lnTo>
                    <a:pt x="4017184" y="491131"/>
                  </a:lnTo>
                  <a:lnTo>
                    <a:pt x="4142987" y="590063"/>
                  </a:lnTo>
                  <a:lnTo>
                    <a:pt x="4262261" y="696775"/>
                  </a:lnTo>
                  <a:lnTo>
                    <a:pt x="4374528" y="810837"/>
                  </a:lnTo>
                  <a:lnTo>
                    <a:pt x="4479334" y="931789"/>
                  </a:lnTo>
                  <a:lnTo>
                    <a:pt x="4576257" y="1059146"/>
                  </a:lnTo>
                  <a:lnTo>
                    <a:pt x="4664909" y="1192393"/>
                  </a:lnTo>
                  <a:lnTo>
                    <a:pt x="4744930" y="1330994"/>
                  </a:lnTo>
                  <a:lnTo>
                    <a:pt x="4816000" y="1474392"/>
                  </a:lnTo>
                  <a:lnTo>
                    <a:pt x="4877832" y="1622009"/>
                  </a:lnTo>
                  <a:lnTo>
                    <a:pt x="4930177" y="1773250"/>
                  </a:lnTo>
                  <a:lnTo>
                    <a:pt x="4972824" y="1927506"/>
                  </a:lnTo>
                  <a:lnTo>
                    <a:pt x="5005602" y="2084157"/>
                  </a:lnTo>
                  <a:lnTo>
                    <a:pt x="5028379" y="2242571"/>
                  </a:lnTo>
                  <a:lnTo>
                    <a:pt x="5041062" y="2402111"/>
                  </a:lnTo>
                  <a:lnTo>
                    <a:pt x="5043601" y="2562134"/>
                  </a:lnTo>
                  <a:lnTo>
                    <a:pt x="5035986" y="2721996"/>
                  </a:lnTo>
                  <a:lnTo>
                    <a:pt x="5018247" y="2881053"/>
                  </a:lnTo>
                  <a:lnTo>
                    <a:pt x="4990456" y="3038665"/>
                  </a:lnTo>
                  <a:lnTo>
                    <a:pt x="4952725" y="3194196"/>
                  </a:lnTo>
                  <a:lnTo>
                    <a:pt x="4905204" y="3347022"/>
                  </a:lnTo>
                  <a:lnTo>
                    <a:pt x="4848087" y="3496526"/>
                  </a:lnTo>
                  <a:lnTo>
                    <a:pt x="4781603" y="3642107"/>
                  </a:lnTo>
                  <a:lnTo>
                    <a:pt x="4706019" y="3783177"/>
                  </a:lnTo>
                  <a:lnTo>
                    <a:pt x="4621640" y="3919170"/>
                  </a:lnTo>
                  <a:lnTo>
                    <a:pt x="4528806" y="4049537"/>
                  </a:lnTo>
                  <a:lnTo>
                    <a:pt x="4427890" y="4173754"/>
                  </a:lnTo>
                  <a:lnTo>
                    <a:pt x="4319300" y="4291321"/>
                  </a:lnTo>
                  <a:lnTo>
                    <a:pt x="4203471" y="4401763"/>
                  </a:lnTo>
                  <a:lnTo>
                    <a:pt x="4080871" y="4504637"/>
                  </a:lnTo>
                  <a:lnTo>
                    <a:pt x="3951993" y="4599528"/>
                  </a:lnTo>
                  <a:lnTo>
                    <a:pt x="3817356" y="4686054"/>
                  </a:lnTo>
                  <a:lnTo>
                    <a:pt x="3677502" y="4763866"/>
                  </a:lnTo>
                  <a:lnTo>
                    <a:pt x="3532995" y="4832652"/>
                  </a:lnTo>
                  <a:lnTo>
                    <a:pt x="3384416" y="4892134"/>
                  </a:lnTo>
                  <a:lnTo>
                    <a:pt x="3232363" y="4942073"/>
                  </a:lnTo>
                  <a:lnTo>
                    <a:pt x="3077450" y="4982267"/>
                  </a:lnTo>
                  <a:lnTo>
                    <a:pt x="2920299" y="5012556"/>
                  </a:lnTo>
                  <a:lnTo>
                    <a:pt x="2761543" y="5032816"/>
                  </a:lnTo>
                  <a:lnTo>
                    <a:pt x="2601822" y="5042967"/>
                  </a:lnTo>
                  <a:lnTo>
                    <a:pt x="2441779" y="5042967"/>
                  </a:lnTo>
                  <a:lnTo>
                    <a:pt x="2282058" y="5032816"/>
                  </a:lnTo>
                  <a:lnTo>
                    <a:pt x="2123302" y="5012556"/>
                  </a:lnTo>
                  <a:lnTo>
                    <a:pt x="1966151" y="4982267"/>
                  </a:lnTo>
                  <a:lnTo>
                    <a:pt x="1811238" y="4942073"/>
                  </a:lnTo>
                  <a:lnTo>
                    <a:pt x="1659185" y="4892134"/>
                  </a:lnTo>
                  <a:lnTo>
                    <a:pt x="1510606" y="4832652"/>
                  </a:lnTo>
                  <a:lnTo>
                    <a:pt x="1366099" y="4763866"/>
                  </a:lnTo>
                  <a:lnTo>
                    <a:pt x="1226245" y="4686054"/>
                  </a:lnTo>
                  <a:lnTo>
                    <a:pt x="1091608" y="4599528"/>
                  </a:lnTo>
                  <a:lnTo>
                    <a:pt x="962730" y="4504637"/>
                  </a:lnTo>
                  <a:lnTo>
                    <a:pt x="840130" y="4401763"/>
                  </a:lnTo>
                  <a:lnTo>
                    <a:pt x="724301" y="4291321"/>
                  </a:lnTo>
                  <a:lnTo>
                    <a:pt x="615711" y="4173754"/>
                  </a:lnTo>
                  <a:lnTo>
                    <a:pt x="514795" y="4049537"/>
                  </a:lnTo>
                  <a:lnTo>
                    <a:pt x="421961" y="3919170"/>
                  </a:lnTo>
                  <a:lnTo>
                    <a:pt x="337582" y="3783177"/>
                  </a:lnTo>
                  <a:lnTo>
                    <a:pt x="261998" y="3642107"/>
                  </a:lnTo>
                  <a:lnTo>
                    <a:pt x="195514" y="3496526"/>
                  </a:lnTo>
                  <a:lnTo>
                    <a:pt x="138396" y="3347022"/>
                  </a:lnTo>
                  <a:lnTo>
                    <a:pt x="90876" y="3194196"/>
                  </a:lnTo>
                  <a:lnTo>
                    <a:pt x="53145" y="3038665"/>
                  </a:lnTo>
                  <a:lnTo>
                    <a:pt x="25354" y="2881053"/>
                  </a:lnTo>
                  <a:lnTo>
                    <a:pt x="7615" y="2721996"/>
                  </a:lnTo>
                  <a:lnTo>
                    <a:pt x="0" y="2562134"/>
                  </a:lnTo>
                  <a:lnTo>
                    <a:pt x="2539" y="2402111"/>
                  </a:lnTo>
                  <a:lnTo>
                    <a:pt x="15222" y="2242571"/>
                  </a:lnTo>
                  <a:lnTo>
                    <a:pt x="37999" y="2084157"/>
                  </a:lnTo>
                  <a:lnTo>
                    <a:pt x="70777" y="1927506"/>
                  </a:lnTo>
                  <a:lnTo>
                    <a:pt x="113424" y="1773250"/>
                  </a:lnTo>
                  <a:lnTo>
                    <a:pt x="165769" y="1622009"/>
                  </a:lnTo>
                  <a:lnTo>
                    <a:pt x="227601" y="1474392"/>
                  </a:lnTo>
                  <a:lnTo>
                    <a:pt x="298671" y="1330994"/>
                  </a:lnTo>
                  <a:lnTo>
                    <a:pt x="378692" y="1192393"/>
                  </a:lnTo>
                  <a:lnTo>
                    <a:pt x="467343" y="1059146"/>
                  </a:lnTo>
                  <a:lnTo>
                    <a:pt x="564267" y="931789"/>
                  </a:lnTo>
                  <a:lnTo>
                    <a:pt x="669073" y="810837"/>
                  </a:lnTo>
                  <a:lnTo>
                    <a:pt x="781339" y="696775"/>
                  </a:lnTo>
                  <a:lnTo>
                    <a:pt x="900614" y="590063"/>
                  </a:lnTo>
                  <a:lnTo>
                    <a:pt x="1026416" y="491131"/>
                  </a:lnTo>
                  <a:lnTo>
                    <a:pt x="1158240" y="400377"/>
                  </a:lnTo>
                  <a:lnTo>
                    <a:pt x="1295555" y="318166"/>
                  </a:lnTo>
                  <a:lnTo>
                    <a:pt x="1437807" y="244830"/>
                  </a:lnTo>
                  <a:lnTo>
                    <a:pt x="1584424" y="180664"/>
                  </a:lnTo>
                  <a:lnTo>
                    <a:pt x="1734815" y="125926"/>
                  </a:lnTo>
                  <a:lnTo>
                    <a:pt x="1888375" y="80837"/>
                  </a:lnTo>
                  <a:lnTo>
                    <a:pt x="2044486" y="45577"/>
                  </a:lnTo>
                  <a:lnTo>
                    <a:pt x="2202519" y="20290"/>
                  </a:lnTo>
                  <a:lnTo>
                    <a:pt x="2361838" y="5077"/>
                  </a:lnTo>
                  <a:lnTo>
                    <a:pt x="25218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4250721" y="1620817"/>
              <a:ext cx="2116297" cy="4483766"/>
            </a:xfrm>
            <a:custGeom>
              <a:avLst/>
              <a:pathLst>
                <a:path w="2116297" h="4483766">
                  <a:moveTo>
                    <a:pt x="466298" y="0"/>
                  </a:moveTo>
                  <a:lnTo>
                    <a:pt x="542839" y="1306"/>
                  </a:lnTo>
                  <a:lnTo>
                    <a:pt x="619290" y="5226"/>
                  </a:lnTo>
                  <a:lnTo>
                    <a:pt x="695563" y="11753"/>
                  </a:lnTo>
                  <a:lnTo>
                    <a:pt x="771568" y="20881"/>
                  </a:lnTo>
                  <a:lnTo>
                    <a:pt x="847217" y="32598"/>
                  </a:lnTo>
                  <a:lnTo>
                    <a:pt x="922423" y="46891"/>
                  </a:lnTo>
                  <a:lnTo>
                    <a:pt x="997096" y="63743"/>
                  </a:lnTo>
                  <a:lnTo>
                    <a:pt x="1071151" y="83135"/>
                  </a:lnTo>
                  <a:lnTo>
                    <a:pt x="1144500" y="105043"/>
                  </a:lnTo>
                  <a:lnTo>
                    <a:pt x="1217059" y="129444"/>
                  </a:lnTo>
                  <a:lnTo>
                    <a:pt x="1288742" y="156307"/>
                  </a:lnTo>
                  <a:lnTo>
                    <a:pt x="1359467" y="185602"/>
                  </a:lnTo>
                  <a:lnTo>
                    <a:pt x="1429150" y="217295"/>
                  </a:lnTo>
                  <a:lnTo>
                    <a:pt x="1497710" y="251348"/>
                  </a:lnTo>
                  <a:lnTo>
                    <a:pt x="1565068" y="287722"/>
                  </a:lnTo>
                  <a:lnTo>
                    <a:pt x="1631145" y="326374"/>
                  </a:lnTo>
                  <a:lnTo>
                    <a:pt x="1695863" y="367260"/>
                  </a:lnTo>
                  <a:lnTo>
                    <a:pt x="1759148" y="410332"/>
                  </a:lnTo>
                  <a:lnTo>
                    <a:pt x="1820926" y="455539"/>
                  </a:lnTo>
                  <a:lnTo>
                    <a:pt x="1881124" y="502829"/>
                  </a:lnTo>
                  <a:lnTo>
                    <a:pt x="1939672" y="552146"/>
                  </a:lnTo>
                  <a:lnTo>
                    <a:pt x="1996503" y="603434"/>
                  </a:lnTo>
                  <a:lnTo>
                    <a:pt x="2051549" y="656632"/>
                  </a:lnTo>
                  <a:lnTo>
                    <a:pt x="2039236" y="744322"/>
                  </a:lnTo>
                  <a:lnTo>
                    <a:pt x="2023604" y="830423"/>
                  </a:lnTo>
                  <a:lnTo>
                    <a:pt x="2004724" y="914827"/>
                  </a:lnTo>
                  <a:lnTo>
                    <a:pt x="1982672" y="997426"/>
                  </a:lnTo>
                  <a:lnTo>
                    <a:pt x="1957526" y="1078117"/>
                  </a:lnTo>
                  <a:lnTo>
                    <a:pt x="1929365" y="1156798"/>
                  </a:lnTo>
                  <a:lnTo>
                    <a:pt x="1898274" y="1233371"/>
                  </a:lnTo>
                  <a:lnTo>
                    <a:pt x="1864341" y="1307740"/>
                  </a:lnTo>
                  <a:lnTo>
                    <a:pt x="1827656" y="1379812"/>
                  </a:lnTo>
                  <a:lnTo>
                    <a:pt x="1788311" y="1449499"/>
                  </a:lnTo>
                  <a:lnTo>
                    <a:pt x="1746401" y="1516713"/>
                  </a:lnTo>
                  <a:lnTo>
                    <a:pt x="1702026" y="1581372"/>
                  </a:lnTo>
                  <a:lnTo>
                    <a:pt x="1655285" y="1643397"/>
                  </a:lnTo>
                  <a:lnTo>
                    <a:pt x="1606282" y="1702710"/>
                  </a:lnTo>
                  <a:lnTo>
                    <a:pt x="1555122" y="1759240"/>
                  </a:lnTo>
                  <a:lnTo>
                    <a:pt x="1501913" y="1812917"/>
                  </a:lnTo>
                  <a:lnTo>
                    <a:pt x="1446764" y="1863675"/>
                  </a:lnTo>
                  <a:lnTo>
                    <a:pt x="1389787" y="1911453"/>
                  </a:lnTo>
                  <a:lnTo>
                    <a:pt x="1331095" y="1956192"/>
                  </a:lnTo>
                  <a:lnTo>
                    <a:pt x="1270804" y="1997838"/>
                  </a:lnTo>
                  <a:lnTo>
                    <a:pt x="1209030" y="2036341"/>
                  </a:lnTo>
                  <a:lnTo>
                    <a:pt x="1145891" y="2071653"/>
                  </a:lnTo>
                  <a:lnTo>
                    <a:pt x="1081507" y="2103733"/>
                  </a:lnTo>
                  <a:lnTo>
                    <a:pt x="1016000" y="2132540"/>
                  </a:lnTo>
                  <a:lnTo>
                    <a:pt x="949490" y="2158041"/>
                  </a:lnTo>
                  <a:lnTo>
                    <a:pt x="882102" y="2180204"/>
                  </a:lnTo>
                  <a:lnTo>
                    <a:pt x="813958" y="2199003"/>
                  </a:lnTo>
                  <a:lnTo>
                    <a:pt x="745184" y="2214415"/>
                  </a:lnTo>
                  <a:lnTo>
                    <a:pt x="675905" y="2226421"/>
                  </a:lnTo>
                  <a:lnTo>
                    <a:pt x="606247" y="2235007"/>
                  </a:lnTo>
                  <a:lnTo>
                    <a:pt x="536336" y="2240163"/>
                  </a:lnTo>
                  <a:lnTo>
                    <a:pt x="466298" y="2241883"/>
                  </a:lnTo>
                  <a:lnTo>
                    <a:pt x="514607" y="2292622"/>
                  </a:lnTo>
                  <a:lnTo>
                    <a:pt x="560396" y="2345703"/>
                  </a:lnTo>
                  <a:lnTo>
                    <a:pt x="603580" y="2401030"/>
                  </a:lnTo>
                  <a:lnTo>
                    <a:pt x="644078" y="2458507"/>
                  </a:lnTo>
                  <a:lnTo>
                    <a:pt x="681810" y="2518036"/>
                  </a:lnTo>
                  <a:lnTo>
                    <a:pt x="716702" y="2579513"/>
                  </a:lnTo>
                  <a:lnTo>
                    <a:pt x="748681" y="2642836"/>
                  </a:lnTo>
                  <a:lnTo>
                    <a:pt x="777679" y="2707897"/>
                  </a:lnTo>
                  <a:lnTo>
                    <a:pt x="803630" y="2774588"/>
                  </a:lnTo>
                  <a:lnTo>
                    <a:pt x="826473" y="2842797"/>
                  </a:lnTo>
                  <a:lnTo>
                    <a:pt x="846149" y="2912413"/>
                  </a:lnTo>
                  <a:lnTo>
                    <a:pt x="862604" y="2983319"/>
                  </a:lnTo>
                  <a:lnTo>
                    <a:pt x="875788" y="3055400"/>
                  </a:lnTo>
                  <a:lnTo>
                    <a:pt x="885654" y="3128537"/>
                  </a:lnTo>
                  <a:lnTo>
                    <a:pt x="892159" y="3202610"/>
                  </a:lnTo>
                  <a:lnTo>
                    <a:pt x="895264" y="3277497"/>
                  </a:lnTo>
                  <a:lnTo>
                    <a:pt x="894933" y="3353077"/>
                  </a:lnTo>
                  <a:lnTo>
                    <a:pt x="891136" y="3429225"/>
                  </a:lnTo>
                  <a:lnTo>
                    <a:pt x="883846" y="3505817"/>
                  </a:lnTo>
                  <a:lnTo>
                    <a:pt x="873038" y="3582725"/>
                  </a:lnTo>
                  <a:lnTo>
                    <a:pt x="858696" y="3659824"/>
                  </a:lnTo>
                  <a:lnTo>
                    <a:pt x="840802" y="3736986"/>
                  </a:lnTo>
                  <a:lnTo>
                    <a:pt x="819348" y="3814084"/>
                  </a:lnTo>
                  <a:lnTo>
                    <a:pt x="794326" y="3890987"/>
                  </a:lnTo>
                  <a:lnTo>
                    <a:pt x="765733" y="3967568"/>
                  </a:lnTo>
                  <a:lnTo>
                    <a:pt x="733572" y="4043697"/>
                  </a:lnTo>
                  <a:lnTo>
                    <a:pt x="697849" y="4119246"/>
                  </a:lnTo>
                  <a:lnTo>
                    <a:pt x="658573" y="4194084"/>
                  </a:lnTo>
                  <a:lnTo>
                    <a:pt x="615760" y="4268084"/>
                  </a:lnTo>
                  <a:lnTo>
                    <a:pt x="569427" y="4341116"/>
                  </a:lnTo>
                  <a:lnTo>
                    <a:pt x="519597" y="4413053"/>
                  </a:lnTo>
                  <a:lnTo>
                    <a:pt x="466298" y="4483766"/>
                  </a:lnTo>
                  <a:lnTo>
                    <a:pt x="412999" y="4413053"/>
                  </a:lnTo>
                  <a:lnTo>
                    <a:pt x="363170" y="4341116"/>
                  </a:lnTo>
                  <a:lnTo>
                    <a:pt x="316837" y="4268084"/>
                  </a:lnTo>
                  <a:lnTo>
                    <a:pt x="274023" y="4194084"/>
                  </a:lnTo>
                  <a:lnTo>
                    <a:pt x="234748" y="4119246"/>
                  </a:lnTo>
                  <a:lnTo>
                    <a:pt x="199024" y="4043697"/>
                  </a:lnTo>
                  <a:lnTo>
                    <a:pt x="166863" y="3967568"/>
                  </a:lnTo>
                  <a:lnTo>
                    <a:pt x="138271" y="3890987"/>
                  </a:lnTo>
                  <a:lnTo>
                    <a:pt x="113249" y="3814084"/>
                  </a:lnTo>
                  <a:lnTo>
                    <a:pt x="91794" y="3736986"/>
                  </a:lnTo>
                  <a:lnTo>
                    <a:pt x="73901" y="3659824"/>
                  </a:lnTo>
                  <a:lnTo>
                    <a:pt x="59558" y="3582725"/>
                  </a:lnTo>
                  <a:lnTo>
                    <a:pt x="48751" y="3505817"/>
                  </a:lnTo>
                  <a:lnTo>
                    <a:pt x="41460" y="3429225"/>
                  </a:lnTo>
                  <a:lnTo>
                    <a:pt x="37663" y="3353077"/>
                  </a:lnTo>
                  <a:lnTo>
                    <a:pt x="37332" y="3277497"/>
                  </a:lnTo>
                  <a:lnTo>
                    <a:pt x="40437" y="3202610"/>
                  </a:lnTo>
                  <a:lnTo>
                    <a:pt x="46942" y="3128537"/>
                  </a:lnTo>
                  <a:lnTo>
                    <a:pt x="56808" y="3055400"/>
                  </a:lnTo>
                  <a:lnTo>
                    <a:pt x="69992" y="2983319"/>
                  </a:lnTo>
                  <a:lnTo>
                    <a:pt x="86448" y="2912413"/>
                  </a:lnTo>
                  <a:lnTo>
                    <a:pt x="106124" y="2842797"/>
                  </a:lnTo>
                  <a:lnTo>
                    <a:pt x="128966" y="2774588"/>
                  </a:lnTo>
                  <a:lnTo>
                    <a:pt x="154917" y="2707897"/>
                  </a:lnTo>
                  <a:lnTo>
                    <a:pt x="183915" y="2642836"/>
                  </a:lnTo>
                  <a:lnTo>
                    <a:pt x="215894" y="2579513"/>
                  </a:lnTo>
                  <a:lnTo>
                    <a:pt x="250786" y="2518036"/>
                  </a:lnTo>
                  <a:lnTo>
                    <a:pt x="288519" y="2458507"/>
                  </a:lnTo>
                  <a:lnTo>
                    <a:pt x="329017" y="2401030"/>
                  </a:lnTo>
                  <a:lnTo>
                    <a:pt x="372201" y="2345703"/>
                  </a:lnTo>
                  <a:lnTo>
                    <a:pt x="417990" y="2292622"/>
                  </a:lnTo>
                  <a:lnTo>
                    <a:pt x="466298" y="2241883"/>
                  </a:lnTo>
                  <a:lnTo>
                    <a:pt x="447421" y="2225204"/>
                  </a:lnTo>
                  <a:lnTo>
                    <a:pt x="426556" y="2210920"/>
                  </a:lnTo>
                  <a:lnTo>
                    <a:pt x="403932" y="2199208"/>
                  </a:lnTo>
                  <a:lnTo>
                    <a:pt x="379789" y="2190225"/>
                  </a:lnTo>
                  <a:lnTo>
                    <a:pt x="354382" y="2184110"/>
                  </a:lnTo>
                  <a:lnTo>
                    <a:pt x="327975" y="2180978"/>
                  </a:lnTo>
                  <a:lnTo>
                    <a:pt x="300842" y="2180925"/>
                  </a:lnTo>
                  <a:lnTo>
                    <a:pt x="273265" y="2184024"/>
                  </a:lnTo>
                  <a:lnTo>
                    <a:pt x="245532" y="2190322"/>
                  </a:lnTo>
                  <a:lnTo>
                    <a:pt x="217934" y="2199845"/>
                  </a:lnTo>
                  <a:lnTo>
                    <a:pt x="190764" y="2212595"/>
                  </a:lnTo>
                  <a:lnTo>
                    <a:pt x="164316" y="2228549"/>
                  </a:lnTo>
                  <a:lnTo>
                    <a:pt x="138883" y="2247662"/>
                  </a:lnTo>
                  <a:lnTo>
                    <a:pt x="114754" y="2269862"/>
                  </a:lnTo>
                  <a:lnTo>
                    <a:pt x="92213" y="2295055"/>
                  </a:lnTo>
                  <a:lnTo>
                    <a:pt x="71536" y="2323125"/>
                  </a:lnTo>
                  <a:lnTo>
                    <a:pt x="52993" y="2353932"/>
                  </a:lnTo>
                  <a:lnTo>
                    <a:pt x="36839" y="2387312"/>
                  </a:lnTo>
                  <a:lnTo>
                    <a:pt x="23322" y="2423084"/>
                  </a:lnTo>
                  <a:lnTo>
                    <a:pt x="12672" y="2461043"/>
                  </a:lnTo>
                  <a:lnTo>
                    <a:pt x="5105" y="2500966"/>
                  </a:lnTo>
                  <a:lnTo>
                    <a:pt x="820" y="2542612"/>
                  </a:lnTo>
                  <a:lnTo>
                    <a:pt x="0" y="2585724"/>
                  </a:lnTo>
                  <a:lnTo>
                    <a:pt x="2803" y="2630027"/>
                  </a:lnTo>
                  <a:lnTo>
                    <a:pt x="9372" y="2675234"/>
                  </a:lnTo>
                  <a:lnTo>
                    <a:pt x="19824" y="2721045"/>
                  </a:lnTo>
                  <a:lnTo>
                    <a:pt x="34254" y="2767148"/>
                  </a:lnTo>
                  <a:lnTo>
                    <a:pt x="52734" y="2813222"/>
                  </a:lnTo>
                  <a:lnTo>
                    <a:pt x="75312" y="2858941"/>
                  </a:lnTo>
                  <a:lnTo>
                    <a:pt x="102008" y="2903971"/>
                  </a:lnTo>
                  <a:lnTo>
                    <a:pt x="132818" y="2947974"/>
                  </a:lnTo>
                  <a:lnTo>
                    <a:pt x="167713" y="2990612"/>
                  </a:lnTo>
                  <a:lnTo>
                    <a:pt x="206636" y="3031546"/>
                  </a:lnTo>
                  <a:lnTo>
                    <a:pt x="249503" y="3070439"/>
                  </a:lnTo>
                  <a:lnTo>
                    <a:pt x="296207" y="3106959"/>
                  </a:lnTo>
                  <a:lnTo>
                    <a:pt x="346611" y="3140779"/>
                  </a:lnTo>
                  <a:lnTo>
                    <a:pt x="400555" y="3171580"/>
                  </a:lnTo>
                  <a:lnTo>
                    <a:pt x="457851" y="3199054"/>
                  </a:lnTo>
                  <a:lnTo>
                    <a:pt x="518290" y="3222904"/>
                  </a:lnTo>
                  <a:lnTo>
                    <a:pt x="581636" y="3242847"/>
                  </a:lnTo>
                  <a:lnTo>
                    <a:pt x="647632" y="3258616"/>
                  </a:lnTo>
                  <a:lnTo>
                    <a:pt x="715998" y="3269961"/>
                  </a:lnTo>
                  <a:lnTo>
                    <a:pt x="786434" y="3276649"/>
                  </a:lnTo>
                  <a:lnTo>
                    <a:pt x="858620" y="3278471"/>
                  </a:lnTo>
                  <a:lnTo>
                    <a:pt x="932218" y="3275238"/>
                  </a:lnTo>
                  <a:lnTo>
                    <a:pt x="1006873" y="3266785"/>
                  </a:lnTo>
                  <a:lnTo>
                    <a:pt x="1082218" y="3252971"/>
                  </a:lnTo>
                  <a:lnTo>
                    <a:pt x="1157869" y="3233682"/>
                  </a:lnTo>
                  <a:lnTo>
                    <a:pt x="1233433" y="3208831"/>
                  </a:lnTo>
                  <a:lnTo>
                    <a:pt x="1308507" y="3178358"/>
                  </a:lnTo>
                  <a:lnTo>
                    <a:pt x="1382681" y="3142233"/>
                  </a:lnTo>
                  <a:lnTo>
                    <a:pt x="1455539" y="3100455"/>
                  </a:lnTo>
                  <a:lnTo>
                    <a:pt x="1526662" y="3053053"/>
                  </a:lnTo>
                  <a:lnTo>
                    <a:pt x="1595630" y="3000087"/>
                  </a:lnTo>
                  <a:lnTo>
                    <a:pt x="1662023" y="2941646"/>
                  </a:lnTo>
                  <a:lnTo>
                    <a:pt x="1725425" y="2877851"/>
                  </a:lnTo>
                  <a:lnTo>
                    <a:pt x="1785427" y="2808855"/>
                  </a:lnTo>
                  <a:lnTo>
                    <a:pt x="1841625" y="2734838"/>
                  </a:lnTo>
                  <a:lnTo>
                    <a:pt x="1893625" y="2656013"/>
                  </a:lnTo>
                  <a:lnTo>
                    <a:pt x="1941048" y="2572621"/>
                  </a:lnTo>
                  <a:lnTo>
                    <a:pt x="1983525" y="2484933"/>
                  </a:lnTo>
                  <a:lnTo>
                    <a:pt x="2020707" y="2393247"/>
                  </a:lnTo>
                  <a:lnTo>
                    <a:pt x="2052261" y="2297888"/>
                  </a:lnTo>
                  <a:lnTo>
                    <a:pt x="2077874" y="2199208"/>
                  </a:lnTo>
                  <a:lnTo>
                    <a:pt x="2097257" y="2097581"/>
                  </a:lnTo>
                  <a:lnTo>
                    <a:pt x="2110145" y="1993406"/>
                  </a:lnTo>
                  <a:lnTo>
                    <a:pt x="2116297" y="1887104"/>
                  </a:lnTo>
                  <a:lnTo>
                    <a:pt x="2115501" y="1779115"/>
                  </a:lnTo>
                  <a:lnTo>
                    <a:pt x="2107574" y="1669897"/>
                  </a:lnTo>
                  <a:lnTo>
                    <a:pt x="2092362" y="1559924"/>
                  </a:lnTo>
                  <a:lnTo>
                    <a:pt x="2069745" y="1449684"/>
                  </a:lnTo>
                  <a:lnTo>
                    <a:pt x="2039633" y="1339678"/>
                  </a:lnTo>
                  <a:lnTo>
                    <a:pt x="2001972" y="1230415"/>
                  </a:lnTo>
                  <a:lnTo>
                    <a:pt x="1956743" y="1122414"/>
                  </a:lnTo>
                  <a:lnTo>
                    <a:pt x="1903960" y="1016196"/>
                  </a:lnTo>
                  <a:lnTo>
                    <a:pt x="1843675" y="912287"/>
                  </a:lnTo>
                  <a:lnTo>
                    <a:pt x="1775976" y="811212"/>
                  </a:lnTo>
                  <a:lnTo>
                    <a:pt x="1700987" y="713495"/>
                  </a:lnTo>
                  <a:lnTo>
                    <a:pt x="1618869" y="619654"/>
                  </a:lnTo>
                  <a:lnTo>
                    <a:pt x="1529818" y="530200"/>
                  </a:lnTo>
                  <a:lnTo>
                    <a:pt x="1434069" y="445634"/>
                  </a:lnTo>
                  <a:lnTo>
                    <a:pt x="1331891" y="366444"/>
                  </a:lnTo>
                  <a:lnTo>
                    <a:pt x="1223586" y="293106"/>
                  </a:lnTo>
                  <a:lnTo>
                    <a:pt x="1109494" y="226075"/>
                  </a:lnTo>
                  <a:lnTo>
                    <a:pt x="989985" y="165789"/>
                  </a:lnTo>
                  <a:lnTo>
                    <a:pt x="865463" y="112661"/>
                  </a:lnTo>
                  <a:lnTo>
                    <a:pt x="736361" y="67083"/>
                  </a:lnTo>
                  <a:lnTo>
                    <a:pt x="603143" y="29417"/>
                  </a:lnTo>
                  <a:close/>
                </a:path>
              </a:pathLst>
            </a:custGeom>
            <a:solidFill>
              <a:srgbClr val="C3A4FF">
                <a:alpha val="25882"/>
              </a:srgbClr>
            </a:solidFill>
            <a:ln w="24933" cap="flat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288054" y="1620817"/>
              <a:ext cx="2014216" cy="4483766"/>
            </a:xfrm>
            <a:custGeom>
              <a:avLst/>
              <a:pathLst>
                <a:path w="2014216" h="4483766">
                  <a:moveTo>
                    <a:pt x="428965" y="0"/>
                  </a:moveTo>
                  <a:lnTo>
                    <a:pt x="505506" y="1306"/>
                  </a:lnTo>
                  <a:lnTo>
                    <a:pt x="581957" y="5226"/>
                  </a:lnTo>
                  <a:lnTo>
                    <a:pt x="658230" y="11753"/>
                  </a:lnTo>
                  <a:lnTo>
                    <a:pt x="734235" y="20881"/>
                  </a:lnTo>
                  <a:lnTo>
                    <a:pt x="809884" y="32598"/>
                  </a:lnTo>
                  <a:lnTo>
                    <a:pt x="885090" y="46891"/>
                  </a:lnTo>
                  <a:lnTo>
                    <a:pt x="959763" y="63743"/>
                  </a:lnTo>
                  <a:lnTo>
                    <a:pt x="1033818" y="83135"/>
                  </a:lnTo>
                  <a:lnTo>
                    <a:pt x="1107167" y="105043"/>
                  </a:lnTo>
                  <a:lnTo>
                    <a:pt x="1179726" y="129444"/>
                  </a:lnTo>
                  <a:lnTo>
                    <a:pt x="1251410" y="156307"/>
                  </a:lnTo>
                  <a:lnTo>
                    <a:pt x="1322134" y="185602"/>
                  </a:lnTo>
                  <a:lnTo>
                    <a:pt x="1391817" y="217295"/>
                  </a:lnTo>
                  <a:lnTo>
                    <a:pt x="1460377" y="251348"/>
                  </a:lnTo>
                  <a:lnTo>
                    <a:pt x="1527735" y="287722"/>
                  </a:lnTo>
                  <a:lnTo>
                    <a:pt x="1593812" y="326374"/>
                  </a:lnTo>
                  <a:lnTo>
                    <a:pt x="1658530" y="367260"/>
                  </a:lnTo>
                  <a:lnTo>
                    <a:pt x="1721815" y="410332"/>
                  </a:lnTo>
                  <a:lnTo>
                    <a:pt x="1783593" y="455539"/>
                  </a:lnTo>
                  <a:lnTo>
                    <a:pt x="1843791" y="502829"/>
                  </a:lnTo>
                  <a:lnTo>
                    <a:pt x="1902339" y="552146"/>
                  </a:lnTo>
                  <a:lnTo>
                    <a:pt x="1959170" y="603434"/>
                  </a:lnTo>
                  <a:lnTo>
                    <a:pt x="2014216" y="656632"/>
                  </a:lnTo>
                  <a:lnTo>
                    <a:pt x="2001903" y="744322"/>
                  </a:lnTo>
                  <a:lnTo>
                    <a:pt x="1986271" y="830423"/>
                  </a:lnTo>
                  <a:lnTo>
                    <a:pt x="1967391" y="914827"/>
                  </a:lnTo>
                  <a:lnTo>
                    <a:pt x="1945339" y="997426"/>
                  </a:lnTo>
                  <a:lnTo>
                    <a:pt x="1920193" y="1078117"/>
                  </a:lnTo>
                  <a:lnTo>
                    <a:pt x="1892032" y="1156798"/>
                  </a:lnTo>
                  <a:lnTo>
                    <a:pt x="1860941" y="1233371"/>
                  </a:lnTo>
                  <a:lnTo>
                    <a:pt x="1827008" y="1307740"/>
                  </a:lnTo>
                  <a:lnTo>
                    <a:pt x="1790323" y="1379812"/>
                  </a:lnTo>
                  <a:lnTo>
                    <a:pt x="1750978" y="1449499"/>
                  </a:lnTo>
                  <a:lnTo>
                    <a:pt x="1709068" y="1516713"/>
                  </a:lnTo>
                  <a:lnTo>
                    <a:pt x="1664693" y="1581372"/>
                  </a:lnTo>
                  <a:lnTo>
                    <a:pt x="1617952" y="1643397"/>
                  </a:lnTo>
                  <a:lnTo>
                    <a:pt x="1568949" y="1702710"/>
                  </a:lnTo>
                  <a:lnTo>
                    <a:pt x="1517789" y="1759240"/>
                  </a:lnTo>
                  <a:lnTo>
                    <a:pt x="1464580" y="1812917"/>
                  </a:lnTo>
                  <a:lnTo>
                    <a:pt x="1409431" y="1863675"/>
                  </a:lnTo>
                  <a:lnTo>
                    <a:pt x="1352454" y="1911453"/>
                  </a:lnTo>
                  <a:lnTo>
                    <a:pt x="1293762" y="1956192"/>
                  </a:lnTo>
                  <a:lnTo>
                    <a:pt x="1233471" y="1997838"/>
                  </a:lnTo>
                  <a:lnTo>
                    <a:pt x="1171697" y="2036341"/>
                  </a:lnTo>
                  <a:lnTo>
                    <a:pt x="1108558" y="2071653"/>
                  </a:lnTo>
                  <a:lnTo>
                    <a:pt x="1044174" y="2103733"/>
                  </a:lnTo>
                  <a:lnTo>
                    <a:pt x="978667" y="2132540"/>
                  </a:lnTo>
                  <a:lnTo>
                    <a:pt x="912157" y="2158041"/>
                  </a:lnTo>
                  <a:lnTo>
                    <a:pt x="844769" y="2180204"/>
                  </a:lnTo>
                  <a:lnTo>
                    <a:pt x="776625" y="2199003"/>
                  </a:lnTo>
                  <a:lnTo>
                    <a:pt x="707851" y="2214415"/>
                  </a:lnTo>
                  <a:lnTo>
                    <a:pt x="638572" y="2226421"/>
                  </a:lnTo>
                  <a:lnTo>
                    <a:pt x="568914" y="2235007"/>
                  </a:lnTo>
                  <a:lnTo>
                    <a:pt x="499003" y="2240163"/>
                  </a:lnTo>
                  <a:lnTo>
                    <a:pt x="428965" y="2241883"/>
                  </a:lnTo>
                  <a:lnTo>
                    <a:pt x="428965" y="2241883"/>
                  </a:lnTo>
                  <a:lnTo>
                    <a:pt x="477274" y="2292622"/>
                  </a:lnTo>
                  <a:lnTo>
                    <a:pt x="523063" y="2345703"/>
                  </a:lnTo>
                  <a:lnTo>
                    <a:pt x="566247" y="2401030"/>
                  </a:lnTo>
                  <a:lnTo>
                    <a:pt x="606745" y="2458507"/>
                  </a:lnTo>
                  <a:lnTo>
                    <a:pt x="644477" y="2518036"/>
                  </a:lnTo>
                  <a:lnTo>
                    <a:pt x="679369" y="2579513"/>
                  </a:lnTo>
                  <a:lnTo>
                    <a:pt x="711348" y="2642836"/>
                  </a:lnTo>
                  <a:lnTo>
                    <a:pt x="740346" y="2707897"/>
                  </a:lnTo>
                  <a:lnTo>
                    <a:pt x="766297" y="2774588"/>
                  </a:lnTo>
                  <a:lnTo>
                    <a:pt x="789140" y="2842797"/>
                  </a:lnTo>
                  <a:lnTo>
                    <a:pt x="808816" y="2912413"/>
                  </a:lnTo>
                  <a:lnTo>
                    <a:pt x="825271" y="2983319"/>
                  </a:lnTo>
                  <a:lnTo>
                    <a:pt x="838456" y="3055400"/>
                  </a:lnTo>
                  <a:lnTo>
                    <a:pt x="848321" y="3128537"/>
                  </a:lnTo>
                  <a:lnTo>
                    <a:pt x="854826" y="3202610"/>
                  </a:lnTo>
                  <a:lnTo>
                    <a:pt x="857931" y="3277497"/>
                  </a:lnTo>
                  <a:lnTo>
                    <a:pt x="857600" y="3353077"/>
                  </a:lnTo>
                  <a:lnTo>
                    <a:pt x="853803" y="3429225"/>
                  </a:lnTo>
                  <a:lnTo>
                    <a:pt x="846513" y="3505817"/>
                  </a:lnTo>
                  <a:lnTo>
                    <a:pt x="835705" y="3582725"/>
                  </a:lnTo>
                  <a:lnTo>
                    <a:pt x="821363" y="3659824"/>
                  </a:lnTo>
                  <a:lnTo>
                    <a:pt x="803469" y="3736986"/>
                  </a:lnTo>
                  <a:lnTo>
                    <a:pt x="782015" y="3814084"/>
                  </a:lnTo>
                  <a:lnTo>
                    <a:pt x="756993" y="3890987"/>
                  </a:lnTo>
                  <a:lnTo>
                    <a:pt x="728400" y="3967568"/>
                  </a:lnTo>
                  <a:lnTo>
                    <a:pt x="696239" y="4043697"/>
                  </a:lnTo>
                  <a:lnTo>
                    <a:pt x="660516" y="4119246"/>
                  </a:lnTo>
                  <a:lnTo>
                    <a:pt x="621240" y="4194084"/>
                  </a:lnTo>
                  <a:lnTo>
                    <a:pt x="578427" y="4268084"/>
                  </a:lnTo>
                  <a:lnTo>
                    <a:pt x="532094" y="4341116"/>
                  </a:lnTo>
                  <a:lnTo>
                    <a:pt x="482264" y="4413053"/>
                  </a:lnTo>
                  <a:lnTo>
                    <a:pt x="428965" y="4483766"/>
                  </a:lnTo>
                  <a:lnTo>
                    <a:pt x="375666" y="4413053"/>
                  </a:lnTo>
                  <a:lnTo>
                    <a:pt x="325837" y="4341116"/>
                  </a:lnTo>
                  <a:lnTo>
                    <a:pt x="279504" y="4268084"/>
                  </a:lnTo>
                  <a:lnTo>
                    <a:pt x="236690" y="4194084"/>
                  </a:lnTo>
                  <a:lnTo>
                    <a:pt x="197415" y="4119246"/>
                  </a:lnTo>
                  <a:lnTo>
                    <a:pt x="161691" y="4043697"/>
                  </a:lnTo>
                  <a:lnTo>
                    <a:pt x="129530" y="3967568"/>
                  </a:lnTo>
                  <a:lnTo>
                    <a:pt x="100938" y="3890987"/>
                  </a:lnTo>
                  <a:lnTo>
                    <a:pt x="75916" y="3814084"/>
                  </a:lnTo>
                  <a:lnTo>
                    <a:pt x="54461" y="3736986"/>
                  </a:lnTo>
                  <a:lnTo>
                    <a:pt x="36568" y="3659824"/>
                  </a:lnTo>
                  <a:lnTo>
                    <a:pt x="22225" y="3582725"/>
                  </a:lnTo>
                  <a:lnTo>
                    <a:pt x="11418" y="3505817"/>
                  </a:lnTo>
                  <a:lnTo>
                    <a:pt x="4127" y="3429225"/>
                  </a:lnTo>
                  <a:lnTo>
                    <a:pt x="330" y="3353077"/>
                  </a:lnTo>
                  <a:lnTo>
                    <a:pt x="0" y="3277497"/>
                  </a:lnTo>
                  <a:lnTo>
                    <a:pt x="3104" y="3202610"/>
                  </a:lnTo>
                  <a:lnTo>
                    <a:pt x="9609" y="3128537"/>
                  </a:lnTo>
                  <a:lnTo>
                    <a:pt x="19475" y="3055400"/>
                  </a:lnTo>
                  <a:lnTo>
                    <a:pt x="32659" y="2983319"/>
                  </a:lnTo>
                  <a:lnTo>
                    <a:pt x="49115" y="2912413"/>
                  </a:lnTo>
                  <a:lnTo>
                    <a:pt x="68791" y="2842797"/>
                  </a:lnTo>
                  <a:lnTo>
                    <a:pt x="91633" y="2774588"/>
                  </a:lnTo>
                  <a:lnTo>
                    <a:pt x="117584" y="2707897"/>
                  </a:lnTo>
                  <a:lnTo>
                    <a:pt x="146582" y="2642836"/>
                  </a:lnTo>
                  <a:lnTo>
                    <a:pt x="178561" y="2579513"/>
                  </a:lnTo>
                  <a:lnTo>
                    <a:pt x="213453" y="2518036"/>
                  </a:lnTo>
                  <a:lnTo>
                    <a:pt x="251186" y="2458507"/>
                  </a:lnTo>
                  <a:lnTo>
                    <a:pt x="291684" y="2401030"/>
                  </a:lnTo>
                  <a:lnTo>
                    <a:pt x="334868" y="2345703"/>
                  </a:lnTo>
                  <a:lnTo>
                    <a:pt x="380657" y="2292622"/>
                  </a:lnTo>
                  <a:lnTo>
                    <a:pt x="428965" y="2241883"/>
                  </a:lnTo>
                  <a:lnTo>
                    <a:pt x="428965" y="2241883"/>
                  </a:lnTo>
                  <a:lnTo>
                    <a:pt x="428965" y="2241883"/>
                  </a:lnTo>
                </a:path>
              </a:pathLst>
            </a:custGeom>
            <a:ln w="24933" cap="flat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419" y="158921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270670" y="2245848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419" y="6072982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20" y="1620817"/>
              <a:ext cx="0" cy="2241883"/>
            </a:xfrm>
            <a:custGeom>
              <a:avLst/>
              <a:pathLst>
                <a:path w="0" h="2241883">
                  <a:moveTo>
                    <a:pt x="0" y="2241883"/>
                  </a:moveTo>
                  <a:lnTo>
                    <a:pt x="0" y="2164576"/>
                  </a:lnTo>
                  <a:lnTo>
                    <a:pt x="0" y="2087270"/>
                  </a:lnTo>
                  <a:lnTo>
                    <a:pt x="0" y="2009964"/>
                  </a:lnTo>
                  <a:lnTo>
                    <a:pt x="0" y="1932657"/>
                  </a:lnTo>
                  <a:lnTo>
                    <a:pt x="0" y="1855351"/>
                  </a:lnTo>
                  <a:lnTo>
                    <a:pt x="0" y="1778045"/>
                  </a:lnTo>
                  <a:lnTo>
                    <a:pt x="0" y="1700738"/>
                  </a:lnTo>
                  <a:lnTo>
                    <a:pt x="0" y="1623432"/>
                  </a:lnTo>
                  <a:lnTo>
                    <a:pt x="0" y="1546126"/>
                  </a:lnTo>
                  <a:lnTo>
                    <a:pt x="0" y="1468819"/>
                  </a:lnTo>
                  <a:lnTo>
                    <a:pt x="0" y="1391513"/>
                  </a:lnTo>
                  <a:lnTo>
                    <a:pt x="0" y="1314207"/>
                  </a:lnTo>
                  <a:lnTo>
                    <a:pt x="0" y="1236900"/>
                  </a:lnTo>
                  <a:lnTo>
                    <a:pt x="0" y="1159594"/>
                  </a:lnTo>
                  <a:lnTo>
                    <a:pt x="0" y="1082288"/>
                  </a:lnTo>
                  <a:lnTo>
                    <a:pt x="0" y="1004982"/>
                  </a:lnTo>
                  <a:lnTo>
                    <a:pt x="0" y="927675"/>
                  </a:lnTo>
                  <a:lnTo>
                    <a:pt x="0" y="850369"/>
                  </a:lnTo>
                  <a:lnTo>
                    <a:pt x="0" y="773063"/>
                  </a:lnTo>
                  <a:lnTo>
                    <a:pt x="0" y="695756"/>
                  </a:lnTo>
                  <a:lnTo>
                    <a:pt x="0" y="618450"/>
                  </a:lnTo>
                  <a:lnTo>
                    <a:pt x="0" y="541144"/>
                  </a:lnTo>
                  <a:lnTo>
                    <a:pt x="0" y="463837"/>
                  </a:lnTo>
                  <a:lnTo>
                    <a:pt x="0" y="386531"/>
                  </a:lnTo>
                  <a:lnTo>
                    <a:pt x="0" y="309225"/>
                  </a:lnTo>
                  <a:lnTo>
                    <a:pt x="0" y="231918"/>
                  </a:lnTo>
                  <a:lnTo>
                    <a:pt x="0" y="154612"/>
                  </a:lnTo>
                  <a:lnTo>
                    <a:pt x="0" y="7730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20" y="2277450"/>
              <a:ext cx="1585250" cy="1585250"/>
            </a:xfrm>
            <a:custGeom>
              <a:avLst/>
              <a:pathLst>
                <a:path w="1585250" h="1585250">
                  <a:moveTo>
                    <a:pt x="0" y="1585250"/>
                  </a:moveTo>
                  <a:lnTo>
                    <a:pt x="54663" y="1530586"/>
                  </a:lnTo>
                  <a:lnTo>
                    <a:pt x="109327" y="1475923"/>
                  </a:lnTo>
                  <a:lnTo>
                    <a:pt x="163991" y="1421259"/>
                  </a:lnTo>
                  <a:lnTo>
                    <a:pt x="218655" y="1366595"/>
                  </a:lnTo>
                  <a:lnTo>
                    <a:pt x="273319" y="1311931"/>
                  </a:lnTo>
                  <a:lnTo>
                    <a:pt x="327982" y="1257267"/>
                  </a:lnTo>
                  <a:lnTo>
                    <a:pt x="382646" y="1202603"/>
                  </a:lnTo>
                  <a:lnTo>
                    <a:pt x="437310" y="1147940"/>
                  </a:lnTo>
                  <a:lnTo>
                    <a:pt x="491974" y="1093276"/>
                  </a:lnTo>
                  <a:lnTo>
                    <a:pt x="546638" y="1038612"/>
                  </a:lnTo>
                  <a:lnTo>
                    <a:pt x="601301" y="983948"/>
                  </a:lnTo>
                  <a:lnTo>
                    <a:pt x="655965" y="929284"/>
                  </a:lnTo>
                  <a:lnTo>
                    <a:pt x="710629" y="874621"/>
                  </a:lnTo>
                  <a:lnTo>
                    <a:pt x="765293" y="819957"/>
                  </a:lnTo>
                  <a:lnTo>
                    <a:pt x="819957" y="765293"/>
                  </a:lnTo>
                  <a:lnTo>
                    <a:pt x="874621" y="710629"/>
                  </a:lnTo>
                  <a:lnTo>
                    <a:pt x="929284" y="655965"/>
                  </a:lnTo>
                  <a:lnTo>
                    <a:pt x="983948" y="601301"/>
                  </a:lnTo>
                  <a:lnTo>
                    <a:pt x="1038612" y="546638"/>
                  </a:lnTo>
                  <a:lnTo>
                    <a:pt x="1093276" y="491974"/>
                  </a:lnTo>
                  <a:lnTo>
                    <a:pt x="1147940" y="437310"/>
                  </a:lnTo>
                  <a:lnTo>
                    <a:pt x="1202603" y="382646"/>
                  </a:lnTo>
                  <a:lnTo>
                    <a:pt x="1257267" y="327982"/>
                  </a:lnTo>
                  <a:lnTo>
                    <a:pt x="1311931" y="273319"/>
                  </a:lnTo>
                  <a:lnTo>
                    <a:pt x="1366595" y="218655"/>
                  </a:lnTo>
                  <a:lnTo>
                    <a:pt x="1421259" y="163991"/>
                  </a:lnTo>
                  <a:lnTo>
                    <a:pt x="1475923" y="109327"/>
                  </a:lnTo>
                  <a:lnTo>
                    <a:pt x="1530586" y="54663"/>
                  </a:lnTo>
                  <a:lnTo>
                    <a:pt x="15852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20" y="3862700"/>
              <a:ext cx="2241883" cy="0"/>
            </a:xfrm>
            <a:custGeom>
              <a:avLst/>
              <a:pathLst>
                <a:path w="2241883" h="0">
                  <a:moveTo>
                    <a:pt x="0" y="0"/>
                  </a:moveTo>
                  <a:lnTo>
                    <a:pt x="77306" y="0"/>
                  </a:lnTo>
                  <a:lnTo>
                    <a:pt x="154612" y="0"/>
                  </a:lnTo>
                  <a:lnTo>
                    <a:pt x="231918" y="0"/>
                  </a:lnTo>
                  <a:lnTo>
                    <a:pt x="309225" y="0"/>
                  </a:lnTo>
                  <a:lnTo>
                    <a:pt x="386531" y="0"/>
                  </a:lnTo>
                  <a:lnTo>
                    <a:pt x="463837" y="0"/>
                  </a:lnTo>
                  <a:lnTo>
                    <a:pt x="541144" y="0"/>
                  </a:lnTo>
                  <a:lnTo>
                    <a:pt x="618450" y="0"/>
                  </a:lnTo>
                  <a:lnTo>
                    <a:pt x="695756" y="0"/>
                  </a:lnTo>
                  <a:lnTo>
                    <a:pt x="773063" y="0"/>
                  </a:lnTo>
                  <a:lnTo>
                    <a:pt x="850369" y="0"/>
                  </a:lnTo>
                  <a:lnTo>
                    <a:pt x="927675" y="0"/>
                  </a:lnTo>
                  <a:lnTo>
                    <a:pt x="1004982" y="0"/>
                  </a:lnTo>
                  <a:lnTo>
                    <a:pt x="1082288" y="0"/>
                  </a:lnTo>
                  <a:lnTo>
                    <a:pt x="1159594" y="0"/>
                  </a:lnTo>
                  <a:lnTo>
                    <a:pt x="1236900" y="0"/>
                  </a:lnTo>
                  <a:lnTo>
                    <a:pt x="1314207" y="0"/>
                  </a:lnTo>
                  <a:lnTo>
                    <a:pt x="1391513" y="0"/>
                  </a:lnTo>
                  <a:lnTo>
                    <a:pt x="1468819" y="0"/>
                  </a:lnTo>
                  <a:lnTo>
                    <a:pt x="1546126" y="0"/>
                  </a:lnTo>
                  <a:lnTo>
                    <a:pt x="1623432" y="0"/>
                  </a:lnTo>
                  <a:lnTo>
                    <a:pt x="1700738" y="0"/>
                  </a:lnTo>
                  <a:lnTo>
                    <a:pt x="1778045" y="0"/>
                  </a:lnTo>
                  <a:lnTo>
                    <a:pt x="1855351" y="0"/>
                  </a:lnTo>
                  <a:lnTo>
                    <a:pt x="1932657" y="0"/>
                  </a:lnTo>
                  <a:lnTo>
                    <a:pt x="2009964" y="0"/>
                  </a:lnTo>
                  <a:lnTo>
                    <a:pt x="2087270" y="0"/>
                  </a:lnTo>
                  <a:lnTo>
                    <a:pt x="2164576" y="0"/>
                  </a:lnTo>
                  <a:lnTo>
                    <a:pt x="2241883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20" y="3862700"/>
              <a:ext cx="1585250" cy="1585250"/>
            </a:xfrm>
            <a:custGeom>
              <a:avLst/>
              <a:pathLst>
                <a:path w="1585250" h="1585250">
                  <a:moveTo>
                    <a:pt x="0" y="0"/>
                  </a:moveTo>
                  <a:lnTo>
                    <a:pt x="54663" y="54663"/>
                  </a:lnTo>
                  <a:lnTo>
                    <a:pt x="109327" y="109327"/>
                  </a:lnTo>
                  <a:lnTo>
                    <a:pt x="163991" y="163991"/>
                  </a:lnTo>
                  <a:lnTo>
                    <a:pt x="218655" y="218655"/>
                  </a:lnTo>
                  <a:lnTo>
                    <a:pt x="273319" y="273319"/>
                  </a:lnTo>
                  <a:lnTo>
                    <a:pt x="327982" y="327982"/>
                  </a:lnTo>
                  <a:lnTo>
                    <a:pt x="382646" y="382646"/>
                  </a:lnTo>
                  <a:lnTo>
                    <a:pt x="437310" y="437310"/>
                  </a:lnTo>
                  <a:lnTo>
                    <a:pt x="491974" y="491974"/>
                  </a:lnTo>
                  <a:lnTo>
                    <a:pt x="546638" y="546638"/>
                  </a:lnTo>
                  <a:lnTo>
                    <a:pt x="601301" y="601301"/>
                  </a:lnTo>
                  <a:lnTo>
                    <a:pt x="655965" y="655965"/>
                  </a:lnTo>
                  <a:lnTo>
                    <a:pt x="710629" y="710629"/>
                  </a:lnTo>
                  <a:lnTo>
                    <a:pt x="765293" y="765293"/>
                  </a:lnTo>
                  <a:lnTo>
                    <a:pt x="819957" y="819957"/>
                  </a:lnTo>
                  <a:lnTo>
                    <a:pt x="874621" y="874621"/>
                  </a:lnTo>
                  <a:lnTo>
                    <a:pt x="929284" y="929284"/>
                  </a:lnTo>
                  <a:lnTo>
                    <a:pt x="983948" y="983948"/>
                  </a:lnTo>
                  <a:lnTo>
                    <a:pt x="1038612" y="1038612"/>
                  </a:lnTo>
                  <a:lnTo>
                    <a:pt x="1093276" y="1093276"/>
                  </a:lnTo>
                  <a:lnTo>
                    <a:pt x="1147940" y="1147940"/>
                  </a:lnTo>
                  <a:lnTo>
                    <a:pt x="1202603" y="1202603"/>
                  </a:lnTo>
                  <a:lnTo>
                    <a:pt x="1257267" y="1257267"/>
                  </a:lnTo>
                  <a:lnTo>
                    <a:pt x="1311931" y="1311931"/>
                  </a:lnTo>
                  <a:lnTo>
                    <a:pt x="1366595" y="1366595"/>
                  </a:lnTo>
                  <a:lnTo>
                    <a:pt x="1421259" y="1421259"/>
                  </a:lnTo>
                  <a:lnTo>
                    <a:pt x="1475923" y="1475923"/>
                  </a:lnTo>
                  <a:lnTo>
                    <a:pt x="1530586" y="1530586"/>
                  </a:lnTo>
                  <a:lnTo>
                    <a:pt x="1585250" y="15852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717020" y="3862700"/>
              <a:ext cx="0" cy="2241883"/>
            </a:xfrm>
            <a:custGeom>
              <a:avLst/>
              <a:pathLst>
                <a:path w="0" h="2241883">
                  <a:moveTo>
                    <a:pt x="0" y="0"/>
                  </a:moveTo>
                  <a:lnTo>
                    <a:pt x="0" y="77306"/>
                  </a:lnTo>
                  <a:lnTo>
                    <a:pt x="0" y="154612"/>
                  </a:lnTo>
                  <a:lnTo>
                    <a:pt x="0" y="231918"/>
                  </a:lnTo>
                  <a:lnTo>
                    <a:pt x="0" y="309225"/>
                  </a:lnTo>
                  <a:lnTo>
                    <a:pt x="0" y="386531"/>
                  </a:lnTo>
                  <a:lnTo>
                    <a:pt x="0" y="463837"/>
                  </a:lnTo>
                  <a:lnTo>
                    <a:pt x="0" y="541144"/>
                  </a:lnTo>
                  <a:lnTo>
                    <a:pt x="0" y="618450"/>
                  </a:lnTo>
                  <a:lnTo>
                    <a:pt x="0" y="695756"/>
                  </a:lnTo>
                  <a:lnTo>
                    <a:pt x="0" y="773063"/>
                  </a:lnTo>
                  <a:lnTo>
                    <a:pt x="0" y="850369"/>
                  </a:lnTo>
                  <a:lnTo>
                    <a:pt x="0" y="927675"/>
                  </a:lnTo>
                  <a:lnTo>
                    <a:pt x="0" y="1004982"/>
                  </a:lnTo>
                  <a:lnTo>
                    <a:pt x="0" y="1082288"/>
                  </a:lnTo>
                  <a:lnTo>
                    <a:pt x="0" y="1159594"/>
                  </a:lnTo>
                  <a:lnTo>
                    <a:pt x="0" y="1236900"/>
                  </a:lnTo>
                  <a:lnTo>
                    <a:pt x="0" y="1314207"/>
                  </a:lnTo>
                  <a:lnTo>
                    <a:pt x="0" y="1391513"/>
                  </a:lnTo>
                  <a:lnTo>
                    <a:pt x="0" y="1468819"/>
                  </a:lnTo>
                  <a:lnTo>
                    <a:pt x="0" y="1546126"/>
                  </a:lnTo>
                  <a:lnTo>
                    <a:pt x="0" y="1623432"/>
                  </a:lnTo>
                  <a:lnTo>
                    <a:pt x="0" y="1700738"/>
                  </a:lnTo>
                  <a:lnTo>
                    <a:pt x="0" y="1778045"/>
                  </a:lnTo>
                  <a:lnTo>
                    <a:pt x="0" y="1855351"/>
                  </a:lnTo>
                  <a:lnTo>
                    <a:pt x="0" y="1932657"/>
                  </a:lnTo>
                  <a:lnTo>
                    <a:pt x="0" y="2009964"/>
                  </a:lnTo>
                  <a:lnTo>
                    <a:pt x="0" y="2087270"/>
                  </a:lnTo>
                  <a:lnTo>
                    <a:pt x="0" y="2164576"/>
                  </a:lnTo>
                  <a:lnTo>
                    <a:pt x="0" y="2241883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131770" y="3862700"/>
              <a:ext cx="1585250" cy="1585250"/>
            </a:xfrm>
            <a:custGeom>
              <a:avLst/>
              <a:pathLst>
                <a:path w="1585250" h="1585250">
                  <a:moveTo>
                    <a:pt x="1585250" y="0"/>
                  </a:moveTo>
                  <a:lnTo>
                    <a:pt x="1530586" y="54663"/>
                  </a:lnTo>
                  <a:lnTo>
                    <a:pt x="1475923" y="109327"/>
                  </a:lnTo>
                  <a:lnTo>
                    <a:pt x="1421259" y="163991"/>
                  </a:lnTo>
                  <a:lnTo>
                    <a:pt x="1366595" y="218655"/>
                  </a:lnTo>
                  <a:lnTo>
                    <a:pt x="1311931" y="273319"/>
                  </a:lnTo>
                  <a:lnTo>
                    <a:pt x="1257267" y="327982"/>
                  </a:lnTo>
                  <a:lnTo>
                    <a:pt x="1202603" y="382646"/>
                  </a:lnTo>
                  <a:lnTo>
                    <a:pt x="1147940" y="437310"/>
                  </a:lnTo>
                  <a:lnTo>
                    <a:pt x="1093276" y="491974"/>
                  </a:lnTo>
                  <a:lnTo>
                    <a:pt x="1038612" y="546638"/>
                  </a:lnTo>
                  <a:lnTo>
                    <a:pt x="983948" y="601301"/>
                  </a:lnTo>
                  <a:lnTo>
                    <a:pt x="929284" y="655965"/>
                  </a:lnTo>
                  <a:lnTo>
                    <a:pt x="874621" y="710629"/>
                  </a:lnTo>
                  <a:lnTo>
                    <a:pt x="819957" y="765293"/>
                  </a:lnTo>
                  <a:lnTo>
                    <a:pt x="765293" y="819957"/>
                  </a:lnTo>
                  <a:lnTo>
                    <a:pt x="710629" y="874621"/>
                  </a:lnTo>
                  <a:lnTo>
                    <a:pt x="655965" y="929284"/>
                  </a:lnTo>
                  <a:lnTo>
                    <a:pt x="601301" y="983948"/>
                  </a:lnTo>
                  <a:lnTo>
                    <a:pt x="546638" y="1038612"/>
                  </a:lnTo>
                  <a:lnTo>
                    <a:pt x="491974" y="1093276"/>
                  </a:lnTo>
                  <a:lnTo>
                    <a:pt x="437310" y="1147940"/>
                  </a:lnTo>
                  <a:lnTo>
                    <a:pt x="382646" y="1202603"/>
                  </a:lnTo>
                  <a:lnTo>
                    <a:pt x="327982" y="1257267"/>
                  </a:lnTo>
                  <a:lnTo>
                    <a:pt x="273319" y="1311931"/>
                  </a:lnTo>
                  <a:lnTo>
                    <a:pt x="218655" y="1366595"/>
                  </a:lnTo>
                  <a:lnTo>
                    <a:pt x="163991" y="1421259"/>
                  </a:lnTo>
                  <a:lnTo>
                    <a:pt x="109327" y="1475923"/>
                  </a:lnTo>
                  <a:lnTo>
                    <a:pt x="54663" y="1530586"/>
                  </a:lnTo>
                  <a:lnTo>
                    <a:pt x="0" y="15852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475137" y="3862700"/>
              <a:ext cx="2241883" cy="0"/>
            </a:xfrm>
            <a:custGeom>
              <a:avLst/>
              <a:pathLst>
                <a:path w="2241883" h="0">
                  <a:moveTo>
                    <a:pt x="2241883" y="0"/>
                  </a:moveTo>
                  <a:lnTo>
                    <a:pt x="2164576" y="0"/>
                  </a:lnTo>
                  <a:lnTo>
                    <a:pt x="2087270" y="0"/>
                  </a:lnTo>
                  <a:lnTo>
                    <a:pt x="2009964" y="0"/>
                  </a:lnTo>
                  <a:lnTo>
                    <a:pt x="1932657" y="0"/>
                  </a:lnTo>
                  <a:lnTo>
                    <a:pt x="1855351" y="0"/>
                  </a:lnTo>
                  <a:lnTo>
                    <a:pt x="1778045" y="0"/>
                  </a:lnTo>
                  <a:lnTo>
                    <a:pt x="1700738" y="0"/>
                  </a:lnTo>
                  <a:lnTo>
                    <a:pt x="1623432" y="0"/>
                  </a:lnTo>
                  <a:lnTo>
                    <a:pt x="1546126" y="0"/>
                  </a:lnTo>
                  <a:lnTo>
                    <a:pt x="1468819" y="0"/>
                  </a:lnTo>
                  <a:lnTo>
                    <a:pt x="1391513" y="0"/>
                  </a:lnTo>
                  <a:lnTo>
                    <a:pt x="1314207" y="0"/>
                  </a:lnTo>
                  <a:lnTo>
                    <a:pt x="1236900" y="0"/>
                  </a:lnTo>
                  <a:lnTo>
                    <a:pt x="1159594" y="0"/>
                  </a:lnTo>
                  <a:lnTo>
                    <a:pt x="1082288" y="0"/>
                  </a:lnTo>
                  <a:lnTo>
                    <a:pt x="1004982" y="0"/>
                  </a:lnTo>
                  <a:lnTo>
                    <a:pt x="927675" y="0"/>
                  </a:lnTo>
                  <a:lnTo>
                    <a:pt x="850369" y="0"/>
                  </a:lnTo>
                  <a:lnTo>
                    <a:pt x="773063" y="0"/>
                  </a:lnTo>
                  <a:lnTo>
                    <a:pt x="695756" y="0"/>
                  </a:lnTo>
                  <a:lnTo>
                    <a:pt x="618450" y="0"/>
                  </a:lnTo>
                  <a:lnTo>
                    <a:pt x="541144" y="0"/>
                  </a:lnTo>
                  <a:lnTo>
                    <a:pt x="463837" y="0"/>
                  </a:lnTo>
                  <a:lnTo>
                    <a:pt x="386531" y="0"/>
                  </a:lnTo>
                  <a:lnTo>
                    <a:pt x="309225" y="0"/>
                  </a:lnTo>
                  <a:lnTo>
                    <a:pt x="231918" y="0"/>
                  </a:lnTo>
                  <a:lnTo>
                    <a:pt x="154612" y="0"/>
                  </a:lnTo>
                  <a:lnTo>
                    <a:pt x="7730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131770" y="2277450"/>
              <a:ext cx="1585250" cy="1585250"/>
            </a:xfrm>
            <a:custGeom>
              <a:avLst/>
              <a:pathLst>
                <a:path w="1585250" h="1585250">
                  <a:moveTo>
                    <a:pt x="1585250" y="1585250"/>
                  </a:moveTo>
                  <a:lnTo>
                    <a:pt x="1530586" y="1530586"/>
                  </a:lnTo>
                  <a:lnTo>
                    <a:pt x="1475923" y="1475923"/>
                  </a:lnTo>
                  <a:lnTo>
                    <a:pt x="1421259" y="1421259"/>
                  </a:lnTo>
                  <a:lnTo>
                    <a:pt x="1366595" y="1366595"/>
                  </a:lnTo>
                  <a:lnTo>
                    <a:pt x="1311931" y="1311931"/>
                  </a:lnTo>
                  <a:lnTo>
                    <a:pt x="1257267" y="1257267"/>
                  </a:lnTo>
                  <a:lnTo>
                    <a:pt x="1202603" y="1202603"/>
                  </a:lnTo>
                  <a:lnTo>
                    <a:pt x="1147940" y="1147940"/>
                  </a:lnTo>
                  <a:lnTo>
                    <a:pt x="1093276" y="1093276"/>
                  </a:lnTo>
                  <a:lnTo>
                    <a:pt x="1038612" y="1038612"/>
                  </a:lnTo>
                  <a:lnTo>
                    <a:pt x="983948" y="983948"/>
                  </a:lnTo>
                  <a:lnTo>
                    <a:pt x="929284" y="929284"/>
                  </a:lnTo>
                  <a:lnTo>
                    <a:pt x="874621" y="874621"/>
                  </a:lnTo>
                  <a:lnTo>
                    <a:pt x="819957" y="819957"/>
                  </a:lnTo>
                  <a:lnTo>
                    <a:pt x="765293" y="765293"/>
                  </a:lnTo>
                  <a:lnTo>
                    <a:pt x="710629" y="710629"/>
                  </a:lnTo>
                  <a:lnTo>
                    <a:pt x="655965" y="655965"/>
                  </a:lnTo>
                  <a:lnTo>
                    <a:pt x="601301" y="601301"/>
                  </a:lnTo>
                  <a:lnTo>
                    <a:pt x="546638" y="546638"/>
                  </a:lnTo>
                  <a:lnTo>
                    <a:pt x="491974" y="491974"/>
                  </a:lnTo>
                  <a:lnTo>
                    <a:pt x="437310" y="437310"/>
                  </a:lnTo>
                  <a:lnTo>
                    <a:pt x="382646" y="382646"/>
                  </a:lnTo>
                  <a:lnTo>
                    <a:pt x="327982" y="327982"/>
                  </a:lnTo>
                  <a:lnTo>
                    <a:pt x="273319" y="273319"/>
                  </a:lnTo>
                  <a:lnTo>
                    <a:pt x="218655" y="218655"/>
                  </a:lnTo>
                  <a:lnTo>
                    <a:pt x="163991" y="163991"/>
                  </a:lnTo>
                  <a:lnTo>
                    <a:pt x="109327" y="109327"/>
                  </a:lnTo>
                  <a:lnTo>
                    <a:pt x="54663" y="54663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584981" y="130190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266295" y="2040614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131057" y="3824021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257197" y="560742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575883" y="6346140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681422" y="560742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072829" y="3824021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690520" y="2040614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674094" y="2709938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624625" y="1588996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2026-09-24T14:02:23Z</dcterms:modified>
  <cp:category/>
</cp:coreProperties>
</file>