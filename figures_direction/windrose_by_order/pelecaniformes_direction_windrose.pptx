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95280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1022389"/>
              <a:ext cx="9004821" cy="57660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88" y="69589"/>
              <a:ext cx="8638865" cy="95280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249808" y="348278"/>
              <a:ext cx="934425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Pelecaniformes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4093171" y="723281"/>
              <a:ext cx="1247698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13, species = 11</a:t>
              </a:r>
            </a:p>
          </p:txBody>
        </p:sp>
        <p:sp>
          <p:nvSpPr>
            <p:cNvPr id="10" name="rc10"/>
            <p:cNvSpPr/>
            <p:nvPr/>
          </p:nvSpPr>
          <p:spPr>
            <a:xfrm>
              <a:off x="1914666" y="1060346"/>
              <a:ext cx="5604707" cy="560470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20" y="1340582"/>
              <a:ext cx="0" cy="2522118"/>
            </a:xfrm>
            <a:custGeom>
              <a:avLst/>
              <a:pathLst>
                <a:path w="0" h="2522118">
                  <a:moveTo>
                    <a:pt x="0" y="2522118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20" y="2079293"/>
              <a:ext cx="1783407" cy="1783407"/>
            </a:xfrm>
            <a:custGeom>
              <a:avLst/>
              <a:pathLst>
                <a:path w="1783407" h="1783407">
                  <a:moveTo>
                    <a:pt x="0" y="1783407"/>
                  </a:moveTo>
                  <a:lnTo>
                    <a:pt x="178340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20" y="3862700"/>
              <a:ext cx="2522118" cy="0"/>
            </a:xfrm>
            <a:custGeom>
              <a:avLst/>
              <a:pathLst>
                <a:path w="2522118" h="0">
                  <a:moveTo>
                    <a:pt x="0" y="0"/>
                  </a:moveTo>
                  <a:lnTo>
                    <a:pt x="2522118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20" y="3862700"/>
              <a:ext cx="1783407" cy="1783407"/>
            </a:xfrm>
            <a:custGeom>
              <a:avLst/>
              <a:pathLst>
                <a:path w="1783407" h="1783407">
                  <a:moveTo>
                    <a:pt x="0" y="0"/>
                  </a:moveTo>
                  <a:lnTo>
                    <a:pt x="1783407" y="178340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717020" y="3862700"/>
              <a:ext cx="0" cy="2522118"/>
            </a:xfrm>
            <a:custGeom>
              <a:avLst/>
              <a:pathLst>
                <a:path w="0" h="2522118">
                  <a:moveTo>
                    <a:pt x="0" y="0"/>
                  </a:moveTo>
                  <a:lnTo>
                    <a:pt x="0" y="252211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933613" y="3862700"/>
              <a:ext cx="1783407" cy="1783407"/>
            </a:xfrm>
            <a:custGeom>
              <a:avLst/>
              <a:pathLst>
                <a:path w="1783407" h="1783407">
                  <a:moveTo>
                    <a:pt x="1783407" y="0"/>
                  </a:moveTo>
                  <a:lnTo>
                    <a:pt x="0" y="178340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94902" y="3862700"/>
              <a:ext cx="2522118" cy="0"/>
            </a:xfrm>
            <a:custGeom>
              <a:avLst/>
              <a:pathLst>
                <a:path w="2522118" h="0">
                  <a:moveTo>
                    <a:pt x="2522118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933613" y="2079293"/>
              <a:ext cx="1783407" cy="1783407"/>
            </a:xfrm>
            <a:custGeom>
              <a:avLst/>
              <a:pathLst>
                <a:path w="1783407" h="1783407">
                  <a:moveTo>
                    <a:pt x="1783407" y="178340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596220" y="2741759"/>
              <a:ext cx="2241600" cy="2241318"/>
            </a:xfrm>
            <a:custGeom>
              <a:avLst/>
              <a:pathLst>
                <a:path w="2241600" h="2241318">
                  <a:moveTo>
                    <a:pt x="1120800" y="0"/>
                  </a:moveTo>
                  <a:lnTo>
                    <a:pt x="1191894" y="2256"/>
                  </a:lnTo>
                  <a:lnTo>
                    <a:pt x="1262703" y="9018"/>
                  </a:lnTo>
                  <a:lnTo>
                    <a:pt x="1332940" y="20256"/>
                  </a:lnTo>
                  <a:lnTo>
                    <a:pt x="1402322" y="35927"/>
                  </a:lnTo>
                  <a:lnTo>
                    <a:pt x="1470571" y="55967"/>
                  </a:lnTo>
                  <a:lnTo>
                    <a:pt x="1537412" y="80295"/>
                  </a:lnTo>
                  <a:lnTo>
                    <a:pt x="1602575" y="108813"/>
                  </a:lnTo>
                  <a:lnTo>
                    <a:pt x="1665798" y="141407"/>
                  </a:lnTo>
                  <a:lnTo>
                    <a:pt x="1726827" y="177945"/>
                  </a:lnTo>
                  <a:lnTo>
                    <a:pt x="1785415" y="218280"/>
                  </a:lnTo>
                  <a:lnTo>
                    <a:pt x="1841327" y="262250"/>
                  </a:lnTo>
                  <a:lnTo>
                    <a:pt x="1894338" y="309677"/>
                  </a:lnTo>
                  <a:lnTo>
                    <a:pt x="1944234" y="360372"/>
                  </a:lnTo>
                  <a:lnTo>
                    <a:pt x="1990815" y="414128"/>
                  </a:lnTo>
                  <a:lnTo>
                    <a:pt x="2033892" y="470731"/>
                  </a:lnTo>
                  <a:lnTo>
                    <a:pt x="2073292" y="529952"/>
                  </a:lnTo>
                  <a:lnTo>
                    <a:pt x="2108858" y="591553"/>
                  </a:lnTo>
                  <a:lnTo>
                    <a:pt x="2140444" y="655285"/>
                  </a:lnTo>
                  <a:lnTo>
                    <a:pt x="2167925" y="720892"/>
                  </a:lnTo>
                  <a:lnTo>
                    <a:pt x="2191189" y="788111"/>
                  </a:lnTo>
                  <a:lnTo>
                    <a:pt x="2210144" y="856669"/>
                  </a:lnTo>
                  <a:lnTo>
                    <a:pt x="2224712" y="926292"/>
                  </a:lnTo>
                  <a:lnTo>
                    <a:pt x="2234835" y="996698"/>
                  </a:lnTo>
                  <a:lnTo>
                    <a:pt x="2240472" y="1067604"/>
                  </a:lnTo>
                  <a:lnTo>
                    <a:pt x="2241600" y="1138726"/>
                  </a:lnTo>
                  <a:lnTo>
                    <a:pt x="2238216" y="1209776"/>
                  </a:lnTo>
                  <a:lnTo>
                    <a:pt x="2230332" y="1280468"/>
                  </a:lnTo>
                  <a:lnTo>
                    <a:pt x="2217980" y="1350517"/>
                  </a:lnTo>
                  <a:lnTo>
                    <a:pt x="2201211" y="1419643"/>
                  </a:lnTo>
                  <a:lnTo>
                    <a:pt x="2180091" y="1487565"/>
                  </a:lnTo>
                  <a:lnTo>
                    <a:pt x="2154705" y="1554011"/>
                  </a:lnTo>
                  <a:lnTo>
                    <a:pt x="2125157" y="1618714"/>
                  </a:lnTo>
                  <a:lnTo>
                    <a:pt x="2091564" y="1681412"/>
                  </a:lnTo>
                  <a:lnTo>
                    <a:pt x="2054062" y="1741853"/>
                  </a:lnTo>
                  <a:lnTo>
                    <a:pt x="2012802" y="1799794"/>
                  </a:lnTo>
                  <a:lnTo>
                    <a:pt x="1967951" y="1855002"/>
                  </a:lnTo>
                  <a:lnTo>
                    <a:pt x="1919688" y="1907253"/>
                  </a:lnTo>
                  <a:lnTo>
                    <a:pt x="1868209" y="1956339"/>
                  </a:lnTo>
                  <a:lnTo>
                    <a:pt x="1813720" y="2002061"/>
                  </a:lnTo>
                  <a:lnTo>
                    <a:pt x="1756441" y="2044234"/>
                  </a:lnTo>
                  <a:lnTo>
                    <a:pt x="1696602" y="2082690"/>
                  </a:lnTo>
                  <a:lnTo>
                    <a:pt x="1634445" y="2117274"/>
                  </a:lnTo>
                  <a:lnTo>
                    <a:pt x="1570220" y="2147845"/>
                  </a:lnTo>
                  <a:lnTo>
                    <a:pt x="1504185" y="2174281"/>
                  </a:lnTo>
                  <a:lnTo>
                    <a:pt x="1436606" y="2196477"/>
                  </a:lnTo>
                  <a:lnTo>
                    <a:pt x="1367755" y="2214341"/>
                  </a:lnTo>
                  <a:lnTo>
                    <a:pt x="1297910" y="2227802"/>
                  </a:lnTo>
                  <a:lnTo>
                    <a:pt x="1227352" y="2236807"/>
                  </a:lnTo>
                  <a:lnTo>
                    <a:pt x="1156365" y="2241318"/>
                  </a:lnTo>
                  <a:lnTo>
                    <a:pt x="1085235" y="2241318"/>
                  </a:lnTo>
                  <a:lnTo>
                    <a:pt x="1014248" y="2236807"/>
                  </a:lnTo>
                  <a:lnTo>
                    <a:pt x="943690" y="2227802"/>
                  </a:lnTo>
                  <a:lnTo>
                    <a:pt x="873845" y="2214341"/>
                  </a:lnTo>
                  <a:lnTo>
                    <a:pt x="804994" y="2196477"/>
                  </a:lnTo>
                  <a:lnTo>
                    <a:pt x="737415" y="2174281"/>
                  </a:lnTo>
                  <a:lnTo>
                    <a:pt x="671380" y="2147845"/>
                  </a:lnTo>
                  <a:lnTo>
                    <a:pt x="607155" y="2117274"/>
                  </a:lnTo>
                  <a:lnTo>
                    <a:pt x="544998" y="2082690"/>
                  </a:lnTo>
                  <a:lnTo>
                    <a:pt x="485159" y="2044234"/>
                  </a:lnTo>
                  <a:lnTo>
                    <a:pt x="427880" y="2002061"/>
                  </a:lnTo>
                  <a:lnTo>
                    <a:pt x="373391" y="1956339"/>
                  </a:lnTo>
                  <a:lnTo>
                    <a:pt x="321911" y="1907253"/>
                  </a:lnTo>
                  <a:lnTo>
                    <a:pt x="273649" y="1855002"/>
                  </a:lnTo>
                  <a:lnTo>
                    <a:pt x="228797" y="1799794"/>
                  </a:lnTo>
                  <a:lnTo>
                    <a:pt x="187538" y="1741853"/>
                  </a:lnTo>
                  <a:lnTo>
                    <a:pt x="150036" y="1681412"/>
                  </a:lnTo>
                  <a:lnTo>
                    <a:pt x="116443" y="1618714"/>
                  </a:lnTo>
                  <a:lnTo>
                    <a:pt x="86895" y="1554011"/>
                  </a:lnTo>
                  <a:lnTo>
                    <a:pt x="61509" y="1487565"/>
                  </a:lnTo>
                  <a:lnTo>
                    <a:pt x="40389" y="1419643"/>
                  </a:lnTo>
                  <a:lnTo>
                    <a:pt x="23620" y="1350517"/>
                  </a:lnTo>
                  <a:lnTo>
                    <a:pt x="11268" y="1280468"/>
                  </a:lnTo>
                  <a:lnTo>
                    <a:pt x="3384" y="1209776"/>
                  </a:lnTo>
                  <a:lnTo>
                    <a:pt x="0" y="1138726"/>
                  </a:lnTo>
                  <a:lnTo>
                    <a:pt x="1128" y="1067604"/>
                  </a:lnTo>
                  <a:lnTo>
                    <a:pt x="6765" y="996698"/>
                  </a:lnTo>
                  <a:lnTo>
                    <a:pt x="16888" y="926292"/>
                  </a:lnTo>
                  <a:lnTo>
                    <a:pt x="31456" y="856669"/>
                  </a:lnTo>
                  <a:lnTo>
                    <a:pt x="50410" y="788111"/>
                  </a:lnTo>
                  <a:lnTo>
                    <a:pt x="73675" y="720892"/>
                  </a:lnTo>
                  <a:lnTo>
                    <a:pt x="101156" y="655285"/>
                  </a:lnTo>
                  <a:lnTo>
                    <a:pt x="132742" y="591553"/>
                  </a:lnTo>
                  <a:lnTo>
                    <a:pt x="168307" y="529952"/>
                  </a:lnTo>
                  <a:lnTo>
                    <a:pt x="207708" y="470731"/>
                  </a:lnTo>
                  <a:lnTo>
                    <a:pt x="250785" y="414128"/>
                  </a:lnTo>
                  <a:lnTo>
                    <a:pt x="297366" y="360372"/>
                  </a:lnTo>
                  <a:lnTo>
                    <a:pt x="347262" y="309677"/>
                  </a:lnTo>
                  <a:lnTo>
                    <a:pt x="400273" y="262250"/>
                  </a:lnTo>
                  <a:lnTo>
                    <a:pt x="456185" y="218280"/>
                  </a:lnTo>
                  <a:lnTo>
                    <a:pt x="514773" y="177945"/>
                  </a:lnTo>
                  <a:lnTo>
                    <a:pt x="575802" y="141407"/>
                  </a:lnTo>
                  <a:lnTo>
                    <a:pt x="639025" y="108813"/>
                  </a:lnTo>
                  <a:lnTo>
                    <a:pt x="704188" y="80295"/>
                  </a:lnTo>
                  <a:lnTo>
                    <a:pt x="771029" y="55967"/>
                  </a:lnTo>
                  <a:lnTo>
                    <a:pt x="839278" y="35927"/>
                  </a:lnTo>
                  <a:lnTo>
                    <a:pt x="908660" y="20256"/>
                  </a:lnTo>
                  <a:lnTo>
                    <a:pt x="978897" y="9018"/>
                  </a:lnTo>
                  <a:lnTo>
                    <a:pt x="1049705" y="2256"/>
                  </a:lnTo>
                  <a:lnTo>
                    <a:pt x="11208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475419" y="1620817"/>
              <a:ext cx="4483201" cy="4482637"/>
            </a:xfrm>
            <a:custGeom>
              <a:avLst/>
              <a:pathLst>
                <a:path w="4483201" h="4482637">
                  <a:moveTo>
                    <a:pt x="2241600" y="0"/>
                  </a:moveTo>
                  <a:lnTo>
                    <a:pt x="2383789" y="4513"/>
                  </a:lnTo>
                  <a:lnTo>
                    <a:pt x="2525406" y="18036"/>
                  </a:lnTo>
                  <a:lnTo>
                    <a:pt x="2665880" y="40513"/>
                  </a:lnTo>
                  <a:lnTo>
                    <a:pt x="2804645" y="71855"/>
                  </a:lnTo>
                  <a:lnTo>
                    <a:pt x="2941143" y="111934"/>
                  </a:lnTo>
                  <a:lnTo>
                    <a:pt x="3074824" y="160590"/>
                  </a:lnTo>
                  <a:lnTo>
                    <a:pt x="3205150" y="217627"/>
                  </a:lnTo>
                  <a:lnTo>
                    <a:pt x="3331597" y="282814"/>
                  </a:lnTo>
                  <a:lnTo>
                    <a:pt x="3453654" y="355891"/>
                  </a:lnTo>
                  <a:lnTo>
                    <a:pt x="3570831" y="436561"/>
                  </a:lnTo>
                  <a:lnTo>
                    <a:pt x="3682655" y="524500"/>
                  </a:lnTo>
                  <a:lnTo>
                    <a:pt x="3788677" y="619355"/>
                  </a:lnTo>
                  <a:lnTo>
                    <a:pt x="3888469" y="720744"/>
                  </a:lnTo>
                  <a:lnTo>
                    <a:pt x="3981630" y="828257"/>
                  </a:lnTo>
                  <a:lnTo>
                    <a:pt x="4067784" y="941463"/>
                  </a:lnTo>
                  <a:lnTo>
                    <a:pt x="4146585" y="1059905"/>
                  </a:lnTo>
                  <a:lnTo>
                    <a:pt x="4217716" y="1183106"/>
                  </a:lnTo>
                  <a:lnTo>
                    <a:pt x="4280889" y="1310571"/>
                  </a:lnTo>
                  <a:lnTo>
                    <a:pt x="4335851" y="1441785"/>
                  </a:lnTo>
                  <a:lnTo>
                    <a:pt x="4382379" y="1576222"/>
                  </a:lnTo>
                  <a:lnTo>
                    <a:pt x="4420288" y="1713339"/>
                  </a:lnTo>
                  <a:lnTo>
                    <a:pt x="4449424" y="1852584"/>
                  </a:lnTo>
                  <a:lnTo>
                    <a:pt x="4469670" y="1993396"/>
                  </a:lnTo>
                  <a:lnTo>
                    <a:pt x="4480944" y="2135209"/>
                  </a:lnTo>
                  <a:lnTo>
                    <a:pt x="4483201" y="2277452"/>
                  </a:lnTo>
                  <a:lnTo>
                    <a:pt x="4476432" y="2419552"/>
                  </a:lnTo>
                  <a:lnTo>
                    <a:pt x="4460664" y="2560936"/>
                  </a:lnTo>
                  <a:lnTo>
                    <a:pt x="4435961" y="2701035"/>
                  </a:lnTo>
                  <a:lnTo>
                    <a:pt x="4402422" y="2839286"/>
                  </a:lnTo>
                  <a:lnTo>
                    <a:pt x="4360182" y="2975131"/>
                  </a:lnTo>
                  <a:lnTo>
                    <a:pt x="4309411" y="3108023"/>
                  </a:lnTo>
                  <a:lnTo>
                    <a:pt x="4250314" y="3237428"/>
                  </a:lnTo>
                  <a:lnTo>
                    <a:pt x="4183128" y="3362824"/>
                  </a:lnTo>
                  <a:lnTo>
                    <a:pt x="4108125" y="3483707"/>
                  </a:lnTo>
                  <a:lnTo>
                    <a:pt x="4025605" y="3599589"/>
                  </a:lnTo>
                  <a:lnTo>
                    <a:pt x="3935903" y="3710004"/>
                  </a:lnTo>
                  <a:lnTo>
                    <a:pt x="3839377" y="3814507"/>
                  </a:lnTo>
                  <a:lnTo>
                    <a:pt x="3736418" y="3912678"/>
                  </a:lnTo>
                  <a:lnTo>
                    <a:pt x="3627441" y="4004122"/>
                  </a:lnTo>
                  <a:lnTo>
                    <a:pt x="3512882" y="4088469"/>
                  </a:lnTo>
                  <a:lnTo>
                    <a:pt x="3393205" y="4165381"/>
                  </a:lnTo>
                  <a:lnTo>
                    <a:pt x="3268891" y="4234548"/>
                  </a:lnTo>
                  <a:lnTo>
                    <a:pt x="3140440" y="4295691"/>
                  </a:lnTo>
                  <a:lnTo>
                    <a:pt x="3008370" y="4348563"/>
                  </a:lnTo>
                  <a:lnTo>
                    <a:pt x="2873212" y="4392954"/>
                  </a:lnTo>
                  <a:lnTo>
                    <a:pt x="2735511" y="4428682"/>
                  </a:lnTo>
                  <a:lnTo>
                    <a:pt x="2595821" y="4455605"/>
                  </a:lnTo>
                  <a:lnTo>
                    <a:pt x="2454705" y="4473614"/>
                  </a:lnTo>
                  <a:lnTo>
                    <a:pt x="2312731" y="4482637"/>
                  </a:lnTo>
                  <a:lnTo>
                    <a:pt x="2170470" y="4482637"/>
                  </a:lnTo>
                  <a:lnTo>
                    <a:pt x="2028496" y="4473614"/>
                  </a:lnTo>
                  <a:lnTo>
                    <a:pt x="1887380" y="4455605"/>
                  </a:lnTo>
                  <a:lnTo>
                    <a:pt x="1747690" y="4428682"/>
                  </a:lnTo>
                  <a:lnTo>
                    <a:pt x="1609989" y="4392954"/>
                  </a:lnTo>
                  <a:lnTo>
                    <a:pt x="1474831" y="4348563"/>
                  </a:lnTo>
                  <a:lnTo>
                    <a:pt x="1342761" y="4295691"/>
                  </a:lnTo>
                  <a:lnTo>
                    <a:pt x="1214310" y="4234548"/>
                  </a:lnTo>
                  <a:lnTo>
                    <a:pt x="1089996" y="4165381"/>
                  </a:lnTo>
                  <a:lnTo>
                    <a:pt x="970318" y="4088469"/>
                  </a:lnTo>
                  <a:lnTo>
                    <a:pt x="855760" y="4004122"/>
                  </a:lnTo>
                  <a:lnTo>
                    <a:pt x="746782" y="3912678"/>
                  </a:lnTo>
                  <a:lnTo>
                    <a:pt x="643823" y="3814507"/>
                  </a:lnTo>
                  <a:lnTo>
                    <a:pt x="547298" y="3710004"/>
                  </a:lnTo>
                  <a:lnTo>
                    <a:pt x="457595" y="3599589"/>
                  </a:lnTo>
                  <a:lnTo>
                    <a:pt x="375076" y="3483707"/>
                  </a:lnTo>
                  <a:lnTo>
                    <a:pt x="300073" y="3362824"/>
                  </a:lnTo>
                  <a:lnTo>
                    <a:pt x="232887" y="3237428"/>
                  </a:lnTo>
                  <a:lnTo>
                    <a:pt x="173790" y="3108023"/>
                  </a:lnTo>
                  <a:lnTo>
                    <a:pt x="123019" y="2975131"/>
                  </a:lnTo>
                  <a:lnTo>
                    <a:pt x="80779" y="2839286"/>
                  </a:lnTo>
                  <a:lnTo>
                    <a:pt x="47240" y="2701035"/>
                  </a:lnTo>
                  <a:lnTo>
                    <a:pt x="22536" y="2560936"/>
                  </a:lnTo>
                  <a:lnTo>
                    <a:pt x="6769" y="2419552"/>
                  </a:lnTo>
                  <a:lnTo>
                    <a:pt x="0" y="2277452"/>
                  </a:lnTo>
                  <a:lnTo>
                    <a:pt x="2257" y="2135209"/>
                  </a:lnTo>
                  <a:lnTo>
                    <a:pt x="13531" y="1993396"/>
                  </a:lnTo>
                  <a:lnTo>
                    <a:pt x="33777" y="1852584"/>
                  </a:lnTo>
                  <a:lnTo>
                    <a:pt x="62912" y="1713339"/>
                  </a:lnTo>
                  <a:lnTo>
                    <a:pt x="100821" y="1576222"/>
                  </a:lnTo>
                  <a:lnTo>
                    <a:pt x="147350" y="1441785"/>
                  </a:lnTo>
                  <a:lnTo>
                    <a:pt x="202312" y="1310571"/>
                  </a:lnTo>
                  <a:lnTo>
                    <a:pt x="265485" y="1183106"/>
                  </a:lnTo>
                  <a:lnTo>
                    <a:pt x="336615" y="1059905"/>
                  </a:lnTo>
                  <a:lnTo>
                    <a:pt x="415416" y="941463"/>
                  </a:lnTo>
                  <a:lnTo>
                    <a:pt x="501571" y="828257"/>
                  </a:lnTo>
                  <a:lnTo>
                    <a:pt x="594732" y="720744"/>
                  </a:lnTo>
                  <a:lnTo>
                    <a:pt x="694524" y="619355"/>
                  </a:lnTo>
                  <a:lnTo>
                    <a:pt x="800546" y="524500"/>
                  </a:lnTo>
                  <a:lnTo>
                    <a:pt x="912370" y="436561"/>
                  </a:lnTo>
                  <a:lnTo>
                    <a:pt x="1029547" y="355891"/>
                  </a:lnTo>
                  <a:lnTo>
                    <a:pt x="1151604" y="282814"/>
                  </a:lnTo>
                  <a:lnTo>
                    <a:pt x="1278050" y="217627"/>
                  </a:lnTo>
                  <a:lnTo>
                    <a:pt x="1408377" y="160590"/>
                  </a:lnTo>
                  <a:lnTo>
                    <a:pt x="1542058" y="111934"/>
                  </a:lnTo>
                  <a:lnTo>
                    <a:pt x="1678556" y="71855"/>
                  </a:lnTo>
                  <a:lnTo>
                    <a:pt x="1817321" y="40513"/>
                  </a:lnTo>
                  <a:lnTo>
                    <a:pt x="1957795" y="18036"/>
                  </a:lnTo>
                  <a:lnTo>
                    <a:pt x="2099411" y="4513"/>
                  </a:lnTo>
                  <a:lnTo>
                    <a:pt x="22416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195219" y="1340582"/>
              <a:ext cx="5043601" cy="5042967"/>
            </a:xfrm>
            <a:custGeom>
              <a:avLst/>
              <a:pathLst>
                <a:path w="5043601" h="5042967">
                  <a:moveTo>
                    <a:pt x="2521800" y="0"/>
                  </a:moveTo>
                  <a:lnTo>
                    <a:pt x="2681763" y="5077"/>
                  </a:lnTo>
                  <a:lnTo>
                    <a:pt x="2841082" y="20290"/>
                  </a:lnTo>
                  <a:lnTo>
                    <a:pt x="2999115" y="45577"/>
                  </a:lnTo>
                  <a:lnTo>
                    <a:pt x="3155225" y="80837"/>
                  </a:lnTo>
                  <a:lnTo>
                    <a:pt x="3308786" y="125926"/>
                  </a:lnTo>
                  <a:lnTo>
                    <a:pt x="3459177" y="180664"/>
                  </a:lnTo>
                  <a:lnTo>
                    <a:pt x="3605794" y="244830"/>
                  </a:lnTo>
                  <a:lnTo>
                    <a:pt x="3748046" y="318166"/>
                  </a:lnTo>
                  <a:lnTo>
                    <a:pt x="3885361" y="400377"/>
                  </a:lnTo>
                  <a:lnTo>
                    <a:pt x="4017184" y="491131"/>
                  </a:lnTo>
                  <a:lnTo>
                    <a:pt x="4142987" y="590063"/>
                  </a:lnTo>
                  <a:lnTo>
                    <a:pt x="4262261" y="696775"/>
                  </a:lnTo>
                  <a:lnTo>
                    <a:pt x="4374528" y="810837"/>
                  </a:lnTo>
                  <a:lnTo>
                    <a:pt x="4479334" y="931789"/>
                  </a:lnTo>
                  <a:lnTo>
                    <a:pt x="4576257" y="1059146"/>
                  </a:lnTo>
                  <a:lnTo>
                    <a:pt x="4664909" y="1192393"/>
                  </a:lnTo>
                  <a:lnTo>
                    <a:pt x="4744930" y="1330994"/>
                  </a:lnTo>
                  <a:lnTo>
                    <a:pt x="4816000" y="1474392"/>
                  </a:lnTo>
                  <a:lnTo>
                    <a:pt x="4877832" y="1622009"/>
                  </a:lnTo>
                  <a:lnTo>
                    <a:pt x="4930177" y="1773250"/>
                  </a:lnTo>
                  <a:lnTo>
                    <a:pt x="4972824" y="1927506"/>
                  </a:lnTo>
                  <a:lnTo>
                    <a:pt x="5005602" y="2084157"/>
                  </a:lnTo>
                  <a:lnTo>
                    <a:pt x="5028379" y="2242571"/>
                  </a:lnTo>
                  <a:lnTo>
                    <a:pt x="5041062" y="2402111"/>
                  </a:lnTo>
                  <a:lnTo>
                    <a:pt x="5043601" y="2562134"/>
                  </a:lnTo>
                  <a:lnTo>
                    <a:pt x="5035986" y="2721996"/>
                  </a:lnTo>
                  <a:lnTo>
                    <a:pt x="5018247" y="2881053"/>
                  </a:lnTo>
                  <a:lnTo>
                    <a:pt x="4990456" y="3038665"/>
                  </a:lnTo>
                  <a:lnTo>
                    <a:pt x="4952725" y="3194196"/>
                  </a:lnTo>
                  <a:lnTo>
                    <a:pt x="4905204" y="3347022"/>
                  </a:lnTo>
                  <a:lnTo>
                    <a:pt x="4848087" y="3496526"/>
                  </a:lnTo>
                  <a:lnTo>
                    <a:pt x="4781603" y="3642107"/>
                  </a:lnTo>
                  <a:lnTo>
                    <a:pt x="4706019" y="3783177"/>
                  </a:lnTo>
                  <a:lnTo>
                    <a:pt x="4621640" y="3919170"/>
                  </a:lnTo>
                  <a:lnTo>
                    <a:pt x="4528806" y="4049537"/>
                  </a:lnTo>
                  <a:lnTo>
                    <a:pt x="4427890" y="4173754"/>
                  </a:lnTo>
                  <a:lnTo>
                    <a:pt x="4319300" y="4291321"/>
                  </a:lnTo>
                  <a:lnTo>
                    <a:pt x="4203471" y="4401763"/>
                  </a:lnTo>
                  <a:lnTo>
                    <a:pt x="4080871" y="4504637"/>
                  </a:lnTo>
                  <a:lnTo>
                    <a:pt x="3951993" y="4599528"/>
                  </a:lnTo>
                  <a:lnTo>
                    <a:pt x="3817356" y="4686054"/>
                  </a:lnTo>
                  <a:lnTo>
                    <a:pt x="3677502" y="4763866"/>
                  </a:lnTo>
                  <a:lnTo>
                    <a:pt x="3532995" y="4832652"/>
                  </a:lnTo>
                  <a:lnTo>
                    <a:pt x="3384416" y="4892134"/>
                  </a:lnTo>
                  <a:lnTo>
                    <a:pt x="3232363" y="4942073"/>
                  </a:lnTo>
                  <a:lnTo>
                    <a:pt x="3077450" y="4982267"/>
                  </a:lnTo>
                  <a:lnTo>
                    <a:pt x="2920299" y="5012556"/>
                  </a:lnTo>
                  <a:lnTo>
                    <a:pt x="2761543" y="5032816"/>
                  </a:lnTo>
                  <a:lnTo>
                    <a:pt x="2601822" y="5042967"/>
                  </a:lnTo>
                  <a:lnTo>
                    <a:pt x="2441779" y="5042967"/>
                  </a:lnTo>
                  <a:lnTo>
                    <a:pt x="2282058" y="5032816"/>
                  </a:lnTo>
                  <a:lnTo>
                    <a:pt x="2123302" y="5012556"/>
                  </a:lnTo>
                  <a:lnTo>
                    <a:pt x="1966151" y="4982267"/>
                  </a:lnTo>
                  <a:lnTo>
                    <a:pt x="1811238" y="4942073"/>
                  </a:lnTo>
                  <a:lnTo>
                    <a:pt x="1659185" y="4892134"/>
                  </a:lnTo>
                  <a:lnTo>
                    <a:pt x="1510606" y="4832652"/>
                  </a:lnTo>
                  <a:lnTo>
                    <a:pt x="1366099" y="4763866"/>
                  </a:lnTo>
                  <a:lnTo>
                    <a:pt x="1226245" y="4686054"/>
                  </a:lnTo>
                  <a:lnTo>
                    <a:pt x="1091608" y="4599528"/>
                  </a:lnTo>
                  <a:lnTo>
                    <a:pt x="962730" y="4504637"/>
                  </a:lnTo>
                  <a:lnTo>
                    <a:pt x="840130" y="4401763"/>
                  </a:lnTo>
                  <a:lnTo>
                    <a:pt x="724301" y="4291321"/>
                  </a:lnTo>
                  <a:lnTo>
                    <a:pt x="615711" y="4173754"/>
                  </a:lnTo>
                  <a:lnTo>
                    <a:pt x="514795" y="4049537"/>
                  </a:lnTo>
                  <a:lnTo>
                    <a:pt x="421961" y="3919170"/>
                  </a:lnTo>
                  <a:lnTo>
                    <a:pt x="337582" y="3783177"/>
                  </a:lnTo>
                  <a:lnTo>
                    <a:pt x="261998" y="3642107"/>
                  </a:lnTo>
                  <a:lnTo>
                    <a:pt x="195514" y="3496526"/>
                  </a:lnTo>
                  <a:lnTo>
                    <a:pt x="138396" y="3347022"/>
                  </a:lnTo>
                  <a:lnTo>
                    <a:pt x="90876" y="3194196"/>
                  </a:lnTo>
                  <a:lnTo>
                    <a:pt x="53145" y="3038665"/>
                  </a:lnTo>
                  <a:lnTo>
                    <a:pt x="25354" y="2881053"/>
                  </a:lnTo>
                  <a:lnTo>
                    <a:pt x="7615" y="2721996"/>
                  </a:lnTo>
                  <a:lnTo>
                    <a:pt x="0" y="2562134"/>
                  </a:lnTo>
                  <a:lnTo>
                    <a:pt x="2539" y="2402111"/>
                  </a:lnTo>
                  <a:lnTo>
                    <a:pt x="15222" y="2242571"/>
                  </a:lnTo>
                  <a:lnTo>
                    <a:pt x="37999" y="2084157"/>
                  </a:lnTo>
                  <a:lnTo>
                    <a:pt x="70777" y="1927506"/>
                  </a:lnTo>
                  <a:lnTo>
                    <a:pt x="113424" y="1773250"/>
                  </a:lnTo>
                  <a:lnTo>
                    <a:pt x="165769" y="1622009"/>
                  </a:lnTo>
                  <a:lnTo>
                    <a:pt x="227601" y="1474392"/>
                  </a:lnTo>
                  <a:lnTo>
                    <a:pt x="298671" y="1330994"/>
                  </a:lnTo>
                  <a:lnTo>
                    <a:pt x="378692" y="1192393"/>
                  </a:lnTo>
                  <a:lnTo>
                    <a:pt x="467343" y="1059146"/>
                  </a:lnTo>
                  <a:lnTo>
                    <a:pt x="564267" y="931789"/>
                  </a:lnTo>
                  <a:lnTo>
                    <a:pt x="669073" y="810837"/>
                  </a:lnTo>
                  <a:lnTo>
                    <a:pt x="781339" y="696775"/>
                  </a:lnTo>
                  <a:lnTo>
                    <a:pt x="900614" y="590063"/>
                  </a:lnTo>
                  <a:lnTo>
                    <a:pt x="1026416" y="491131"/>
                  </a:lnTo>
                  <a:lnTo>
                    <a:pt x="1158240" y="400377"/>
                  </a:lnTo>
                  <a:lnTo>
                    <a:pt x="1295555" y="318166"/>
                  </a:lnTo>
                  <a:lnTo>
                    <a:pt x="1437807" y="244830"/>
                  </a:lnTo>
                  <a:lnTo>
                    <a:pt x="1584424" y="180664"/>
                  </a:lnTo>
                  <a:lnTo>
                    <a:pt x="1734815" y="125926"/>
                  </a:lnTo>
                  <a:lnTo>
                    <a:pt x="1888375" y="80837"/>
                  </a:lnTo>
                  <a:lnTo>
                    <a:pt x="2044486" y="45577"/>
                  </a:lnTo>
                  <a:lnTo>
                    <a:pt x="2202519" y="20290"/>
                  </a:lnTo>
                  <a:lnTo>
                    <a:pt x="2361838" y="5077"/>
                  </a:lnTo>
                  <a:lnTo>
                    <a:pt x="25218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4064395" y="2277450"/>
              <a:ext cx="2255424" cy="2219350"/>
            </a:xfrm>
            <a:custGeom>
              <a:avLst/>
              <a:pathLst>
                <a:path w="2255424" h="2219350">
                  <a:moveTo>
                    <a:pt x="652625" y="1136874"/>
                  </a:moveTo>
                  <a:lnTo>
                    <a:pt x="668962" y="1065390"/>
                  </a:lnTo>
                  <a:lnTo>
                    <a:pt x="689788" y="994561"/>
                  </a:lnTo>
                  <a:lnTo>
                    <a:pt x="715075" y="924598"/>
                  </a:lnTo>
                  <a:lnTo>
                    <a:pt x="744787" y="855711"/>
                  </a:lnTo>
                  <a:lnTo>
                    <a:pt x="778880" y="788109"/>
                  </a:lnTo>
                  <a:lnTo>
                    <a:pt x="817299" y="721998"/>
                  </a:lnTo>
                  <a:lnTo>
                    <a:pt x="859983" y="657584"/>
                  </a:lnTo>
                  <a:lnTo>
                    <a:pt x="906860" y="595069"/>
                  </a:lnTo>
                  <a:lnTo>
                    <a:pt x="957852" y="534652"/>
                  </a:lnTo>
                  <a:lnTo>
                    <a:pt x="1012870" y="476528"/>
                  </a:lnTo>
                  <a:lnTo>
                    <a:pt x="1071820" y="420892"/>
                  </a:lnTo>
                  <a:lnTo>
                    <a:pt x="1134596" y="367931"/>
                  </a:lnTo>
                  <a:lnTo>
                    <a:pt x="1201086" y="317831"/>
                  </a:lnTo>
                  <a:lnTo>
                    <a:pt x="1271172" y="270772"/>
                  </a:lnTo>
                  <a:lnTo>
                    <a:pt x="1344725" y="226928"/>
                  </a:lnTo>
                  <a:lnTo>
                    <a:pt x="1421610" y="186471"/>
                  </a:lnTo>
                  <a:lnTo>
                    <a:pt x="1501686" y="149566"/>
                  </a:lnTo>
                  <a:lnTo>
                    <a:pt x="1584803" y="116372"/>
                  </a:lnTo>
                  <a:lnTo>
                    <a:pt x="1670806" y="87042"/>
                  </a:lnTo>
                  <a:lnTo>
                    <a:pt x="1759531" y="61724"/>
                  </a:lnTo>
                  <a:lnTo>
                    <a:pt x="1850810" y="40559"/>
                  </a:lnTo>
                  <a:lnTo>
                    <a:pt x="1944468" y="23680"/>
                  </a:lnTo>
                  <a:lnTo>
                    <a:pt x="2040323" y="11215"/>
                  </a:lnTo>
                  <a:lnTo>
                    <a:pt x="2138190" y="3284"/>
                  </a:lnTo>
                  <a:lnTo>
                    <a:pt x="2237876" y="0"/>
                  </a:lnTo>
                  <a:lnTo>
                    <a:pt x="2248697" y="99254"/>
                  </a:lnTo>
                  <a:lnTo>
                    <a:pt x="2254511" y="197208"/>
                  </a:lnTo>
                  <a:lnTo>
                    <a:pt x="2255424" y="293633"/>
                  </a:lnTo>
                  <a:lnTo>
                    <a:pt x="2251557" y="388305"/>
                  </a:lnTo>
                  <a:lnTo>
                    <a:pt x="2243037" y="481008"/>
                  </a:lnTo>
                  <a:lnTo>
                    <a:pt x="2230000" y="571533"/>
                  </a:lnTo>
                  <a:lnTo>
                    <a:pt x="2212594" y="659678"/>
                  </a:lnTo>
                  <a:lnTo>
                    <a:pt x="2190972" y="745249"/>
                  </a:lnTo>
                  <a:lnTo>
                    <a:pt x="2165299" y="828060"/>
                  </a:lnTo>
                  <a:lnTo>
                    <a:pt x="2135744" y="907932"/>
                  </a:lnTo>
                  <a:lnTo>
                    <a:pt x="2102486" y="984698"/>
                  </a:lnTo>
                  <a:lnTo>
                    <a:pt x="2065710" y="1058197"/>
                  </a:lnTo>
                  <a:lnTo>
                    <a:pt x="2025608" y="1128278"/>
                  </a:lnTo>
                  <a:lnTo>
                    <a:pt x="1982378" y="1194799"/>
                  </a:lnTo>
                  <a:lnTo>
                    <a:pt x="1936224" y="1257631"/>
                  </a:lnTo>
                  <a:lnTo>
                    <a:pt x="1887354" y="1316651"/>
                  </a:lnTo>
                  <a:lnTo>
                    <a:pt x="1835984" y="1371749"/>
                  </a:lnTo>
                  <a:lnTo>
                    <a:pt x="1782330" y="1422823"/>
                  </a:lnTo>
                  <a:lnTo>
                    <a:pt x="1726616" y="1469784"/>
                  </a:lnTo>
                  <a:lnTo>
                    <a:pt x="1669066" y="1512553"/>
                  </a:lnTo>
                  <a:lnTo>
                    <a:pt x="1609910" y="1551061"/>
                  </a:lnTo>
                  <a:lnTo>
                    <a:pt x="1549378" y="1585250"/>
                  </a:lnTo>
                  <a:lnTo>
                    <a:pt x="1506436" y="1646316"/>
                  </a:lnTo>
                  <a:lnTo>
                    <a:pt x="1459557" y="1701270"/>
                  </a:lnTo>
                  <a:lnTo>
                    <a:pt x="1409395" y="1749875"/>
                  </a:lnTo>
                  <a:lnTo>
                    <a:pt x="1356612" y="1791959"/>
                  </a:lnTo>
                  <a:lnTo>
                    <a:pt x="1301880" y="1827410"/>
                  </a:lnTo>
                  <a:lnTo>
                    <a:pt x="1245872" y="1856177"/>
                  </a:lnTo>
                  <a:lnTo>
                    <a:pt x="1189258" y="1878274"/>
                  </a:lnTo>
                  <a:lnTo>
                    <a:pt x="1132696" y="1893773"/>
                  </a:lnTo>
                  <a:lnTo>
                    <a:pt x="1076831" y="1902807"/>
                  </a:lnTo>
                  <a:lnTo>
                    <a:pt x="1022291" y="1905568"/>
                  </a:lnTo>
                  <a:lnTo>
                    <a:pt x="969675" y="1902300"/>
                  </a:lnTo>
                  <a:lnTo>
                    <a:pt x="908812" y="1890563"/>
                  </a:lnTo>
                  <a:lnTo>
                    <a:pt x="852652" y="1870919"/>
                  </a:lnTo>
                  <a:lnTo>
                    <a:pt x="802084" y="1844121"/>
                  </a:lnTo>
                  <a:lnTo>
                    <a:pt x="757898" y="1811010"/>
                  </a:lnTo>
                  <a:lnTo>
                    <a:pt x="720782" y="1772511"/>
                  </a:lnTo>
                  <a:lnTo>
                    <a:pt x="691308" y="1729616"/>
                  </a:lnTo>
                  <a:lnTo>
                    <a:pt x="669927" y="1683376"/>
                  </a:lnTo>
                  <a:lnTo>
                    <a:pt x="656967" y="1634880"/>
                  </a:lnTo>
                  <a:lnTo>
                    <a:pt x="652625" y="1585250"/>
                  </a:lnTo>
                  <a:lnTo>
                    <a:pt x="649875" y="1641230"/>
                  </a:lnTo>
                  <a:lnTo>
                    <a:pt x="641638" y="1696805"/>
                  </a:lnTo>
                  <a:lnTo>
                    <a:pt x="627953" y="1751572"/>
                  </a:lnTo>
                  <a:lnTo>
                    <a:pt x="608888" y="1805131"/>
                  </a:lnTo>
                  <a:lnTo>
                    <a:pt x="584533" y="1857087"/>
                  </a:lnTo>
                  <a:lnTo>
                    <a:pt x="555007" y="1907052"/>
                  </a:lnTo>
                  <a:lnTo>
                    <a:pt x="520453" y="1954646"/>
                  </a:lnTo>
                  <a:lnTo>
                    <a:pt x="481039" y="1999496"/>
                  </a:lnTo>
                  <a:lnTo>
                    <a:pt x="436956" y="2041244"/>
                  </a:lnTo>
                  <a:lnTo>
                    <a:pt x="388421" y="2079541"/>
                  </a:lnTo>
                  <a:lnTo>
                    <a:pt x="335671" y="2114055"/>
                  </a:lnTo>
                  <a:lnTo>
                    <a:pt x="278968" y="2144467"/>
                  </a:lnTo>
                  <a:lnTo>
                    <a:pt x="218591" y="2170477"/>
                  </a:lnTo>
                  <a:lnTo>
                    <a:pt x="154842" y="2191800"/>
                  </a:lnTo>
                  <a:lnTo>
                    <a:pt x="88041" y="2208172"/>
                  </a:lnTo>
                  <a:lnTo>
                    <a:pt x="18525" y="2219350"/>
                  </a:lnTo>
                  <a:lnTo>
                    <a:pt x="5710" y="2145806"/>
                  </a:lnTo>
                  <a:lnTo>
                    <a:pt x="0" y="2073799"/>
                  </a:lnTo>
                  <a:lnTo>
                    <a:pt x="1100" y="2003960"/>
                  </a:lnTo>
                  <a:lnTo>
                    <a:pt x="8666" y="1936879"/>
                  </a:lnTo>
                  <a:lnTo>
                    <a:pt x="22299" y="1873110"/>
                  </a:lnTo>
                  <a:lnTo>
                    <a:pt x="41561" y="1813165"/>
                  </a:lnTo>
                  <a:lnTo>
                    <a:pt x="65969" y="1757508"/>
                  </a:lnTo>
                  <a:lnTo>
                    <a:pt x="95005" y="1706553"/>
                  </a:lnTo>
                  <a:lnTo>
                    <a:pt x="128119" y="1660663"/>
                  </a:lnTo>
                  <a:lnTo>
                    <a:pt x="164733" y="1620145"/>
                  </a:lnTo>
                  <a:lnTo>
                    <a:pt x="204248" y="1585250"/>
                  </a:lnTo>
                  <a:lnTo>
                    <a:pt x="208084" y="1526725"/>
                  </a:lnTo>
                  <a:lnTo>
                    <a:pt x="219526" y="1469202"/>
                  </a:lnTo>
                  <a:lnTo>
                    <a:pt x="238379" y="1413664"/>
                  </a:lnTo>
                  <a:lnTo>
                    <a:pt x="264319" y="1361062"/>
                  </a:lnTo>
                  <a:lnTo>
                    <a:pt x="296904" y="1312296"/>
                  </a:lnTo>
                  <a:lnTo>
                    <a:pt x="335575" y="1268200"/>
                  </a:lnTo>
                  <a:lnTo>
                    <a:pt x="301417" y="1306512"/>
                  </a:lnTo>
                  <a:lnTo>
                    <a:pt x="271862" y="1348477"/>
                  </a:lnTo>
                  <a:lnTo>
                    <a:pt x="247297" y="1393545"/>
                  </a:lnTo>
                  <a:lnTo>
                    <a:pt x="228044" y="1441124"/>
                  </a:lnTo>
                  <a:lnTo>
                    <a:pt x="214354" y="1490593"/>
                  </a:lnTo>
                  <a:lnTo>
                    <a:pt x="206407" y="1541302"/>
                  </a:lnTo>
                  <a:lnTo>
                    <a:pt x="204308" y="1592586"/>
                  </a:lnTo>
                  <a:lnTo>
                    <a:pt x="208084" y="1643775"/>
                  </a:lnTo>
                  <a:lnTo>
                    <a:pt x="217686" y="1694197"/>
                  </a:lnTo>
                  <a:lnTo>
                    <a:pt x="232987" y="1743191"/>
                  </a:lnTo>
                  <a:lnTo>
                    <a:pt x="253787" y="1790115"/>
                  </a:lnTo>
                  <a:lnTo>
                    <a:pt x="279813" y="1834355"/>
                  </a:lnTo>
                  <a:lnTo>
                    <a:pt x="310726" y="1875330"/>
                  </a:lnTo>
                  <a:lnTo>
                    <a:pt x="346118" y="1912504"/>
                  </a:lnTo>
                  <a:lnTo>
                    <a:pt x="385527" y="1945390"/>
                  </a:lnTo>
                  <a:lnTo>
                    <a:pt x="428437" y="1973556"/>
                  </a:lnTo>
                  <a:lnTo>
                    <a:pt x="474284" y="1996633"/>
                  </a:lnTo>
                  <a:lnTo>
                    <a:pt x="522468" y="2014320"/>
                  </a:lnTo>
                  <a:lnTo>
                    <a:pt x="572358" y="2026384"/>
                  </a:lnTo>
                  <a:lnTo>
                    <a:pt x="623300" y="2032667"/>
                  </a:lnTo>
                  <a:lnTo>
                    <a:pt x="674626" y="2033087"/>
                  </a:lnTo>
                  <a:lnTo>
                    <a:pt x="725663" y="2027638"/>
                  </a:lnTo>
                  <a:lnTo>
                    <a:pt x="775744" y="2016392"/>
                  </a:lnTo>
                  <a:lnTo>
                    <a:pt x="824211" y="1999496"/>
                  </a:lnTo>
                  <a:lnTo>
                    <a:pt x="870430" y="1977172"/>
                  </a:lnTo>
                  <a:lnTo>
                    <a:pt x="913794" y="1949712"/>
                  </a:lnTo>
                  <a:lnTo>
                    <a:pt x="953736" y="1917475"/>
                  </a:lnTo>
                  <a:lnTo>
                    <a:pt x="989732" y="1880885"/>
                  </a:lnTo>
                  <a:lnTo>
                    <a:pt x="1021311" y="1840421"/>
                  </a:lnTo>
                  <a:lnTo>
                    <a:pt x="1048058" y="1796613"/>
                  </a:lnTo>
                  <a:lnTo>
                    <a:pt x="1069623" y="1750036"/>
                  </a:lnTo>
                  <a:lnTo>
                    <a:pt x="1085723" y="1701299"/>
                  </a:lnTo>
                  <a:lnTo>
                    <a:pt x="1096149" y="1651041"/>
                  </a:lnTo>
                  <a:lnTo>
                    <a:pt x="1100761" y="1599921"/>
                  </a:lnTo>
                  <a:lnTo>
                    <a:pt x="1099502" y="1548608"/>
                  </a:lnTo>
                  <a:lnTo>
                    <a:pt x="1092386" y="1497776"/>
                  </a:lnTo>
                  <a:lnTo>
                    <a:pt x="1079508" y="1448090"/>
                  </a:lnTo>
                  <a:lnTo>
                    <a:pt x="1061035" y="1400202"/>
                  </a:lnTo>
                  <a:lnTo>
                    <a:pt x="1037210" y="1354739"/>
                  </a:lnTo>
                  <a:lnTo>
                    <a:pt x="1008346" y="1312296"/>
                  </a:lnTo>
                  <a:lnTo>
                    <a:pt x="974820" y="1273430"/>
                  </a:lnTo>
                  <a:lnTo>
                    <a:pt x="937072" y="1238650"/>
                  </a:lnTo>
                  <a:lnTo>
                    <a:pt x="895596" y="1208413"/>
                  </a:lnTo>
                  <a:lnTo>
                    <a:pt x="850937" y="1183113"/>
                  </a:lnTo>
                  <a:lnTo>
                    <a:pt x="803678" y="1163084"/>
                  </a:lnTo>
                  <a:lnTo>
                    <a:pt x="754441" y="1148587"/>
                  </a:lnTo>
                  <a:lnTo>
                    <a:pt x="703868" y="1139811"/>
                  </a:lnTo>
                  <a:close/>
                </a:path>
              </a:pathLst>
            </a:custGeom>
            <a:solidFill>
              <a:srgbClr val="C4A46B">
                <a:alpha val="25882"/>
              </a:srgbClr>
            </a:solidFill>
            <a:ln w="24933" cap="flat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064395" y="2277450"/>
              <a:ext cx="2255424" cy="2219350"/>
            </a:xfrm>
            <a:custGeom>
              <a:avLst/>
              <a:pathLst>
                <a:path w="2255424" h="2219350">
                  <a:moveTo>
                    <a:pt x="652625" y="1136874"/>
                  </a:moveTo>
                  <a:lnTo>
                    <a:pt x="668962" y="1065390"/>
                  </a:lnTo>
                  <a:lnTo>
                    <a:pt x="689788" y="994561"/>
                  </a:lnTo>
                  <a:lnTo>
                    <a:pt x="715075" y="924598"/>
                  </a:lnTo>
                  <a:lnTo>
                    <a:pt x="744787" y="855711"/>
                  </a:lnTo>
                  <a:lnTo>
                    <a:pt x="778880" y="788109"/>
                  </a:lnTo>
                  <a:lnTo>
                    <a:pt x="817299" y="721998"/>
                  </a:lnTo>
                  <a:lnTo>
                    <a:pt x="859983" y="657584"/>
                  </a:lnTo>
                  <a:lnTo>
                    <a:pt x="906860" y="595069"/>
                  </a:lnTo>
                  <a:lnTo>
                    <a:pt x="957852" y="534652"/>
                  </a:lnTo>
                  <a:lnTo>
                    <a:pt x="1012870" y="476528"/>
                  </a:lnTo>
                  <a:lnTo>
                    <a:pt x="1071820" y="420892"/>
                  </a:lnTo>
                  <a:lnTo>
                    <a:pt x="1134596" y="367931"/>
                  </a:lnTo>
                  <a:lnTo>
                    <a:pt x="1201086" y="317831"/>
                  </a:lnTo>
                  <a:lnTo>
                    <a:pt x="1271172" y="270772"/>
                  </a:lnTo>
                  <a:lnTo>
                    <a:pt x="1344725" y="226928"/>
                  </a:lnTo>
                  <a:lnTo>
                    <a:pt x="1421610" y="186471"/>
                  </a:lnTo>
                  <a:lnTo>
                    <a:pt x="1501686" y="149566"/>
                  </a:lnTo>
                  <a:lnTo>
                    <a:pt x="1584803" y="116372"/>
                  </a:lnTo>
                  <a:lnTo>
                    <a:pt x="1670806" y="87042"/>
                  </a:lnTo>
                  <a:lnTo>
                    <a:pt x="1759531" y="61724"/>
                  </a:lnTo>
                  <a:lnTo>
                    <a:pt x="1850810" y="40559"/>
                  </a:lnTo>
                  <a:lnTo>
                    <a:pt x="1944468" y="23680"/>
                  </a:lnTo>
                  <a:lnTo>
                    <a:pt x="2040323" y="11215"/>
                  </a:lnTo>
                  <a:lnTo>
                    <a:pt x="2138190" y="3284"/>
                  </a:lnTo>
                  <a:lnTo>
                    <a:pt x="2237876" y="0"/>
                  </a:lnTo>
                  <a:lnTo>
                    <a:pt x="2248697" y="99254"/>
                  </a:lnTo>
                  <a:lnTo>
                    <a:pt x="2254511" y="197208"/>
                  </a:lnTo>
                  <a:lnTo>
                    <a:pt x="2255424" y="293633"/>
                  </a:lnTo>
                  <a:lnTo>
                    <a:pt x="2251557" y="388305"/>
                  </a:lnTo>
                  <a:lnTo>
                    <a:pt x="2243037" y="481008"/>
                  </a:lnTo>
                  <a:lnTo>
                    <a:pt x="2230000" y="571533"/>
                  </a:lnTo>
                  <a:lnTo>
                    <a:pt x="2212594" y="659678"/>
                  </a:lnTo>
                  <a:lnTo>
                    <a:pt x="2190972" y="745249"/>
                  </a:lnTo>
                  <a:lnTo>
                    <a:pt x="2165299" y="828060"/>
                  </a:lnTo>
                  <a:lnTo>
                    <a:pt x="2135744" y="907932"/>
                  </a:lnTo>
                  <a:lnTo>
                    <a:pt x="2102486" y="984698"/>
                  </a:lnTo>
                  <a:lnTo>
                    <a:pt x="2065710" y="1058197"/>
                  </a:lnTo>
                  <a:lnTo>
                    <a:pt x="2025608" y="1128278"/>
                  </a:lnTo>
                  <a:lnTo>
                    <a:pt x="1982378" y="1194799"/>
                  </a:lnTo>
                  <a:lnTo>
                    <a:pt x="1936224" y="1257631"/>
                  </a:lnTo>
                  <a:lnTo>
                    <a:pt x="1887354" y="1316651"/>
                  </a:lnTo>
                  <a:lnTo>
                    <a:pt x="1835984" y="1371749"/>
                  </a:lnTo>
                  <a:lnTo>
                    <a:pt x="1782330" y="1422823"/>
                  </a:lnTo>
                  <a:lnTo>
                    <a:pt x="1726616" y="1469784"/>
                  </a:lnTo>
                  <a:lnTo>
                    <a:pt x="1669066" y="1512553"/>
                  </a:lnTo>
                  <a:lnTo>
                    <a:pt x="1609910" y="1551061"/>
                  </a:lnTo>
                  <a:lnTo>
                    <a:pt x="1549378" y="1585250"/>
                  </a:lnTo>
                  <a:lnTo>
                    <a:pt x="1506436" y="1646316"/>
                  </a:lnTo>
                  <a:lnTo>
                    <a:pt x="1459557" y="1701270"/>
                  </a:lnTo>
                  <a:lnTo>
                    <a:pt x="1409395" y="1749875"/>
                  </a:lnTo>
                  <a:lnTo>
                    <a:pt x="1356612" y="1791959"/>
                  </a:lnTo>
                  <a:lnTo>
                    <a:pt x="1301880" y="1827410"/>
                  </a:lnTo>
                  <a:lnTo>
                    <a:pt x="1245872" y="1856177"/>
                  </a:lnTo>
                  <a:lnTo>
                    <a:pt x="1189258" y="1878274"/>
                  </a:lnTo>
                  <a:lnTo>
                    <a:pt x="1132696" y="1893773"/>
                  </a:lnTo>
                  <a:lnTo>
                    <a:pt x="1076831" y="1902807"/>
                  </a:lnTo>
                  <a:lnTo>
                    <a:pt x="1022291" y="1905568"/>
                  </a:lnTo>
                  <a:lnTo>
                    <a:pt x="969675" y="1902300"/>
                  </a:lnTo>
                  <a:lnTo>
                    <a:pt x="908812" y="1890563"/>
                  </a:lnTo>
                  <a:lnTo>
                    <a:pt x="852652" y="1870919"/>
                  </a:lnTo>
                  <a:lnTo>
                    <a:pt x="802084" y="1844121"/>
                  </a:lnTo>
                  <a:lnTo>
                    <a:pt x="757898" y="1811010"/>
                  </a:lnTo>
                  <a:lnTo>
                    <a:pt x="720782" y="1772511"/>
                  </a:lnTo>
                  <a:lnTo>
                    <a:pt x="691308" y="1729616"/>
                  </a:lnTo>
                  <a:lnTo>
                    <a:pt x="669927" y="1683376"/>
                  </a:lnTo>
                  <a:lnTo>
                    <a:pt x="656967" y="1634880"/>
                  </a:lnTo>
                  <a:lnTo>
                    <a:pt x="652625" y="1585250"/>
                  </a:lnTo>
                  <a:lnTo>
                    <a:pt x="649875" y="1641230"/>
                  </a:lnTo>
                  <a:lnTo>
                    <a:pt x="641638" y="1696805"/>
                  </a:lnTo>
                  <a:lnTo>
                    <a:pt x="627953" y="1751572"/>
                  </a:lnTo>
                  <a:lnTo>
                    <a:pt x="608888" y="1805131"/>
                  </a:lnTo>
                  <a:lnTo>
                    <a:pt x="584533" y="1857087"/>
                  </a:lnTo>
                  <a:lnTo>
                    <a:pt x="555007" y="1907052"/>
                  </a:lnTo>
                  <a:lnTo>
                    <a:pt x="520453" y="1954646"/>
                  </a:lnTo>
                  <a:lnTo>
                    <a:pt x="481039" y="1999496"/>
                  </a:lnTo>
                  <a:lnTo>
                    <a:pt x="436956" y="2041244"/>
                  </a:lnTo>
                  <a:lnTo>
                    <a:pt x="388421" y="2079541"/>
                  </a:lnTo>
                  <a:lnTo>
                    <a:pt x="335671" y="2114055"/>
                  </a:lnTo>
                  <a:lnTo>
                    <a:pt x="278968" y="2144467"/>
                  </a:lnTo>
                  <a:lnTo>
                    <a:pt x="218591" y="2170477"/>
                  </a:lnTo>
                  <a:lnTo>
                    <a:pt x="154842" y="2191800"/>
                  </a:lnTo>
                  <a:lnTo>
                    <a:pt x="88041" y="2208172"/>
                  </a:lnTo>
                  <a:lnTo>
                    <a:pt x="18525" y="2219350"/>
                  </a:lnTo>
                  <a:lnTo>
                    <a:pt x="5710" y="2145806"/>
                  </a:lnTo>
                  <a:lnTo>
                    <a:pt x="0" y="2073799"/>
                  </a:lnTo>
                  <a:lnTo>
                    <a:pt x="1100" y="2003960"/>
                  </a:lnTo>
                  <a:lnTo>
                    <a:pt x="8666" y="1936879"/>
                  </a:lnTo>
                  <a:lnTo>
                    <a:pt x="22299" y="1873110"/>
                  </a:lnTo>
                  <a:lnTo>
                    <a:pt x="41561" y="1813165"/>
                  </a:lnTo>
                  <a:lnTo>
                    <a:pt x="65969" y="1757508"/>
                  </a:lnTo>
                  <a:lnTo>
                    <a:pt x="95005" y="1706553"/>
                  </a:lnTo>
                  <a:lnTo>
                    <a:pt x="128119" y="1660663"/>
                  </a:lnTo>
                  <a:lnTo>
                    <a:pt x="164733" y="1620145"/>
                  </a:lnTo>
                  <a:lnTo>
                    <a:pt x="204248" y="1585250"/>
                  </a:lnTo>
                  <a:lnTo>
                    <a:pt x="208084" y="1526725"/>
                  </a:lnTo>
                  <a:lnTo>
                    <a:pt x="219526" y="1469202"/>
                  </a:lnTo>
                  <a:lnTo>
                    <a:pt x="238379" y="1413664"/>
                  </a:lnTo>
                  <a:lnTo>
                    <a:pt x="264319" y="1361062"/>
                  </a:lnTo>
                  <a:lnTo>
                    <a:pt x="296904" y="1312296"/>
                  </a:lnTo>
                  <a:lnTo>
                    <a:pt x="335575" y="1268200"/>
                  </a:lnTo>
                </a:path>
              </a:pathLst>
            </a:custGeom>
            <a:ln w="24933" cap="flat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419" y="3382722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6270670" y="2245848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5582172" y="3831099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5002469" y="4148149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051319" y="4465199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237042" y="3831099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368369" y="3514049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20" y="1620817"/>
              <a:ext cx="0" cy="2241883"/>
            </a:xfrm>
            <a:custGeom>
              <a:avLst/>
              <a:pathLst>
                <a:path w="0" h="2241883">
                  <a:moveTo>
                    <a:pt x="0" y="2241883"/>
                  </a:moveTo>
                  <a:lnTo>
                    <a:pt x="0" y="2164576"/>
                  </a:lnTo>
                  <a:lnTo>
                    <a:pt x="0" y="2087270"/>
                  </a:lnTo>
                  <a:lnTo>
                    <a:pt x="0" y="2009964"/>
                  </a:lnTo>
                  <a:lnTo>
                    <a:pt x="0" y="1932657"/>
                  </a:lnTo>
                  <a:lnTo>
                    <a:pt x="0" y="1855351"/>
                  </a:lnTo>
                  <a:lnTo>
                    <a:pt x="0" y="1778045"/>
                  </a:lnTo>
                  <a:lnTo>
                    <a:pt x="0" y="1700738"/>
                  </a:lnTo>
                  <a:lnTo>
                    <a:pt x="0" y="1623432"/>
                  </a:lnTo>
                  <a:lnTo>
                    <a:pt x="0" y="1546126"/>
                  </a:lnTo>
                  <a:lnTo>
                    <a:pt x="0" y="1468819"/>
                  </a:lnTo>
                  <a:lnTo>
                    <a:pt x="0" y="1391513"/>
                  </a:lnTo>
                  <a:lnTo>
                    <a:pt x="0" y="1314207"/>
                  </a:lnTo>
                  <a:lnTo>
                    <a:pt x="0" y="1236900"/>
                  </a:lnTo>
                  <a:lnTo>
                    <a:pt x="0" y="1159594"/>
                  </a:lnTo>
                  <a:lnTo>
                    <a:pt x="0" y="1082288"/>
                  </a:lnTo>
                  <a:lnTo>
                    <a:pt x="0" y="1004982"/>
                  </a:lnTo>
                  <a:lnTo>
                    <a:pt x="0" y="927675"/>
                  </a:lnTo>
                  <a:lnTo>
                    <a:pt x="0" y="850369"/>
                  </a:lnTo>
                  <a:lnTo>
                    <a:pt x="0" y="773063"/>
                  </a:lnTo>
                  <a:lnTo>
                    <a:pt x="0" y="695756"/>
                  </a:lnTo>
                  <a:lnTo>
                    <a:pt x="0" y="618450"/>
                  </a:lnTo>
                  <a:lnTo>
                    <a:pt x="0" y="541144"/>
                  </a:lnTo>
                  <a:lnTo>
                    <a:pt x="0" y="463837"/>
                  </a:lnTo>
                  <a:lnTo>
                    <a:pt x="0" y="386531"/>
                  </a:lnTo>
                  <a:lnTo>
                    <a:pt x="0" y="309225"/>
                  </a:lnTo>
                  <a:lnTo>
                    <a:pt x="0" y="231918"/>
                  </a:lnTo>
                  <a:lnTo>
                    <a:pt x="0" y="154612"/>
                  </a:lnTo>
                  <a:lnTo>
                    <a:pt x="0" y="7730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20" y="2277450"/>
              <a:ext cx="1585250" cy="1585250"/>
            </a:xfrm>
            <a:custGeom>
              <a:avLst/>
              <a:pathLst>
                <a:path w="1585250" h="1585250">
                  <a:moveTo>
                    <a:pt x="0" y="1585250"/>
                  </a:moveTo>
                  <a:lnTo>
                    <a:pt x="54663" y="1530586"/>
                  </a:lnTo>
                  <a:lnTo>
                    <a:pt x="109327" y="1475923"/>
                  </a:lnTo>
                  <a:lnTo>
                    <a:pt x="163991" y="1421259"/>
                  </a:lnTo>
                  <a:lnTo>
                    <a:pt x="218655" y="1366595"/>
                  </a:lnTo>
                  <a:lnTo>
                    <a:pt x="273319" y="1311931"/>
                  </a:lnTo>
                  <a:lnTo>
                    <a:pt x="327982" y="1257267"/>
                  </a:lnTo>
                  <a:lnTo>
                    <a:pt x="382646" y="1202603"/>
                  </a:lnTo>
                  <a:lnTo>
                    <a:pt x="437310" y="1147940"/>
                  </a:lnTo>
                  <a:lnTo>
                    <a:pt x="491974" y="1093276"/>
                  </a:lnTo>
                  <a:lnTo>
                    <a:pt x="546638" y="1038612"/>
                  </a:lnTo>
                  <a:lnTo>
                    <a:pt x="601301" y="983948"/>
                  </a:lnTo>
                  <a:lnTo>
                    <a:pt x="655965" y="929284"/>
                  </a:lnTo>
                  <a:lnTo>
                    <a:pt x="710629" y="874621"/>
                  </a:lnTo>
                  <a:lnTo>
                    <a:pt x="765293" y="819957"/>
                  </a:lnTo>
                  <a:lnTo>
                    <a:pt x="819957" y="765293"/>
                  </a:lnTo>
                  <a:lnTo>
                    <a:pt x="874621" y="710629"/>
                  </a:lnTo>
                  <a:lnTo>
                    <a:pt x="929284" y="655965"/>
                  </a:lnTo>
                  <a:lnTo>
                    <a:pt x="983948" y="601301"/>
                  </a:lnTo>
                  <a:lnTo>
                    <a:pt x="1038612" y="546638"/>
                  </a:lnTo>
                  <a:lnTo>
                    <a:pt x="1093276" y="491974"/>
                  </a:lnTo>
                  <a:lnTo>
                    <a:pt x="1147940" y="437310"/>
                  </a:lnTo>
                  <a:lnTo>
                    <a:pt x="1202603" y="382646"/>
                  </a:lnTo>
                  <a:lnTo>
                    <a:pt x="1257267" y="327982"/>
                  </a:lnTo>
                  <a:lnTo>
                    <a:pt x="1311931" y="273319"/>
                  </a:lnTo>
                  <a:lnTo>
                    <a:pt x="1366595" y="218655"/>
                  </a:lnTo>
                  <a:lnTo>
                    <a:pt x="1421259" y="163991"/>
                  </a:lnTo>
                  <a:lnTo>
                    <a:pt x="1475923" y="109327"/>
                  </a:lnTo>
                  <a:lnTo>
                    <a:pt x="1530586" y="54663"/>
                  </a:lnTo>
                  <a:lnTo>
                    <a:pt x="15852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20" y="3862700"/>
              <a:ext cx="2241883" cy="0"/>
            </a:xfrm>
            <a:custGeom>
              <a:avLst/>
              <a:pathLst>
                <a:path w="2241883" h="0">
                  <a:moveTo>
                    <a:pt x="0" y="0"/>
                  </a:moveTo>
                  <a:lnTo>
                    <a:pt x="77306" y="0"/>
                  </a:lnTo>
                  <a:lnTo>
                    <a:pt x="154612" y="0"/>
                  </a:lnTo>
                  <a:lnTo>
                    <a:pt x="231918" y="0"/>
                  </a:lnTo>
                  <a:lnTo>
                    <a:pt x="309225" y="0"/>
                  </a:lnTo>
                  <a:lnTo>
                    <a:pt x="386531" y="0"/>
                  </a:lnTo>
                  <a:lnTo>
                    <a:pt x="463837" y="0"/>
                  </a:lnTo>
                  <a:lnTo>
                    <a:pt x="541144" y="0"/>
                  </a:lnTo>
                  <a:lnTo>
                    <a:pt x="618450" y="0"/>
                  </a:lnTo>
                  <a:lnTo>
                    <a:pt x="695756" y="0"/>
                  </a:lnTo>
                  <a:lnTo>
                    <a:pt x="773063" y="0"/>
                  </a:lnTo>
                  <a:lnTo>
                    <a:pt x="850369" y="0"/>
                  </a:lnTo>
                  <a:lnTo>
                    <a:pt x="927675" y="0"/>
                  </a:lnTo>
                  <a:lnTo>
                    <a:pt x="1004982" y="0"/>
                  </a:lnTo>
                  <a:lnTo>
                    <a:pt x="1082288" y="0"/>
                  </a:lnTo>
                  <a:lnTo>
                    <a:pt x="1159594" y="0"/>
                  </a:lnTo>
                  <a:lnTo>
                    <a:pt x="1236900" y="0"/>
                  </a:lnTo>
                  <a:lnTo>
                    <a:pt x="1314207" y="0"/>
                  </a:lnTo>
                  <a:lnTo>
                    <a:pt x="1391513" y="0"/>
                  </a:lnTo>
                  <a:lnTo>
                    <a:pt x="1468819" y="0"/>
                  </a:lnTo>
                  <a:lnTo>
                    <a:pt x="1546126" y="0"/>
                  </a:lnTo>
                  <a:lnTo>
                    <a:pt x="1623432" y="0"/>
                  </a:lnTo>
                  <a:lnTo>
                    <a:pt x="1700738" y="0"/>
                  </a:lnTo>
                  <a:lnTo>
                    <a:pt x="1778045" y="0"/>
                  </a:lnTo>
                  <a:lnTo>
                    <a:pt x="1855351" y="0"/>
                  </a:lnTo>
                  <a:lnTo>
                    <a:pt x="1932657" y="0"/>
                  </a:lnTo>
                  <a:lnTo>
                    <a:pt x="2009964" y="0"/>
                  </a:lnTo>
                  <a:lnTo>
                    <a:pt x="2087270" y="0"/>
                  </a:lnTo>
                  <a:lnTo>
                    <a:pt x="2164576" y="0"/>
                  </a:lnTo>
                  <a:lnTo>
                    <a:pt x="2241883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20" y="3862700"/>
              <a:ext cx="1585250" cy="1585250"/>
            </a:xfrm>
            <a:custGeom>
              <a:avLst/>
              <a:pathLst>
                <a:path w="1585250" h="1585250">
                  <a:moveTo>
                    <a:pt x="0" y="0"/>
                  </a:moveTo>
                  <a:lnTo>
                    <a:pt x="54663" y="54663"/>
                  </a:lnTo>
                  <a:lnTo>
                    <a:pt x="109327" y="109327"/>
                  </a:lnTo>
                  <a:lnTo>
                    <a:pt x="163991" y="163991"/>
                  </a:lnTo>
                  <a:lnTo>
                    <a:pt x="218655" y="218655"/>
                  </a:lnTo>
                  <a:lnTo>
                    <a:pt x="273319" y="273319"/>
                  </a:lnTo>
                  <a:lnTo>
                    <a:pt x="327982" y="327982"/>
                  </a:lnTo>
                  <a:lnTo>
                    <a:pt x="382646" y="382646"/>
                  </a:lnTo>
                  <a:lnTo>
                    <a:pt x="437310" y="437310"/>
                  </a:lnTo>
                  <a:lnTo>
                    <a:pt x="491974" y="491974"/>
                  </a:lnTo>
                  <a:lnTo>
                    <a:pt x="546638" y="546638"/>
                  </a:lnTo>
                  <a:lnTo>
                    <a:pt x="601301" y="601301"/>
                  </a:lnTo>
                  <a:lnTo>
                    <a:pt x="655965" y="655965"/>
                  </a:lnTo>
                  <a:lnTo>
                    <a:pt x="710629" y="710629"/>
                  </a:lnTo>
                  <a:lnTo>
                    <a:pt x="765293" y="765293"/>
                  </a:lnTo>
                  <a:lnTo>
                    <a:pt x="819957" y="819957"/>
                  </a:lnTo>
                  <a:lnTo>
                    <a:pt x="874621" y="874621"/>
                  </a:lnTo>
                  <a:lnTo>
                    <a:pt x="929284" y="929284"/>
                  </a:lnTo>
                  <a:lnTo>
                    <a:pt x="983948" y="983948"/>
                  </a:lnTo>
                  <a:lnTo>
                    <a:pt x="1038612" y="1038612"/>
                  </a:lnTo>
                  <a:lnTo>
                    <a:pt x="1093276" y="1093276"/>
                  </a:lnTo>
                  <a:lnTo>
                    <a:pt x="1147940" y="1147940"/>
                  </a:lnTo>
                  <a:lnTo>
                    <a:pt x="1202603" y="1202603"/>
                  </a:lnTo>
                  <a:lnTo>
                    <a:pt x="1257267" y="1257267"/>
                  </a:lnTo>
                  <a:lnTo>
                    <a:pt x="1311931" y="1311931"/>
                  </a:lnTo>
                  <a:lnTo>
                    <a:pt x="1366595" y="1366595"/>
                  </a:lnTo>
                  <a:lnTo>
                    <a:pt x="1421259" y="1421259"/>
                  </a:lnTo>
                  <a:lnTo>
                    <a:pt x="1475923" y="1475923"/>
                  </a:lnTo>
                  <a:lnTo>
                    <a:pt x="1530586" y="1530586"/>
                  </a:lnTo>
                  <a:lnTo>
                    <a:pt x="1585250" y="15852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717020" y="3862700"/>
              <a:ext cx="0" cy="2241883"/>
            </a:xfrm>
            <a:custGeom>
              <a:avLst/>
              <a:pathLst>
                <a:path w="0" h="2241883">
                  <a:moveTo>
                    <a:pt x="0" y="0"/>
                  </a:moveTo>
                  <a:lnTo>
                    <a:pt x="0" y="77306"/>
                  </a:lnTo>
                  <a:lnTo>
                    <a:pt x="0" y="154612"/>
                  </a:lnTo>
                  <a:lnTo>
                    <a:pt x="0" y="231918"/>
                  </a:lnTo>
                  <a:lnTo>
                    <a:pt x="0" y="309225"/>
                  </a:lnTo>
                  <a:lnTo>
                    <a:pt x="0" y="386531"/>
                  </a:lnTo>
                  <a:lnTo>
                    <a:pt x="0" y="463837"/>
                  </a:lnTo>
                  <a:lnTo>
                    <a:pt x="0" y="541144"/>
                  </a:lnTo>
                  <a:lnTo>
                    <a:pt x="0" y="618450"/>
                  </a:lnTo>
                  <a:lnTo>
                    <a:pt x="0" y="695756"/>
                  </a:lnTo>
                  <a:lnTo>
                    <a:pt x="0" y="773063"/>
                  </a:lnTo>
                  <a:lnTo>
                    <a:pt x="0" y="850369"/>
                  </a:lnTo>
                  <a:lnTo>
                    <a:pt x="0" y="927675"/>
                  </a:lnTo>
                  <a:lnTo>
                    <a:pt x="0" y="1004982"/>
                  </a:lnTo>
                  <a:lnTo>
                    <a:pt x="0" y="1082288"/>
                  </a:lnTo>
                  <a:lnTo>
                    <a:pt x="0" y="1159594"/>
                  </a:lnTo>
                  <a:lnTo>
                    <a:pt x="0" y="1236900"/>
                  </a:lnTo>
                  <a:lnTo>
                    <a:pt x="0" y="1314207"/>
                  </a:lnTo>
                  <a:lnTo>
                    <a:pt x="0" y="1391513"/>
                  </a:lnTo>
                  <a:lnTo>
                    <a:pt x="0" y="1468819"/>
                  </a:lnTo>
                  <a:lnTo>
                    <a:pt x="0" y="1546126"/>
                  </a:lnTo>
                  <a:lnTo>
                    <a:pt x="0" y="1623432"/>
                  </a:lnTo>
                  <a:lnTo>
                    <a:pt x="0" y="1700738"/>
                  </a:lnTo>
                  <a:lnTo>
                    <a:pt x="0" y="1778045"/>
                  </a:lnTo>
                  <a:lnTo>
                    <a:pt x="0" y="1855351"/>
                  </a:lnTo>
                  <a:lnTo>
                    <a:pt x="0" y="1932657"/>
                  </a:lnTo>
                  <a:lnTo>
                    <a:pt x="0" y="2009964"/>
                  </a:lnTo>
                  <a:lnTo>
                    <a:pt x="0" y="2087270"/>
                  </a:lnTo>
                  <a:lnTo>
                    <a:pt x="0" y="2164576"/>
                  </a:lnTo>
                  <a:lnTo>
                    <a:pt x="0" y="2241883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131770" y="3862700"/>
              <a:ext cx="1585250" cy="1585250"/>
            </a:xfrm>
            <a:custGeom>
              <a:avLst/>
              <a:pathLst>
                <a:path w="1585250" h="1585250">
                  <a:moveTo>
                    <a:pt x="1585250" y="0"/>
                  </a:moveTo>
                  <a:lnTo>
                    <a:pt x="1530586" y="54663"/>
                  </a:lnTo>
                  <a:lnTo>
                    <a:pt x="1475923" y="109327"/>
                  </a:lnTo>
                  <a:lnTo>
                    <a:pt x="1421259" y="163991"/>
                  </a:lnTo>
                  <a:lnTo>
                    <a:pt x="1366595" y="218655"/>
                  </a:lnTo>
                  <a:lnTo>
                    <a:pt x="1311931" y="273319"/>
                  </a:lnTo>
                  <a:lnTo>
                    <a:pt x="1257267" y="327982"/>
                  </a:lnTo>
                  <a:lnTo>
                    <a:pt x="1202603" y="382646"/>
                  </a:lnTo>
                  <a:lnTo>
                    <a:pt x="1147940" y="437310"/>
                  </a:lnTo>
                  <a:lnTo>
                    <a:pt x="1093276" y="491974"/>
                  </a:lnTo>
                  <a:lnTo>
                    <a:pt x="1038612" y="546638"/>
                  </a:lnTo>
                  <a:lnTo>
                    <a:pt x="983948" y="601301"/>
                  </a:lnTo>
                  <a:lnTo>
                    <a:pt x="929284" y="655965"/>
                  </a:lnTo>
                  <a:lnTo>
                    <a:pt x="874621" y="710629"/>
                  </a:lnTo>
                  <a:lnTo>
                    <a:pt x="819957" y="765293"/>
                  </a:lnTo>
                  <a:lnTo>
                    <a:pt x="765293" y="819957"/>
                  </a:lnTo>
                  <a:lnTo>
                    <a:pt x="710629" y="874621"/>
                  </a:lnTo>
                  <a:lnTo>
                    <a:pt x="655965" y="929284"/>
                  </a:lnTo>
                  <a:lnTo>
                    <a:pt x="601301" y="983948"/>
                  </a:lnTo>
                  <a:lnTo>
                    <a:pt x="546638" y="1038612"/>
                  </a:lnTo>
                  <a:lnTo>
                    <a:pt x="491974" y="1093276"/>
                  </a:lnTo>
                  <a:lnTo>
                    <a:pt x="437310" y="1147940"/>
                  </a:lnTo>
                  <a:lnTo>
                    <a:pt x="382646" y="1202603"/>
                  </a:lnTo>
                  <a:lnTo>
                    <a:pt x="327982" y="1257267"/>
                  </a:lnTo>
                  <a:lnTo>
                    <a:pt x="273319" y="1311931"/>
                  </a:lnTo>
                  <a:lnTo>
                    <a:pt x="218655" y="1366595"/>
                  </a:lnTo>
                  <a:lnTo>
                    <a:pt x="163991" y="1421259"/>
                  </a:lnTo>
                  <a:lnTo>
                    <a:pt x="109327" y="1475923"/>
                  </a:lnTo>
                  <a:lnTo>
                    <a:pt x="54663" y="1530586"/>
                  </a:lnTo>
                  <a:lnTo>
                    <a:pt x="0" y="15852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475137" y="3862700"/>
              <a:ext cx="2241883" cy="0"/>
            </a:xfrm>
            <a:custGeom>
              <a:avLst/>
              <a:pathLst>
                <a:path w="2241883" h="0">
                  <a:moveTo>
                    <a:pt x="2241883" y="0"/>
                  </a:moveTo>
                  <a:lnTo>
                    <a:pt x="2164576" y="0"/>
                  </a:lnTo>
                  <a:lnTo>
                    <a:pt x="2087270" y="0"/>
                  </a:lnTo>
                  <a:lnTo>
                    <a:pt x="2009964" y="0"/>
                  </a:lnTo>
                  <a:lnTo>
                    <a:pt x="1932657" y="0"/>
                  </a:lnTo>
                  <a:lnTo>
                    <a:pt x="1855351" y="0"/>
                  </a:lnTo>
                  <a:lnTo>
                    <a:pt x="1778045" y="0"/>
                  </a:lnTo>
                  <a:lnTo>
                    <a:pt x="1700738" y="0"/>
                  </a:lnTo>
                  <a:lnTo>
                    <a:pt x="1623432" y="0"/>
                  </a:lnTo>
                  <a:lnTo>
                    <a:pt x="1546126" y="0"/>
                  </a:lnTo>
                  <a:lnTo>
                    <a:pt x="1468819" y="0"/>
                  </a:lnTo>
                  <a:lnTo>
                    <a:pt x="1391513" y="0"/>
                  </a:lnTo>
                  <a:lnTo>
                    <a:pt x="1314207" y="0"/>
                  </a:lnTo>
                  <a:lnTo>
                    <a:pt x="1236900" y="0"/>
                  </a:lnTo>
                  <a:lnTo>
                    <a:pt x="1159594" y="0"/>
                  </a:lnTo>
                  <a:lnTo>
                    <a:pt x="1082288" y="0"/>
                  </a:lnTo>
                  <a:lnTo>
                    <a:pt x="1004982" y="0"/>
                  </a:lnTo>
                  <a:lnTo>
                    <a:pt x="927675" y="0"/>
                  </a:lnTo>
                  <a:lnTo>
                    <a:pt x="850369" y="0"/>
                  </a:lnTo>
                  <a:lnTo>
                    <a:pt x="773063" y="0"/>
                  </a:lnTo>
                  <a:lnTo>
                    <a:pt x="695756" y="0"/>
                  </a:lnTo>
                  <a:lnTo>
                    <a:pt x="618450" y="0"/>
                  </a:lnTo>
                  <a:lnTo>
                    <a:pt x="541144" y="0"/>
                  </a:lnTo>
                  <a:lnTo>
                    <a:pt x="463837" y="0"/>
                  </a:lnTo>
                  <a:lnTo>
                    <a:pt x="386531" y="0"/>
                  </a:lnTo>
                  <a:lnTo>
                    <a:pt x="309225" y="0"/>
                  </a:lnTo>
                  <a:lnTo>
                    <a:pt x="231918" y="0"/>
                  </a:lnTo>
                  <a:lnTo>
                    <a:pt x="154612" y="0"/>
                  </a:lnTo>
                  <a:lnTo>
                    <a:pt x="7730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131770" y="2277450"/>
              <a:ext cx="1585250" cy="1585250"/>
            </a:xfrm>
            <a:custGeom>
              <a:avLst/>
              <a:pathLst>
                <a:path w="1585250" h="1585250">
                  <a:moveTo>
                    <a:pt x="1585250" y="1585250"/>
                  </a:moveTo>
                  <a:lnTo>
                    <a:pt x="1530586" y="1530586"/>
                  </a:lnTo>
                  <a:lnTo>
                    <a:pt x="1475923" y="1475923"/>
                  </a:lnTo>
                  <a:lnTo>
                    <a:pt x="1421259" y="1421259"/>
                  </a:lnTo>
                  <a:lnTo>
                    <a:pt x="1366595" y="1366595"/>
                  </a:lnTo>
                  <a:lnTo>
                    <a:pt x="1311931" y="1311931"/>
                  </a:lnTo>
                  <a:lnTo>
                    <a:pt x="1257267" y="1257267"/>
                  </a:lnTo>
                  <a:lnTo>
                    <a:pt x="1202603" y="1202603"/>
                  </a:lnTo>
                  <a:lnTo>
                    <a:pt x="1147940" y="1147940"/>
                  </a:lnTo>
                  <a:lnTo>
                    <a:pt x="1093276" y="1093276"/>
                  </a:lnTo>
                  <a:lnTo>
                    <a:pt x="1038612" y="1038612"/>
                  </a:lnTo>
                  <a:lnTo>
                    <a:pt x="983948" y="983948"/>
                  </a:lnTo>
                  <a:lnTo>
                    <a:pt x="929284" y="929284"/>
                  </a:lnTo>
                  <a:lnTo>
                    <a:pt x="874621" y="874621"/>
                  </a:lnTo>
                  <a:lnTo>
                    <a:pt x="819957" y="819957"/>
                  </a:lnTo>
                  <a:lnTo>
                    <a:pt x="765293" y="765293"/>
                  </a:lnTo>
                  <a:lnTo>
                    <a:pt x="710629" y="710629"/>
                  </a:lnTo>
                  <a:lnTo>
                    <a:pt x="655965" y="655965"/>
                  </a:lnTo>
                  <a:lnTo>
                    <a:pt x="601301" y="601301"/>
                  </a:lnTo>
                  <a:lnTo>
                    <a:pt x="546638" y="546638"/>
                  </a:lnTo>
                  <a:lnTo>
                    <a:pt x="491974" y="491974"/>
                  </a:lnTo>
                  <a:lnTo>
                    <a:pt x="437310" y="437310"/>
                  </a:lnTo>
                  <a:lnTo>
                    <a:pt x="382646" y="382646"/>
                  </a:lnTo>
                  <a:lnTo>
                    <a:pt x="327982" y="327982"/>
                  </a:lnTo>
                  <a:lnTo>
                    <a:pt x="273319" y="273319"/>
                  </a:lnTo>
                  <a:lnTo>
                    <a:pt x="218655" y="218655"/>
                  </a:lnTo>
                  <a:lnTo>
                    <a:pt x="163991" y="163991"/>
                  </a:lnTo>
                  <a:lnTo>
                    <a:pt x="109327" y="109327"/>
                  </a:lnTo>
                  <a:lnTo>
                    <a:pt x="54663" y="54663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584981" y="1301903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266295" y="2040614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131057" y="3824021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257197" y="5607428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575883" y="6346140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681422" y="5607428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072829" y="3824021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2690520" y="2040614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674094" y="2709938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1624625" y="1588996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2026-09-24T14:02:14Z</dcterms:modified>
  <cp:category/>
</cp:coreProperties>
</file>