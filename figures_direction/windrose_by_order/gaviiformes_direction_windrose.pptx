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51717" y="348278"/>
              <a:ext cx="73060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40034" y="723281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1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502562" y="3862700"/>
              <a:ext cx="1799709" cy="1632264"/>
            </a:xfrm>
            <a:custGeom>
              <a:avLst/>
              <a:pathLst>
                <a:path w="1799709" h="1632264">
                  <a:moveTo>
                    <a:pt x="214458" y="0"/>
                  </a:moveTo>
                  <a:lnTo>
                    <a:pt x="284496" y="1719"/>
                  </a:lnTo>
                  <a:lnTo>
                    <a:pt x="354407" y="6875"/>
                  </a:lnTo>
                  <a:lnTo>
                    <a:pt x="424065" y="15461"/>
                  </a:lnTo>
                  <a:lnTo>
                    <a:pt x="493344" y="27467"/>
                  </a:lnTo>
                  <a:lnTo>
                    <a:pt x="562118" y="42879"/>
                  </a:lnTo>
                  <a:lnTo>
                    <a:pt x="630261" y="61678"/>
                  </a:lnTo>
                  <a:lnTo>
                    <a:pt x="697650" y="83841"/>
                  </a:lnTo>
                  <a:lnTo>
                    <a:pt x="764159" y="109342"/>
                  </a:lnTo>
                  <a:lnTo>
                    <a:pt x="829667" y="138149"/>
                  </a:lnTo>
                  <a:lnTo>
                    <a:pt x="894051" y="170229"/>
                  </a:lnTo>
                  <a:lnTo>
                    <a:pt x="957189" y="205541"/>
                  </a:lnTo>
                  <a:lnTo>
                    <a:pt x="1018964" y="244044"/>
                  </a:lnTo>
                  <a:lnTo>
                    <a:pt x="1079255" y="285690"/>
                  </a:lnTo>
                  <a:lnTo>
                    <a:pt x="1137947" y="330429"/>
                  </a:lnTo>
                  <a:lnTo>
                    <a:pt x="1194924" y="378207"/>
                  </a:lnTo>
                  <a:lnTo>
                    <a:pt x="1250073" y="428965"/>
                  </a:lnTo>
                  <a:lnTo>
                    <a:pt x="1303282" y="482642"/>
                  </a:lnTo>
                  <a:lnTo>
                    <a:pt x="1354442" y="539172"/>
                  </a:lnTo>
                  <a:lnTo>
                    <a:pt x="1403445" y="598485"/>
                  </a:lnTo>
                  <a:lnTo>
                    <a:pt x="1450186" y="660510"/>
                  </a:lnTo>
                  <a:lnTo>
                    <a:pt x="1494561" y="725169"/>
                  </a:lnTo>
                  <a:lnTo>
                    <a:pt x="1536470" y="792383"/>
                  </a:lnTo>
                  <a:lnTo>
                    <a:pt x="1575816" y="862070"/>
                  </a:lnTo>
                  <a:lnTo>
                    <a:pt x="1612501" y="934142"/>
                  </a:lnTo>
                  <a:lnTo>
                    <a:pt x="1646434" y="1008511"/>
                  </a:lnTo>
                  <a:lnTo>
                    <a:pt x="1677525" y="1085084"/>
                  </a:lnTo>
                  <a:lnTo>
                    <a:pt x="1705685" y="1163765"/>
                  </a:lnTo>
                  <a:lnTo>
                    <a:pt x="1730832" y="1244456"/>
                  </a:lnTo>
                  <a:lnTo>
                    <a:pt x="1752884" y="1327055"/>
                  </a:lnTo>
                  <a:lnTo>
                    <a:pt x="1771763" y="1411459"/>
                  </a:lnTo>
                  <a:lnTo>
                    <a:pt x="1787395" y="1497560"/>
                  </a:lnTo>
                  <a:lnTo>
                    <a:pt x="1799709" y="1585250"/>
                  </a:lnTo>
                  <a:lnTo>
                    <a:pt x="1707398" y="1603530"/>
                  </a:lnTo>
                  <a:lnTo>
                    <a:pt x="1615846" y="1617288"/>
                  </a:lnTo>
                  <a:lnTo>
                    <a:pt x="1525258" y="1626603"/>
                  </a:lnTo>
                  <a:lnTo>
                    <a:pt x="1435831" y="1631563"/>
                  </a:lnTo>
                  <a:lnTo>
                    <a:pt x="1347760" y="1632264"/>
                  </a:lnTo>
                  <a:lnTo>
                    <a:pt x="1261231" y="1628811"/>
                  </a:lnTo>
                  <a:lnTo>
                    <a:pt x="1176429" y="1621315"/>
                  </a:lnTo>
                  <a:lnTo>
                    <a:pt x="1093529" y="1609898"/>
                  </a:lnTo>
                  <a:lnTo>
                    <a:pt x="1012701" y="1594686"/>
                  </a:lnTo>
                  <a:lnTo>
                    <a:pt x="934108" y="1575813"/>
                  </a:lnTo>
                  <a:lnTo>
                    <a:pt x="857907" y="1553422"/>
                  </a:lnTo>
                  <a:lnTo>
                    <a:pt x="784246" y="1527659"/>
                  </a:lnTo>
                  <a:lnTo>
                    <a:pt x="713266" y="1498678"/>
                  </a:lnTo>
                  <a:lnTo>
                    <a:pt x="645102" y="1466639"/>
                  </a:lnTo>
                  <a:lnTo>
                    <a:pt x="579879" y="1431706"/>
                  </a:lnTo>
                  <a:lnTo>
                    <a:pt x="517715" y="1394049"/>
                  </a:lnTo>
                  <a:lnTo>
                    <a:pt x="458718" y="1353842"/>
                  </a:lnTo>
                  <a:lnTo>
                    <a:pt x="402989" y="1311265"/>
                  </a:lnTo>
                  <a:lnTo>
                    <a:pt x="350621" y="1266498"/>
                  </a:lnTo>
                  <a:lnTo>
                    <a:pt x="301695" y="1219729"/>
                  </a:lnTo>
                  <a:lnTo>
                    <a:pt x="256286" y="1171146"/>
                  </a:lnTo>
                  <a:lnTo>
                    <a:pt x="214458" y="1120941"/>
                  </a:lnTo>
                  <a:lnTo>
                    <a:pt x="170573" y="1061037"/>
                  </a:lnTo>
                  <a:lnTo>
                    <a:pt x="131635" y="999522"/>
                  </a:lnTo>
                  <a:lnTo>
                    <a:pt x="97698" y="936701"/>
                  </a:lnTo>
                  <a:lnTo>
                    <a:pt x="68799" y="872884"/>
                  </a:lnTo>
                  <a:lnTo>
                    <a:pt x="44959" y="808377"/>
                  </a:lnTo>
                  <a:lnTo>
                    <a:pt x="26180" y="743491"/>
                  </a:lnTo>
                  <a:lnTo>
                    <a:pt x="12451" y="678531"/>
                  </a:lnTo>
                  <a:lnTo>
                    <a:pt x="3739" y="613803"/>
                  </a:lnTo>
                  <a:lnTo>
                    <a:pt x="0" y="549610"/>
                  </a:lnTo>
                  <a:lnTo>
                    <a:pt x="1169" y="486250"/>
                  </a:lnTo>
                  <a:lnTo>
                    <a:pt x="7168" y="424018"/>
                  </a:lnTo>
                  <a:lnTo>
                    <a:pt x="17902" y="363203"/>
                  </a:lnTo>
                  <a:lnTo>
                    <a:pt x="33260" y="304089"/>
                  </a:lnTo>
                  <a:lnTo>
                    <a:pt x="53117" y="246951"/>
                  </a:lnTo>
                  <a:lnTo>
                    <a:pt x="77331" y="192058"/>
                  </a:lnTo>
                  <a:lnTo>
                    <a:pt x="105748" y="139670"/>
                  </a:lnTo>
                  <a:lnTo>
                    <a:pt x="138199" y="90039"/>
                  </a:lnTo>
                  <a:lnTo>
                    <a:pt x="174500" y="43405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02562" y="3862700"/>
              <a:ext cx="1799709" cy="1632264"/>
            </a:xfrm>
            <a:custGeom>
              <a:avLst/>
              <a:pathLst>
                <a:path w="1799709" h="1632264">
                  <a:moveTo>
                    <a:pt x="214458" y="0"/>
                  </a:moveTo>
                  <a:lnTo>
                    <a:pt x="214458" y="0"/>
                  </a:lnTo>
                  <a:lnTo>
                    <a:pt x="214458" y="0"/>
                  </a:lnTo>
                  <a:lnTo>
                    <a:pt x="284496" y="1719"/>
                  </a:lnTo>
                  <a:lnTo>
                    <a:pt x="354407" y="6875"/>
                  </a:lnTo>
                  <a:lnTo>
                    <a:pt x="424065" y="15461"/>
                  </a:lnTo>
                  <a:lnTo>
                    <a:pt x="493344" y="27467"/>
                  </a:lnTo>
                  <a:lnTo>
                    <a:pt x="562118" y="42879"/>
                  </a:lnTo>
                  <a:lnTo>
                    <a:pt x="630261" y="61678"/>
                  </a:lnTo>
                  <a:lnTo>
                    <a:pt x="697650" y="83841"/>
                  </a:lnTo>
                  <a:lnTo>
                    <a:pt x="764159" y="109342"/>
                  </a:lnTo>
                  <a:lnTo>
                    <a:pt x="829667" y="138149"/>
                  </a:lnTo>
                  <a:lnTo>
                    <a:pt x="894051" y="170229"/>
                  </a:lnTo>
                  <a:lnTo>
                    <a:pt x="957189" y="205541"/>
                  </a:lnTo>
                  <a:lnTo>
                    <a:pt x="1018964" y="244044"/>
                  </a:lnTo>
                  <a:lnTo>
                    <a:pt x="1079255" y="285690"/>
                  </a:lnTo>
                  <a:lnTo>
                    <a:pt x="1137947" y="330429"/>
                  </a:lnTo>
                  <a:lnTo>
                    <a:pt x="1194924" y="378207"/>
                  </a:lnTo>
                  <a:lnTo>
                    <a:pt x="1250073" y="428965"/>
                  </a:lnTo>
                  <a:lnTo>
                    <a:pt x="1303282" y="482642"/>
                  </a:lnTo>
                  <a:lnTo>
                    <a:pt x="1354442" y="539172"/>
                  </a:lnTo>
                  <a:lnTo>
                    <a:pt x="1403445" y="598485"/>
                  </a:lnTo>
                  <a:lnTo>
                    <a:pt x="1450186" y="660510"/>
                  </a:lnTo>
                  <a:lnTo>
                    <a:pt x="1494561" y="725169"/>
                  </a:lnTo>
                  <a:lnTo>
                    <a:pt x="1536470" y="792383"/>
                  </a:lnTo>
                  <a:lnTo>
                    <a:pt x="1575816" y="862070"/>
                  </a:lnTo>
                  <a:lnTo>
                    <a:pt x="1612501" y="934142"/>
                  </a:lnTo>
                  <a:lnTo>
                    <a:pt x="1646434" y="1008511"/>
                  </a:lnTo>
                  <a:lnTo>
                    <a:pt x="1677525" y="1085084"/>
                  </a:lnTo>
                  <a:lnTo>
                    <a:pt x="1705685" y="1163765"/>
                  </a:lnTo>
                  <a:lnTo>
                    <a:pt x="1730832" y="1244456"/>
                  </a:lnTo>
                  <a:lnTo>
                    <a:pt x="1752884" y="1327055"/>
                  </a:lnTo>
                  <a:lnTo>
                    <a:pt x="1771763" y="1411459"/>
                  </a:lnTo>
                  <a:lnTo>
                    <a:pt x="1787395" y="1497560"/>
                  </a:lnTo>
                  <a:lnTo>
                    <a:pt x="1799709" y="1585250"/>
                  </a:lnTo>
                  <a:lnTo>
                    <a:pt x="1707398" y="1603530"/>
                  </a:lnTo>
                  <a:lnTo>
                    <a:pt x="1615846" y="1617288"/>
                  </a:lnTo>
                  <a:lnTo>
                    <a:pt x="1525258" y="1626603"/>
                  </a:lnTo>
                  <a:lnTo>
                    <a:pt x="1435831" y="1631563"/>
                  </a:lnTo>
                  <a:lnTo>
                    <a:pt x="1347760" y="1632264"/>
                  </a:lnTo>
                  <a:lnTo>
                    <a:pt x="1261231" y="1628811"/>
                  </a:lnTo>
                  <a:lnTo>
                    <a:pt x="1176429" y="1621315"/>
                  </a:lnTo>
                  <a:lnTo>
                    <a:pt x="1093529" y="1609898"/>
                  </a:lnTo>
                  <a:lnTo>
                    <a:pt x="1012701" y="1594686"/>
                  </a:lnTo>
                  <a:lnTo>
                    <a:pt x="934108" y="1575813"/>
                  </a:lnTo>
                  <a:lnTo>
                    <a:pt x="857907" y="1553422"/>
                  </a:lnTo>
                  <a:lnTo>
                    <a:pt x="784246" y="1527659"/>
                  </a:lnTo>
                  <a:lnTo>
                    <a:pt x="713266" y="1498678"/>
                  </a:lnTo>
                  <a:lnTo>
                    <a:pt x="645102" y="1466639"/>
                  </a:lnTo>
                  <a:lnTo>
                    <a:pt x="579879" y="1431706"/>
                  </a:lnTo>
                  <a:lnTo>
                    <a:pt x="517715" y="1394049"/>
                  </a:lnTo>
                  <a:lnTo>
                    <a:pt x="458718" y="1353842"/>
                  </a:lnTo>
                  <a:lnTo>
                    <a:pt x="402989" y="1311265"/>
                  </a:lnTo>
                  <a:lnTo>
                    <a:pt x="350621" y="1266498"/>
                  </a:lnTo>
                  <a:lnTo>
                    <a:pt x="301695" y="1219729"/>
                  </a:lnTo>
                  <a:lnTo>
                    <a:pt x="256286" y="1171146"/>
                  </a:lnTo>
                  <a:lnTo>
                    <a:pt x="214458" y="1120941"/>
                  </a:lnTo>
                  <a:lnTo>
                    <a:pt x="170573" y="1061037"/>
                  </a:lnTo>
                  <a:lnTo>
                    <a:pt x="131635" y="999522"/>
                  </a:lnTo>
                  <a:lnTo>
                    <a:pt x="97698" y="936701"/>
                  </a:lnTo>
                  <a:lnTo>
                    <a:pt x="68799" y="872884"/>
                  </a:lnTo>
                  <a:lnTo>
                    <a:pt x="44959" y="808377"/>
                  </a:lnTo>
                  <a:lnTo>
                    <a:pt x="26180" y="743491"/>
                  </a:lnTo>
                  <a:lnTo>
                    <a:pt x="12451" y="678531"/>
                  </a:lnTo>
                  <a:lnTo>
                    <a:pt x="3739" y="613803"/>
                  </a:lnTo>
                  <a:lnTo>
                    <a:pt x="0" y="549610"/>
                  </a:lnTo>
                  <a:lnTo>
                    <a:pt x="1169" y="486250"/>
                  </a:lnTo>
                  <a:lnTo>
                    <a:pt x="7168" y="424018"/>
                  </a:lnTo>
                  <a:lnTo>
                    <a:pt x="17902" y="363203"/>
                  </a:lnTo>
                  <a:lnTo>
                    <a:pt x="33260" y="304089"/>
                  </a:lnTo>
                  <a:lnTo>
                    <a:pt x="53117" y="246951"/>
                  </a:lnTo>
                  <a:lnTo>
                    <a:pt x="77331" y="192058"/>
                  </a:lnTo>
                  <a:lnTo>
                    <a:pt x="105748" y="139670"/>
                  </a:lnTo>
                  <a:lnTo>
                    <a:pt x="138199" y="90039"/>
                  </a:lnTo>
                  <a:lnTo>
                    <a:pt x="174500" y="43405"/>
                  </a:lnTo>
                  <a:lnTo>
                    <a:pt x="214458" y="0"/>
                  </a:lnTo>
                  <a:lnTo>
                    <a:pt x="214458" y="0"/>
                  </a:lnTo>
                  <a:lnTo>
                    <a:pt x="214458" y="0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270670" y="5416350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952041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2026-09-24T14:02:24Z</dcterms:modified>
  <cp:category/>
</cp:coreProperties>
</file>