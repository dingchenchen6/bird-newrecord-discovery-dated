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69589" y="69589"/>
              <a:ext cx="9004821" cy="952800"/>
            </a:xfrm>
            <a:prstGeom prst="rect">
              <a:avLst/>
            </a:prstGeom>
            <a:noFill/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69589" y="1022389"/>
              <a:ext cx="9004821" cy="576602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397588" y="69589"/>
              <a:ext cx="8638865" cy="952800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tx8"/>
            <p:cNvSpPr/>
            <p:nvPr/>
          </p:nvSpPr>
          <p:spPr>
            <a:xfrm>
              <a:off x="4344814" y="348278"/>
              <a:ext cx="744413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1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Strigiformes</a:t>
              </a:r>
            </a:p>
          </p:txBody>
        </p:sp>
        <p:sp>
          <p:nvSpPr>
            <p:cNvPr id="9" name="tx9"/>
            <p:cNvSpPr/>
            <p:nvPr/>
          </p:nvSpPr>
          <p:spPr>
            <a:xfrm>
              <a:off x="4089833" y="723281"/>
              <a:ext cx="1254373" cy="646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11" i="0" b="0">
                  <a:solidFill>
                    <a:srgbClr val="444444">
                      <a:alpha val="100000"/>
                    </a:srgbClr>
                  </a:solidFill>
                  <a:latin typeface="Arial"/>
                  <a:cs typeface="Arial"/>
                </a:rPr>
                <a:t>new records = 14, species = 10</a:t>
              </a:r>
            </a:p>
          </p:txBody>
        </p:sp>
        <p:sp>
          <p:nvSpPr>
            <p:cNvPr id="10" name="rc10"/>
            <p:cNvSpPr/>
            <p:nvPr/>
          </p:nvSpPr>
          <p:spPr>
            <a:xfrm>
              <a:off x="1914666" y="1060346"/>
              <a:ext cx="5604707" cy="560470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717020" y="1340582"/>
              <a:ext cx="0" cy="2522118"/>
            </a:xfrm>
            <a:custGeom>
              <a:avLst/>
              <a:pathLst>
                <a:path w="0" h="2522118">
                  <a:moveTo>
                    <a:pt x="0" y="2522118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717020" y="2079293"/>
              <a:ext cx="1783407" cy="1783407"/>
            </a:xfrm>
            <a:custGeom>
              <a:avLst/>
              <a:pathLst>
                <a:path w="1783407" h="1783407">
                  <a:moveTo>
                    <a:pt x="0" y="1783407"/>
                  </a:moveTo>
                  <a:lnTo>
                    <a:pt x="1783407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4717020" y="3862700"/>
              <a:ext cx="2522118" cy="0"/>
            </a:xfrm>
            <a:custGeom>
              <a:avLst/>
              <a:pathLst>
                <a:path w="2522118" h="0">
                  <a:moveTo>
                    <a:pt x="0" y="0"/>
                  </a:moveTo>
                  <a:lnTo>
                    <a:pt x="2522118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4717020" y="3862700"/>
              <a:ext cx="1783407" cy="1783407"/>
            </a:xfrm>
            <a:custGeom>
              <a:avLst/>
              <a:pathLst>
                <a:path w="1783407" h="1783407">
                  <a:moveTo>
                    <a:pt x="0" y="0"/>
                  </a:moveTo>
                  <a:lnTo>
                    <a:pt x="1783407" y="1783407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4717020" y="3862700"/>
              <a:ext cx="0" cy="2522118"/>
            </a:xfrm>
            <a:custGeom>
              <a:avLst/>
              <a:pathLst>
                <a:path w="0" h="2522118">
                  <a:moveTo>
                    <a:pt x="0" y="0"/>
                  </a:moveTo>
                  <a:lnTo>
                    <a:pt x="0" y="2522118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2933613" y="3862700"/>
              <a:ext cx="1783407" cy="1783407"/>
            </a:xfrm>
            <a:custGeom>
              <a:avLst/>
              <a:pathLst>
                <a:path w="1783407" h="1783407">
                  <a:moveTo>
                    <a:pt x="1783407" y="0"/>
                  </a:moveTo>
                  <a:lnTo>
                    <a:pt x="0" y="1783407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194902" y="3862700"/>
              <a:ext cx="2522118" cy="0"/>
            </a:xfrm>
            <a:custGeom>
              <a:avLst/>
              <a:pathLst>
                <a:path w="2522118" h="0">
                  <a:moveTo>
                    <a:pt x="2522118" y="0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2933613" y="2079293"/>
              <a:ext cx="1783407" cy="1783407"/>
            </a:xfrm>
            <a:custGeom>
              <a:avLst/>
              <a:pathLst>
                <a:path w="1783407" h="1783407">
                  <a:moveTo>
                    <a:pt x="1783407" y="1783407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3596220" y="2741759"/>
              <a:ext cx="2241600" cy="2241318"/>
            </a:xfrm>
            <a:custGeom>
              <a:avLst/>
              <a:pathLst>
                <a:path w="2241600" h="2241318">
                  <a:moveTo>
                    <a:pt x="1120800" y="0"/>
                  </a:moveTo>
                  <a:lnTo>
                    <a:pt x="1191894" y="2256"/>
                  </a:lnTo>
                  <a:lnTo>
                    <a:pt x="1262703" y="9018"/>
                  </a:lnTo>
                  <a:lnTo>
                    <a:pt x="1332940" y="20256"/>
                  </a:lnTo>
                  <a:lnTo>
                    <a:pt x="1402322" y="35927"/>
                  </a:lnTo>
                  <a:lnTo>
                    <a:pt x="1470571" y="55967"/>
                  </a:lnTo>
                  <a:lnTo>
                    <a:pt x="1537412" y="80295"/>
                  </a:lnTo>
                  <a:lnTo>
                    <a:pt x="1602575" y="108813"/>
                  </a:lnTo>
                  <a:lnTo>
                    <a:pt x="1665798" y="141407"/>
                  </a:lnTo>
                  <a:lnTo>
                    <a:pt x="1726827" y="177945"/>
                  </a:lnTo>
                  <a:lnTo>
                    <a:pt x="1785415" y="218280"/>
                  </a:lnTo>
                  <a:lnTo>
                    <a:pt x="1841327" y="262250"/>
                  </a:lnTo>
                  <a:lnTo>
                    <a:pt x="1894338" y="309677"/>
                  </a:lnTo>
                  <a:lnTo>
                    <a:pt x="1944234" y="360372"/>
                  </a:lnTo>
                  <a:lnTo>
                    <a:pt x="1990815" y="414128"/>
                  </a:lnTo>
                  <a:lnTo>
                    <a:pt x="2033892" y="470731"/>
                  </a:lnTo>
                  <a:lnTo>
                    <a:pt x="2073292" y="529952"/>
                  </a:lnTo>
                  <a:lnTo>
                    <a:pt x="2108858" y="591553"/>
                  </a:lnTo>
                  <a:lnTo>
                    <a:pt x="2140444" y="655285"/>
                  </a:lnTo>
                  <a:lnTo>
                    <a:pt x="2167925" y="720892"/>
                  </a:lnTo>
                  <a:lnTo>
                    <a:pt x="2191189" y="788111"/>
                  </a:lnTo>
                  <a:lnTo>
                    <a:pt x="2210144" y="856669"/>
                  </a:lnTo>
                  <a:lnTo>
                    <a:pt x="2224712" y="926292"/>
                  </a:lnTo>
                  <a:lnTo>
                    <a:pt x="2234835" y="996698"/>
                  </a:lnTo>
                  <a:lnTo>
                    <a:pt x="2240472" y="1067604"/>
                  </a:lnTo>
                  <a:lnTo>
                    <a:pt x="2241600" y="1138726"/>
                  </a:lnTo>
                  <a:lnTo>
                    <a:pt x="2238216" y="1209776"/>
                  </a:lnTo>
                  <a:lnTo>
                    <a:pt x="2230332" y="1280468"/>
                  </a:lnTo>
                  <a:lnTo>
                    <a:pt x="2217980" y="1350517"/>
                  </a:lnTo>
                  <a:lnTo>
                    <a:pt x="2201211" y="1419643"/>
                  </a:lnTo>
                  <a:lnTo>
                    <a:pt x="2180091" y="1487565"/>
                  </a:lnTo>
                  <a:lnTo>
                    <a:pt x="2154705" y="1554011"/>
                  </a:lnTo>
                  <a:lnTo>
                    <a:pt x="2125157" y="1618714"/>
                  </a:lnTo>
                  <a:lnTo>
                    <a:pt x="2091564" y="1681412"/>
                  </a:lnTo>
                  <a:lnTo>
                    <a:pt x="2054062" y="1741853"/>
                  </a:lnTo>
                  <a:lnTo>
                    <a:pt x="2012802" y="1799794"/>
                  </a:lnTo>
                  <a:lnTo>
                    <a:pt x="1967951" y="1855002"/>
                  </a:lnTo>
                  <a:lnTo>
                    <a:pt x="1919688" y="1907253"/>
                  </a:lnTo>
                  <a:lnTo>
                    <a:pt x="1868209" y="1956339"/>
                  </a:lnTo>
                  <a:lnTo>
                    <a:pt x="1813720" y="2002061"/>
                  </a:lnTo>
                  <a:lnTo>
                    <a:pt x="1756441" y="2044234"/>
                  </a:lnTo>
                  <a:lnTo>
                    <a:pt x="1696602" y="2082690"/>
                  </a:lnTo>
                  <a:lnTo>
                    <a:pt x="1634445" y="2117274"/>
                  </a:lnTo>
                  <a:lnTo>
                    <a:pt x="1570220" y="2147845"/>
                  </a:lnTo>
                  <a:lnTo>
                    <a:pt x="1504185" y="2174281"/>
                  </a:lnTo>
                  <a:lnTo>
                    <a:pt x="1436606" y="2196477"/>
                  </a:lnTo>
                  <a:lnTo>
                    <a:pt x="1367755" y="2214341"/>
                  </a:lnTo>
                  <a:lnTo>
                    <a:pt x="1297910" y="2227802"/>
                  </a:lnTo>
                  <a:lnTo>
                    <a:pt x="1227352" y="2236807"/>
                  </a:lnTo>
                  <a:lnTo>
                    <a:pt x="1156365" y="2241318"/>
                  </a:lnTo>
                  <a:lnTo>
                    <a:pt x="1085235" y="2241318"/>
                  </a:lnTo>
                  <a:lnTo>
                    <a:pt x="1014248" y="2236807"/>
                  </a:lnTo>
                  <a:lnTo>
                    <a:pt x="943690" y="2227802"/>
                  </a:lnTo>
                  <a:lnTo>
                    <a:pt x="873845" y="2214341"/>
                  </a:lnTo>
                  <a:lnTo>
                    <a:pt x="804994" y="2196477"/>
                  </a:lnTo>
                  <a:lnTo>
                    <a:pt x="737415" y="2174281"/>
                  </a:lnTo>
                  <a:lnTo>
                    <a:pt x="671380" y="2147845"/>
                  </a:lnTo>
                  <a:lnTo>
                    <a:pt x="607155" y="2117274"/>
                  </a:lnTo>
                  <a:lnTo>
                    <a:pt x="544998" y="2082690"/>
                  </a:lnTo>
                  <a:lnTo>
                    <a:pt x="485159" y="2044234"/>
                  </a:lnTo>
                  <a:lnTo>
                    <a:pt x="427880" y="2002061"/>
                  </a:lnTo>
                  <a:lnTo>
                    <a:pt x="373391" y="1956339"/>
                  </a:lnTo>
                  <a:lnTo>
                    <a:pt x="321911" y="1907253"/>
                  </a:lnTo>
                  <a:lnTo>
                    <a:pt x="273649" y="1855002"/>
                  </a:lnTo>
                  <a:lnTo>
                    <a:pt x="228797" y="1799794"/>
                  </a:lnTo>
                  <a:lnTo>
                    <a:pt x="187538" y="1741853"/>
                  </a:lnTo>
                  <a:lnTo>
                    <a:pt x="150036" y="1681412"/>
                  </a:lnTo>
                  <a:lnTo>
                    <a:pt x="116443" y="1618714"/>
                  </a:lnTo>
                  <a:lnTo>
                    <a:pt x="86895" y="1554011"/>
                  </a:lnTo>
                  <a:lnTo>
                    <a:pt x="61509" y="1487565"/>
                  </a:lnTo>
                  <a:lnTo>
                    <a:pt x="40389" y="1419643"/>
                  </a:lnTo>
                  <a:lnTo>
                    <a:pt x="23620" y="1350517"/>
                  </a:lnTo>
                  <a:lnTo>
                    <a:pt x="11268" y="1280468"/>
                  </a:lnTo>
                  <a:lnTo>
                    <a:pt x="3384" y="1209776"/>
                  </a:lnTo>
                  <a:lnTo>
                    <a:pt x="0" y="1138726"/>
                  </a:lnTo>
                  <a:lnTo>
                    <a:pt x="1128" y="1067604"/>
                  </a:lnTo>
                  <a:lnTo>
                    <a:pt x="6765" y="996698"/>
                  </a:lnTo>
                  <a:lnTo>
                    <a:pt x="16888" y="926292"/>
                  </a:lnTo>
                  <a:lnTo>
                    <a:pt x="31456" y="856669"/>
                  </a:lnTo>
                  <a:lnTo>
                    <a:pt x="50410" y="788111"/>
                  </a:lnTo>
                  <a:lnTo>
                    <a:pt x="73675" y="720892"/>
                  </a:lnTo>
                  <a:lnTo>
                    <a:pt x="101156" y="655285"/>
                  </a:lnTo>
                  <a:lnTo>
                    <a:pt x="132742" y="591553"/>
                  </a:lnTo>
                  <a:lnTo>
                    <a:pt x="168307" y="529952"/>
                  </a:lnTo>
                  <a:lnTo>
                    <a:pt x="207708" y="470731"/>
                  </a:lnTo>
                  <a:lnTo>
                    <a:pt x="250785" y="414128"/>
                  </a:lnTo>
                  <a:lnTo>
                    <a:pt x="297366" y="360372"/>
                  </a:lnTo>
                  <a:lnTo>
                    <a:pt x="347262" y="309677"/>
                  </a:lnTo>
                  <a:lnTo>
                    <a:pt x="400273" y="262250"/>
                  </a:lnTo>
                  <a:lnTo>
                    <a:pt x="456185" y="218280"/>
                  </a:lnTo>
                  <a:lnTo>
                    <a:pt x="514773" y="177945"/>
                  </a:lnTo>
                  <a:lnTo>
                    <a:pt x="575802" y="141407"/>
                  </a:lnTo>
                  <a:lnTo>
                    <a:pt x="639025" y="108813"/>
                  </a:lnTo>
                  <a:lnTo>
                    <a:pt x="704188" y="80295"/>
                  </a:lnTo>
                  <a:lnTo>
                    <a:pt x="771029" y="55967"/>
                  </a:lnTo>
                  <a:lnTo>
                    <a:pt x="839278" y="35927"/>
                  </a:lnTo>
                  <a:lnTo>
                    <a:pt x="908660" y="20256"/>
                  </a:lnTo>
                  <a:lnTo>
                    <a:pt x="978897" y="9018"/>
                  </a:lnTo>
                  <a:lnTo>
                    <a:pt x="1049705" y="2256"/>
                  </a:lnTo>
                  <a:lnTo>
                    <a:pt x="112080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2475419" y="1620817"/>
              <a:ext cx="4483201" cy="4482637"/>
            </a:xfrm>
            <a:custGeom>
              <a:avLst/>
              <a:pathLst>
                <a:path w="4483201" h="4482637">
                  <a:moveTo>
                    <a:pt x="2241600" y="0"/>
                  </a:moveTo>
                  <a:lnTo>
                    <a:pt x="2383789" y="4513"/>
                  </a:lnTo>
                  <a:lnTo>
                    <a:pt x="2525406" y="18036"/>
                  </a:lnTo>
                  <a:lnTo>
                    <a:pt x="2665880" y="40513"/>
                  </a:lnTo>
                  <a:lnTo>
                    <a:pt x="2804645" y="71855"/>
                  </a:lnTo>
                  <a:lnTo>
                    <a:pt x="2941143" y="111934"/>
                  </a:lnTo>
                  <a:lnTo>
                    <a:pt x="3074824" y="160590"/>
                  </a:lnTo>
                  <a:lnTo>
                    <a:pt x="3205150" y="217627"/>
                  </a:lnTo>
                  <a:lnTo>
                    <a:pt x="3331597" y="282814"/>
                  </a:lnTo>
                  <a:lnTo>
                    <a:pt x="3453654" y="355891"/>
                  </a:lnTo>
                  <a:lnTo>
                    <a:pt x="3570831" y="436561"/>
                  </a:lnTo>
                  <a:lnTo>
                    <a:pt x="3682655" y="524500"/>
                  </a:lnTo>
                  <a:lnTo>
                    <a:pt x="3788677" y="619355"/>
                  </a:lnTo>
                  <a:lnTo>
                    <a:pt x="3888469" y="720744"/>
                  </a:lnTo>
                  <a:lnTo>
                    <a:pt x="3981630" y="828257"/>
                  </a:lnTo>
                  <a:lnTo>
                    <a:pt x="4067784" y="941463"/>
                  </a:lnTo>
                  <a:lnTo>
                    <a:pt x="4146585" y="1059905"/>
                  </a:lnTo>
                  <a:lnTo>
                    <a:pt x="4217716" y="1183106"/>
                  </a:lnTo>
                  <a:lnTo>
                    <a:pt x="4280889" y="1310571"/>
                  </a:lnTo>
                  <a:lnTo>
                    <a:pt x="4335851" y="1441785"/>
                  </a:lnTo>
                  <a:lnTo>
                    <a:pt x="4382379" y="1576222"/>
                  </a:lnTo>
                  <a:lnTo>
                    <a:pt x="4420288" y="1713339"/>
                  </a:lnTo>
                  <a:lnTo>
                    <a:pt x="4449424" y="1852584"/>
                  </a:lnTo>
                  <a:lnTo>
                    <a:pt x="4469670" y="1993396"/>
                  </a:lnTo>
                  <a:lnTo>
                    <a:pt x="4480944" y="2135209"/>
                  </a:lnTo>
                  <a:lnTo>
                    <a:pt x="4483201" y="2277452"/>
                  </a:lnTo>
                  <a:lnTo>
                    <a:pt x="4476432" y="2419552"/>
                  </a:lnTo>
                  <a:lnTo>
                    <a:pt x="4460664" y="2560936"/>
                  </a:lnTo>
                  <a:lnTo>
                    <a:pt x="4435961" y="2701035"/>
                  </a:lnTo>
                  <a:lnTo>
                    <a:pt x="4402422" y="2839286"/>
                  </a:lnTo>
                  <a:lnTo>
                    <a:pt x="4360182" y="2975131"/>
                  </a:lnTo>
                  <a:lnTo>
                    <a:pt x="4309411" y="3108023"/>
                  </a:lnTo>
                  <a:lnTo>
                    <a:pt x="4250314" y="3237428"/>
                  </a:lnTo>
                  <a:lnTo>
                    <a:pt x="4183128" y="3362824"/>
                  </a:lnTo>
                  <a:lnTo>
                    <a:pt x="4108125" y="3483707"/>
                  </a:lnTo>
                  <a:lnTo>
                    <a:pt x="4025605" y="3599589"/>
                  </a:lnTo>
                  <a:lnTo>
                    <a:pt x="3935903" y="3710004"/>
                  </a:lnTo>
                  <a:lnTo>
                    <a:pt x="3839377" y="3814507"/>
                  </a:lnTo>
                  <a:lnTo>
                    <a:pt x="3736418" y="3912678"/>
                  </a:lnTo>
                  <a:lnTo>
                    <a:pt x="3627441" y="4004122"/>
                  </a:lnTo>
                  <a:lnTo>
                    <a:pt x="3512882" y="4088469"/>
                  </a:lnTo>
                  <a:lnTo>
                    <a:pt x="3393205" y="4165381"/>
                  </a:lnTo>
                  <a:lnTo>
                    <a:pt x="3268891" y="4234548"/>
                  </a:lnTo>
                  <a:lnTo>
                    <a:pt x="3140440" y="4295691"/>
                  </a:lnTo>
                  <a:lnTo>
                    <a:pt x="3008370" y="4348563"/>
                  </a:lnTo>
                  <a:lnTo>
                    <a:pt x="2873212" y="4392954"/>
                  </a:lnTo>
                  <a:lnTo>
                    <a:pt x="2735511" y="4428682"/>
                  </a:lnTo>
                  <a:lnTo>
                    <a:pt x="2595821" y="4455605"/>
                  </a:lnTo>
                  <a:lnTo>
                    <a:pt x="2454705" y="4473614"/>
                  </a:lnTo>
                  <a:lnTo>
                    <a:pt x="2312731" y="4482637"/>
                  </a:lnTo>
                  <a:lnTo>
                    <a:pt x="2170470" y="4482637"/>
                  </a:lnTo>
                  <a:lnTo>
                    <a:pt x="2028496" y="4473614"/>
                  </a:lnTo>
                  <a:lnTo>
                    <a:pt x="1887380" y="4455605"/>
                  </a:lnTo>
                  <a:lnTo>
                    <a:pt x="1747690" y="4428682"/>
                  </a:lnTo>
                  <a:lnTo>
                    <a:pt x="1609989" y="4392954"/>
                  </a:lnTo>
                  <a:lnTo>
                    <a:pt x="1474831" y="4348563"/>
                  </a:lnTo>
                  <a:lnTo>
                    <a:pt x="1342761" y="4295691"/>
                  </a:lnTo>
                  <a:lnTo>
                    <a:pt x="1214310" y="4234548"/>
                  </a:lnTo>
                  <a:lnTo>
                    <a:pt x="1089996" y="4165381"/>
                  </a:lnTo>
                  <a:lnTo>
                    <a:pt x="970318" y="4088469"/>
                  </a:lnTo>
                  <a:lnTo>
                    <a:pt x="855760" y="4004122"/>
                  </a:lnTo>
                  <a:lnTo>
                    <a:pt x="746782" y="3912678"/>
                  </a:lnTo>
                  <a:lnTo>
                    <a:pt x="643823" y="3814507"/>
                  </a:lnTo>
                  <a:lnTo>
                    <a:pt x="547298" y="3710004"/>
                  </a:lnTo>
                  <a:lnTo>
                    <a:pt x="457595" y="3599589"/>
                  </a:lnTo>
                  <a:lnTo>
                    <a:pt x="375076" y="3483707"/>
                  </a:lnTo>
                  <a:lnTo>
                    <a:pt x="300073" y="3362824"/>
                  </a:lnTo>
                  <a:lnTo>
                    <a:pt x="232887" y="3237428"/>
                  </a:lnTo>
                  <a:lnTo>
                    <a:pt x="173790" y="3108023"/>
                  </a:lnTo>
                  <a:lnTo>
                    <a:pt x="123019" y="2975131"/>
                  </a:lnTo>
                  <a:lnTo>
                    <a:pt x="80779" y="2839286"/>
                  </a:lnTo>
                  <a:lnTo>
                    <a:pt x="47240" y="2701035"/>
                  </a:lnTo>
                  <a:lnTo>
                    <a:pt x="22536" y="2560936"/>
                  </a:lnTo>
                  <a:lnTo>
                    <a:pt x="6769" y="2419552"/>
                  </a:lnTo>
                  <a:lnTo>
                    <a:pt x="0" y="2277452"/>
                  </a:lnTo>
                  <a:lnTo>
                    <a:pt x="2257" y="2135209"/>
                  </a:lnTo>
                  <a:lnTo>
                    <a:pt x="13531" y="1993396"/>
                  </a:lnTo>
                  <a:lnTo>
                    <a:pt x="33777" y="1852584"/>
                  </a:lnTo>
                  <a:lnTo>
                    <a:pt x="62912" y="1713339"/>
                  </a:lnTo>
                  <a:lnTo>
                    <a:pt x="100821" y="1576222"/>
                  </a:lnTo>
                  <a:lnTo>
                    <a:pt x="147350" y="1441785"/>
                  </a:lnTo>
                  <a:lnTo>
                    <a:pt x="202312" y="1310571"/>
                  </a:lnTo>
                  <a:lnTo>
                    <a:pt x="265485" y="1183106"/>
                  </a:lnTo>
                  <a:lnTo>
                    <a:pt x="336615" y="1059905"/>
                  </a:lnTo>
                  <a:lnTo>
                    <a:pt x="415416" y="941463"/>
                  </a:lnTo>
                  <a:lnTo>
                    <a:pt x="501571" y="828257"/>
                  </a:lnTo>
                  <a:lnTo>
                    <a:pt x="594732" y="720744"/>
                  </a:lnTo>
                  <a:lnTo>
                    <a:pt x="694524" y="619355"/>
                  </a:lnTo>
                  <a:lnTo>
                    <a:pt x="800546" y="524500"/>
                  </a:lnTo>
                  <a:lnTo>
                    <a:pt x="912370" y="436561"/>
                  </a:lnTo>
                  <a:lnTo>
                    <a:pt x="1029547" y="355891"/>
                  </a:lnTo>
                  <a:lnTo>
                    <a:pt x="1151604" y="282814"/>
                  </a:lnTo>
                  <a:lnTo>
                    <a:pt x="1278050" y="217627"/>
                  </a:lnTo>
                  <a:lnTo>
                    <a:pt x="1408377" y="160590"/>
                  </a:lnTo>
                  <a:lnTo>
                    <a:pt x="1542058" y="111934"/>
                  </a:lnTo>
                  <a:lnTo>
                    <a:pt x="1678556" y="71855"/>
                  </a:lnTo>
                  <a:lnTo>
                    <a:pt x="1817321" y="40513"/>
                  </a:lnTo>
                  <a:lnTo>
                    <a:pt x="1957795" y="18036"/>
                  </a:lnTo>
                  <a:lnTo>
                    <a:pt x="2099411" y="4513"/>
                  </a:lnTo>
                  <a:lnTo>
                    <a:pt x="224160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2195219" y="1340582"/>
              <a:ext cx="5043601" cy="5042967"/>
            </a:xfrm>
            <a:custGeom>
              <a:avLst/>
              <a:pathLst>
                <a:path w="5043601" h="5042967">
                  <a:moveTo>
                    <a:pt x="2521800" y="0"/>
                  </a:moveTo>
                  <a:lnTo>
                    <a:pt x="2681763" y="5077"/>
                  </a:lnTo>
                  <a:lnTo>
                    <a:pt x="2841082" y="20290"/>
                  </a:lnTo>
                  <a:lnTo>
                    <a:pt x="2999115" y="45577"/>
                  </a:lnTo>
                  <a:lnTo>
                    <a:pt x="3155225" y="80837"/>
                  </a:lnTo>
                  <a:lnTo>
                    <a:pt x="3308786" y="125926"/>
                  </a:lnTo>
                  <a:lnTo>
                    <a:pt x="3459177" y="180664"/>
                  </a:lnTo>
                  <a:lnTo>
                    <a:pt x="3605794" y="244830"/>
                  </a:lnTo>
                  <a:lnTo>
                    <a:pt x="3748046" y="318166"/>
                  </a:lnTo>
                  <a:lnTo>
                    <a:pt x="3885361" y="400377"/>
                  </a:lnTo>
                  <a:lnTo>
                    <a:pt x="4017184" y="491131"/>
                  </a:lnTo>
                  <a:lnTo>
                    <a:pt x="4142987" y="590063"/>
                  </a:lnTo>
                  <a:lnTo>
                    <a:pt x="4262261" y="696775"/>
                  </a:lnTo>
                  <a:lnTo>
                    <a:pt x="4374528" y="810837"/>
                  </a:lnTo>
                  <a:lnTo>
                    <a:pt x="4479334" y="931789"/>
                  </a:lnTo>
                  <a:lnTo>
                    <a:pt x="4576257" y="1059146"/>
                  </a:lnTo>
                  <a:lnTo>
                    <a:pt x="4664909" y="1192393"/>
                  </a:lnTo>
                  <a:lnTo>
                    <a:pt x="4744930" y="1330994"/>
                  </a:lnTo>
                  <a:lnTo>
                    <a:pt x="4816000" y="1474392"/>
                  </a:lnTo>
                  <a:lnTo>
                    <a:pt x="4877832" y="1622009"/>
                  </a:lnTo>
                  <a:lnTo>
                    <a:pt x="4930177" y="1773250"/>
                  </a:lnTo>
                  <a:lnTo>
                    <a:pt x="4972824" y="1927506"/>
                  </a:lnTo>
                  <a:lnTo>
                    <a:pt x="5005602" y="2084157"/>
                  </a:lnTo>
                  <a:lnTo>
                    <a:pt x="5028379" y="2242571"/>
                  </a:lnTo>
                  <a:lnTo>
                    <a:pt x="5041062" y="2402111"/>
                  </a:lnTo>
                  <a:lnTo>
                    <a:pt x="5043601" y="2562134"/>
                  </a:lnTo>
                  <a:lnTo>
                    <a:pt x="5035986" y="2721996"/>
                  </a:lnTo>
                  <a:lnTo>
                    <a:pt x="5018247" y="2881053"/>
                  </a:lnTo>
                  <a:lnTo>
                    <a:pt x="4990456" y="3038665"/>
                  </a:lnTo>
                  <a:lnTo>
                    <a:pt x="4952725" y="3194196"/>
                  </a:lnTo>
                  <a:lnTo>
                    <a:pt x="4905204" y="3347022"/>
                  </a:lnTo>
                  <a:lnTo>
                    <a:pt x="4848087" y="3496526"/>
                  </a:lnTo>
                  <a:lnTo>
                    <a:pt x="4781603" y="3642107"/>
                  </a:lnTo>
                  <a:lnTo>
                    <a:pt x="4706019" y="3783177"/>
                  </a:lnTo>
                  <a:lnTo>
                    <a:pt x="4621640" y="3919170"/>
                  </a:lnTo>
                  <a:lnTo>
                    <a:pt x="4528806" y="4049537"/>
                  </a:lnTo>
                  <a:lnTo>
                    <a:pt x="4427890" y="4173754"/>
                  </a:lnTo>
                  <a:lnTo>
                    <a:pt x="4319300" y="4291321"/>
                  </a:lnTo>
                  <a:lnTo>
                    <a:pt x="4203471" y="4401763"/>
                  </a:lnTo>
                  <a:lnTo>
                    <a:pt x="4080871" y="4504637"/>
                  </a:lnTo>
                  <a:lnTo>
                    <a:pt x="3951993" y="4599528"/>
                  </a:lnTo>
                  <a:lnTo>
                    <a:pt x="3817356" y="4686054"/>
                  </a:lnTo>
                  <a:lnTo>
                    <a:pt x="3677502" y="4763866"/>
                  </a:lnTo>
                  <a:lnTo>
                    <a:pt x="3532995" y="4832652"/>
                  </a:lnTo>
                  <a:lnTo>
                    <a:pt x="3384416" y="4892134"/>
                  </a:lnTo>
                  <a:lnTo>
                    <a:pt x="3232363" y="4942073"/>
                  </a:lnTo>
                  <a:lnTo>
                    <a:pt x="3077450" y="4982267"/>
                  </a:lnTo>
                  <a:lnTo>
                    <a:pt x="2920299" y="5012556"/>
                  </a:lnTo>
                  <a:lnTo>
                    <a:pt x="2761543" y="5032816"/>
                  </a:lnTo>
                  <a:lnTo>
                    <a:pt x="2601822" y="5042967"/>
                  </a:lnTo>
                  <a:lnTo>
                    <a:pt x="2441779" y="5042967"/>
                  </a:lnTo>
                  <a:lnTo>
                    <a:pt x="2282058" y="5032816"/>
                  </a:lnTo>
                  <a:lnTo>
                    <a:pt x="2123302" y="5012556"/>
                  </a:lnTo>
                  <a:lnTo>
                    <a:pt x="1966151" y="4982267"/>
                  </a:lnTo>
                  <a:lnTo>
                    <a:pt x="1811238" y="4942073"/>
                  </a:lnTo>
                  <a:lnTo>
                    <a:pt x="1659185" y="4892134"/>
                  </a:lnTo>
                  <a:lnTo>
                    <a:pt x="1510606" y="4832652"/>
                  </a:lnTo>
                  <a:lnTo>
                    <a:pt x="1366099" y="4763866"/>
                  </a:lnTo>
                  <a:lnTo>
                    <a:pt x="1226245" y="4686054"/>
                  </a:lnTo>
                  <a:lnTo>
                    <a:pt x="1091608" y="4599528"/>
                  </a:lnTo>
                  <a:lnTo>
                    <a:pt x="962730" y="4504637"/>
                  </a:lnTo>
                  <a:lnTo>
                    <a:pt x="840130" y="4401763"/>
                  </a:lnTo>
                  <a:lnTo>
                    <a:pt x="724301" y="4291321"/>
                  </a:lnTo>
                  <a:lnTo>
                    <a:pt x="615711" y="4173754"/>
                  </a:lnTo>
                  <a:lnTo>
                    <a:pt x="514795" y="4049537"/>
                  </a:lnTo>
                  <a:lnTo>
                    <a:pt x="421961" y="3919170"/>
                  </a:lnTo>
                  <a:lnTo>
                    <a:pt x="337582" y="3783177"/>
                  </a:lnTo>
                  <a:lnTo>
                    <a:pt x="261998" y="3642107"/>
                  </a:lnTo>
                  <a:lnTo>
                    <a:pt x="195514" y="3496526"/>
                  </a:lnTo>
                  <a:lnTo>
                    <a:pt x="138396" y="3347022"/>
                  </a:lnTo>
                  <a:lnTo>
                    <a:pt x="90876" y="3194196"/>
                  </a:lnTo>
                  <a:lnTo>
                    <a:pt x="53145" y="3038665"/>
                  </a:lnTo>
                  <a:lnTo>
                    <a:pt x="25354" y="2881053"/>
                  </a:lnTo>
                  <a:lnTo>
                    <a:pt x="7615" y="2721996"/>
                  </a:lnTo>
                  <a:lnTo>
                    <a:pt x="0" y="2562134"/>
                  </a:lnTo>
                  <a:lnTo>
                    <a:pt x="2539" y="2402111"/>
                  </a:lnTo>
                  <a:lnTo>
                    <a:pt x="15222" y="2242571"/>
                  </a:lnTo>
                  <a:lnTo>
                    <a:pt x="37999" y="2084157"/>
                  </a:lnTo>
                  <a:lnTo>
                    <a:pt x="70777" y="1927506"/>
                  </a:lnTo>
                  <a:lnTo>
                    <a:pt x="113424" y="1773250"/>
                  </a:lnTo>
                  <a:lnTo>
                    <a:pt x="165769" y="1622009"/>
                  </a:lnTo>
                  <a:lnTo>
                    <a:pt x="227601" y="1474392"/>
                  </a:lnTo>
                  <a:lnTo>
                    <a:pt x="298671" y="1330994"/>
                  </a:lnTo>
                  <a:lnTo>
                    <a:pt x="378692" y="1192393"/>
                  </a:lnTo>
                  <a:lnTo>
                    <a:pt x="467343" y="1059146"/>
                  </a:lnTo>
                  <a:lnTo>
                    <a:pt x="564267" y="931789"/>
                  </a:lnTo>
                  <a:lnTo>
                    <a:pt x="669073" y="810837"/>
                  </a:lnTo>
                  <a:lnTo>
                    <a:pt x="781339" y="696775"/>
                  </a:lnTo>
                  <a:lnTo>
                    <a:pt x="900614" y="590063"/>
                  </a:lnTo>
                  <a:lnTo>
                    <a:pt x="1026416" y="491131"/>
                  </a:lnTo>
                  <a:lnTo>
                    <a:pt x="1158240" y="400377"/>
                  </a:lnTo>
                  <a:lnTo>
                    <a:pt x="1295555" y="318166"/>
                  </a:lnTo>
                  <a:lnTo>
                    <a:pt x="1437807" y="244830"/>
                  </a:lnTo>
                  <a:lnTo>
                    <a:pt x="1584424" y="180664"/>
                  </a:lnTo>
                  <a:lnTo>
                    <a:pt x="1734815" y="125926"/>
                  </a:lnTo>
                  <a:lnTo>
                    <a:pt x="1888375" y="80837"/>
                  </a:lnTo>
                  <a:lnTo>
                    <a:pt x="2044486" y="45577"/>
                  </a:lnTo>
                  <a:lnTo>
                    <a:pt x="2202519" y="20290"/>
                  </a:lnTo>
                  <a:lnTo>
                    <a:pt x="2361838" y="5077"/>
                  </a:lnTo>
                  <a:lnTo>
                    <a:pt x="252180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2" name="pg22"/>
            <p:cNvSpPr/>
            <p:nvPr/>
          </p:nvSpPr>
          <p:spPr>
            <a:xfrm>
              <a:off x="3523370" y="2181288"/>
              <a:ext cx="3435532" cy="2870350"/>
            </a:xfrm>
            <a:custGeom>
              <a:avLst/>
              <a:pathLst>
                <a:path w="3435532" h="2870350">
                  <a:moveTo>
                    <a:pt x="1193649" y="0"/>
                  </a:moveTo>
                  <a:lnTo>
                    <a:pt x="1266991" y="1600"/>
                  </a:lnTo>
                  <a:lnTo>
                    <a:pt x="1340194" y="6398"/>
                  </a:lnTo>
                  <a:lnTo>
                    <a:pt x="1413118" y="14384"/>
                  </a:lnTo>
                  <a:lnTo>
                    <a:pt x="1485623" y="25544"/>
                  </a:lnTo>
                  <a:lnTo>
                    <a:pt x="1557573" y="39856"/>
                  </a:lnTo>
                  <a:lnTo>
                    <a:pt x="1628831" y="57292"/>
                  </a:lnTo>
                  <a:lnTo>
                    <a:pt x="1699260" y="77820"/>
                  </a:lnTo>
                  <a:lnTo>
                    <a:pt x="1768726" y="101401"/>
                  </a:lnTo>
                  <a:lnTo>
                    <a:pt x="1837098" y="127989"/>
                  </a:lnTo>
                  <a:lnTo>
                    <a:pt x="1904245" y="157535"/>
                  </a:lnTo>
                  <a:lnTo>
                    <a:pt x="1970039" y="189981"/>
                  </a:lnTo>
                  <a:lnTo>
                    <a:pt x="2034355" y="225266"/>
                  </a:lnTo>
                  <a:lnTo>
                    <a:pt x="2097071" y="263323"/>
                  </a:lnTo>
                  <a:lnTo>
                    <a:pt x="2158068" y="304079"/>
                  </a:lnTo>
                  <a:lnTo>
                    <a:pt x="2217228" y="347458"/>
                  </a:lnTo>
                  <a:lnTo>
                    <a:pt x="2274440" y="393375"/>
                  </a:lnTo>
                  <a:lnTo>
                    <a:pt x="2329595" y="441745"/>
                  </a:lnTo>
                  <a:lnTo>
                    <a:pt x="2382587" y="492474"/>
                  </a:lnTo>
                  <a:lnTo>
                    <a:pt x="2445776" y="519608"/>
                  </a:lnTo>
                  <a:lnTo>
                    <a:pt x="2508571" y="549830"/>
                  </a:lnTo>
                  <a:lnTo>
                    <a:pt x="2570829" y="583147"/>
                  </a:lnTo>
                  <a:lnTo>
                    <a:pt x="2632406" y="619561"/>
                  </a:lnTo>
                  <a:lnTo>
                    <a:pt x="2693155" y="659066"/>
                  </a:lnTo>
                  <a:lnTo>
                    <a:pt x="2752932" y="701650"/>
                  </a:lnTo>
                  <a:lnTo>
                    <a:pt x="2811589" y="747294"/>
                  </a:lnTo>
                  <a:lnTo>
                    <a:pt x="2868982" y="795973"/>
                  </a:lnTo>
                  <a:lnTo>
                    <a:pt x="2924964" y="847655"/>
                  </a:lnTo>
                  <a:lnTo>
                    <a:pt x="2979390" y="902301"/>
                  </a:lnTo>
                  <a:lnTo>
                    <a:pt x="3032118" y="959866"/>
                  </a:lnTo>
                  <a:lnTo>
                    <a:pt x="3083003" y="1020298"/>
                  </a:lnTo>
                  <a:lnTo>
                    <a:pt x="3131905" y="1083539"/>
                  </a:lnTo>
                  <a:lnTo>
                    <a:pt x="3178684" y="1149523"/>
                  </a:lnTo>
                  <a:lnTo>
                    <a:pt x="3223204" y="1218179"/>
                  </a:lnTo>
                  <a:lnTo>
                    <a:pt x="3265329" y="1289429"/>
                  </a:lnTo>
                  <a:lnTo>
                    <a:pt x="3304928" y="1363188"/>
                  </a:lnTo>
                  <a:lnTo>
                    <a:pt x="3341872" y="1439365"/>
                  </a:lnTo>
                  <a:lnTo>
                    <a:pt x="3376035" y="1517865"/>
                  </a:lnTo>
                  <a:lnTo>
                    <a:pt x="3407294" y="1598583"/>
                  </a:lnTo>
                  <a:lnTo>
                    <a:pt x="3435532" y="1681412"/>
                  </a:lnTo>
                  <a:lnTo>
                    <a:pt x="3364819" y="1734711"/>
                  </a:lnTo>
                  <a:lnTo>
                    <a:pt x="3292883" y="1784541"/>
                  </a:lnTo>
                  <a:lnTo>
                    <a:pt x="3219851" y="1830873"/>
                  </a:lnTo>
                  <a:lnTo>
                    <a:pt x="3145851" y="1873687"/>
                  </a:lnTo>
                  <a:lnTo>
                    <a:pt x="3071012" y="1912962"/>
                  </a:lnTo>
                  <a:lnTo>
                    <a:pt x="2995464" y="1948686"/>
                  </a:lnTo>
                  <a:lnTo>
                    <a:pt x="2919335" y="1980847"/>
                  </a:lnTo>
                  <a:lnTo>
                    <a:pt x="2842754" y="2009439"/>
                  </a:lnTo>
                  <a:lnTo>
                    <a:pt x="2765850" y="2034461"/>
                  </a:lnTo>
                  <a:lnTo>
                    <a:pt x="2688753" y="2055916"/>
                  </a:lnTo>
                  <a:lnTo>
                    <a:pt x="2611591" y="2073809"/>
                  </a:lnTo>
                  <a:lnTo>
                    <a:pt x="2534492" y="2088152"/>
                  </a:lnTo>
                  <a:lnTo>
                    <a:pt x="2457583" y="2098959"/>
                  </a:lnTo>
                  <a:lnTo>
                    <a:pt x="2380992" y="2106250"/>
                  </a:lnTo>
                  <a:lnTo>
                    <a:pt x="2304844" y="2110047"/>
                  </a:lnTo>
                  <a:lnTo>
                    <a:pt x="2229264" y="2110378"/>
                  </a:lnTo>
                  <a:lnTo>
                    <a:pt x="2154376" y="2107273"/>
                  </a:lnTo>
                  <a:lnTo>
                    <a:pt x="2080304" y="2100768"/>
                  </a:lnTo>
                  <a:lnTo>
                    <a:pt x="2007167" y="2090902"/>
                  </a:lnTo>
                  <a:lnTo>
                    <a:pt x="1935086" y="2077718"/>
                  </a:lnTo>
                  <a:lnTo>
                    <a:pt x="1864179" y="2061262"/>
                  </a:lnTo>
                  <a:lnTo>
                    <a:pt x="1794564" y="2041586"/>
                  </a:lnTo>
                  <a:lnTo>
                    <a:pt x="1726354" y="2018744"/>
                  </a:lnTo>
                  <a:lnTo>
                    <a:pt x="1659664" y="1992793"/>
                  </a:lnTo>
                  <a:lnTo>
                    <a:pt x="1594603" y="1963795"/>
                  </a:lnTo>
                  <a:lnTo>
                    <a:pt x="1531280" y="1931816"/>
                  </a:lnTo>
                  <a:lnTo>
                    <a:pt x="1469802" y="1896924"/>
                  </a:lnTo>
                  <a:lnTo>
                    <a:pt x="1410274" y="1859191"/>
                  </a:lnTo>
                  <a:lnTo>
                    <a:pt x="1352797" y="1818693"/>
                  </a:lnTo>
                  <a:lnTo>
                    <a:pt x="1297470" y="1775509"/>
                  </a:lnTo>
                  <a:lnTo>
                    <a:pt x="1244389" y="1729720"/>
                  </a:lnTo>
                  <a:lnTo>
                    <a:pt x="1193649" y="1681412"/>
                  </a:lnTo>
                  <a:lnTo>
                    <a:pt x="1191696" y="1746052"/>
                  </a:lnTo>
                  <a:lnTo>
                    <a:pt x="1185840" y="1810515"/>
                  </a:lnTo>
                  <a:lnTo>
                    <a:pt x="1176092" y="1874625"/>
                  </a:lnTo>
                  <a:lnTo>
                    <a:pt x="1162469" y="1938205"/>
                  </a:lnTo>
                  <a:lnTo>
                    <a:pt x="1144997" y="2001079"/>
                  </a:lnTo>
                  <a:lnTo>
                    <a:pt x="1123707" y="2063074"/>
                  </a:lnTo>
                  <a:lnTo>
                    <a:pt x="1098639" y="2124017"/>
                  </a:lnTo>
                  <a:lnTo>
                    <a:pt x="1069837" y="2183736"/>
                  </a:lnTo>
                  <a:lnTo>
                    <a:pt x="1037356" y="2242062"/>
                  </a:lnTo>
                  <a:lnTo>
                    <a:pt x="1001255" y="2298827"/>
                  </a:lnTo>
                  <a:lnTo>
                    <a:pt x="961599" y="2353867"/>
                  </a:lnTo>
                  <a:lnTo>
                    <a:pt x="918463" y="2407018"/>
                  </a:lnTo>
                  <a:lnTo>
                    <a:pt x="871925" y="2458123"/>
                  </a:lnTo>
                  <a:lnTo>
                    <a:pt x="822071" y="2507024"/>
                  </a:lnTo>
                  <a:lnTo>
                    <a:pt x="768995" y="2553568"/>
                  </a:lnTo>
                  <a:lnTo>
                    <a:pt x="712793" y="2597607"/>
                  </a:lnTo>
                  <a:lnTo>
                    <a:pt x="653571" y="2638994"/>
                  </a:lnTo>
                  <a:lnTo>
                    <a:pt x="591440" y="2677588"/>
                  </a:lnTo>
                  <a:lnTo>
                    <a:pt x="526515" y="2713252"/>
                  </a:lnTo>
                  <a:lnTo>
                    <a:pt x="458918" y="2745854"/>
                  </a:lnTo>
                  <a:lnTo>
                    <a:pt x="388776" y="2775266"/>
                  </a:lnTo>
                  <a:lnTo>
                    <a:pt x="316223" y="2801364"/>
                  </a:lnTo>
                  <a:lnTo>
                    <a:pt x="241395" y="2824031"/>
                  </a:lnTo>
                  <a:lnTo>
                    <a:pt x="164435" y="2843155"/>
                  </a:lnTo>
                  <a:lnTo>
                    <a:pt x="85490" y="2858628"/>
                  </a:lnTo>
                  <a:lnTo>
                    <a:pt x="4711" y="2870350"/>
                  </a:lnTo>
                  <a:lnTo>
                    <a:pt x="0" y="2780244"/>
                  </a:lnTo>
                  <a:lnTo>
                    <a:pt x="630" y="2691848"/>
                  </a:lnTo>
                  <a:lnTo>
                    <a:pt x="6449" y="2605447"/>
                  </a:lnTo>
                  <a:lnTo>
                    <a:pt x="17292" y="2521315"/>
                  </a:lnTo>
                  <a:lnTo>
                    <a:pt x="32979" y="2439716"/>
                  </a:lnTo>
                  <a:lnTo>
                    <a:pt x="53315" y="2360904"/>
                  </a:lnTo>
                  <a:lnTo>
                    <a:pt x="78095" y="2285120"/>
                  </a:lnTo>
                  <a:lnTo>
                    <a:pt x="107102" y="2212592"/>
                  </a:lnTo>
                  <a:lnTo>
                    <a:pt x="140107" y="2143538"/>
                  </a:lnTo>
                  <a:lnTo>
                    <a:pt x="176871" y="2078160"/>
                  </a:lnTo>
                  <a:lnTo>
                    <a:pt x="217144" y="2016646"/>
                  </a:lnTo>
                  <a:lnTo>
                    <a:pt x="260669" y="1959172"/>
                  </a:lnTo>
                  <a:lnTo>
                    <a:pt x="307179" y="1905897"/>
                  </a:lnTo>
                  <a:lnTo>
                    <a:pt x="356401" y="1856964"/>
                  </a:lnTo>
                  <a:lnTo>
                    <a:pt x="408053" y="1812505"/>
                  </a:lnTo>
                  <a:lnTo>
                    <a:pt x="461851" y="1772630"/>
                  </a:lnTo>
                  <a:lnTo>
                    <a:pt x="517502" y="1737439"/>
                  </a:lnTo>
                  <a:lnTo>
                    <a:pt x="574711" y="1707011"/>
                  </a:lnTo>
                  <a:lnTo>
                    <a:pt x="633179" y="1681412"/>
                  </a:lnTo>
                  <a:lnTo>
                    <a:pt x="685429" y="1645063"/>
                  </a:lnTo>
                  <a:lnTo>
                    <a:pt x="739750" y="1616151"/>
                  </a:lnTo>
                  <a:lnTo>
                    <a:pt x="795349" y="1594767"/>
                  </a:lnTo>
                  <a:lnTo>
                    <a:pt x="851433" y="1580928"/>
                  </a:lnTo>
                  <a:lnTo>
                    <a:pt x="907213" y="1574577"/>
                  </a:lnTo>
                  <a:lnTo>
                    <a:pt x="961912" y="1575581"/>
                  </a:lnTo>
                  <a:lnTo>
                    <a:pt x="1014772" y="1583737"/>
                  </a:lnTo>
                  <a:lnTo>
                    <a:pt x="1065059" y="1598772"/>
                  </a:lnTo>
                  <a:lnTo>
                    <a:pt x="1112071" y="1620343"/>
                  </a:lnTo>
                  <a:lnTo>
                    <a:pt x="1155142" y="1648045"/>
                  </a:lnTo>
                  <a:lnTo>
                    <a:pt x="1193649" y="1681412"/>
                  </a:lnTo>
                  <a:lnTo>
                    <a:pt x="1175658" y="1666012"/>
                  </a:lnTo>
                  <a:lnTo>
                    <a:pt x="1155393" y="1653487"/>
                  </a:lnTo>
                  <a:lnTo>
                    <a:pt x="1133196" y="1644090"/>
                  </a:lnTo>
                  <a:lnTo>
                    <a:pt x="1109438" y="1638033"/>
                  </a:lnTo>
                  <a:lnTo>
                    <a:pt x="1084506" y="1635494"/>
                  </a:lnTo>
                  <a:lnTo>
                    <a:pt x="1058807" y="1636607"/>
                  </a:lnTo>
                  <a:lnTo>
                    <a:pt x="1032761" y="1641466"/>
                  </a:lnTo>
                  <a:lnTo>
                    <a:pt x="1006796" y="1650120"/>
                  </a:lnTo>
                  <a:lnTo>
                    <a:pt x="981347" y="1662575"/>
                  </a:lnTo>
                  <a:lnTo>
                    <a:pt x="956845" y="1678792"/>
                  </a:lnTo>
                  <a:lnTo>
                    <a:pt x="933722" y="1698689"/>
                  </a:lnTo>
                  <a:lnTo>
                    <a:pt x="912400" y="1722138"/>
                  </a:lnTo>
                  <a:lnTo>
                    <a:pt x="893289" y="1748969"/>
                  </a:lnTo>
                  <a:lnTo>
                    <a:pt x="876781" y="1778970"/>
                  </a:lnTo>
                  <a:lnTo>
                    <a:pt x="863251" y="1811888"/>
                  </a:lnTo>
                  <a:lnTo>
                    <a:pt x="853047" y="1847431"/>
                  </a:lnTo>
                  <a:lnTo>
                    <a:pt x="846489" y="1885273"/>
                  </a:lnTo>
                  <a:lnTo>
                    <a:pt x="843866" y="1925053"/>
                  </a:lnTo>
                  <a:lnTo>
                    <a:pt x="845435" y="1966379"/>
                  </a:lnTo>
                  <a:lnTo>
                    <a:pt x="851410" y="2008833"/>
                  </a:lnTo>
                  <a:lnTo>
                    <a:pt x="861969" y="2051972"/>
                  </a:lnTo>
                  <a:lnTo>
                    <a:pt x="877247" y="2095334"/>
                  </a:lnTo>
                  <a:lnTo>
                    <a:pt x="897331" y="2138440"/>
                  </a:lnTo>
                  <a:lnTo>
                    <a:pt x="922265" y="2180800"/>
                  </a:lnTo>
                  <a:lnTo>
                    <a:pt x="952045" y="2221917"/>
                  </a:lnTo>
                  <a:lnTo>
                    <a:pt x="986617" y="2261291"/>
                  </a:lnTo>
                  <a:lnTo>
                    <a:pt x="1025881" y="2298420"/>
                  </a:lnTo>
                  <a:lnTo>
                    <a:pt x="1069686" y="2332814"/>
                  </a:lnTo>
                  <a:lnTo>
                    <a:pt x="1117834" y="2363988"/>
                  </a:lnTo>
                  <a:lnTo>
                    <a:pt x="1170077" y="2391477"/>
                  </a:lnTo>
                  <a:lnTo>
                    <a:pt x="1226123" y="2414831"/>
                  </a:lnTo>
                  <a:lnTo>
                    <a:pt x="1285634" y="2433628"/>
                  </a:lnTo>
                  <a:lnTo>
                    <a:pt x="1348232" y="2447472"/>
                  </a:lnTo>
                  <a:lnTo>
                    <a:pt x="1413494" y="2456001"/>
                  </a:lnTo>
                  <a:lnTo>
                    <a:pt x="1480964" y="2458887"/>
                  </a:lnTo>
                  <a:lnTo>
                    <a:pt x="1550148" y="2455844"/>
                  </a:lnTo>
                  <a:lnTo>
                    <a:pt x="1620524" y="2446627"/>
                  </a:lnTo>
                  <a:lnTo>
                    <a:pt x="1691542" y="2431040"/>
                  </a:lnTo>
                  <a:lnTo>
                    <a:pt x="1762627" y="2408933"/>
                  </a:lnTo>
                  <a:lnTo>
                    <a:pt x="1833189" y="2380209"/>
                  </a:lnTo>
                  <a:lnTo>
                    <a:pt x="1902621" y="2344823"/>
                  </a:lnTo>
                  <a:lnTo>
                    <a:pt x="1970308" y="2302787"/>
                  </a:lnTo>
                  <a:lnTo>
                    <a:pt x="2035629" y="2254165"/>
                  </a:lnTo>
                  <a:lnTo>
                    <a:pt x="2097964" y="2199082"/>
                  </a:lnTo>
                  <a:lnTo>
                    <a:pt x="2156701" y="2137716"/>
                  </a:lnTo>
                  <a:lnTo>
                    <a:pt x="2211234" y="2070305"/>
                  </a:lnTo>
                  <a:lnTo>
                    <a:pt x="2260978" y="1997141"/>
                  </a:lnTo>
                  <a:lnTo>
                    <a:pt x="2305364" y="1918571"/>
                  </a:lnTo>
                  <a:lnTo>
                    <a:pt x="2343852" y="1834997"/>
                  </a:lnTo>
                  <a:lnTo>
                    <a:pt x="2375932" y="1746870"/>
                  </a:lnTo>
                  <a:lnTo>
                    <a:pt x="2401129" y="1654693"/>
                  </a:lnTo>
                  <a:lnTo>
                    <a:pt x="2419008" y="1559013"/>
                  </a:lnTo>
                  <a:lnTo>
                    <a:pt x="2429180" y="1460421"/>
                  </a:lnTo>
                  <a:lnTo>
                    <a:pt x="2431302" y="1359547"/>
                  </a:lnTo>
                  <a:lnTo>
                    <a:pt x="2425085" y="1257056"/>
                  </a:lnTo>
                  <a:lnTo>
                    <a:pt x="2410295" y="1153644"/>
                  </a:lnTo>
                  <a:lnTo>
                    <a:pt x="2386754" y="1050033"/>
                  </a:lnTo>
                  <a:lnTo>
                    <a:pt x="2354350" y="946968"/>
                  </a:lnTo>
                  <a:lnTo>
                    <a:pt x="2313031" y="845208"/>
                  </a:lnTo>
                  <a:lnTo>
                    <a:pt x="2262811" y="745525"/>
                  </a:lnTo>
                  <a:lnTo>
                    <a:pt x="2203769" y="648693"/>
                  </a:lnTo>
                  <a:lnTo>
                    <a:pt x="2136055" y="555488"/>
                  </a:lnTo>
                  <a:lnTo>
                    <a:pt x="2059884" y="466680"/>
                  </a:lnTo>
                  <a:lnTo>
                    <a:pt x="1975538" y="383024"/>
                  </a:lnTo>
                  <a:lnTo>
                    <a:pt x="1883368" y="305259"/>
                  </a:lnTo>
                  <a:lnTo>
                    <a:pt x="1783789" y="234099"/>
                  </a:lnTo>
                  <a:lnTo>
                    <a:pt x="1677280" y="170230"/>
                  </a:lnTo>
                  <a:lnTo>
                    <a:pt x="1564383" y="114301"/>
                  </a:lnTo>
                  <a:lnTo>
                    <a:pt x="1445700" y="66919"/>
                  </a:lnTo>
                  <a:lnTo>
                    <a:pt x="1321885" y="28649"/>
                  </a:lnTo>
                  <a:close/>
                </a:path>
              </a:pathLst>
            </a:custGeom>
            <a:solidFill>
              <a:srgbClr val="F4B183">
                <a:alpha val="25882"/>
              </a:srgbClr>
            </a:solidFill>
            <a:ln w="24933" cap="flat">
              <a:solidFill>
                <a:srgbClr val="F4B1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3523370" y="2181288"/>
              <a:ext cx="3435532" cy="2870350"/>
            </a:xfrm>
            <a:custGeom>
              <a:avLst/>
              <a:pathLst>
                <a:path w="3435532" h="2870350">
                  <a:moveTo>
                    <a:pt x="1193649" y="0"/>
                  </a:moveTo>
                  <a:lnTo>
                    <a:pt x="1266991" y="1600"/>
                  </a:lnTo>
                  <a:lnTo>
                    <a:pt x="1340194" y="6398"/>
                  </a:lnTo>
                  <a:lnTo>
                    <a:pt x="1413118" y="14384"/>
                  </a:lnTo>
                  <a:lnTo>
                    <a:pt x="1485623" y="25544"/>
                  </a:lnTo>
                  <a:lnTo>
                    <a:pt x="1557573" y="39856"/>
                  </a:lnTo>
                  <a:lnTo>
                    <a:pt x="1628831" y="57292"/>
                  </a:lnTo>
                  <a:lnTo>
                    <a:pt x="1699260" y="77820"/>
                  </a:lnTo>
                  <a:lnTo>
                    <a:pt x="1768726" y="101401"/>
                  </a:lnTo>
                  <a:lnTo>
                    <a:pt x="1837098" y="127989"/>
                  </a:lnTo>
                  <a:lnTo>
                    <a:pt x="1904245" y="157535"/>
                  </a:lnTo>
                  <a:lnTo>
                    <a:pt x="1970039" y="189981"/>
                  </a:lnTo>
                  <a:lnTo>
                    <a:pt x="2034355" y="225266"/>
                  </a:lnTo>
                  <a:lnTo>
                    <a:pt x="2097071" y="263323"/>
                  </a:lnTo>
                  <a:lnTo>
                    <a:pt x="2158068" y="304079"/>
                  </a:lnTo>
                  <a:lnTo>
                    <a:pt x="2217228" y="347458"/>
                  </a:lnTo>
                  <a:lnTo>
                    <a:pt x="2274440" y="393375"/>
                  </a:lnTo>
                  <a:lnTo>
                    <a:pt x="2329595" y="441745"/>
                  </a:lnTo>
                  <a:lnTo>
                    <a:pt x="2382587" y="492474"/>
                  </a:lnTo>
                  <a:lnTo>
                    <a:pt x="2445776" y="519608"/>
                  </a:lnTo>
                  <a:lnTo>
                    <a:pt x="2508571" y="549830"/>
                  </a:lnTo>
                  <a:lnTo>
                    <a:pt x="2570829" y="583147"/>
                  </a:lnTo>
                  <a:lnTo>
                    <a:pt x="2632406" y="619561"/>
                  </a:lnTo>
                  <a:lnTo>
                    <a:pt x="2693155" y="659066"/>
                  </a:lnTo>
                  <a:lnTo>
                    <a:pt x="2752932" y="701650"/>
                  </a:lnTo>
                  <a:lnTo>
                    <a:pt x="2811589" y="747294"/>
                  </a:lnTo>
                  <a:lnTo>
                    <a:pt x="2868982" y="795973"/>
                  </a:lnTo>
                  <a:lnTo>
                    <a:pt x="2924964" y="847655"/>
                  </a:lnTo>
                  <a:lnTo>
                    <a:pt x="2979390" y="902301"/>
                  </a:lnTo>
                  <a:lnTo>
                    <a:pt x="3032118" y="959866"/>
                  </a:lnTo>
                  <a:lnTo>
                    <a:pt x="3083003" y="1020298"/>
                  </a:lnTo>
                  <a:lnTo>
                    <a:pt x="3131905" y="1083539"/>
                  </a:lnTo>
                  <a:lnTo>
                    <a:pt x="3178684" y="1149523"/>
                  </a:lnTo>
                  <a:lnTo>
                    <a:pt x="3223204" y="1218179"/>
                  </a:lnTo>
                  <a:lnTo>
                    <a:pt x="3265329" y="1289429"/>
                  </a:lnTo>
                  <a:lnTo>
                    <a:pt x="3304928" y="1363188"/>
                  </a:lnTo>
                  <a:lnTo>
                    <a:pt x="3341872" y="1439365"/>
                  </a:lnTo>
                  <a:lnTo>
                    <a:pt x="3376035" y="1517865"/>
                  </a:lnTo>
                  <a:lnTo>
                    <a:pt x="3407294" y="1598583"/>
                  </a:lnTo>
                  <a:lnTo>
                    <a:pt x="3435532" y="1681412"/>
                  </a:lnTo>
                  <a:lnTo>
                    <a:pt x="3364819" y="1734711"/>
                  </a:lnTo>
                  <a:lnTo>
                    <a:pt x="3292883" y="1784541"/>
                  </a:lnTo>
                  <a:lnTo>
                    <a:pt x="3219851" y="1830873"/>
                  </a:lnTo>
                  <a:lnTo>
                    <a:pt x="3145851" y="1873687"/>
                  </a:lnTo>
                  <a:lnTo>
                    <a:pt x="3071012" y="1912962"/>
                  </a:lnTo>
                  <a:lnTo>
                    <a:pt x="2995464" y="1948686"/>
                  </a:lnTo>
                  <a:lnTo>
                    <a:pt x="2919335" y="1980847"/>
                  </a:lnTo>
                  <a:lnTo>
                    <a:pt x="2842754" y="2009439"/>
                  </a:lnTo>
                  <a:lnTo>
                    <a:pt x="2765850" y="2034461"/>
                  </a:lnTo>
                  <a:lnTo>
                    <a:pt x="2688753" y="2055916"/>
                  </a:lnTo>
                  <a:lnTo>
                    <a:pt x="2611591" y="2073809"/>
                  </a:lnTo>
                  <a:lnTo>
                    <a:pt x="2534492" y="2088152"/>
                  </a:lnTo>
                  <a:lnTo>
                    <a:pt x="2457583" y="2098959"/>
                  </a:lnTo>
                  <a:lnTo>
                    <a:pt x="2380992" y="2106250"/>
                  </a:lnTo>
                  <a:lnTo>
                    <a:pt x="2304844" y="2110047"/>
                  </a:lnTo>
                  <a:lnTo>
                    <a:pt x="2229264" y="2110378"/>
                  </a:lnTo>
                  <a:lnTo>
                    <a:pt x="2154376" y="2107273"/>
                  </a:lnTo>
                  <a:lnTo>
                    <a:pt x="2080304" y="2100768"/>
                  </a:lnTo>
                  <a:lnTo>
                    <a:pt x="2007167" y="2090902"/>
                  </a:lnTo>
                  <a:lnTo>
                    <a:pt x="1935086" y="2077718"/>
                  </a:lnTo>
                  <a:lnTo>
                    <a:pt x="1864179" y="2061262"/>
                  </a:lnTo>
                  <a:lnTo>
                    <a:pt x="1794564" y="2041586"/>
                  </a:lnTo>
                  <a:lnTo>
                    <a:pt x="1726354" y="2018744"/>
                  </a:lnTo>
                  <a:lnTo>
                    <a:pt x="1659664" y="1992793"/>
                  </a:lnTo>
                  <a:lnTo>
                    <a:pt x="1594603" y="1963795"/>
                  </a:lnTo>
                  <a:lnTo>
                    <a:pt x="1531280" y="1931816"/>
                  </a:lnTo>
                  <a:lnTo>
                    <a:pt x="1469802" y="1896924"/>
                  </a:lnTo>
                  <a:lnTo>
                    <a:pt x="1410274" y="1859191"/>
                  </a:lnTo>
                  <a:lnTo>
                    <a:pt x="1352797" y="1818693"/>
                  </a:lnTo>
                  <a:lnTo>
                    <a:pt x="1297470" y="1775509"/>
                  </a:lnTo>
                  <a:lnTo>
                    <a:pt x="1244389" y="1729720"/>
                  </a:lnTo>
                  <a:lnTo>
                    <a:pt x="1193649" y="1681412"/>
                  </a:lnTo>
                  <a:lnTo>
                    <a:pt x="1193649" y="1681412"/>
                  </a:lnTo>
                  <a:lnTo>
                    <a:pt x="1191696" y="1746052"/>
                  </a:lnTo>
                  <a:lnTo>
                    <a:pt x="1185840" y="1810515"/>
                  </a:lnTo>
                  <a:lnTo>
                    <a:pt x="1176092" y="1874625"/>
                  </a:lnTo>
                  <a:lnTo>
                    <a:pt x="1162469" y="1938205"/>
                  </a:lnTo>
                  <a:lnTo>
                    <a:pt x="1144997" y="2001079"/>
                  </a:lnTo>
                  <a:lnTo>
                    <a:pt x="1123707" y="2063074"/>
                  </a:lnTo>
                  <a:lnTo>
                    <a:pt x="1098639" y="2124017"/>
                  </a:lnTo>
                  <a:lnTo>
                    <a:pt x="1069837" y="2183736"/>
                  </a:lnTo>
                  <a:lnTo>
                    <a:pt x="1037356" y="2242062"/>
                  </a:lnTo>
                  <a:lnTo>
                    <a:pt x="1001255" y="2298827"/>
                  </a:lnTo>
                  <a:lnTo>
                    <a:pt x="961599" y="2353867"/>
                  </a:lnTo>
                  <a:lnTo>
                    <a:pt x="918463" y="2407018"/>
                  </a:lnTo>
                  <a:lnTo>
                    <a:pt x="871925" y="2458123"/>
                  </a:lnTo>
                  <a:lnTo>
                    <a:pt x="822071" y="2507024"/>
                  </a:lnTo>
                  <a:lnTo>
                    <a:pt x="768995" y="2553568"/>
                  </a:lnTo>
                  <a:lnTo>
                    <a:pt x="712793" y="2597607"/>
                  </a:lnTo>
                  <a:lnTo>
                    <a:pt x="653571" y="2638994"/>
                  </a:lnTo>
                  <a:lnTo>
                    <a:pt x="591440" y="2677588"/>
                  </a:lnTo>
                  <a:lnTo>
                    <a:pt x="526515" y="2713252"/>
                  </a:lnTo>
                  <a:lnTo>
                    <a:pt x="458918" y="2745854"/>
                  </a:lnTo>
                  <a:lnTo>
                    <a:pt x="388776" y="2775266"/>
                  </a:lnTo>
                  <a:lnTo>
                    <a:pt x="316223" y="2801364"/>
                  </a:lnTo>
                  <a:lnTo>
                    <a:pt x="241395" y="2824031"/>
                  </a:lnTo>
                  <a:lnTo>
                    <a:pt x="164435" y="2843155"/>
                  </a:lnTo>
                  <a:lnTo>
                    <a:pt x="85490" y="2858628"/>
                  </a:lnTo>
                  <a:lnTo>
                    <a:pt x="4711" y="2870350"/>
                  </a:lnTo>
                  <a:lnTo>
                    <a:pt x="0" y="2780244"/>
                  </a:lnTo>
                  <a:lnTo>
                    <a:pt x="630" y="2691848"/>
                  </a:lnTo>
                  <a:lnTo>
                    <a:pt x="6449" y="2605447"/>
                  </a:lnTo>
                  <a:lnTo>
                    <a:pt x="17292" y="2521315"/>
                  </a:lnTo>
                  <a:lnTo>
                    <a:pt x="32979" y="2439716"/>
                  </a:lnTo>
                  <a:lnTo>
                    <a:pt x="53315" y="2360904"/>
                  </a:lnTo>
                  <a:lnTo>
                    <a:pt x="78095" y="2285120"/>
                  </a:lnTo>
                  <a:lnTo>
                    <a:pt x="107102" y="2212592"/>
                  </a:lnTo>
                  <a:lnTo>
                    <a:pt x="140107" y="2143538"/>
                  </a:lnTo>
                  <a:lnTo>
                    <a:pt x="176871" y="2078160"/>
                  </a:lnTo>
                  <a:lnTo>
                    <a:pt x="217144" y="2016646"/>
                  </a:lnTo>
                  <a:lnTo>
                    <a:pt x="260669" y="1959172"/>
                  </a:lnTo>
                  <a:lnTo>
                    <a:pt x="307179" y="1905897"/>
                  </a:lnTo>
                  <a:lnTo>
                    <a:pt x="356401" y="1856964"/>
                  </a:lnTo>
                  <a:lnTo>
                    <a:pt x="408053" y="1812505"/>
                  </a:lnTo>
                  <a:lnTo>
                    <a:pt x="461851" y="1772630"/>
                  </a:lnTo>
                  <a:lnTo>
                    <a:pt x="517502" y="1737439"/>
                  </a:lnTo>
                  <a:lnTo>
                    <a:pt x="574711" y="1707011"/>
                  </a:lnTo>
                  <a:lnTo>
                    <a:pt x="633179" y="1681412"/>
                  </a:lnTo>
                  <a:lnTo>
                    <a:pt x="685429" y="1645063"/>
                  </a:lnTo>
                  <a:lnTo>
                    <a:pt x="739750" y="1616151"/>
                  </a:lnTo>
                  <a:lnTo>
                    <a:pt x="795349" y="1594767"/>
                  </a:lnTo>
                  <a:lnTo>
                    <a:pt x="851433" y="1580928"/>
                  </a:lnTo>
                  <a:lnTo>
                    <a:pt x="907213" y="1574577"/>
                  </a:lnTo>
                  <a:lnTo>
                    <a:pt x="961912" y="1575581"/>
                  </a:lnTo>
                  <a:lnTo>
                    <a:pt x="1014772" y="1583737"/>
                  </a:lnTo>
                  <a:lnTo>
                    <a:pt x="1065059" y="1598772"/>
                  </a:lnTo>
                  <a:lnTo>
                    <a:pt x="1112071" y="1620343"/>
                  </a:lnTo>
                  <a:lnTo>
                    <a:pt x="1155142" y="1648045"/>
                  </a:lnTo>
                  <a:lnTo>
                    <a:pt x="1193649" y="1681412"/>
                  </a:lnTo>
                </a:path>
              </a:pathLst>
            </a:custGeom>
            <a:ln w="24933" cap="flat">
              <a:solidFill>
                <a:srgbClr val="F4B1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t24"/>
            <p:cNvSpPr/>
            <p:nvPr/>
          </p:nvSpPr>
          <p:spPr>
            <a:xfrm>
              <a:off x="4685419" y="2149687"/>
              <a:ext cx="63202" cy="63202"/>
            </a:xfrm>
            <a:prstGeom prst="ellipse">
              <a:avLst/>
            </a:prstGeom>
            <a:solidFill>
              <a:srgbClr val="F4B183">
                <a:alpha val="100000"/>
              </a:srgbClr>
            </a:solidFill>
            <a:ln w="9000" cap="rnd">
              <a:solidFill>
                <a:srgbClr val="F4B1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t25"/>
            <p:cNvSpPr/>
            <p:nvPr/>
          </p:nvSpPr>
          <p:spPr>
            <a:xfrm>
              <a:off x="5874357" y="2642161"/>
              <a:ext cx="63202" cy="63202"/>
            </a:xfrm>
            <a:prstGeom prst="ellipse">
              <a:avLst/>
            </a:prstGeom>
            <a:solidFill>
              <a:srgbClr val="F4B183">
                <a:alpha val="100000"/>
              </a:srgbClr>
            </a:solidFill>
            <a:ln w="9000" cap="rnd">
              <a:solidFill>
                <a:srgbClr val="F4B1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6"/>
            <p:cNvSpPr/>
            <p:nvPr/>
          </p:nvSpPr>
          <p:spPr>
            <a:xfrm>
              <a:off x="6927302" y="3831099"/>
              <a:ext cx="63202" cy="63202"/>
            </a:xfrm>
            <a:prstGeom prst="ellipse">
              <a:avLst/>
            </a:prstGeom>
            <a:solidFill>
              <a:srgbClr val="F4B183">
                <a:alpha val="100000"/>
              </a:srgbClr>
            </a:solidFill>
            <a:ln w="9000" cap="rnd">
              <a:solidFill>
                <a:srgbClr val="F4B1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7"/>
            <p:cNvSpPr/>
            <p:nvPr/>
          </p:nvSpPr>
          <p:spPr>
            <a:xfrm>
              <a:off x="4685419" y="3831099"/>
              <a:ext cx="63202" cy="63202"/>
            </a:xfrm>
            <a:prstGeom prst="ellipse">
              <a:avLst/>
            </a:prstGeom>
            <a:solidFill>
              <a:srgbClr val="F4B183">
                <a:alpha val="100000"/>
              </a:srgbClr>
            </a:solidFill>
            <a:ln w="9000" cap="rnd">
              <a:solidFill>
                <a:srgbClr val="F4B1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8"/>
            <p:cNvSpPr/>
            <p:nvPr/>
          </p:nvSpPr>
          <p:spPr>
            <a:xfrm>
              <a:off x="4685419" y="3831099"/>
              <a:ext cx="63202" cy="63202"/>
            </a:xfrm>
            <a:prstGeom prst="ellipse">
              <a:avLst/>
            </a:prstGeom>
            <a:solidFill>
              <a:srgbClr val="F4B183">
                <a:alpha val="100000"/>
              </a:srgbClr>
            </a:solidFill>
            <a:ln w="9000" cap="rnd">
              <a:solidFill>
                <a:srgbClr val="F4B1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9"/>
            <p:cNvSpPr/>
            <p:nvPr/>
          </p:nvSpPr>
          <p:spPr>
            <a:xfrm>
              <a:off x="3496481" y="5020037"/>
              <a:ext cx="63202" cy="63202"/>
            </a:xfrm>
            <a:prstGeom prst="ellipse">
              <a:avLst/>
            </a:prstGeom>
            <a:solidFill>
              <a:srgbClr val="F4B183">
                <a:alpha val="100000"/>
              </a:srgbClr>
            </a:solidFill>
            <a:ln w="9000" cap="rnd">
              <a:solidFill>
                <a:srgbClr val="F4B1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30"/>
            <p:cNvSpPr/>
            <p:nvPr/>
          </p:nvSpPr>
          <p:spPr>
            <a:xfrm>
              <a:off x="4124948" y="3831099"/>
              <a:ext cx="63202" cy="63202"/>
            </a:xfrm>
            <a:prstGeom prst="ellipse">
              <a:avLst/>
            </a:prstGeom>
            <a:solidFill>
              <a:srgbClr val="F4B183">
                <a:alpha val="100000"/>
              </a:srgbClr>
            </a:solidFill>
            <a:ln w="9000" cap="rnd">
              <a:solidFill>
                <a:srgbClr val="F4B1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1"/>
            <p:cNvSpPr/>
            <p:nvPr/>
          </p:nvSpPr>
          <p:spPr>
            <a:xfrm>
              <a:off x="4685419" y="3831099"/>
              <a:ext cx="63202" cy="63202"/>
            </a:xfrm>
            <a:prstGeom prst="ellipse">
              <a:avLst/>
            </a:prstGeom>
            <a:solidFill>
              <a:srgbClr val="F4B183">
                <a:alpha val="100000"/>
              </a:srgbClr>
            </a:solidFill>
            <a:ln w="9000" cap="rnd">
              <a:solidFill>
                <a:srgbClr val="F4B1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4717020" y="1620817"/>
              <a:ext cx="0" cy="2241883"/>
            </a:xfrm>
            <a:custGeom>
              <a:avLst/>
              <a:pathLst>
                <a:path w="0" h="2241883">
                  <a:moveTo>
                    <a:pt x="0" y="2241883"/>
                  </a:moveTo>
                  <a:lnTo>
                    <a:pt x="0" y="2164576"/>
                  </a:lnTo>
                  <a:lnTo>
                    <a:pt x="0" y="2087270"/>
                  </a:lnTo>
                  <a:lnTo>
                    <a:pt x="0" y="2009964"/>
                  </a:lnTo>
                  <a:lnTo>
                    <a:pt x="0" y="1932657"/>
                  </a:lnTo>
                  <a:lnTo>
                    <a:pt x="0" y="1855351"/>
                  </a:lnTo>
                  <a:lnTo>
                    <a:pt x="0" y="1778045"/>
                  </a:lnTo>
                  <a:lnTo>
                    <a:pt x="0" y="1700738"/>
                  </a:lnTo>
                  <a:lnTo>
                    <a:pt x="0" y="1623432"/>
                  </a:lnTo>
                  <a:lnTo>
                    <a:pt x="0" y="1546126"/>
                  </a:lnTo>
                  <a:lnTo>
                    <a:pt x="0" y="1468819"/>
                  </a:lnTo>
                  <a:lnTo>
                    <a:pt x="0" y="1391513"/>
                  </a:lnTo>
                  <a:lnTo>
                    <a:pt x="0" y="1314207"/>
                  </a:lnTo>
                  <a:lnTo>
                    <a:pt x="0" y="1236900"/>
                  </a:lnTo>
                  <a:lnTo>
                    <a:pt x="0" y="1159594"/>
                  </a:lnTo>
                  <a:lnTo>
                    <a:pt x="0" y="1082288"/>
                  </a:lnTo>
                  <a:lnTo>
                    <a:pt x="0" y="1004982"/>
                  </a:lnTo>
                  <a:lnTo>
                    <a:pt x="0" y="927675"/>
                  </a:lnTo>
                  <a:lnTo>
                    <a:pt x="0" y="850369"/>
                  </a:lnTo>
                  <a:lnTo>
                    <a:pt x="0" y="773063"/>
                  </a:lnTo>
                  <a:lnTo>
                    <a:pt x="0" y="695756"/>
                  </a:lnTo>
                  <a:lnTo>
                    <a:pt x="0" y="618450"/>
                  </a:lnTo>
                  <a:lnTo>
                    <a:pt x="0" y="541144"/>
                  </a:lnTo>
                  <a:lnTo>
                    <a:pt x="0" y="463837"/>
                  </a:lnTo>
                  <a:lnTo>
                    <a:pt x="0" y="386531"/>
                  </a:lnTo>
                  <a:lnTo>
                    <a:pt x="0" y="309225"/>
                  </a:lnTo>
                  <a:lnTo>
                    <a:pt x="0" y="231918"/>
                  </a:lnTo>
                  <a:lnTo>
                    <a:pt x="0" y="154612"/>
                  </a:lnTo>
                  <a:lnTo>
                    <a:pt x="0" y="77306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4717020" y="2277450"/>
              <a:ext cx="1585250" cy="1585250"/>
            </a:xfrm>
            <a:custGeom>
              <a:avLst/>
              <a:pathLst>
                <a:path w="1585250" h="1585250">
                  <a:moveTo>
                    <a:pt x="0" y="1585250"/>
                  </a:moveTo>
                  <a:lnTo>
                    <a:pt x="54663" y="1530586"/>
                  </a:lnTo>
                  <a:lnTo>
                    <a:pt x="109327" y="1475923"/>
                  </a:lnTo>
                  <a:lnTo>
                    <a:pt x="163991" y="1421259"/>
                  </a:lnTo>
                  <a:lnTo>
                    <a:pt x="218655" y="1366595"/>
                  </a:lnTo>
                  <a:lnTo>
                    <a:pt x="273319" y="1311931"/>
                  </a:lnTo>
                  <a:lnTo>
                    <a:pt x="327982" y="1257267"/>
                  </a:lnTo>
                  <a:lnTo>
                    <a:pt x="382646" y="1202603"/>
                  </a:lnTo>
                  <a:lnTo>
                    <a:pt x="437310" y="1147940"/>
                  </a:lnTo>
                  <a:lnTo>
                    <a:pt x="491974" y="1093276"/>
                  </a:lnTo>
                  <a:lnTo>
                    <a:pt x="546638" y="1038612"/>
                  </a:lnTo>
                  <a:lnTo>
                    <a:pt x="601301" y="983948"/>
                  </a:lnTo>
                  <a:lnTo>
                    <a:pt x="655965" y="929284"/>
                  </a:lnTo>
                  <a:lnTo>
                    <a:pt x="710629" y="874621"/>
                  </a:lnTo>
                  <a:lnTo>
                    <a:pt x="765293" y="819957"/>
                  </a:lnTo>
                  <a:lnTo>
                    <a:pt x="819957" y="765293"/>
                  </a:lnTo>
                  <a:lnTo>
                    <a:pt x="874621" y="710629"/>
                  </a:lnTo>
                  <a:lnTo>
                    <a:pt x="929284" y="655965"/>
                  </a:lnTo>
                  <a:lnTo>
                    <a:pt x="983948" y="601301"/>
                  </a:lnTo>
                  <a:lnTo>
                    <a:pt x="1038612" y="546638"/>
                  </a:lnTo>
                  <a:lnTo>
                    <a:pt x="1093276" y="491974"/>
                  </a:lnTo>
                  <a:lnTo>
                    <a:pt x="1147940" y="437310"/>
                  </a:lnTo>
                  <a:lnTo>
                    <a:pt x="1202603" y="382646"/>
                  </a:lnTo>
                  <a:lnTo>
                    <a:pt x="1257267" y="327982"/>
                  </a:lnTo>
                  <a:lnTo>
                    <a:pt x="1311931" y="273319"/>
                  </a:lnTo>
                  <a:lnTo>
                    <a:pt x="1366595" y="218655"/>
                  </a:lnTo>
                  <a:lnTo>
                    <a:pt x="1421259" y="163991"/>
                  </a:lnTo>
                  <a:lnTo>
                    <a:pt x="1475923" y="109327"/>
                  </a:lnTo>
                  <a:lnTo>
                    <a:pt x="1530586" y="54663"/>
                  </a:lnTo>
                  <a:lnTo>
                    <a:pt x="158525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4717020" y="3862700"/>
              <a:ext cx="2241883" cy="0"/>
            </a:xfrm>
            <a:custGeom>
              <a:avLst/>
              <a:pathLst>
                <a:path w="2241883" h="0">
                  <a:moveTo>
                    <a:pt x="0" y="0"/>
                  </a:moveTo>
                  <a:lnTo>
                    <a:pt x="77306" y="0"/>
                  </a:lnTo>
                  <a:lnTo>
                    <a:pt x="154612" y="0"/>
                  </a:lnTo>
                  <a:lnTo>
                    <a:pt x="231918" y="0"/>
                  </a:lnTo>
                  <a:lnTo>
                    <a:pt x="309225" y="0"/>
                  </a:lnTo>
                  <a:lnTo>
                    <a:pt x="386531" y="0"/>
                  </a:lnTo>
                  <a:lnTo>
                    <a:pt x="463837" y="0"/>
                  </a:lnTo>
                  <a:lnTo>
                    <a:pt x="541144" y="0"/>
                  </a:lnTo>
                  <a:lnTo>
                    <a:pt x="618450" y="0"/>
                  </a:lnTo>
                  <a:lnTo>
                    <a:pt x="695756" y="0"/>
                  </a:lnTo>
                  <a:lnTo>
                    <a:pt x="773063" y="0"/>
                  </a:lnTo>
                  <a:lnTo>
                    <a:pt x="850369" y="0"/>
                  </a:lnTo>
                  <a:lnTo>
                    <a:pt x="927675" y="0"/>
                  </a:lnTo>
                  <a:lnTo>
                    <a:pt x="1004982" y="0"/>
                  </a:lnTo>
                  <a:lnTo>
                    <a:pt x="1082288" y="0"/>
                  </a:lnTo>
                  <a:lnTo>
                    <a:pt x="1159594" y="0"/>
                  </a:lnTo>
                  <a:lnTo>
                    <a:pt x="1236900" y="0"/>
                  </a:lnTo>
                  <a:lnTo>
                    <a:pt x="1314207" y="0"/>
                  </a:lnTo>
                  <a:lnTo>
                    <a:pt x="1391513" y="0"/>
                  </a:lnTo>
                  <a:lnTo>
                    <a:pt x="1468819" y="0"/>
                  </a:lnTo>
                  <a:lnTo>
                    <a:pt x="1546126" y="0"/>
                  </a:lnTo>
                  <a:lnTo>
                    <a:pt x="1623432" y="0"/>
                  </a:lnTo>
                  <a:lnTo>
                    <a:pt x="1700738" y="0"/>
                  </a:lnTo>
                  <a:lnTo>
                    <a:pt x="1778045" y="0"/>
                  </a:lnTo>
                  <a:lnTo>
                    <a:pt x="1855351" y="0"/>
                  </a:lnTo>
                  <a:lnTo>
                    <a:pt x="1932657" y="0"/>
                  </a:lnTo>
                  <a:lnTo>
                    <a:pt x="2009964" y="0"/>
                  </a:lnTo>
                  <a:lnTo>
                    <a:pt x="2087270" y="0"/>
                  </a:lnTo>
                  <a:lnTo>
                    <a:pt x="2164576" y="0"/>
                  </a:lnTo>
                  <a:lnTo>
                    <a:pt x="2241883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4717020" y="3862700"/>
              <a:ext cx="1585250" cy="1585250"/>
            </a:xfrm>
            <a:custGeom>
              <a:avLst/>
              <a:pathLst>
                <a:path w="1585250" h="1585250">
                  <a:moveTo>
                    <a:pt x="0" y="0"/>
                  </a:moveTo>
                  <a:lnTo>
                    <a:pt x="54663" y="54663"/>
                  </a:lnTo>
                  <a:lnTo>
                    <a:pt x="109327" y="109327"/>
                  </a:lnTo>
                  <a:lnTo>
                    <a:pt x="163991" y="163991"/>
                  </a:lnTo>
                  <a:lnTo>
                    <a:pt x="218655" y="218655"/>
                  </a:lnTo>
                  <a:lnTo>
                    <a:pt x="273319" y="273319"/>
                  </a:lnTo>
                  <a:lnTo>
                    <a:pt x="327982" y="327982"/>
                  </a:lnTo>
                  <a:lnTo>
                    <a:pt x="382646" y="382646"/>
                  </a:lnTo>
                  <a:lnTo>
                    <a:pt x="437310" y="437310"/>
                  </a:lnTo>
                  <a:lnTo>
                    <a:pt x="491974" y="491974"/>
                  </a:lnTo>
                  <a:lnTo>
                    <a:pt x="546638" y="546638"/>
                  </a:lnTo>
                  <a:lnTo>
                    <a:pt x="601301" y="601301"/>
                  </a:lnTo>
                  <a:lnTo>
                    <a:pt x="655965" y="655965"/>
                  </a:lnTo>
                  <a:lnTo>
                    <a:pt x="710629" y="710629"/>
                  </a:lnTo>
                  <a:lnTo>
                    <a:pt x="765293" y="765293"/>
                  </a:lnTo>
                  <a:lnTo>
                    <a:pt x="819957" y="819957"/>
                  </a:lnTo>
                  <a:lnTo>
                    <a:pt x="874621" y="874621"/>
                  </a:lnTo>
                  <a:lnTo>
                    <a:pt x="929284" y="929284"/>
                  </a:lnTo>
                  <a:lnTo>
                    <a:pt x="983948" y="983948"/>
                  </a:lnTo>
                  <a:lnTo>
                    <a:pt x="1038612" y="1038612"/>
                  </a:lnTo>
                  <a:lnTo>
                    <a:pt x="1093276" y="1093276"/>
                  </a:lnTo>
                  <a:lnTo>
                    <a:pt x="1147940" y="1147940"/>
                  </a:lnTo>
                  <a:lnTo>
                    <a:pt x="1202603" y="1202603"/>
                  </a:lnTo>
                  <a:lnTo>
                    <a:pt x="1257267" y="1257267"/>
                  </a:lnTo>
                  <a:lnTo>
                    <a:pt x="1311931" y="1311931"/>
                  </a:lnTo>
                  <a:lnTo>
                    <a:pt x="1366595" y="1366595"/>
                  </a:lnTo>
                  <a:lnTo>
                    <a:pt x="1421259" y="1421259"/>
                  </a:lnTo>
                  <a:lnTo>
                    <a:pt x="1475923" y="1475923"/>
                  </a:lnTo>
                  <a:lnTo>
                    <a:pt x="1530586" y="1530586"/>
                  </a:lnTo>
                  <a:lnTo>
                    <a:pt x="1585250" y="158525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4717020" y="3862700"/>
              <a:ext cx="0" cy="2241883"/>
            </a:xfrm>
            <a:custGeom>
              <a:avLst/>
              <a:pathLst>
                <a:path w="0" h="2241883">
                  <a:moveTo>
                    <a:pt x="0" y="0"/>
                  </a:moveTo>
                  <a:lnTo>
                    <a:pt x="0" y="77306"/>
                  </a:lnTo>
                  <a:lnTo>
                    <a:pt x="0" y="154612"/>
                  </a:lnTo>
                  <a:lnTo>
                    <a:pt x="0" y="231918"/>
                  </a:lnTo>
                  <a:lnTo>
                    <a:pt x="0" y="309225"/>
                  </a:lnTo>
                  <a:lnTo>
                    <a:pt x="0" y="386531"/>
                  </a:lnTo>
                  <a:lnTo>
                    <a:pt x="0" y="463837"/>
                  </a:lnTo>
                  <a:lnTo>
                    <a:pt x="0" y="541144"/>
                  </a:lnTo>
                  <a:lnTo>
                    <a:pt x="0" y="618450"/>
                  </a:lnTo>
                  <a:lnTo>
                    <a:pt x="0" y="695756"/>
                  </a:lnTo>
                  <a:lnTo>
                    <a:pt x="0" y="773063"/>
                  </a:lnTo>
                  <a:lnTo>
                    <a:pt x="0" y="850369"/>
                  </a:lnTo>
                  <a:lnTo>
                    <a:pt x="0" y="927675"/>
                  </a:lnTo>
                  <a:lnTo>
                    <a:pt x="0" y="1004982"/>
                  </a:lnTo>
                  <a:lnTo>
                    <a:pt x="0" y="1082288"/>
                  </a:lnTo>
                  <a:lnTo>
                    <a:pt x="0" y="1159594"/>
                  </a:lnTo>
                  <a:lnTo>
                    <a:pt x="0" y="1236900"/>
                  </a:lnTo>
                  <a:lnTo>
                    <a:pt x="0" y="1314207"/>
                  </a:lnTo>
                  <a:lnTo>
                    <a:pt x="0" y="1391513"/>
                  </a:lnTo>
                  <a:lnTo>
                    <a:pt x="0" y="1468819"/>
                  </a:lnTo>
                  <a:lnTo>
                    <a:pt x="0" y="1546126"/>
                  </a:lnTo>
                  <a:lnTo>
                    <a:pt x="0" y="1623432"/>
                  </a:lnTo>
                  <a:lnTo>
                    <a:pt x="0" y="1700738"/>
                  </a:lnTo>
                  <a:lnTo>
                    <a:pt x="0" y="1778045"/>
                  </a:lnTo>
                  <a:lnTo>
                    <a:pt x="0" y="1855351"/>
                  </a:lnTo>
                  <a:lnTo>
                    <a:pt x="0" y="1932657"/>
                  </a:lnTo>
                  <a:lnTo>
                    <a:pt x="0" y="2009964"/>
                  </a:lnTo>
                  <a:lnTo>
                    <a:pt x="0" y="2087270"/>
                  </a:lnTo>
                  <a:lnTo>
                    <a:pt x="0" y="2164576"/>
                  </a:lnTo>
                  <a:lnTo>
                    <a:pt x="0" y="2241883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3131770" y="3862700"/>
              <a:ext cx="1585250" cy="1585250"/>
            </a:xfrm>
            <a:custGeom>
              <a:avLst/>
              <a:pathLst>
                <a:path w="1585250" h="1585250">
                  <a:moveTo>
                    <a:pt x="1585250" y="0"/>
                  </a:moveTo>
                  <a:lnTo>
                    <a:pt x="1530586" y="54663"/>
                  </a:lnTo>
                  <a:lnTo>
                    <a:pt x="1475923" y="109327"/>
                  </a:lnTo>
                  <a:lnTo>
                    <a:pt x="1421259" y="163991"/>
                  </a:lnTo>
                  <a:lnTo>
                    <a:pt x="1366595" y="218655"/>
                  </a:lnTo>
                  <a:lnTo>
                    <a:pt x="1311931" y="273319"/>
                  </a:lnTo>
                  <a:lnTo>
                    <a:pt x="1257267" y="327982"/>
                  </a:lnTo>
                  <a:lnTo>
                    <a:pt x="1202603" y="382646"/>
                  </a:lnTo>
                  <a:lnTo>
                    <a:pt x="1147940" y="437310"/>
                  </a:lnTo>
                  <a:lnTo>
                    <a:pt x="1093276" y="491974"/>
                  </a:lnTo>
                  <a:lnTo>
                    <a:pt x="1038612" y="546638"/>
                  </a:lnTo>
                  <a:lnTo>
                    <a:pt x="983948" y="601301"/>
                  </a:lnTo>
                  <a:lnTo>
                    <a:pt x="929284" y="655965"/>
                  </a:lnTo>
                  <a:lnTo>
                    <a:pt x="874621" y="710629"/>
                  </a:lnTo>
                  <a:lnTo>
                    <a:pt x="819957" y="765293"/>
                  </a:lnTo>
                  <a:lnTo>
                    <a:pt x="765293" y="819957"/>
                  </a:lnTo>
                  <a:lnTo>
                    <a:pt x="710629" y="874621"/>
                  </a:lnTo>
                  <a:lnTo>
                    <a:pt x="655965" y="929284"/>
                  </a:lnTo>
                  <a:lnTo>
                    <a:pt x="601301" y="983948"/>
                  </a:lnTo>
                  <a:lnTo>
                    <a:pt x="546638" y="1038612"/>
                  </a:lnTo>
                  <a:lnTo>
                    <a:pt x="491974" y="1093276"/>
                  </a:lnTo>
                  <a:lnTo>
                    <a:pt x="437310" y="1147940"/>
                  </a:lnTo>
                  <a:lnTo>
                    <a:pt x="382646" y="1202603"/>
                  </a:lnTo>
                  <a:lnTo>
                    <a:pt x="327982" y="1257267"/>
                  </a:lnTo>
                  <a:lnTo>
                    <a:pt x="273319" y="1311931"/>
                  </a:lnTo>
                  <a:lnTo>
                    <a:pt x="218655" y="1366595"/>
                  </a:lnTo>
                  <a:lnTo>
                    <a:pt x="163991" y="1421259"/>
                  </a:lnTo>
                  <a:lnTo>
                    <a:pt x="109327" y="1475923"/>
                  </a:lnTo>
                  <a:lnTo>
                    <a:pt x="54663" y="1530586"/>
                  </a:lnTo>
                  <a:lnTo>
                    <a:pt x="0" y="158525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2475137" y="3862700"/>
              <a:ext cx="2241883" cy="0"/>
            </a:xfrm>
            <a:custGeom>
              <a:avLst/>
              <a:pathLst>
                <a:path w="2241883" h="0">
                  <a:moveTo>
                    <a:pt x="2241883" y="0"/>
                  </a:moveTo>
                  <a:lnTo>
                    <a:pt x="2164576" y="0"/>
                  </a:lnTo>
                  <a:lnTo>
                    <a:pt x="2087270" y="0"/>
                  </a:lnTo>
                  <a:lnTo>
                    <a:pt x="2009964" y="0"/>
                  </a:lnTo>
                  <a:lnTo>
                    <a:pt x="1932657" y="0"/>
                  </a:lnTo>
                  <a:lnTo>
                    <a:pt x="1855351" y="0"/>
                  </a:lnTo>
                  <a:lnTo>
                    <a:pt x="1778045" y="0"/>
                  </a:lnTo>
                  <a:lnTo>
                    <a:pt x="1700738" y="0"/>
                  </a:lnTo>
                  <a:lnTo>
                    <a:pt x="1623432" y="0"/>
                  </a:lnTo>
                  <a:lnTo>
                    <a:pt x="1546126" y="0"/>
                  </a:lnTo>
                  <a:lnTo>
                    <a:pt x="1468819" y="0"/>
                  </a:lnTo>
                  <a:lnTo>
                    <a:pt x="1391513" y="0"/>
                  </a:lnTo>
                  <a:lnTo>
                    <a:pt x="1314207" y="0"/>
                  </a:lnTo>
                  <a:lnTo>
                    <a:pt x="1236900" y="0"/>
                  </a:lnTo>
                  <a:lnTo>
                    <a:pt x="1159594" y="0"/>
                  </a:lnTo>
                  <a:lnTo>
                    <a:pt x="1082288" y="0"/>
                  </a:lnTo>
                  <a:lnTo>
                    <a:pt x="1004982" y="0"/>
                  </a:lnTo>
                  <a:lnTo>
                    <a:pt x="927675" y="0"/>
                  </a:lnTo>
                  <a:lnTo>
                    <a:pt x="850369" y="0"/>
                  </a:lnTo>
                  <a:lnTo>
                    <a:pt x="773063" y="0"/>
                  </a:lnTo>
                  <a:lnTo>
                    <a:pt x="695756" y="0"/>
                  </a:lnTo>
                  <a:lnTo>
                    <a:pt x="618450" y="0"/>
                  </a:lnTo>
                  <a:lnTo>
                    <a:pt x="541144" y="0"/>
                  </a:lnTo>
                  <a:lnTo>
                    <a:pt x="463837" y="0"/>
                  </a:lnTo>
                  <a:lnTo>
                    <a:pt x="386531" y="0"/>
                  </a:lnTo>
                  <a:lnTo>
                    <a:pt x="309225" y="0"/>
                  </a:lnTo>
                  <a:lnTo>
                    <a:pt x="231918" y="0"/>
                  </a:lnTo>
                  <a:lnTo>
                    <a:pt x="154612" y="0"/>
                  </a:lnTo>
                  <a:lnTo>
                    <a:pt x="77306" y="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3131770" y="2277450"/>
              <a:ext cx="1585250" cy="1585250"/>
            </a:xfrm>
            <a:custGeom>
              <a:avLst/>
              <a:pathLst>
                <a:path w="1585250" h="1585250">
                  <a:moveTo>
                    <a:pt x="1585250" y="1585250"/>
                  </a:moveTo>
                  <a:lnTo>
                    <a:pt x="1530586" y="1530586"/>
                  </a:lnTo>
                  <a:lnTo>
                    <a:pt x="1475923" y="1475923"/>
                  </a:lnTo>
                  <a:lnTo>
                    <a:pt x="1421259" y="1421259"/>
                  </a:lnTo>
                  <a:lnTo>
                    <a:pt x="1366595" y="1366595"/>
                  </a:lnTo>
                  <a:lnTo>
                    <a:pt x="1311931" y="1311931"/>
                  </a:lnTo>
                  <a:lnTo>
                    <a:pt x="1257267" y="1257267"/>
                  </a:lnTo>
                  <a:lnTo>
                    <a:pt x="1202603" y="1202603"/>
                  </a:lnTo>
                  <a:lnTo>
                    <a:pt x="1147940" y="1147940"/>
                  </a:lnTo>
                  <a:lnTo>
                    <a:pt x="1093276" y="1093276"/>
                  </a:lnTo>
                  <a:lnTo>
                    <a:pt x="1038612" y="1038612"/>
                  </a:lnTo>
                  <a:lnTo>
                    <a:pt x="983948" y="983948"/>
                  </a:lnTo>
                  <a:lnTo>
                    <a:pt x="929284" y="929284"/>
                  </a:lnTo>
                  <a:lnTo>
                    <a:pt x="874621" y="874621"/>
                  </a:lnTo>
                  <a:lnTo>
                    <a:pt x="819957" y="819957"/>
                  </a:lnTo>
                  <a:lnTo>
                    <a:pt x="765293" y="765293"/>
                  </a:lnTo>
                  <a:lnTo>
                    <a:pt x="710629" y="710629"/>
                  </a:lnTo>
                  <a:lnTo>
                    <a:pt x="655965" y="655965"/>
                  </a:lnTo>
                  <a:lnTo>
                    <a:pt x="601301" y="601301"/>
                  </a:lnTo>
                  <a:lnTo>
                    <a:pt x="546638" y="546638"/>
                  </a:lnTo>
                  <a:lnTo>
                    <a:pt x="491974" y="491974"/>
                  </a:lnTo>
                  <a:lnTo>
                    <a:pt x="437310" y="437310"/>
                  </a:lnTo>
                  <a:lnTo>
                    <a:pt x="382646" y="382646"/>
                  </a:lnTo>
                  <a:lnTo>
                    <a:pt x="327982" y="327982"/>
                  </a:lnTo>
                  <a:lnTo>
                    <a:pt x="273319" y="273319"/>
                  </a:lnTo>
                  <a:lnTo>
                    <a:pt x="218655" y="218655"/>
                  </a:lnTo>
                  <a:lnTo>
                    <a:pt x="163991" y="163991"/>
                  </a:lnTo>
                  <a:lnTo>
                    <a:pt x="109327" y="109327"/>
                  </a:lnTo>
                  <a:lnTo>
                    <a:pt x="54663" y="54663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tx40"/>
            <p:cNvSpPr/>
            <p:nvPr/>
          </p:nvSpPr>
          <p:spPr>
            <a:xfrm>
              <a:off x="4584981" y="1301903"/>
              <a:ext cx="264078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6266295" y="2040614"/>
              <a:ext cx="46826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Northeast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7131057" y="3824021"/>
              <a:ext cx="21616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East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6257197" y="5607428"/>
              <a:ext cx="486460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Southeast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4575883" y="6346140"/>
              <a:ext cx="282275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2681422" y="5607428"/>
              <a:ext cx="504383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Southwest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2072829" y="3824021"/>
              <a:ext cx="24414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West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2690520" y="2040614"/>
              <a:ext cx="486186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Northwest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1674094" y="2709938"/>
              <a:ext cx="177942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6B6B6B">
                      <a:alpha val="100000"/>
                    </a:srgbClr>
                  </a:solidFill>
                  <a:latin typeface="Arial"/>
                  <a:cs typeface="Arial"/>
                </a:rPr>
                <a:t>50%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1624625" y="1588996"/>
              <a:ext cx="227411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6B6B6B">
                      <a:alpha val="100000"/>
                    </a:srgbClr>
                  </a:solidFill>
                  <a:latin typeface="Arial"/>
                  <a:cs typeface="Arial"/>
                </a:rPr>
                <a:t>100%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dingchenchen</cp:lastModifiedBy>
  <cp:revision>3</cp:revision>
  <dcterms:created xsi:type="dcterms:W3CDTF">2017-02-13T16:18:36Z</dcterms:created>
  <dcterms:modified xsi:type="dcterms:W3CDTF">2026-09-24T14:02:12Z</dcterms:modified>
  <cp:category/>
</cp:coreProperties>
</file>