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86805" y="348278"/>
              <a:ext cx="106042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40034" y="723281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5, species = 3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717020" y="3433735"/>
              <a:ext cx="2241883" cy="857931"/>
            </a:xfrm>
            <a:custGeom>
              <a:avLst/>
              <a:pathLst>
                <a:path w="2241883" h="857931">
                  <a:moveTo>
                    <a:pt x="0" y="428965"/>
                  </a:moveTo>
                  <a:lnTo>
                    <a:pt x="50739" y="380657"/>
                  </a:lnTo>
                  <a:lnTo>
                    <a:pt x="103820" y="334868"/>
                  </a:lnTo>
                  <a:lnTo>
                    <a:pt x="159147" y="291684"/>
                  </a:lnTo>
                  <a:lnTo>
                    <a:pt x="216624" y="251186"/>
                  </a:lnTo>
                  <a:lnTo>
                    <a:pt x="276153" y="213453"/>
                  </a:lnTo>
                  <a:lnTo>
                    <a:pt x="337630" y="178561"/>
                  </a:lnTo>
                  <a:lnTo>
                    <a:pt x="400953" y="146582"/>
                  </a:lnTo>
                  <a:lnTo>
                    <a:pt x="466014" y="117584"/>
                  </a:lnTo>
                  <a:lnTo>
                    <a:pt x="532705" y="91633"/>
                  </a:lnTo>
                  <a:lnTo>
                    <a:pt x="600914" y="68791"/>
                  </a:lnTo>
                  <a:lnTo>
                    <a:pt x="670530" y="49115"/>
                  </a:lnTo>
                  <a:lnTo>
                    <a:pt x="741436" y="32659"/>
                  </a:lnTo>
                  <a:lnTo>
                    <a:pt x="813517" y="19475"/>
                  </a:lnTo>
                  <a:lnTo>
                    <a:pt x="886654" y="9609"/>
                  </a:lnTo>
                  <a:lnTo>
                    <a:pt x="960727" y="3104"/>
                  </a:lnTo>
                  <a:lnTo>
                    <a:pt x="1035614" y="0"/>
                  </a:lnTo>
                  <a:lnTo>
                    <a:pt x="1111194" y="330"/>
                  </a:lnTo>
                  <a:lnTo>
                    <a:pt x="1187342" y="4127"/>
                  </a:lnTo>
                  <a:lnTo>
                    <a:pt x="1263934" y="11418"/>
                  </a:lnTo>
                  <a:lnTo>
                    <a:pt x="1340842" y="22225"/>
                  </a:lnTo>
                  <a:lnTo>
                    <a:pt x="1417941" y="36568"/>
                  </a:lnTo>
                  <a:lnTo>
                    <a:pt x="1495103" y="54461"/>
                  </a:lnTo>
                  <a:lnTo>
                    <a:pt x="1572200" y="75916"/>
                  </a:lnTo>
                  <a:lnTo>
                    <a:pt x="1649104" y="100938"/>
                  </a:lnTo>
                  <a:lnTo>
                    <a:pt x="1725685" y="129530"/>
                  </a:lnTo>
                  <a:lnTo>
                    <a:pt x="1801814" y="161691"/>
                  </a:lnTo>
                  <a:lnTo>
                    <a:pt x="1877363" y="197415"/>
                  </a:lnTo>
                  <a:lnTo>
                    <a:pt x="1952201" y="236690"/>
                  </a:lnTo>
                  <a:lnTo>
                    <a:pt x="2026201" y="279504"/>
                  </a:lnTo>
                  <a:lnTo>
                    <a:pt x="2099233" y="325837"/>
                  </a:lnTo>
                  <a:lnTo>
                    <a:pt x="2171170" y="375666"/>
                  </a:lnTo>
                  <a:lnTo>
                    <a:pt x="2241883" y="428965"/>
                  </a:lnTo>
                  <a:lnTo>
                    <a:pt x="2171170" y="482264"/>
                  </a:lnTo>
                  <a:lnTo>
                    <a:pt x="2099233" y="532094"/>
                  </a:lnTo>
                  <a:lnTo>
                    <a:pt x="2026201" y="578427"/>
                  </a:lnTo>
                  <a:lnTo>
                    <a:pt x="1952201" y="621240"/>
                  </a:lnTo>
                  <a:lnTo>
                    <a:pt x="1877363" y="660516"/>
                  </a:lnTo>
                  <a:lnTo>
                    <a:pt x="1801814" y="696239"/>
                  </a:lnTo>
                  <a:lnTo>
                    <a:pt x="1725685" y="728400"/>
                  </a:lnTo>
                  <a:lnTo>
                    <a:pt x="1649104" y="756993"/>
                  </a:lnTo>
                  <a:lnTo>
                    <a:pt x="1572200" y="782015"/>
                  </a:lnTo>
                  <a:lnTo>
                    <a:pt x="1495103" y="803469"/>
                  </a:lnTo>
                  <a:lnTo>
                    <a:pt x="1417941" y="821363"/>
                  </a:lnTo>
                  <a:lnTo>
                    <a:pt x="1340842" y="835705"/>
                  </a:lnTo>
                  <a:lnTo>
                    <a:pt x="1263934" y="846513"/>
                  </a:lnTo>
                  <a:lnTo>
                    <a:pt x="1187342" y="853803"/>
                  </a:lnTo>
                  <a:lnTo>
                    <a:pt x="1111194" y="857600"/>
                  </a:lnTo>
                  <a:lnTo>
                    <a:pt x="1035614" y="857931"/>
                  </a:lnTo>
                  <a:lnTo>
                    <a:pt x="960727" y="854826"/>
                  </a:lnTo>
                  <a:lnTo>
                    <a:pt x="886654" y="848321"/>
                  </a:lnTo>
                  <a:lnTo>
                    <a:pt x="813517" y="838456"/>
                  </a:lnTo>
                  <a:lnTo>
                    <a:pt x="741436" y="825271"/>
                  </a:lnTo>
                  <a:lnTo>
                    <a:pt x="670530" y="808816"/>
                  </a:lnTo>
                  <a:lnTo>
                    <a:pt x="600914" y="789140"/>
                  </a:lnTo>
                  <a:lnTo>
                    <a:pt x="532705" y="766297"/>
                  </a:lnTo>
                  <a:lnTo>
                    <a:pt x="466014" y="740346"/>
                  </a:lnTo>
                  <a:lnTo>
                    <a:pt x="400953" y="711348"/>
                  </a:lnTo>
                  <a:lnTo>
                    <a:pt x="337630" y="679369"/>
                  </a:lnTo>
                  <a:lnTo>
                    <a:pt x="276153" y="644477"/>
                  </a:lnTo>
                  <a:lnTo>
                    <a:pt x="216624" y="606745"/>
                  </a:lnTo>
                  <a:lnTo>
                    <a:pt x="159147" y="566247"/>
                  </a:lnTo>
                  <a:lnTo>
                    <a:pt x="103820" y="523063"/>
                  </a:lnTo>
                  <a:lnTo>
                    <a:pt x="50739" y="47727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17020" y="3433735"/>
              <a:ext cx="2241883" cy="857931"/>
            </a:xfrm>
            <a:custGeom>
              <a:avLst/>
              <a:pathLst>
                <a:path w="2241883" h="857931">
                  <a:moveTo>
                    <a:pt x="0" y="428965"/>
                  </a:moveTo>
                  <a:lnTo>
                    <a:pt x="0" y="428965"/>
                  </a:lnTo>
                  <a:lnTo>
                    <a:pt x="50739" y="380657"/>
                  </a:lnTo>
                  <a:lnTo>
                    <a:pt x="103820" y="334868"/>
                  </a:lnTo>
                  <a:lnTo>
                    <a:pt x="159147" y="291684"/>
                  </a:lnTo>
                  <a:lnTo>
                    <a:pt x="216624" y="251186"/>
                  </a:lnTo>
                  <a:lnTo>
                    <a:pt x="276153" y="213453"/>
                  </a:lnTo>
                  <a:lnTo>
                    <a:pt x="337630" y="178561"/>
                  </a:lnTo>
                  <a:lnTo>
                    <a:pt x="400953" y="146582"/>
                  </a:lnTo>
                  <a:lnTo>
                    <a:pt x="466014" y="117584"/>
                  </a:lnTo>
                  <a:lnTo>
                    <a:pt x="532705" y="91633"/>
                  </a:lnTo>
                  <a:lnTo>
                    <a:pt x="600914" y="68791"/>
                  </a:lnTo>
                  <a:lnTo>
                    <a:pt x="670530" y="49115"/>
                  </a:lnTo>
                  <a:lnTo>
                    <a:pt x="741436" y="32659"/>
                  </a:lnTo>
                  <a:lnTo>
                    <a:pt x="813517" y="19475"/>
                  </a:lnTo>
                  <a:lnTo>
                    <a:pt x="886654" y="9609"/>
                  </a:lnTo>
                  <a:lnTo>
                    <a:pt x="960727" y="3104"/>
                  </a:lnTo>
                  <a:lnTo>
                    <a:pt x="1035614" y="0"/>
                  </a:lnTo>
                  <a:lnTo>
                    <a:pt x="1111194" y="330"/>
                  </a:lnTo>
                  <a:lnTo>
                    <a:pt x="1187342" y="4127"/>
                  </a:lnTo>
                  <a:lnTo>
                    <a:pt x="1263934" y="11418"/>
                  </a:lnTo>
                  <a:lnTo>
                    <a:pt x="1340842" y="22225"/>
                  </a:lnTo>
                  <a:lnTo>
                    <a:pt x="1417941" y="36568"/>
                  </a:lnTo>
                  <a:lnTo>
                    <a:pt x="1495103" y="54461"/>
                  </a:lnTo>
                  <a:lnTo>
                    <a:pt x="1572200" y="75916"/>
                  </a:lnTo>
                  <a:lnTo>
                    <a:pt x="1649104" y="100938"/>
                  </a:lnTo>
                  <a:lnTo>
                    <a:pt x="1725685" y="129530"/>
                  </a:lnTo>
                  <a:lnTo>
                    <a:pt x="1801814" y="161691"/>
                  </a:lnTo>
                  <a:lnTo>
                    <a:pt x="1877363" y="197415"/>
                  </a:lnTo>
                  <a:lnTo>
                    <a:pt x="1952201" y="236690"/>
                  </a:lnTo>
                  <a:lnTo>
                    <a:pt x="2026201" y="279504"/>
                  </a:lnTo>
                  <a:lnTo>
                    <a:pt x="2099233" y="325837"/>
                  </a:lnTo>
                  <a:lnTo>
                    <a:pt x="2171170" y="375666"/>
                  </a:lnTo>
                  <a:lnTo>
                    <a:pt x="2241883" y="428965"/>
                  </a:lnTo>
                  <a:lnTo>
                    <a:pt x="2171170" y="482264"/>
                  </a:lnTo>
                  <a:lnTo>
                    <a:pt x="2099233" y="532094"/>
                  </a:lnTo>
                  <a:lnTo>
                    <a:pt x="2026201" y="578427"/>
                  </a:lnTo>
                  <a:lnTo>
                    <a:pt x="1952201" y="621240"/>
                  </a:lnTo>
                  <a:lnTo>
                    <a:pt x="1877363" y="660516"/>
                  </a:lnTo>
                  <a:lnTo>
                    <a:pt x="1801814" y="696239"/>
                  </a:lnTo>
                  <a:lnTo>
                    <a:pt x="1725685" y="728400"/>
                  </a:lnTo>
                  <a:lnTo>
                    <a:pt x="1649104" y="756993"/>
                  </a:lnTo>
                  <a:lnTo>
                    <a:pt x="1572200" y="782015"/>
                  </a:lnTo>
                  <a:lnTo>
                    <a:pt x="1495103" y="803469"/>
                  </a:lnTo>
                  <a:lnTo>
                    <a:pt x="1417941" y="821363"/>
                  </a:lnTo>
                  <a:lnTo>
                    <a:pt x="1340842" y="835705"/>
                  </a:lnTo>
                  <a:lnTo>
                    <a:pt x="1263934" y="846513"/>
                  </a:lnTo>
                  <a:lnTo>
                    <a:pt x="1187342" y="853803"/>
                  </a:lnTo>
                  <a:lnTo>
                    <a:pt x="1111194" y="857600"/>
                  </a:lnTo>
                  <a:lnTo>
                    <a:pt x="1035614" y="857931"/>
                  </a:lnTo>
                  <a:lnTo>
                    <a:pt x="960727" y="854826"/>
                  </a:lnTo>
                  <a:lnTo>
                    <a:pt x="886654" y="848321"/>
                  </a:lnTo>
                  <a:lnTo>
                    <a:pt x="813517" y="838456"/>
                  </a:lnTo>
                  <a:lnTo>
                    <a:pt x="741436" y="825271"/>
                  </a:lnTo>
                  <a:lnTo>
                    <a:pt x="670530" y="808816"/>
                  </a:lnTo>
                  <a:lnTo>
                    <a:pt x="600914" y="789140"/>
                  </a:lnTo>
                  <a:lnTo>
                    <a:pt x="532705" y="766297"/>
                  </a:lnTo>
                  <a:lnTo>
                    <a:pt x="466014" y="740346"/>
                  </a:lnTo>
                  <a:lnTo>
                    <a:pt x="400953" y="711348"/>
                  </a:lnTo>
                  <a:lnTo>
                    <a:pt x="337630" y="679369"/>
                  </a:lnTo>
                  <a:lnTo>
                    <a:pt x="276153" y="644477"/>
                  </a:lnTo>
                  <a:lnTo>
                    <a:pt x="216624" y="606745"/>
                  </a:lnTo>
                  <a:lnTo>
                    <a:pt x="159147" y="566247"/>
                  </a:lnTo>
                  <a:lnTo>
                    <a:pt x="103820" y="523063"/>
                  </a:lnTo>
                  <a:lnTo>
                    <a:pt x="50739" y="477274"/>
                  </a:lnTo>
                  <a:lnTo>
                    <a:pt x="0" y="428965"/>
                  </a:lnTo>
                  <a:lnTo>
                    <a:pt x="0" y="428965"/>
                  </a:lnTo>
                  <a:lnTo>
                    <a:pt x="0" y="428965"/>
                  </a:lnTo>
                  <a:lnTo>
                    <a:pt x="0" y="428965"/>
                  </a:lnTo>
                  <a:lnTo>
                    <a:pt x="0" y="428965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2026-09-24T14:02:21Z</dcterms:modified>
  <cp:category/>
</cp:coreProperties>
</file>