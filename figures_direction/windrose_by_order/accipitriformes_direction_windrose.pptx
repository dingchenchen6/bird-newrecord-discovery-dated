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53465" y="348278"/>
              <a:ext cx="92711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089833" y="723281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55, species = 22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361590" y="2262267"/>
              <a:ext cx="2597312" cy="2181662"/>
            </a:xfrm>
            <a:custGeom>
              <a:avLst/>
              <a:pathLst>
                <a:path w="2597312" h="2181662">
                  <a:moveTo>
                    <a:pt x="355429" y="728590"/>
                  </a:moveTo>
                  <a:lnTo>
                    <a:pt x="387229" y="669566"/>
                  </a:lnTo>
                  <a:lnTo>
                    <a:pt x="423056" y="611766"/>
                  </a:lnTo>
                  <a:lnTo>
                    <a:pt x="462862" y="555397"/>
                  </a:lnTo>
                  <a:lnTo>
                    <a:pt x="506589" y="500662"/>
                  </a:lnTo>
                  <a:lnTo>
                    <a:pt x="554170" y="447763"/>
                  </a:lnTo>
                  <a:lnTo>
                    <a:pt x="605527" y="396899"/>
                  </a:lnTo>
                  <a:lnTo>
                    <a:pt x="660574" y="348266"/>
                  </a:lnTo>
                  <a:lnTo>
                    <a:pt x="719218" y="302056"/>
                  </a:lnTo>
                  <a:lnTo>
                    <a:pt x="781353" y="258457"/>
                  </a:lnTo>
                  <a:lnTo>
                    <a:pt x="846869" y="217653"/>
                  </a:lnTo>
                  <a:lnTo>
                    <a:pt x="915645" y="179824"/>
                  </a:lnTo>
                  <a:lnTo>
                    <a:pt x="987551" y="145143"/>
                  </a:lnTo>
                  <a:lnTo>
                    <a:pt x="1062451" y="113779"/>
                  </a:lnTo>
                  <a:lnTo>
                    <a:pt x="1140199" y="85896"/>
                  </a:lnTo>
                  <a:lnTo>
                    <a:pt x="1220644" y="61650"/>
                  </a:lnTo>
                  <a:lnTo>
                    <a:pt x="1303625" y="41191"/>
                  </a:lnTo>
                  <a:lnTo>
                    <a:pt x="1388977" y="24664"/>
                  </a:lnTo>
                  <a:lnTo>
                    <a:pt x="1476524" y="12204"/>
                  </a:lnTo>
                  <a:lnTo>
                    <a:pt x="1566086" y="3942"/>
                  </a:lnTo>
                  <a:lnTo>
                    <a:pt x="1657479" y="0"/>
                  </a:lnTo>
                  <a:lnTo>
                    <a:pt x="1750508" y="490"/>
                  </a:lnTo>
                  <a:lnTo>
                    <a:pt x="1844976" y="5518"/>
                  </a:lnTo>
                  <a:lnTo>
                    <a:pt x="1940680" y="15183"/>
                  </a:lnTo>
                  <a:lnTo>
                    <a:pt x="1993878" y="70229"/>
                  </a:lnTo>
                  <a:lnTo>
                    <a:pt x="2045166" y="127059"/>
                  </a:lnTo>
                  <a:lnTo>
                    <a:pt x="2094483" y="185608"/>
                  </a:lnTo>
                  <a:lnTo>
                    <a:pt x="2141773" y="245806"/>
                  </a:lnTo>
                  <a:lnTo>
                    <a:pt x="2186980" y="307583"/>
                  </a:lnTo>
                  <a:lnTo>
                    <a:pt x="2230052" y="370868"/>
                  </a:lnTo>
                  <a:lnTo>
                    <a:pt x="2270938" y="435587"/>
                  </a:lnTo>
                  <a:lnTo>
                    <a:pt x="2309590" y="501663"/>
                  </a:lnTo>
                  <a:lnTo>
                    <a:pt x="2345964" y="569021"/>
                  </a:lnTo>
                  <a:lnTo>
                    <a:pt x="2380017" y="637582"/>
                  </a:lnTo>
                  <a:lnTo>
                    <a:pt x="2411710" y="707265"/>
                  </a:lnTo>
                  <a:lnTo>
                    <a:pt x="2441005" y="777989"/>
                  </a:lnTo>
                  <a:lnTo>
                    <a:pt x="2467868" y="849672"/>
                  </a:lnTo>
                  <a:lnTo>
                    <a:pt x="2492268" y="922231"/>
                  </a:lnTo>
                  <a:lnTo>
                    <a:pt x="2514177" y="995580"/>
                  </a:lnTo>
                  <a:lnTo>
                    <a:pt x="2533569" y="1069635"/>
                  </a:lnTo>
                  <a:lnTo>
                    <a:pt x="2550421" y="1144309"/>
                  </a:lnTo>
                  <a:lnTo>
                    <a:pt x="2564714" y="1219514"/>
                  </a:lnTo>
                  <a:lnTo>
                    <a:pt x="2576431" y="1295164"/>
                  </a:lnTo>
                  <a:lnTo>
                    <a:pt x="2585559" y="1371169"/>
                  </a:lnTo>
                  <a:lnTo>
                    <a:pt x="2592086" y="1447442"/>
                  </a:lnTo>
                  <a:lnTo>
                    <a:pt x="2596005" y="1523893"/>
                  </a:lnTo>
                  <a:lnTo>
                    <a:pt x="2597312" y="1600433"/>
                  </a:lnTo>
                  <a:lnTo>
                    <a:pt x="2528684" y="1671578"/>
                  </a:lnTo>
                  <a:lnTo>
                    <a:pt x="2457873" y="1738235"/>
                  </a:lnTo>
                  <a:lnTo>
                    <a:pt x="2385099" y="1800338"/>
                  </a:lnTo>
                  <a:lnTo>
                    <a:pt x="2310585" y="1857834"/>
                  </a:lnTo>
                  <a:lnTo>
                    <a:pt x="2234553" y="1910678"/>
                  </a:lnTo>
                  <a:lnTo>
                    <a:pt x="2157229" y="1958833"/>
                  </a:lnTo>
                  <a:lnTo>
                    <a:pt x="2078836" y="2002275"/>
                  </a:lnTo>
                  <a:lnTo>
                    <a:pt x="1999600" y="2040987"/>
                  </a:lnTo>
                  <a:lnTo>
                    <a:pt x="1919746" y="2074963"/>
                  </a:lnTo>
                  <a:lnTo>
                    <a:pt x="1839498" y="2104207"/>
                  </a:lnTo>
                  <a:lnTo>
                    <a:pt x="1759081" y="2128730"/>
                  </a:lnTo>
                  <a:lnTo>
                    <a:pt x="1678715" y="2148556"/>
                  </a:lnTo>
                  <a:lnTo>
                    <a:pt x="1598622" y="2163716"/>
                  </a:lnTo>
                  <a:lnTo>
                    <a:pt x="1519019" y="2174252"/>
                  </a:lnTo>
                  <a:lnTo>
                    <a:pt x="1440124" y="2180214"/>
                  </a:lnTo>
                  <a:lnTo>
                    <a:pt x="1362147" y="2181662"/>
                  </a:lnTo>
                  <a:lnTo>
                    <a:pt x="1285300" y="2178664"/>
                  </a:lnTo>
                  <a:lnTo>
                    <a:pt x="1209789" y="2171298"/>
                  </a:lnTo>
                  <a:lnTo>
                    <a:pt x="1135815" y="2159650"/>
                  </a:lnTo>
                  <a:lnTo>
                    <a:pt x="1063578" y="2143815"/>
                  </a:lnTo>
                  <a:lnTo>
                    <a:pt x="993269" y="2123895"/>
                  </a:lnTo>
                  <a:lnTo>
                    <a:pt x="925078" y="2100002"/>
                  </a:lnTo>
                  <a:lnTo>
                    <a:pt x="859188" y="2072255"/>
                  </a:lnTo>
                  <a:lnTo>
                    <a:pt x="795777" y="2040781"/>
                  </a:lnTo>
                  <a:lnTo>
                    <a:pt x="731817" y="2029621"/>
                  </a:lnTo>
                  <a:lnTo>
                    <a:pt x="671349" y="2012147"/>
                  </a:lnTo>
                  <a:lnTo>
                    <a:pt x="614913" y="1988779"/>
                  </a:lnTo>
                  <a:lnTo>
                    <a:pt x="563011" y="1959975"/>
                  </a:lnTo>
                  <a:lnTo>
                    <a:pt x="516099" y="1926238"/>
                  </a:lnTo>
                  <a:lnTo>
                    <a:pt x="474586" y="1888104"/>
                  </a:lnTo>
                  <a:lnTo>
                    <a:pt x="438835" y="1846140"/>
                  </a:lnTo>
                  <a:lnTo>
                    <a:pt x="409155" y="1800942"/>
                  </a:lnTo>
                  <a:lnTo>
                    <a:pt x="385802" y="1753128"/>
                  </a:lnTo>
                  <a:lnTo>
                    <a:pt x="368977" y="1703336"/>
                  </a:lnTo>
                  <a:lnTo>
                    <a:pt x="358823" y="1652218"/>
                  </a:lnTo>
                  <a:lnTo>
                    <a:pt x="355429" y="1600433"/>
                  </a:lnTo>
                  <a:lnTo>
                    <a:pt x="350851" y="1646914"/>
                  </a:lnTo>
                  <a:lnTo>
                    <a:pt x="337205" y="1692050"/>
                  </a:lnTo>
                  <a:lnTo>
                    <a:pt x="314755" y="1734518"/>
                  </a:lnTo>
                  <a:lnTo>
                    <a:pt x="283935" y="1773036"/>
                  </a:lnTo>
                  <a:lnTo>
                    <a:pt x="245344" y="1806388"/>
                  </a:lnTo>
                  <a:lnTo>
                    <a:pt x="199739" y="1833440"/>
                  </a:lnTo>
                  <a:lnTo>
                    <a:pt x="148020" y="1853162"/>
                  </a:lnTo>
                  <a:lnTo>
                    <a:pt x="91221" y="1864642"/>
                  </a:lnTo>
                  <a:lnTo>
                    <a:pt x="73295" y="1805416"/>
                  </a:lnTo>
                  <a:lnTo>
                    <a:pt x="66897" y="1747448"/>
                  </a:lnTo>
                  <a:lnTo>
                    <a:pt x="71142" y="1692804"/>
                  </a:lnTo>
                  <a:lnTo>
                    <a:pt x="84795" y="1643298"/>
                  </a:lnTo>
                  <a:lnTo>
                    <a:pt x="106331" y="1600433"/>
                  </a:lnTo>
                  <a:lnTo>
                    <a:pt x="111117" y="1551837"/>
                  </a:lnTo>
                  <a:lnTo>
                    <a:pt x="125293" y="1505108"/>
                  </a:lnTo>
                  <a:lnTo>
                    <a:pt x="148312" y="1462042"/>
                  </a:lnTo>
                  <a:lnTo>
                    <a:pt x="179290" y="1424294"/>
                  </a:lnTo>
                  <a:lnTo>
                    <a:pt x="154278" y="1435352"/>
                  </a:lnTo>
                  <a:lnTo>
                    <a:pt x="129819" y="1449685"/>
                  </a:lnTo>
                  <a:lnTo>
                    <a:pt x="106322" y="1467283"/>
                  </a:lnTo>
                  <a:lnTo>
                    <a:pt x="84197" y="1488085"/>
                  </a:lnTo>
                  <a:lnTo>
                    <a:pt x="63849" y="1511983"/>
                  </a:lnTo>
                  <a:lnTo>
                    <a:pt x="45677" y="1538820"/>
                  </a:lnTo>
                  <a:lnTo>
                    <a:pt x="30062" y="1568387"/>
                  </a:lnTo>
                  <a:lnTo>
                    <a:pt x="17368" y="1600433"/>
                  </a:lnTo>
                  <a:lnTo>
                    <a:pt x="7928" y="1634659"/>
                  </a:lnTo>
                  <a:lnTo>
                    <a:pt x="2050" y="1670725"/>
                  </a:lnTo>
                  <a:lnTo>
                    <a:pt x="0" y="1708252"/>
                  </a:lnTo>
                  <a:lnTo>
                    <a:pt x="2005" y="1746826"/>
                  </a:lnTo>
                  <a:lnTo>
                    <a:pt x="8249" y="1786005"/>
                  </a:lnTo>
                  <a:lnTo>
                    <a:pt x="18863" y="1825319"/>
                  </a:lnTo>
                  <a:lnTo>
                    <a:pt x="33930" y="1864281"/>
                  </a:lnTo>
                  <a:lnTo>
                    <a:pt x="53477" y="1902386"/>
                  </a:lnTo>
                  <a:lnTo>
                    <a:pt x="77472" y="1939125"/>
                  </a:lnTo>
                  <a:lnTo>
                    <a:pt x="105830" y="1973984"/>
                  </a:lnTo>
                  <a:lnTo>
                    <a:pt x="138404" y="2006458"/>
                  </a:lnTo>
                  <a:lnTo>
                    <a:pt x="174991" y="2036049"/>
                  </a:lnTo>
                  <a:lnTo>
                    <a:pt x="215330" y="2062279"/>
                  </a:lnTo>
                  <a:lnTo>
                    <a:pt x="259104" y="2084694"/>
                  </a:lnTo>
                  <a:lnTo>
                    <a:pt x="305943" y="2102871"/>
                  </a:lnTo>
                  <a:lnTo>
                    <a:pt x="355429" y="2116422"/>
                  </a:lnTo>
                  <a:lnTo>
                    <a:pt x="407095" y="2125004"/>
                  </a:lnTo>
                  <a:lnTo>
                    <a:pt x="460433" y="2128321"/>
                  </a:lnTo>
                  <a:lnTo>
                    <a:pt x="514897" y="2126129"/>
                  </a:lnTo>
                  <a:lnTo>
                    <a:pt x="569912" y="2118241"/>
                  </a:lnTo>
                  <a:lnTo>
                    <a:pt x="624875" y="2104532"/>
                  </a:lnTo>
                  <a:lnTo>
                    <a:pt x="679166" y="2084940"/>
                  </a:lnTo>
                  <a:lnTo>
                    <a:pt x="732152" y="2059472"/>
                  </a:lnTo>
                  <a:lnTo>
                    <a:pt x="783195" y="2028199"/>
                  </a:lnTo>
                  <a:lnTo>
                    <a:pt x="831660" y="1991266"/>
                  </a:lnTo>
                  <a:lnTo>
                    <a:pt x="876922" y="1948883"/>
                  </a:lnTo>
                  <a:lnTo>
                    <a:pt x="918372" y="1901332"/>
                  </a:lnTo>
                  <a:lnTo>
                    <a:pt x="955428" y="1848961"/>
                  </a:lnTo>
                  <a:lnTo>
                    <a:pt x="987541" y="1792182"/>
                  </a:lnTo>
                  <a:lnTo>
                    <a:pt x="1014198" y="1731471"/>
                  </a:lnTo>
                  <a:lnTo>
                    <a:pt x="1034937" y="1667359"/>
                  </a:lnTo>
                  <a:lnTo>
                    <a:pt x="1049345" y="1600433"/>
                  </a:lnTo>
                  <a:lnTo>
                    <a:pt x="1057071" y="1531328"/>
                  </a:lnTo>
                  <a:lnTo>
                    <a:pt x="1057826" y="1460718"/>
                  </a:lnTo>
                  <a:lnTo>
                    <a:pt x="1051390" y="1389316"/>
                  </a:lnTo>
                  <a:lnTo>
                    <a:pt x="1037620" y="1317861"/>
                  </a:lnTo>
                  <a:lnTo>
                    <a:pt x="1016445" y="1247113"/>
                  </a:lnTo>
                  <a:lnTo>
                    <a:pt x="987877" y="1177845"/>
                  </a:lnTo>
                  <a:lnTo>
                    <a:pt x="952007" y="1110834"/>
                  </a:lnTo>
                  <a:lnTo>
                    <a:pt x="909009" y="1046854"/>
                  </a:lnTo>
                  <a:lnTo>
                    <a:pt x="859138" y="986663"/>
                  </a:lnTo>
                  <a:lnTo>
                    <a:pt x="802730" y="931000"/>
                  </a:lnTo>
                  <a:lnTo>
                    <a:pt x="740203" y="880573"/>
                  </a:lnTo>
                  <a:lnTo>
                    <a:pt x="672047" y="836051"/>
                  </a:lnTo>
                  <a:lnTo>
                    <a:pt x="598828" y="798056"/>
                  </a:lnTo>
                  <a:lnTo>
                    <a:pt x="521178" y="767156"/>
                  </a:lnTo>
                  <a:lnTo>
                    <a:pt x="439795" y="743855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428488" y="2262267"/>
              <a:ext cx="2530415" cy="2181662"/>
            </a:xfrm>
            <a:custGeom>
              <a:avLst/>
              <a:pathLst>
                <a:path w="2530415" h="2181662">
                  <a:moveTo>
                    <a:pt x="288532" y="728590"/>
                  </a:moveTo>
                  <a:lnTo>
                    <a:pt x="320331" y="669566"/>
                  </a:lnTo>
                  <a:lnTo>
                    <a:pt x="356159" y="611766"/>
                  </a:lnTo>
                  <a:lnTo>
                    <a:pt x="395965" y="555397"/>
                  </a:lnTo>
                  <a:lnTo>
                    <a:pt x="439692" y="500662"/>
                  </a:lnTo>
                  <a:lnTo>
                    <a:pt x="487272" y="447763"/>
                  </a:lnTo>
                  <a:lnTo>
                    <a:pt x="538629" y="396899"/>
                  </a:lnTo>
                  <a:lnTo>
                    <a:pt x="593677" y="348266"/>
                  </a:lnTo>
                  <a:lnTo>
                    <a:pt x="652320" y="302056"/>
                  </a:lnTo>
                  <a:lnTo>
                    <a:pt x="714456" y="258457"/>
                  </a:lnTo>
                  <a:lnTo>
                    <a:pt x="779972" y="217653"/>
                  </a:lnTo>
                  <a:lnTo>
                    <a:pt x="848748" y="179824"/>
                  </a:lnTo>
                  <a:lnTo>
                    <a:pt x="920654" y="145143"/>
                  </a:lnTo>
                  <a:lnTo>
                    <a:pt x="995553" y="113779"/>
                  </a:lnTo>
                  <a:lnTo>
                    <a:pt x="1073302" y="85896"/>
                  </a:lnTo>
                  <a:lnTo>
                    <a:pt x="1153747" y="61650"/>
                  </a:lnTo>
                  <a:lnTo>
                    <a:pt x="1236728" y="41191"/>
                  </a:lnTo>
                  <a:lnTo>
                    <a:pt x="1322079" y="24664"/>
                  </a:lnTo>
                  <a:lnTo>
                    <a:pt x="1409626" y="12204"/>
                  </a:lnTo>
                  <a:lnTo>
                    <a:pt x="1499189" y="3942"/>
                  </a:lnTo>
                  <a:lnTo>
                    <a:pt x="1590581" y="0"/>
                  </a:lnTo>
                  <a:lnTo>
                    <a:pt x="1683611" y="490"/>
                  </a:lnTo>
                  <a:lnTo>
                    <a:pt x="1778079" y="5518"/>
                  </a:lnTo>
                  <a:lnTo>
                    <a:pt x="1873783" y="15183"/>
                  </a:lnTo>
                  <a:lnTo>
                    <a:pt x="1926981" y="70229"/>
                  </a:lnTo>
                  <a:lnTo>
                    <a:pt x="1978268" y="127059"/>
                  </a:lnTo>
                  <a:lnTo>
                    <a:pt x="2027586" y="185608"/>
                  </a:lnTo>
                  <a:lnTo>
                    <a:pt x="2074876" y="245806"/>
                  </a:lnTo>
                  <a:lnTo>
                    <a:pt x="2120083" y="307583"/>
                  </a:lnTo>
                  <a:lnTo>
                    <a:pt x="2163154" y="370868"/>
                  </a:lnTo>
                  <a:lnTo>
                    <a:pt x="2204040" y="435587"/>
                  </a:lnTo>
                  <a:lnTo>
                    <a:pt x="2242693" y="501663"/>
                  </a:lnTo>
                  <a:lnTo>
                    <a:pt x="2279067" y="569021"/>
                  </a:lnTo>
                  <a:lnTo>
                    <a:pt x="2313120" y="637582"/>
                  </a:lnTo>
                  <a:lnTo>
                    <a:pt x="2344812" y="707265"/>
                  </a:lnTo>
                  <a:lnTo>
                    <a:pt x="2374107" y="777989"/>
                  </a:lnTo>
                  <a:lnTo>
                    <a:pt x="2400971" y="849672"/>
                  </a:lnTo>
                  <a:lnTo>
                    <a:pt x="2425371" y="922231"/>
                  </a:lnTo>
                  <a:lnTo>
                    <a:pt x="2447280" y="995580"/>
                  </a:lnTo>
                  <a:lnTo>
                    <a:pt x="2466672" y="1069635"/>
                  </a:lnTo>
                  <a:lnTo>
                    <a:pt x="2483524" y="1144309"/>
                  </a:lnTo>
                  <a:lnTo>
                    <a:pt x="2497817" y="1219514"/>
                  </a:lnTo>
                  <a:lnTo>
                    <a:pt x="2509534" y="1295164"/>
                  </a:lnTo>
                  <a:lnTo>
                    <a:pt x="2518661" y="1371169"/>
                  </a:lnTo>
                  <a:lnTo>
                    <a:pt x="2525189" y="1447442"/>
                  </a:lnTo>
                  <a:lnTo>
                    <a:pt x="2529108" y="1523893"/>
                  </a:lnTo>
                  <a:lnTo>
                    <a:pt x="2530415" y="1600433"/>
                  </a:lnTo>
                  <a:lnTo>
                    <a:pt x="2461787" y="1671578"/>
                  </a:lnTo>
                  <a:lnTo>
                    <a:pt x="2390976" y="1738235"/>
                  </a:lnTo>
                  <a:lnTo>
                    <a:pt x="2318202" y="1800338"/>
                  </a:lnTo>
                  <a:lnTo>
                    <a:pt x="2243688" y="1857834"/>
                  </a:lnTo>
                  <a:lnTo>
                    <a:pt x="2167656" y="1910678"/>
                  </a:lnTo>
                  <a:lnTo>
                    <a:pt x="2090331" y="1958833"/>
                  </a:lnTo>
                  <a:lnTo>
                    <a:pt x="2011938" y="2002275"/>
                  </a:lnTo>
                  <a:lnTo>
                    <a:pt x="1932702" y="2040987"/>
                  </a:lnTo>
                  <a:lnTo>
                    <a:pt x="1852848" y="2074963"/>
                  </a:lnTo>
                  <a:lnTo>
                    <a:pt x="1772601" y="2104207"/>
                  </a:lnTo>
                  <a:lnTo>
                    <a:pt x="1692183" y="2128730"/>
                  </a:lnTo>
                  <a:lnTo>
                    <a:pt x="1611818" y="2148556"/>
                  </a:lnTo>
                  <a:lnTo>
                    <a:pt x="1531725" y="2163716"/>
                  </a:lnTo>
                  <a:lnTo>
                    <a:pt x="1452122" y="2174252"/>
                  </a:lnTo>
                  <a:lnTo>
                    <a:pt x="1373226" y="2180214"/>
                  </a:lnTo>
                  <a:lnTo>
                    <a:pt x="1295250" y="2181662"/>
                  </a:lnTo>
                  <a:lnTo>
                    <a:pt x="1218403" y="2178664"/>
                  </a:lnTo>
                  <a:lnTo>
                    <a:pt x="1142892" y="2171298"/>
                  </a:lnTo>
                  <a:lnTo>
                    <a:pt x="1068918" y="2159650"/>
                  </a:lnTo>
                  <a:lnTo>
                    <a:pt x="996680" y="2143815"/>
                  </a:lnTo>
                  <a:lnTo>
                    <a:pt x="926372" y="2123895"/>
                  </a:lnTo>
                  <a:lnTo>
                    <a:pt x="858181" y="2100002"/>
                  </a:lnTo>
                  <a:lnTo>
                    <a:pt x="792291" y="2072255"/>
                  </a:lnTo>
                  <a:lnTo>
                    <a:pt x="728879" y="2040781"/>
                  </a:lnTo>
                  <a:lnTo>
                    <a:pt x="664919" y="2029621"/>
                  </a:lnTo>
                  <a:lnTo>
                    <a:pt x="604451" y="2012147"/>
                  </a:lnTo>
                  <a:lnTo>
                    <a:pt x="548016" y="1988779"/>
                  </a:lnTo>
                  <a:lnTo>
                    <a:pt x="496114" y="1959975"/>
                  </a:lnTo>
                  <a:lnTo>
                    <a:pt x="449201" y="1926238"/>
                  </a:lnTo>
                  <a:lnTo>
                    <a:pt x="407689" y="1888104"/>
                  </a:lnTo>
                  <a:lnTo>
                    <a:pt x="371938" y="1846140"/>
                  </a:lnTo>
                  <a:lnTo>
                    <a:pt x="342258" y="1800942"/>
                  </a:lnTo>
                  <a:lnTo>
                    <a:pt x="318905" y="1753128"/>
                  </a:lnTo>
                  <a:lnTo>
                    <a:pt x="302079" y="1703336"/>
                  </a:lnTo>
                  <a:lnTo>
                    <a:pt x="291926" y="1652218"/>
                  </a:lnTo>
                  <a:lnTo>
                    <a:pt x="288532" y="1600433"/>
                  </a:lnTo>
                  <a:lnTo>
                    <a:pt x="283954" y="1646914"/>
                  </a:lnTo>
                  <a:lnTo>
                    <a:pt x="270308" y="1692050"/>
                  </a:lnTo>
                  <a:lnTo>
                    <a:pt x="247858" y="1734518"/>
                  </a:lnTo>
                  <a:lnTo>
                    <a:pt x="217038" y="1773036"/>
                  </a:lnTo>
                  <a:lnTo>
                    <a:pt x="178447" y="1806388"/>
                  </a:lnTo>
                  <a:lnTo>
                    <a:pt x="132842" y="1833440"/>
                  </a:lnTo>
                  <a:lnTo>
                    <a:pt x="81123" y="1853162"/>
                  </a:lnTo>
                  <a:lnTo>
                    <a:pt x="24324" y="1864642"/>
                  </a:lnTo>
                  <a:lnTo>
                    <a:pt x="6398" y="1805416"/>
                  </a:lnTo>
                  <a:lnTo>
                    <a:pt x="0" y="1747448"/>
                  </a:lnTo>
                  <a:lnTo>
                    <a:pt x="4244" y="1692804"/>
                  </a:lnTo>
                  <a:lnTo>
                    <a:pt x="17898" y="1643298"/>
                  </a:lnTo>
                  <a:lnTo>
                    <a:pt x="39434" y="1600433"/>
                  </a:lnTo>
                  <a:lnTo>
                    <a:pt x="44220" y="1551837"/>
                  </a:lnTo>
                  <a:lnTo>
                    <a:pt x="58395" y="1505108"/>
                  </a:lnTo>
                  <a:lnTo>
                    <a:pt x="81414" y="1462042"/>
                  </a:lnTo>
                  <a:lnTo>
                    <a:pt x="112393" y="1424294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295925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125766" y="427144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421211" y="409530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36321" y="383109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09280" y="365496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2026-09-24T14:02:03Z</dcterms:modified>
  <cp:category/>
</cp:coreProperties>
</file>