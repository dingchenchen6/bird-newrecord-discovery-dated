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952800"/>
            </a:xfrm>
            <a:prstGeom prst="rect">
              <a:avLst/>
            </a:prstGeom>
            <a:noFill/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1022389"/>
              <a:ext cx="9004821" cy="5766021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88" y="69589"/>
              <a:ext cx="8638865" cy="952800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393871" y="348278"/>
              <a:ext cx="646297" cy="9052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995" i="0" b="1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Piciformes</a:t>
              </a:r>
            </a:p>
          </p:txBody>
        </p:sp>
        <p:sp>
          <p:nvSpPr>
            <p:cNvPr id="9" name="tx9"/>
            <p:cNvSpPr/>
            <p:nvPr/>
          </p:nvSpPr>
          <p:spPr>
            <a:xfrm>
              <a:off x="4114934" y="723281"/>
              <a:ext cx="1204173" cy="646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11" i="0" b="0">
                  <a:solidFill>
                    <a:srgbClr val="444444">
                      <a:alpha val="100000"/>
                    </a:srgbClr>
                  </a:solidFill>
                  <a:latin typeface="Arial"/>
                  <a:cs typeface="Arial"/>
                </a:rPr>
                <a:t>new records = 10, species = 7</a:t>
              </a:r>
            </a:p>
          </p:txBody>
        </p:sp>
        <p:sp>
          <p:nvSpPr>
            <p:cNvPr id="10" name="rc10"/>
            <p:cNvSpPr/>
            <p:nvPr/>
          </p:nvSpPr>
          <p:spPr>
            <a:xfrm>
              <a:off x="1914666" y="1060346"/>
              <a:ext cx="5604707" cy="560470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20" y="1340582"/>
              <a:ext cx="0" cy="2522118"/>
            </a:xfrm>
            <a:custGeom>
              <a:avLst/>
              <a:pathLst>
                <a:path w="0" h="2522118">
                  <a:moveTo>
                    <a:pt x="0" y="2522118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20" y="2079293"/>
              <a:ext cx="1783407" cy="1783407"/>
            </a:xfrm>
            <a:custGeom>
              <a:avLst/>
              <a:pathLst>
                <a:path w="1783407" h="1783407">
                  <a:moveTo>
                    <a:pt x="0" y="1783407"/>
                  </a:moveTo>
                  <a:lnTo>
                    <a:pt x="178340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20" y="3862700"/>
              <a:ext cx="2522118" cy="0"/>
            </a:xfrm>
            <a:custGeom>
              <a:avLst/>
              <a:pathLst>
                <a:path w="2522118" h="0">
                  <a:moveTo>
                    <a:pt x="0" y="0"/>
                  </a:moveTo>
                  <a:lnTo>
                    <a:pt x="2522118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20" y="3862700"/>
              <a:ext cx="1783407" cy="1783407"/>
            </a:xfrm>
            <a:custGeom>
              <a:avLst/>
              <a:pathLst>
                <a:path w="1783407" h="1783407">
                  <a:moveTo>
                    <a:pt x="0" y="0"/>
                  </a:moveTo>
                  <a:lnTo>
                    <a:pt x="1783407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4717020" y="3862700"/>
              <a:ext cx="0" cy="2522118"/>
            </a:xfrm>
            <a:custGeom>
              <a:avLst/>
              <a:pathLst>
                <a:path w="0" h="2522118">
                  <a:moveTo>
                    <a:pt x="0" y="0"/>
                  </a:moveTo>
                  <a:lnTo>
                    <a:pt x="0" y="2522118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933613" y="3862700"/>
              <a:ext cx="1783407" cy="1783407"/>
            </a:xfrm>
            <a:custGeom>
              <a:avLst/>
              <a:pathLst>
                <a:path w="1783407" h="1783407">
                  <a:moveTo>
                    <a:pt x="1783407" y="0"/>
                  </a:moveTo>
                  <a:lnTo>
                    <a:pt x="0" y="178340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194902" y="3862700"/>
              <a:ext cx="2522118" cy="0"/>
            </a:xfrm>
            <a:custGeom>
              <a:avLst/>
              <a:pathLst>
                <a:path w="2522118" h="0">
                  <a:moveTo>
                    <a:pt x="2522118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933613" y="2079293"/>
              <a:ext cx="1783407" cy="1783407"/>
            </a:xfrm>
            <a:custGeom>
              <a:avLst/>
              <a:pathLst>
                <a:path w="1783407" h="1783407">
                  <a:moveTo>
                    <a:pt x="1783407" y="178340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3596220" y="2741759"/>
              <a:ext cx="2241600" cy="2241318"/>
            </a:xfrm>
            <a:custGeom>
              <a:avLst/>
              <a:pathLst>
                <a:path w="2241600" h="2241318">
                  <a:moveTo>
                    <a:pt x="1120800" y="0"/>
                  </a:moveTo>
                  <a:lnTo>
                    <a:pt x="1191894" y="2256"/>
                  </a:lnTo>
                  <a:lnTo>
                    <a:pt x="1262703" y="9018"/>
                  </a:lnTo>
                  <a:lnTo>
                    <a:pt x="1332940" y="20256"/>
                  </a:lnTo>
                  <a:lnTo>
                    <a:pt x="1402322" y="35927"/>
                  </a:lnTo>
                  <a:lnTo>
                    <a:pt x="1470571" y="55967"/>
                  </a:lnTo>
                  <a:lnTo>
                    <a:pt x="1537412" y="80295"/>
                  </a:lnTo>
                  <a:lnTo>
                    <a:pt x="1602575" y="108813"/>
                  </a:lnTo>
                  <a:lnTo>
                    <a:pt x="1665798" y="141407"/>
                  </a:lnTo>
                  <a:lnTo>
                    <a:pt x="1726827" y="177945"/>
                  </a:lnTo>
                  <a:lnTo>
                    <a:pt x="1785415" y="218280"/>
                  </a:lnTo>
                  <a:lnTo>
                    <a:pt x="1841327" y="262250"/>
                  </a:lnTo>
                  <a:lnTo>
                    <a:pt x="1894338" y="309677"/>
                  </a:lnTo>
                  <a:lnTo>
                    <a:pt x="1944234" y="360372"/>
                  </a:lnTo>
                  <a:lnTo>
                    <a:pt x="1990815" y="414128"/>
                  </a:lnTo>
                  <a:lnTo>
                    <a:pt x="2033892" y="470731"/>
                  </a:lnTo>
                  <a:lnTo>
                    <a:pt x="2073292" y="529952"/>
                  </a:lnTo>
                  <a:lnTo>
                    <a:pt x="2108858" y="591553"/>
                  </a:lnTo>
                  <a:lnTo>
                    <a:pt x="2140444" y="655285"/>
                  </a:lnTo>
                  <a:lnTo>
                    <a:pt x="2167925" y="720892"/>
                  </a:lnTo>
                  <a:lnTo>
                    <a:pt x="2191189" y="788111"/>
                  </a:lnTo>
                  <a:lnTo>
                    <a:pt x="2210144" y="856669"/>
                  </a:lnTo>
                  <a:lnTo>
                    <a:pt x="2224712" y="926292"/>
                  </a:lnTo>
                  <a:lnTo>
                    <a:pt x="2234835" y="996698"/>
                  </a:lnTo>
                  <a:lnTo>
                    <a:pt x="2240472" y="1067604"/>
                  </a:lnTo>
                  <a:lnTo>
                    <a:pt x="2241600" y="1138726"/>
                  </a:lnTo>
                  <a:lnTo>
                    <a:pt x="2238216" y="1209776"/>
                  </a:lnTo>
                  <a:lnTo>
                    <a:pt x="2230332" y="1280468"/>
                  </a:lnTo>
                  <a:lnTo>
                    <a:pt x="2217980" y="1350517"/>
                  </a:lnTo>
                  <a:lnTo>
                    <a:pt x="2201211" y="1419643"/>
                  </a:lnTo>
                  <a:lnTo>
                    <a:pt x="2180091" y="1487565"/>
                  </a:lnTo>
                  <a:lnTo>
                    <a:pt x="2154705" y="1554011"/>
                  </a:lnTo>
                  <a:lnTo>
                    <a:pt x="2125157" y="1618714"/>
                  </a:lnTo>
                  <a:lnTo>
                    <a:pt x="2091564" y="1681412"/>
                  </a:lnTo>
                  <a:lnTo>
                    <a:pt x="2054062" y="1741853"/>
                  </a:lnTo>
                  <a:lnTo>
                    <a:pt x="2012802" y="1799794"/>
                  </a:lnTo>
                  <a:lnTo>
                    <a:pt x="1967951" y="1855002"/>
                  </a:lnTo>
                  <a:lnTo>
                    <a:pt x="1919688" y="1907253"/>
                  </a:lnTo>
                  <a:lnTo>
                    <a:pt x="1868209" y="1956339"/>
                  </a:lnTo>
                  <a:lnTo>
                    <a:pt x="1813720" y="2002061"/>
                  </a:lnTo>
                  <a:lnTo>
                    <a:pt x="1756441" y="2044234"/>
                  </a:lnTo>
                  <a:lnTo>
                    <a:pt x="1696602" y="2082690"/>
                  </a:lnTo>
                  <a:lnTo>
                    <a:pt x="1634445" y="2117274"/>
                  </a:lnTo>
                  <a:lnTo>
                    <a:pt x="1570220" y="2147845"/>
                  </a:lnTo>
                  <a:lnTo>
                    <a:pt x="1504185" y="2174281"/>
                  </a:lnTo>
                  <a:lnTo>
                    <a:pt x="1436606" y="2196477"/>
                  </a:lnTo>
                  <a:lnTo>
                    <a:pt x="1367755" y="2214341"/>
                  </a:lnTo>
                  <a:lnTo>
                    <a:pt x="1297910" y="2227802"/>
                  </a:lnTo>
                  <a:lnTo>
                    <a:pt x="1227352" y="2236807"/>
                  </a:lnTo>
                  <a:lnTo>
                    <a:pt x="1156365" y="2241318"/>
                  </a:lnTo>
                  <a:lnTo>
                    <a:pt x="1085235" y="2241318"/>
                  </a:lnTo>
                  <a:lnTo>
                    <a:pt x="1014248" y="2236807"/>
                  </a:lnTo>
                  <a:lnTo>
                    <a:pt x="943690" y="2227802"/>
                  </a:lnTo>
                  <a:lnTo>
                    <a:pt x="873845" y="2214341"/>
                  </a:lnTo>
                  <a:lnTo>
                    <a:pt x="804994" y="2196477"/>
                  </a:lnTo>
                  <a:lnTo>
                    <a:pt x="737415" y="2174281"/>
                  </a:lnTo>
                  <a:lnTo>
                    <a:pt x="671380" y="2147845"/>
                  </a:lnTo>
                  <a:lnTo>
                    <a:pt x="607155" y="2117274"/>
                  </a:lnTo>
                  <a:lnTo>
                    <a:pt x="544998" y="2082690"/>
                  </a:lnTo>
                  <a:lnTo>
                    <a:pt x="485159" y="2044234"/>
                  </a:lnTo>
                  <a:lnTo>
                    <a:pt x="427880" y="2002061"/>
                  </a:lnTo>
                  <a:lnTo>
                    <a:pt x="373391" y="1956339"/>
                  </a:lnTo>
                  <a:lnTo>
                    <a:pt x="321911" y="1907253"/>
                  </a:lnTo>
                  <a:lnTo>
                    <a:pt x="273649" y="1855002"/>
                  </a:lnTo>
                  <a:lnTo>
                    <a:pt x="228797" y="1799794"/>
                  </a:lnTo>
                  <a:lnTo>
                    <a:pt x="187538" y="1741853"/>
                  </a:lnTo>
                  <a:lnTo>
                    <a:pt x="150036" y="1681412"/>
                  </a:lnTo>
                  <a:lnTo>
                    <a:pt x="116443" y="1618714"/>
                  </a:lnTo>
                  <a:lnTo>
                    <a:pt x="86895" y="1554011"/>
                  </a:lnTo>
                  <a:lnTo>
                    <a:pt x="61509" y="1487565"/>
                  </a:lnTo>
                  <a:lnTo>
                    <a:pt x="40389" y="1419643"/>
                  </a:lnTo>
                  <a:lnTo>
                    <a:pt x="23620" y="1350517"/>
                  </a:lnTo>
                  <a:lnTo>
                    <a:pt x="11268" y="1280468"/>
                  </a:lnTo>
                  <a:lnTo>
                    <a:pt x="3384" y="1209776"/>
                  </a:lnTo>
                  <a:lnTo>
                    <a:pt x="0" y="1138726"/>
                  </a:lnTo>
                  <a:lnTo>
                    <a:pt x="1128" y="1067604"/>
                  </a:lnTo>
                  <a:lnTo>
                    <a:pt x="6765" y="996698"/>
                  </a:lnTo>
                  <a:lnTo>
                    <a:pt x="16888" y="926292"/>
                  </a:lnTo>
                  <a:lnTo>
                    <a:pt x="31456" y="856669"/>
                  </a:lnTo>
                  <a:lnTo>
                    <a:pt x="50410" y="788111"/>
                  </a:lnTo>
                  <a:lnTo>
                    <a:pt x="73675" y="720892"/>
                  </a:lnTo>
                  <a:lnTo>
                    <a:pt x="101156" y="655285"/>
                  </a:lnTo>
                  <a:lnTo>
                    <a:pt x="132742" y="591553"/>
                  </a:lnTo>
                  <a:lnTo>
                    <a:pt x="168307" y="529952"/>
                  </a:lnTo>
                  <a:lnTo>
                    <a:pt x="207708" y="470731"/>
                  </a:lnTo>
                  <a:lnTo>
                    <a:pt x="250785" y="414128"/>
                  </a:lnTo>
                  <a:lnTo>
                    <a:pt x="297366" y="360372"/>
                  </a:lnTo>
                  <a:lnTo>
                    <a:pt x="347262" y="309677"/>
                  </a:lnTo>
                  <a:lnTo>
                    <a:pt x="400273" y="262250"/>
                  </a:lnTo>
                  <a:lnTo>
                    <a:pt x="456185" y="218280"/>
                  </a:lnTo>
                  <a:lnTo>
                    <a:pt x="514773" y="177945"/>
                  </a:lnTo>
                  <a:lnTo>
                    <a:pt x="575802" y="141407"/>
                  </a:lnTo>
                  <a:lnTo>
                    <a:pt x="639025" y="108813"/>
                  </a:lnTo>
                  <a:lnTo>
                    <a:pt x="704188" y="80295"/>
                  </a:lnTo>
                  <a:lnTo>
                    <a:pt x="771029" y="55967"/>
                  </a:lnTo>
                  <a:lnTo>
                    <a:pt x="839278" y="35927"/>
                  </a:lnTo>
                  <a:lnTo>
                    <a:pt x="908660" y="20256"/>
                  </a:lnTo>
                  <a:lnTo>
                    <a:pt x="978897" y="9018"/>
                  </a:lnTo>
                  <a:lnTo>
                    <a:pt x="1049705" y="2256"/>
                  </a:lnTo>
                  <a:lnTo>
                    <a:pt x="1120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475419" y="1620817"/>
              <a:ext cx="4483201" cy="4482637"/>
            </a:xfrm>
            <a:custGeom>
              <a:avLst/>
              <a:pathLst>
                <a:path w="4483201" h="4482637">
                  <a:moveTo>
                    <a:pt x="2241600" y="0"/>
                  </a:moveTo>
                  <a:lnTo>
                    <a:pt x="2383789" y="4513"/>
                  </a:lnTo>
                  <a:lnTo>
                    <a:pt x="2525406" y="18036"/>
                  </a:lnTo>
                  <a:lnTo>
                    <a:pt x="2665880" y="40513"/>
                  </a:lnTo>
                  <a:lnTo>
                    <a:pt x="2804645" y="71855"/>
                  </a:lnTo>
                  <a:lnTo>
                    <a:pt x="2941143" y="111934"/>
                  </a:lnTo>
                  <a:lnTo>
                    <a:pt x="3074824" y="160590"/>
                  </a:lnTo>
                  <a:lnTo>
                    <a:pt x="3205150" y="217627"/>
                  </a:lnTo>
                  <a:lnTo>
                    <a:pt x="3331597" y="282814"/>
                  </a:lnTo>
                  <a:lnTo>
                    <a:pt x="3453654" y="355891"/>
                  </a:lnTo>
                  <a:lnTo>
                    <a:pt x="3570831" y="436561"/>
                  </a:lnTo>
                  <a:lnTo>
                    <a:pt x="3682655" y="524500"/>
                  </a:lnTo>
                  <a:lnTo>
                    <a:pt x="3788677" y="619355"/>
                  </a:lnTo>
                  <a:lnTo>
                    <a:pt x="3888469" y="720744"/>
                  </a:lnTo>
                  <a:lnTo>
                    <a:pt x="3981630" y="828257"/>
                  </a:lnTo>
                  <a:lnTo>
                    <a:pt x="4067784" y="941463"/>
                  </a:lnTo>
                  <a:lnTo>
                    <a:pt x="4146585" y="1059905"/>
                  </a:lnTo>
                  <a:lnTo>
                    <a:pt x="4217716" y="1183106"/>
                  </a:lnTo>
                  <a:lnTo>
                    <a:pt x="4280889" y="1310571"/>
                  </a:lnTo>
                  <a:lnTo>
                    <a:pt x="4335851" y="1441785"/>
                  </a:lnTo>
                  <a:lnTo>
                    <a:pt x="4382379" y="1576222"/>
                  </a:lnTo>
                  <a:lnTo>
                    <a:pt x="4420288" y="1713339"/>
                  </a:lnTo>
                  <a:lnTo>
                    <a:pt x="4449424" y="1852584"/>
                  </a:lnTo>
                  <a:lnTo>
                    <a:pt x="4469670" y="1993396"/>
                  </a:lnTo>
                  <a:lnTo>
                    <a:pt x="4480944" y="2135209"/>
                  </a:lnTo>
                  <a:lnTo>
                    <a:pt x="4483201" y="2277452"/>
                  </a:lnTo>
                  <a:lnTo>
                    <a:pt x="4476432" y="2419552"/>
                  </a:lnTo>
                  <a:lnTo>
                    <a:pt x="4460664" y="2560936"/>
                  </a:lnTo>
                  <a:lnTo>
                    <a:pt x="4435961" y="2701035"/>
                  </a:lnTo>
                  <a:lnTo>
                    <a:pt x="4402422" y="2839286"/>
                  </a:lnTo>
                  <a:lnTo>
                    <a:pt x="4360182" y="2975131"/>
                  </a:lnTo>
                  <a:lnTo>
                    <a:pt x="4309411" y="3108023"/>
                  </a:lnTo>
                  <a:lnTo>
                    <a:pt x="4250314" y="3237428"/>
                  </a:lnTo>
                  <a:lnTo>
                    <a:pt x="4183128" y="3362824"/>
                  </a:lnTo>
                  <a:lnTo>
                    <a:pt x="4108125" y="3483707"/>
                  </a:lnTo>
                  <a:lnTo>
                    <a:pt x="4025605" y="3599589"/>
                  </a:lnTo>
                  <a:lnTo>
                    <a:pt x="3935903" y="3710004"/>
                  </a:lnTo>
                  <a:lnTo>
                    <a:pt x="3839377" y="3814507"/>
                  </a:lnTo>
                  <a:lnTo>
                    <a:pt x="3736418" y="3912678"/>
                  </a:lnTo>
                  <a:lnTo>
                    <a:pt x="3627441" y="4004122"/>
                  </a:lnTo>
                  <a:lnTo>
                    <a:pt x="3512882" y="4088469"/>
                  </a:lnTo>
                  <a:lnTo>
                    <a:pt x="3393205" y="4165381"/>
                  </a:lnTo>
                  <a:lnTo>
                    <a:pt x="3268891" y="4234548"/>
                  </a:lnTo>
                  <a:lnTo>
                    <a:pt x="3140440" y="4295691"/>
                  </a:lnTo>
                  <a:lnTo>
                    <a:pt x="3008370" y="4348563"/>
                  </a:lnTo>
                  <a:lnTo>
                    <a:pt x="2873212" y="4392954"/>
                  </a:lnTo>
                  <a:lnTo>
                    <a:pt x="2735511" y="4428682"/>
                  </a:lnTo>
                  <a:lnTo>
                    <a:pt x="2595821" y="4455605"/>
                  </a:lnTo>
                  <a:lnTo>
                    <a:pt x="2454705" y="4473614"/>
                  </a:lnTo>
                  <a:lnTo>
                    <a:pt x="2312731" y="4482637"/>
                  </a:lnTo>
                  <a:lnTo>
                    <a:pt x="2170470" y="4482637"/>
                  </a:lnTo>
                  <a:lnTo>
                    <a:pt x="2028496" y="4473614"/>
                  </a:lnTo>
                  <a:lnTo>
                    <a:pt x="1887380" y="4455605"/>
                  </a:lnTo>
                  <a:lnTo>
                    <a:pt x="1747690" y="4428682"/>
                  </a:lnTo>
                  <a:lnTo>
                    <a:pt x="1609989" y="4392954"/>
                  </a:lnTo>
                  <a:lnTo>
                    <a:pt x="1474831" y="4348563"/>
                  </a:lnTo>
                  <a:lnTo>
                    <a:pt x="1342761" y="4295691"/>
                  </a:lnTo>
                  <a:lnTo>
                    <a:pt x="1214310" y="4234548"/>
                  </a:lnTo>
                  <a:lnTo>
                    <a:pt x="1089996" y="4165381"/>
                  </a:lnTo>
                  <a:lnTo>
                    <a:pt x="970318" y="4088469"/>
                  </a:lnTo>
                  <a:lnTo>
                    <a:pt x="855760" y="4004122"/>
                  </a:lnTo>
                  <a:lnTo>
                    <a:pt x="746782" y="3912678"/>
                  </a:lnTo>
                  <a:lnTo>
                    <a:pt x="643823" y="3814507"/>
                  </a:lnTo>
                  <a:lnTo>
                    <a:pt x="547298" y="3710004"/>
                  </a:lnTo>
                  <a:lnTo>
                    <a:pt x="457595" y="3599589"/>
                  </a:lnTo>
                  <a:lnTo>
                    <a:pt x="375076" y="3483707"/>
                  </a:lnTo>
                  <a:lnTo>
                    <a:pt x="300073" y="3362824"/>
                  </a:lnTo>
                  <a:lnTo>
                    <a:pt x="232887" y="3237428"/>
                  </a:lnTo>
                  <a:lnTo>
                    <a:pt x="173790" y="3108023"/>
                  </a:lnTo>
                  <a:lnTo>
                    <a:pt x="123019" y="2975131"/>
                  </a:lnTo>
                  <a:lnTo>
                    <a:pt x="80779" y="2839286"/>
                  </a:lnTo>
                  <a:lnTo>
                    <a:pt x="47240" y="2701035"/>
                  </a:lnTo>
                  <a:lnTo>
                    <a:pt x="22536" y="2560936"/>
                  </a:lnTo>
                  <a:lnTo>
                    <a:pt x="6769" y="2419552"/>
                  </a:lnTo>
                  <a:lnTo>
                    <a:pt x="0" y="2277452"/>
                  </a:lnTo>
                  <a:lnTo>
                    <a:pt x="2257" y="2135209"/>
                  </a:lnTo>
                  <a:lnTo>
                    <a:pt x="13531" y="1993396"/>
                  </a:lnTo>
                  <a:lnTo>
                    <a:pt x="33777" y="1852584"/>
                  </a:lnTo>
                  <a:lnTo>
                    <a:pt x="62912" y="1713339"/>
                  </a:lnTo>
                  <a:lnTo>
                    <a:pt x="100821" y="1576222"/>
                  </a:lnTo>
                  <a:lnTo>
                    <a:pt x="147350" y="1441785"/>
                  </a:lnTo>
                  <a:lnTo>
                    <a:pt x="202312" y="1310571"/>
                  </a:lnTo>
                  <a:lnTo>
                    <a:pt x="265485" y="1183106"/>
                  </a:lnTo>
                  <a:lnTo>
                    <a:pt x="336615" y="1059905"/>
                  </a:lnTo>
                  <a:lnTo>
                    <a:pt x="415416" y="941463"/>
                  </a:lnTo>
                  <a:lnTo>
                    <a:pt x="501571" y="828257"/>
                  </a:lnTo>
                  <a:lnTo>
                    <a:pt x="594732" y="720744"/>
                  </a:lnTo>
                  <a:lnTo>
                    <a:pt x="694524" y="619355"/>
                  </a:lnTo>
                  <a:lnTo>
                    <a:pt x="800546" y="524500"/>
                  </a:lnTo>
                  <a:lnTo>
                    <a:pt x="912370" y="436561"/>
                  </a:lnTo>
                  <a:lnTo>
                    <a:pt x="1029547" y="355891"/>
                  </a:lnTo>
                  <a:lnTo>
                    <a:pt x="1151604" y="282814"/>
                  </a:lnTo>
                  <a:lnTo>
                    <a:pt x="1278050" y="217627"/>
                  </a:lnTo>
                  <a:lnTo>
                    <a:pt x="1408377" y="160590"/>
                  </a:lnTo>
                  <a:lnTo>
                    <a:pt x="1542058" y="111934"/>
                  </a:lnTo>
                  <a:lnTo>
                    <a:pt x="1678556" y="71855"/>
                  </a:lnTo>
                  <a:lnTo>
                    <a:pt x="1817321" y="40513"/>
                  </a:lnTo>
                  <a:lnTo>
                    <a:pt x="1957795" y="18036"/>
                  </a:lnTo>
                  <a:lnTo>
                    <a:pt x="2099411" y="4513"/>
                  </a:lnTo>
                  <a:lnTo>
                    <a:pt x="22416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2195219" y="1340582"/>
              <a:ext cx="5043601" cy="5042967"/>
            </a:xfrm>
            <a:custGeom>
              <a:avLst/>
              <a:pathLst>
                <a:path w="5043601" h="5042967">
                  <a:moveTo>
                    <a:pt x="2521800" y="0"/>
                  </a:moveTo>
                  <a:lnTo>
                    <a:pt x="2681763" y="5077"/>
                  </a:lnTo>
                  <a:lnTo>
                    <a:pt x="2841082" y="20290"/>
                  </a:lnTo>
                  <a:lnTo>
                    <a:pt x="2999115" y="45577"/>
                  </a:lnTo>
                  <a:lnTo>
                    <a:pt x="3155225" y="80837"/>
                  </a:lnTo>
                  <a:lnTo>
                    <a:pt x="3308786" y="125926"/>
                  </a:lnTo>
                  <a:lnTo>
                    <a:pt x="3459177" y="180664"/>
                  </a:lnTo>
                  <a:lnTo>
                    <a:pt x="3605794" y="244830"/>
                  </a:lnTo>
                  <a:lnTo>
                    <a:pt x="3748046" y="318166"/>
                  </a:lnTo>
                  <a:lnTo>
                    <a:pt x="3885361" y="400377"/>
                  </a:lnTo>
                  <a:lnTo>
                    <a:pt x="4017184" y="491131"/>
                  </a:lnTo>
                  <a:lnTo>
                    <a:pt x="4142987" y="590063"/>
                  </a:lnTo>
                  <a:lnTo>
                    <a:pt x="4262261" y="696775"/>
                  </a:lnTo>
                  <a:lnTo>
                    <a:pt x="4374528" y="810837"/>
                  </a:lnTo>
                  <a:lnTo>
                    <a:pt x="4479334" y="931789"/>
                  </a:lnTo>
                  <a:lnTo>
                    <a:pt x="4576257" y="1059146"/>
                  </a:lnTo>
                  <a:lnTo>
                    <a:pt x="4664909" y="1192393"/>
                  </a:lnTo>
                  <a:lnTo>
                    <a:pt x="4744930" y="1330994"/>
                  </a:lnTo>
                  <a:lnTo>
                    <a:pt x="4816000" y="1474392"/>
                  </a:lnTo>
                  <a:lnTo>
                    <a:pt x="4877832" y="1622009"/>
                  </a:lnTo>
                  <a:lnTo>
                    <a:pt x="4930177" y="1773250"/>
                  </a:lnTo>
                  <a:lnTo>
                    <a:pt x="4972824" y="1927506"/>
                  </a:lnTo>
                  <a:lnTo>
                    <a:pt x="5005602" y="2084157"/>
                  </a:lnTo>
                  <a:lnTo>
                    <a:pt x="5028379" y="2242571"/>
                  </a:lnTo>
                  <a:lnTo>
                    <a:pt x="5041062" y="2402111"/>
                  </a:lnTo>
                  <a:lnTo>
                    <a:pt x="5043601" y="2562134"/>
                  </a:lnTo>
                  <a:lnTo>
                    <a:pt x="5035986" y="2721996"/>
                  </a:lnTo>
                  <a:lnTo>
                    <a:pt x="5018247" y="2881053"/>
                  </a:lnTo>
                  <a:lnTo>
                    <a:pt x="4990456" y="3038665"/>
                  </a:lnTo>
                  <a:lnTo>
                    <a:pt x="4952725" y="3194196"/>
                  </a:lnTo>
                  <a:lnTo>
                    <a:pt x="4905204" y="3347022"/>
                  </a:lnTo>
                  <a:lnTo>
                    <a:pt x="4848087" y="3496526"/>
                  </a:lnTo>
                  <a:lnTo>
                    <a:pt x="4781603" y="3642107"/>
                  </a:lnTo>
                  <a:lnTo>
                    <a:pt x="4706019" y="3783177"/>
                  </a:lnTo>
                  <a:lnTo>
                    <a:pt x="4621640" y="3919170"/>
                  </a:lnTo>
                  <a:lnTo>
                    <a:pt x="4528806" y="4049537"/>
                  </a:lnTo>
                  <a:lnTo>
                    <a:pt x="4427890" y="4173754"/>
                  </a:lnTo>
                  <a:lnTo>
                    <a:pt x="4319300" y="4291321"/>
                  </a:lnTo>
                  <a:lnTo>
                    <a:pt x="4203471" y="4401763"/>
                  </a:lnTo>
                  <a:lnTo>
                    <a:pt x="4080871" y="4504637"/>
                  </a:lnTo>
                  <a:lnTo>
                    <a:pt x="3951993" y="4599528"/>
                  </a:lnTo>
                  <a:lnTo>
                    <a:pt x="3817356" y="4686054"/>
                  </a:lnTo>
                  <a:lnTo>
                    <a:pt x="3677502" y="4763866"/>
                  </a:lnTo>
                  <a:lnTo>
                    <a:pt x="3532995" y="4832652"/>
                  </a:lnTo>
                  <a:lnTo>
                    <a:pt x="3384416" y="4892134"/>
                  </a:lnTo>
                  <a:lnTo>
                    <a:pt x="3232363" y="4942073"/>
                  </a:lnTo>
                  <a:lnTo>
                    <a:pt x="3077450" y="4982267"/>
                  </a:lnTo>
                  <a:lnTo>
                    <a:pt x="2920299" y="5012556"/>
                  </a:lnTo>
                  <a:lnTo>
                    <a:pt x="2761543" y="5032816"/>
                  </a:lnTo>
                  <a:lnTo>
                    <a:pt x="2601822" y="5042967"/>
                  </a:lnTo>
                  <a:lnTo>
                    <a:pt x="2441779" y="5042967"/>
                  </a:lnTo>
                  <a:lnTo>
                    <a:pt x="2282058" y="5032816"/>
                  </a:lnTo>
                  <a:lnTo>
                    <a:pt x="2123302" y="5012556"/>
                  </a:lnTo>
                  <a:lnTo>
                    <a:pt x="1966151" y="4982267"/>
                  </a:lnTo>
                  <a:lnTo>
                    <a:pt x="1811238" y="4942073"/>
                  </a:lnTo>
                  <a:lnTo>
                    <a:pt x="1659185" y="4892134"/>
                  </a:lnTo>
                  <a:lnTo>
                    <a:pt x="1510606" y="4832652"/>
                  </a:lnTo>
                  <a:lnTo>
                    <a:pt x="1366099" y="4763866"/>
                  </a:lnTo>
                  <a:lnTo>
                    <a:pt x="1226245" y="4686054"/>
                  </a:lnTo>
                  <a:lnTo>
                    <a:pt x="1091608" y="4599528"/>
                  </a:lnTo>
                  <a:lnTo>
                    <a:pt x="962730" y="4504637"/>
                  </a:lnTo>
                  <a:lnTo>
                    <a:pt x="840130" y="4401763"/>
                  </a:lnTo>
                  <a:lnTo>
                    <a:pt x="724301" y="4291321"/>
                  </a:lnTo>
                  <a:lnTo>
                    <a:pt x="615711" y="4173754"/>
                  </a:lnTo>
                  <a:lnTo>
                    <a:pt x="514795" y="4049537"/>
                  </a:lnTo>
                  <a:lnTo>
                    <a:pt x="421961" y="3919170"/>
                  </a:lnTo>
                  <a:lnTo>
                    <a:pt x="337582" y="3783177"/>
                  </a:lnTo>
                  <a:lnTo>
                    <a:pt x="261998" y="3642107"/>
                  </a:lnTo>
                  <a:lnTo>
                    <a:pt x="195514" y="3496526"/>
                  </a:lnTo>
                  <a:lnTo>
                    <a:pt x="138396" y="3347022"/>
                  </a:lnTo>
                  <a:lnTo>
                    <a:pt x="90876" y="3194196"/>
                  </a:lnTo>
                  <a:lnTo>
                    <a:pt x="53145" y="3038665"/>
                  </a:lnTo>
                  <a:lnTo>
                    <a:pt x="25354" y="2881053"/>
                  </a:lnTo>
                  <a:lnTo>
                    <a:pt x="7615" y="2721996"/>
                  </a:lnTo>
                  <a:lnTo>
                    <a:pt x="0" y="2562134"/>
                  </a:lnTo>
                  <a:lnTo>
                    <a:pt x="2539" y="2402111"/>
                  </a:lnTo>
                  <a:lnTo>
                    <a:pt x="15222" y="2242571"/>
                  </a:lnTo>
                  <a:lnTo>
                    <a:pt x="37999" y="2084157"/>
                  </a:lnTo>
                  <a:lnTo>
                    <a:pt x="70777" y="1927506"/>
                  </a:lnTo>
                  <a:lnTo>
                    <a:pt x="113424" y="1773250"/>
                  </a:lnTo>
                  <a:lnTo>
                    <a:pt x="165769" y="1622009"/>
                  </a:lnTo>
                  <a:lnTo>
                    <a:pt x="227601" y="1474392"/>
                  </a:lnTo>
                  <a:lnTo>
                    <a:pt x="298671" y="1330994"/>
                  </a:lnTo>
                  <a:lnTo>
                    <a:pt x="378692" y="1192393"/>
                  </a:lnTo>
                  <a:lnTo>
                    <a:pt x="467343" y="1059146"/>
                  </a:lnTo>
                  <a:lnTo>
                    <a:pt x="564267" y="931789"/>
                  </a:lnTo>
                  <a:lnTo>
                    <a:pt x="669073" y="810837"/>
                  </a:lnTo>
                  <a:lnTo>
                    <a:pt x="781339" y="696775"/>
                  </a:lnTo>
                  <a:lnTo>
                    <a:pt x="900614" y="590063"/>
                  </a:lnTo>
                  <a:lnTo>
                    <a:pt x="1026416" y="491131"/>
                  </a:lnTo>
                  <a:lnTo>
                    <a:pt x="1158240" y="400377"/>
                  </a:lnTo>
                  <a:lnTo>
                    <a:pt x="1295555" y="318166"/>
                  </a:lnTo>
                  <a:lnTo>
                    <a:pt x="1437807" y="244830"/>
                  </a:lnTo>
                  <a:lnTo>
                    <a:pt x="1584424" y="180664"/>
                  </a:lnTo>
                  <a:lnTo>
                    <a:pt x="1734815" y="125926"/>
                  </a:lnTo>
                  <a:lnTo>
                    <a:pt x="1888375" y="80837"/>
                  </a:lnTo>
                  <a:lnTo>
                    <a:pt x="2044486" y="45577"/>
                  </a:lnTo>
                  <a:lnTo>
                    <a:pt x="2202519" y="20290"/>
                  </a:lnTo>
                  <a:lnTo>
                    <a:pt x="2361838" y="5077"/>
                  </a:lnTo>
                  <a:lnTo>
                    <a:pt x="252180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4156603" y="2277450"/>
              <a:ext cx="2802300" cy="2145242"/>
            </a:xfrm>
            <a:custGeom>
              <a:avLst/>
              <a:pathLst>
                <a:path w="2802300" h="2145242">
                  <a:moveTo>
                    <a:pt x="560417" y="1024779"/>
                  </a:moveTo>
                  <a:lnTo>
                    <a:pt x="581047" y="955058"/>
                  </a:lnTo>
                  <a:lnTo>
                    <a:pt x="606238" y="886162"/>
                  </a:lnTo>
                  <a:lnTo>
                    <a:pt x="635954" y="818314"/>
                  </a:lnTo>
                  <a:lnTo>
                    <a:pt x="670151" y="751736"/>
                  </a:lnTo>
                  <a:lnTo>
                    <a:pt x="708777" y="686650"/>
                  </a:lnTo>
                  <a:lnTo>
                    <a:pt x="751766" y="623273"/>
                  </a:lnTo>
                  <a:lnTo>
                    <a:pt x="799048" y="561820"/>
                  </a:lnTo>
                  <a:lnTo>
                    <a:pt x="850538" y="502504"/>
                  </a:lnTo>
                  <a:lnTo>
                    <a:pt x="906146" y="445534"/>
                  </a:lnTo>
                  <a:lnTo>
                    <a:pt x="965771" y="391115"/>
                  </a:lnTo>
                  <a:lnTo>
                    <a:pt x="1029303" y="339449"/>
                  </a:lnTo>
                  <a:lnTo>
                    <a:pt x="1096624" y="290732"/>
                  </a:lnTo>
                  <a:lnTo>
                    <a:pt x="1167606" y="245155"/>
                  </a:lnTo>
                  <a:lnTo>
                    <a:pt x="1242114" y="202905"/>
                  </a:lnTo>
                  <a:lnTo>
                    <a:pt x="1320004" y="164163"/>
                  </a:lnTo>
                  <a:lnTo>
                    <a:pt x="1401123" y="129104"/>
                  </a:lnTo>
                  <a:lnTo>
                    <a:pt x="1485313" y="97897"/>
                  </a:lnTo>
                  <a:lnTo>
                    <a:pt x="1572405" y="70703"/>
                  </a:lnTo>
                  <a:lnTo>
                    <a:pt x="1662225" y="47679"/>
                  </a:lnTo>
                  <a:lnTo>
                    <a:pt x="1754592" y="28970"/>
                  </a:lnTo>
                  <a:lnTo>
                    <a:pt x="1849318" y="14720"/>
                  </a:lnTo>
                  <a:lnTo>
                    <a:pt x="1946207" y="5059"/>
                  </a:lnTo>
                  <a:lnTo>
                    <a:pt x="2045059" y="114"/>
                  </a:lnTo>
                  <a:lnTo>
                    <a:pt x="2145668" y="0"/>
                  </a:lnTo>
                  <a:lnTo>
                    <a:pt x="2198866" y="55046"/>
                  </a:lnTo>
                  <a:lnTo>
                    <a:pt x="2250154" y="111876"/>
                  </a:lnTo>
                  <a:lnTo>
                    <a:pt x="2299471" y="170425"/>
                  </a:lnTo>
                  <a:lnTo>
                    <a:pt x="2346761" y="230623"/>
                  </a:lnTo>
                  <a:lnTo>
                    <a:pt x="2391968" y="292400"/>
                  </a:lnTo>
                  <a:lnTo>
                    <a:pt x="2435040" y="355685"/>
                  </a:lnTo>
                  <a:lnTo>
                    <a:pt x="2475925" y="420404"/>
                  </a:lnTo>
                  <a:lnTo>
                    <a:pt x="2514578" y="486480"/>
                  </a:lnTo>
                  <a:lnTo>
                    <a:pt x="2550952" y="553838"/>
                  </a:lnTo>
                  <a:lnTo>
                    <a:pt x="2585005" y="622399"/>
                  </a:lnTo>
                  <a:lnTo>
                    <a:pt x="2616698" y="692082"/>
                  </a:lnTo>
                  <a:lnTo>
                    <a:pt x="2645993" y="762806"/>
                  </a:lnTo>
                  <a:lnTo>
                    <a:pt x="2672856" y="834489"/>
                  </a:lnTo>
                  <a:lnTo>
                    <a:pt x="2697256" y="907048"/>
                  </a:lnTo>
                  <a:lnTo>
                    <a:pt x="2719165" y="980397"/>
                  </a:lnTo>
                  <a:lnTo>
                    <a:pt x="2738557" y="1054452"/>
                  </a:lnTo>
                  <a:lnTo>
                    <a:pt x="2755409" y="1129126"/>
                  </a:lnTo>
                  <a:lnTo>
                    <a:pt x="2769702" y="1204331"/>
                  </a:lnTo>
                  <a:lnTo>
                    <a:pt x="2781419" y="1279981"/>
                  </a:lnTo>
                  <a:lnTo>
                    <a:pt x="2790547" y="1355986"/>
                  </a:lnTo>
                  <a:lnTo>
                    <a:pt x="2797074" y="1432259"/>
                  </a:lnTo>
                  <a:lnTo>
                    <a:pt x="2800993" y="1508710"/>
                  </a:lnTo>
                  <a:lnTo>
                    <a:pt x="2802300" y="1585250"/>
                  </a:lnTo>
                  <a:lnTo>
                    <a:pt x="2731587" y="1638549"/>
                  </a:lnTo>
                  <a:lnTo>
                    <a:pt x="2659651" y="1688379"/>
                  </a:lnTo>
                  <a:lnTo>
                    <a:pt x="2586619" y="1734712"/>
                  </a:lnTo>
                  <a:lnTo>
                    <a:pt x="2512619" y="1777525"/>
                  </a:lnTo>
                  <a:lnTo>
                    <a:pt x="2437780" y="1816801"/>
                  </a:lnTo>
                  <a:lnTo>
                    <a:pt x="2362232" y="1852524"/>
                  </a:lnTo>
                  <a:lnTo>
                    <a:pt x="2286102" y="1884685"/>
                  </a:lnTo>
                  <a:lnTo>
                    <a:pt x="2209521" y="1913277"/>
                  </a:lnTo>
                  <a:lnTo>
                    <a:pt x="2132618" y="1938300"/>
                  </a:lnTo>
                  <a:lnTo>
                    <a:pt x="2055521" y="1959754"/>
                  </a:lnTo>
                  <a:lnTo>
                    <a:pt x="1978359" y="1977648"/>
                  </a:lnTo>
                  <a:lnTo>
                    <a:pt x="1901260" y="1991990"/>
                  </a:lnTo>
                  <a:lnTo>
                    <a:pt x="1824351" y="2002798"/>
                  </a:lnTo>
                  <a:lnTo>
                    <a:pt x="1747760" y="2010088"/>
                  </a:lnTo>
                  <a:lnTo>
                    <a:pt x="1671612" y="2013885"/>
                  </a:lnTo>
                  <a:lnTo>
                    <a:pt x="1596032" y="2014216"/>
                  </a:lnTo>
                  <a:lnTo>
                    <a:pt x="1521144" y="2011111"/>
                  </a:lnTo>
                  <a:lnTo>
                    <a:pt x="1447071" y="2004606"/>
                  </a:lnTo>
                  <a:lnTo>
                    <a:pt x="1373934" y="1994740"/>
                  </a:lnTo>
                  <a:lnTo>
                    <a:pt x="1301854" y="1981556"/>
                  </a:lnTo>
                  <a:lnTo>
                    <a:pt x="1230947" y="1965101"/>
                  </a:lnTo>
                  <a:lnTo>
                    <a:pt x="1161332" y="1945425"/>
                  </a:lnTo>
                  <a:lnTo>
                    <a:pt x="1093122" y="1922582"/>
                  </a:lnTo>
                  <a:lnTo>
                    <a:pt x="1026431" y="1896631"/>
                  </a:lnTo>
                  <a:lnTo>
                    <a:pt x="961370" y="1867633"/>
                  </a:lnTo>
                  <a:lnTo>
                    <a:pt x="898048" y="1835654"/>
                  </a:lnTo>
                  <a:lnTo>
                    <a:pt x="836570" y="1800762"/>
                  </a:lnTo>
                  <a:lnTo>
                    <a:pt x="777042" y="1763030"/>
                  </a:lnTo>
                  <a:lnTo>
                    <a:pt x="719565" y="1722532"/>
                  </a:lnTo>
                  <a:lnTo>
                    <a:pt x="664237" y="1679347"/>
                  </a:lnTo>
                  <a:lnTo>
                    <a:pt x="611157" y="1633559"/>
                  </a:lnTo>
                  <a:lnTo>
                    <a:pt x="560417" y="1585250"/>
                  </a:lnTo>
                  <a:lnTo>
                    <a:pt x="509595" y="1581615"/>
                  </a:lnTo>
                  <a:lnTo>
                    <a:pt x="459551" y="1570748"/>
                  </a:lnTo>
                  <a:lnTo>
                    <a:pt x="411055" y="1552758"/>
                  </a:lnTo>
                  <a:lnTo>
                    <a:pt x="364865" y="1527831"/>
                  </a:lnTo>
                  <a:lnTo>
                    <a:pt x="321720" y="1496221"/>
                  </a:lnTo>
                  <a:lnTo>
                    <a:pt x="282332" y="1458253"/>
                  </a:lnTo>
                  <a:lnTo>
                    <a:pt x="247381" y="1414320"/>
                  </a:lnTo>
                  <a:lnTo>
                    <a:pt x="217509" y="1364877"/>
                  </a:lnTo>
                  <a:lnTo>
                    <a:pt x="193315" y="1310441"/>
                  </a:lnTo>
                  <a:lnTo>
                    <a:pt x="175348" y="1251586"/>
                  </a:lnTo>
                  <a:lnTo>
                    <a:pt x="164104" y="1188938"/>
                  </a:lnTo>
                  <a:lnTo>
                    <a:pt x="127780" y="1228946"/>
                  </a:lnTo>
                  <a:lnTo>
                    <a:pt x="95478" y="1272266"/>
                  </a:lnTo>
                  <a:lnTo>
                    <a:pt x="67498" y="1318496"/>
                  </a:lnTo>
                  <a:lnTo>
                    <a:pt x="44100" y="1367205"/>
                  </a:lnTo>
                  <a:lnTo>
                    <a:pt x="25501" y="1417941"/>
                  </a:lnTo>
                  <a:lnTo>
                    <a:pt x="11875" y="1470233"/>
                  </a:lnTo>
                  <a:lnTo>
                    <a:pt x="3348" y="1523594"/>
                  </a:lnTo>
                  <a:lnTo>
                    <a:pt x="0" y="1577528"/>
                  </a:lnTo>
                  <a:lnTo>
                    <a:pt x="1861" y="1631534"/>
                  </a:lnTo>
                  <a:lnTo>
                    <a:pt x="8914" y="1685109"/>
                  </a:lnTo>
                  <a:lnTo>
                    <a:pt x="21094" y="1737756"/>
                  </a:lnTo>
                  <a:lnTo>
                    <a:pt x="38287" y="1788986"/>
                  </a:lnTo>
                  <a:lnTo>
                    <a:pt x="60335" y="1838321"/>
                  </a:lnTo>
                  <a:lnTo>
                    <a:pt x="87030" y="1885305"/>
                  </a:lnTo>
                  <a:lnTo>
                    <a:pt x="118127" y="1929498"/>
                  </a:lnTo>
                  <a:lnTo>
                    <a:pt x="153335" y="1970492"/>
                  </a:lnTo>
                  <a:lnTo>
                    <a:pt x="192327" y="2007905"/>
                  </a:lnTo>
                  <a:lnTo>
                    <a:pt x="234740" y="2041389"/>
                  </a:lnTo>
                  <a:lnTo>
                    <a:pt x="280182" y="2070632"/>
                  </a:lnTo>
                  <a:lnTo>
                    <a:pt x="328228" y="2095364"/>
                  </a:lnTo>
                  <a:lnTo>
                    <a:pt x="378432" y="2115353"/>
                  </a:lnTo>
                  <a:lnTo>
                    <a:pt x="430329" y="2130415"/>
                  </a:lnTo>
                  <a:lnTo>
                    <a:pt x="483434" y="2140409"/>
                  </a:lnTo>
                  <a:lnTo>
                    <a:pt x="537256" y="2145242"/>
                  </a:lnTo>
                  <a:lnTo>
                    <a:pt x="591292" y="2144870"/>
                  </a:lnTo>
                  <a:lnTo>
                    <a:pt x="645042" y="2139295"/>
                  </a:lnTo>
                  <a:lnTo>
                    <a:pt x="698004" y="2128571"/>
                  </a:lnTo>
                  <a:lnTo>
                    <a:pt x="749688" y="2112795"/>
                  </a:lnTo>
                  <a:lnTo>
                    <a:pt x="799613" y="2092116"/>
                  </a:lnTo>
                  <a:lnTo>
                    <a:pt x="847314" y="2066725"/>
                  </a:lnTo>
                  <a:lnTo>
                    <a:pt x="892348" y="2036858"/>
                  </a:lnTo>
                  <a:lnTo>
                    <a:pt x="934296" y="2002793"/>
                  </a:lnTo>
                  <a:lnTo>
                    <a:pt x="972769" y="1964847"/>
                  </a:lnTo>
                  <a:lnTo>
                    <a:pt x="1007408" y="1923372"/>
                  </a:lnTo>
                  <a:lnTo>
                    <a:pt x="1037893" y="1878754"/>
                  </a:lnTo>
                  <a:lnTo>
                    <a:pt x="1063939" y="1831407"/>
                  </a:lnTo>
                  <a:lnTo>
                    <a:pt x="1085304" y="1781772"/>
                  </a:lnTo>
                  <a:lnTo>
                    <a:pt x="1101790" y="1730311"/>
                  </a:lnTo>
                  <a:lnTo>
                    <a:pt x="1113244" y="1677501"/>
                  </a:lnTo>
                  <a:lnTo>
                    <a:pt x="1119558" y="1623833"/>
                  </a:lnTo>
                  <a:lnTo>
                    <a:pt x="1120675" y="1569807"/>
                  </a:lnTo>
                  <a:lnTo>
                    <a:pt x="1116584" y="1515924"/>
                  </a:lnTo>
                  <a:lnTo>
                    <a:pt x="1107322" y="1462686"/>
                  </a:lnTo>
                  <a:lnTo>
                    <a:pt x="1092977" y="1410587"/>
                  </a:lnTo>
                  <a:lnTo>
                    <a:pt x="1073681" y="1360112"/>
                  </a:lnTo>
                  <a:lnTo>
                    <a:pt x="1049614" y="1311729"/>
                  </a:lnTo>
                  <a:lnTo>
                    <a:pt x="1020999" y="1265889"/>
                  </a:lnTo>
                  <a:lnTo>
                    <a:pt x="988103" y="1223018"/>
                  </a:lnTo>
                  <a:lnTo>
                    <a:pt x="951232" y="1183515"/>
                  </a:lnTo>
                  <a:lnTo>
                    <a:pt x="910727" y="1147745"/>
                  </a:lnTo>
                  <a:lnTo>
                    <a:pt x="866966" y="1116043"/>
                  </a:lnTo>
                  <a:lnTo>
                    <a:pt x="820355" y="1088702"/>
                  </a:lnTo>
                  <a:lnTo>
                    <a:pt x="771327" y="1065977"/>
                  </a:lnTo>
                  <a:lnTo>
                    <a:pt x="720340" y="1048080"/>
                  </a:lnTo>
                  <a:lnTo>
                    <a:pt x="667865" y="1035175"/>
                  </a:lnTo>
                  <a:lnTo>
                    <a:pt x="614392" y="1027384"/>
                  </a:lnTo>
                  <a:close/>
                </a:path>
              </a:pathLst>
            </a:custGeom>
            <a:solidFill>
              <a:srgbClr val="9DCC8A">
                <a:alpha val="25882"/>
              </a:srgbClr>
            </a:solidFill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4320708" y="2277450"/>
              <a:ext cx="2638195" cy="2014216"/>
            </a:xfrm>
            <a:custGeom>
              <a:avLst/>
              <a:pathLst>
                <a:path w="2638195" h="2014216">
                  <a:moveTo>
                    <a:pt x="396312" y="1024779"/>
                  </a:moveTo>
                  <a:lnTo>
                    <a:pt x="416943" y="955058"/>
                  </a:lnTo>
                  <a:lnTo>
                    <a:pt x="442133" y="886162"/>
                  </a:lnTo>
                  <a:lnTo>
                    <a:pt x="471849" y="818314"/>
                  </a:lnTo>
                  <a:lnTo>
                    <a:pt x="506046" y="751736"/>
                  </a:lnTo>
                  <a:lnTo>
                    <a:pt x="544672" y="686650"/>
                  </a:lnTo>
                  <a:lnTo>
                    <a:pt x="587661" y="623273"/>
                  </a:lnTo>
                  <a:lnTo>
                    <a:pt x="634943" y="561820"/>
                  </a:lnTo>
                  <a:lnTo>
                    <a:pt x="686433" y="502504"/>
                  </a:lnTo>
                  <a:lnTo>
                    <a:pt x="742041" y="445534"/>
                  </a:lnTo>
                  <a:lnTo>
                    <a:pt x="801666" y="391115"/>
                  </a:lnTo>
                  <a:lnTo>
                    <a:pt x="865199" y="339449"/>
                  </a:lnTo>
                  <a:lnTo>
                    <a:pt x="932519" y="290732"/>
                  </a:lnTo>
                  <a:lnTo>
                    <a:pt x="1003502" y="245155"/>
                  </a:lnTo>
                  <a:lnTo>
                    <a:pt x="1078009" y="202905"/>
                  </a:lnTo>
                  <a:lnTo>
                    <a:pt x="1155899" y="164163"/>
                  </a:lnTo>
                  <a:lnTo>
                    <a:pt x="1237018" y="129104"/>
                  </a:lnTo>
                  <a:lnTo>
                    <a:pt x="1321208" y="97897"/>
                  </a:lnTo>
                  <a:lnTo>
                    <a:pt x="1408300" y="70703"/>
                  </a:lnTo>
                  <a:lnTo>
                    <a:pt x="1498120" y="47679"/>
                  </a:lnTo>
                  <a:lnTo>
                    <a:pt x="1590488" y="28970"/>
                  </a:lnTo>
                  <a:lnTo>
                    <a:pt x="1685213" y="14720"/>
                  </a:lnTo>
                  <a:lnTo>
                    <a:pt x="1782102" y="5059"/>
                  </a:lnTo>
                  <a:lnTo>
                    <a:pt x="1880954" y="114"/>
                  </a:lnTo>
                  <a:lnTo>
                    <a:pt x="1981563" y="0"/>
                  </a:lnTo>
                  <a:lnTo>
                    <a:pt x="2034761" y="55046"/>
                  </a:lnTo>
                  <a:lnTo>
                    <a:pt x="2086049" y="111876"/>
                  </a:lnTo>
                  <a:lnTo>
                    <a:pt x="2135366" y="170425"/>
                  </a:lnTo>
                  <a:lnTo>
                    <a:pt x="2182656" y="230623"/>
                  </a:lnTo>
                  <a:lnTo>
                    <a:pt x="2227863" y="292400"/>
                  </a:lnTo>
                  <a:lnTo>
                    <a:pt x="2270935" y="355685"/>
                  </a:lnTo>
                  <a:lnTo>
                    <a:pt x="2311821" y="420404"/>
                  </a:lnTo>
                  <a:lnTo>
                    <a:pt x="2350473" y="486480"/>
                  </a:lnTo>
                  <a:lnTo>
                    <a:pt x="2386847" y="553838"/>
                  </a:lnTo>
                  <a:lnTo>
                    <a:pt x="2420900" y="622399"/>
                  </a:lnTo>
                  <a:lnTo>
                    <a:pt x="2452593" y="692082"/>
                  </a:lnTo>
                  <a:lnTo>
                    <a:pt x="2481888" y="762806"/>
                  </a:lnTo>
                  <a:lnTo>
                    <a:pt x="2508751" y="834489"/>
                  </a:lnTo>
                  <a:lnTo>
                    <a:pt x="2533151" y="907048"/>
                  </a:lnTo>
                  <a:lnTo>
                    <a:pt x="2555060" y="980397"/>
                  </a:lnTo>
                  <a:lnTo>
                    <a:pt x="2574452" y="1054452"/>
                  </a:lnTo>
                  <a:lnTo>
                    <a:pt x="2591304" y="1129126"/>
                  </a:lnTo>
                  <a:lnTo>
                    <a:pt x="2605597" y="1204331"/>
                  </a:lnTo>
                  <a:lnTo>
                    <a:pt x="2617314" y="1279981"/>
                  </a:lnTo>
                  <a:lnTo>
                    <a:pt x="2626442" y="1355986"/>
                  </a:lnTo>
                  <a:lnTo>
                    <a:pt x="2632969" y="1432259"/>
                  </a:lnTo>
                  <a:lnTo>
                    <a:pt x="2636888" y="1508710"/>
                  </a:lnTo>
                  <a:lnTo>
                    <a:pt x="2638195" y="1585250"/>
                  </a:lnTo>
                  <a:lnTo>
                    <a:pt x="2567482" y="1638549"/>
                  </a:lnTo>
                  <a:lnTo>
                    <a:pt x="2495546" y="1688379"/>
                  </a:lnTo>
                  <a:lnTo>
                    <a:pt x="2422514" y="1734712"/>
                  </a:lnTo>
                  <a:lnTo>
                    <a:pt x="2348514" y="1777525"/>
                  </a:lnTo>
                  <a:lnTo>
                    <a:pt x="2273675" y="1816801"/>
                  </a:lnTo>
                  <a:lnTo>
                    <a:pt x="2198127" y="1852524"/>
                  </a:lnTo>
                  <a:lnTo>
                    <a:pt x="2121998" y="1884685"/>
                  </a:lnTo>
                  <a:lnTo>
                    <a:pt x="2045417" y="1913277"/>
                  </a:lnTo>
                  <a:lnTo>
                    <a:pt x="1968513" y="1938300"/>
                  </a:lnTo>
                  <a:lnTo>
                    <a:pt x="1891416" y="1959754"/>
                  </a:lnTo>
                  <a:lnTo>
                    <a:pt x="1814254" y="1977648"/>
                  </a:lnTo>
                  <a:lnTo>
                    <a:pt x="1737155" y="1991990"/>
                  </a:lnTo>
                  <a:lnTo>
                    <a:pt x="1660246" y="2002798"/>
                  </a:lnTo>
                  <a:lnTo>
                    <a:pt x="1583655" y="2010088"/>
                  </a:lnTo>
                  <a:lnTo>
                    <a:pt x="1507507" y="2013885"/>
                  </a:lnTo>
                  <a:lnTo>
                    <a:pt x="1431927" y="2014216"/>
                  </a:lnTo>
                  <a:lnTo>
                    <a:pt x="1357039" y="2011111"/>
                  </a:lnTo>
                  <a:lnTo>
                    <a:pt x="1282966" y="2004606"/>
                  </a:lnTo>
                  <a:lnTo>
                    <a:pt x="1209830" y="1994740"/>
                  </a:lnTo>
                  <a:lnTo>
                    <a:pt x="1137749" y="1981556"/>
                  </a:lnTo>
                  <a:lnTo>
                    <a:pt x="1066842" y="1965101"/>
                  </a:lnTo>
                  <a:lnTo>
                    <a:pt x="997227" y="1945425"/>
                  </a:lnTo>
                  <a:lnTo>
                    <a:pt x="929017" y="1922582"/>
                  </a:lnTo>
                  <a:lnTo>
                    <a:pt x="862327" y="1896631"/>
                  </a:lnTo>
                  <a:lnTo>
                    <a:pt x="797266" y="1867633"/>
                  </a:lnTo>
                  <a:lnTo>
                    <a:pt x="733943" y="1835654"/>
                  </a:lnTo>
                  <a:lnTo>
                    <a:pt x="672465" y="1800762"/>
                  </a:lnTo>
                  <a:lnTo>
                    <a:pt x="612937" y="1763030"/>
                  </a:lnTo>
                  <a:lnTo>
                    <a:pt x="555460" y="1722532"/>
                  </a:lnTo>
                  <a:lnTo>
                    <a:pt x="500133" y="1679347"/>
                  </a:lnTo>
                  <a:lnTo>
                    <a:pt x="447052" y="1633559"/>
                  </a:lnTo>
                  <a:lnTo>
                    <a:pt x="396312" y="1585250"/>
                  </a:lnTo>
                  <a:lnTo>
                    <a:pt x="396312" y="1585250"/>
                  </a:lnTo>
                  <a:lnTo>
                    <a:pt x="396312" y="1585250"/>
                  </a:lnTo>
                  <a:lnTo>
                    <a:pt x="396312" y="1585250"/>
                  </a:lnTo>
                  <a:lnTo>
                    <a:pt x="345490" y="1581615"/>
                  </a:lnTo>
                  <a:lnTo>
                    <a:pt x="295446" y="1570748"/>
                  </a:lnTo>
                  <a:lnTo>
                    <a:pt x="246950" y="1552758"/>
                  </a:lnTo>
                  <a:lnTo>
                    <a:pt x="200760" y="1527831"/>
                  </a:lnTo>
                  <a:lnTo>
                    <a:pt x="157615" y="1496221"/>
                  </a:lnTo>
                  <a:lnTo>
                    <a:pt x="118227" y="1458253"/>
                  </a:lnTo>
                  <a:lnTo>
                    <a:pt x="83276" y="1414320"/>
                  </a:lnTo>
                  <a:lnTo>
                    <a:pt x="53405" y="1364877"/>
                  </a:lnTo>
                  <a:lnTo>
                    <a:pt x="29210" y="1310441"/>
                  </a:lnTo>
                  <a:lnTo>
                    <a:pt x="11244" y="1251586"/>
                  </a:lnTo>
                  <a:lnTo>
                    <a:pt x="0" y="1188938"/>
                  </a:lnTo>
                </a:path>
              </a:pathLst>
            </a:custGeom>
            <a:ln w="24933" cap="flat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419" y="327062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6270670" y="2245848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6927302" y="383109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685419" y="3831099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4289106" y="3434786"/>
              <a:ext cx="63202" cy="63202"/>
            </a:xfrm>
            <a:prstGeom prst="ellipse">
              <a:avLst/>
            </a:prstGeom>
            <a:solidFill>
              <a:srgbClr val="9DCC8A">
                <a:alpha val="100000"/>
              </a:srgbClr>
            </a:solidFill>
            <a:ln w="9000" cap="rnd">
              <a:solidFill>
                <a:srgbClr val="9DCC8A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20" y="1620817"/>
              <a:ext cx="0" cy="2241883"/>
            </a:xfrm>
            <a:custGeom>
              <a:avLst/>
              <a:pathLst>
                <a:path w="0" h="2241883">
                  <a:moveTo>
                    <a:pt x="0" y="2241883"/>
                  </a:moveTo>
                  <a:lnTo>
                    <a:pt x="0" y="2164576"/>
                  </a:lnTo>
                  <a:lnTo>
                    <a:pt x="0" y="2087270"/>
                  </a:lnTo>
                  <a:lnTo>
                    <a:pt x="0" y="2009964"/>
                  </a:lnTo>
                  <a:lnTo>
                    <a:pt x="0" y="1932657"/>
                  </a:lnTo>
                  <a:lnTo>
                    <a:pt x="0" y="1855351"/>
                  </a:lnTo>
                  <a:lnTo>
                    <a:pt x="0" y="1778045"/>
                  </a:lnTo>
                  <a:lnTo>
                    <a:pt x="0" y="1700738"/>
                  </a:lnTo>
                  <a:lnTo>
                    <a:pt x="0" y="1623432"/>
                  </a:lnTo>
                  <a:lnTo>
                    <a:pt x="0" y="1546126"/>
                  </a:lnTo>
                  <a:lnTo>
                    <a:pt x="0" y="1468819"/>
                  </a:lnTo>
                  <a:lnTo>
                    <a:pt x="0" y="1391513"/>
                  </a:lnTo>
                  <a:lnTo>
                    <a:pt x="0" y="1314207"/>
                  </a:lnTo>
                  <a:lnTo>
                    <a:pt x="0" y="1236900"/>
                  </a:lnTo>
                  <a:lnTo>
                    <a:pt x="0" y="1159594"/>
                  </a:lnTo>
                  <a:lnTo>
                    <a:pt x="0" y="1082288"/>
                  </a:lnTo>
                  <a:lnTo>
                    <a:pt x="0" y="1004982"/>
                  </a:lnTo>
                  <a:lnTo>
                    <a:pt x="0" y="927675"/>
                  </a:lnTo>
                  <a:lnTo>
                    <a:pt x="0" y="850369"/>
                  </a:lnTo>
                  <a:lnTo>
                    <a:pt x="0" y="773063"/>
                  </a:lnTo>
                  <a:lnTo>
                    <a:pt x="0" y="695756"/>
                  </a:lnTo>
                  <a:lnTo>
                    <a:pt x="0" y="618450"/>
                  </a:lnTo>
                  <a:lnTo>
                    <a:pt x="0" y="541144"/>
                  </a:lnTo>
                  <a:lnTo>
                    <a:pt x="0" y="463837"/>
                  </a:lnTo>
                  <a:lnTo>
                    <a:pt x="0" y="386531"/>
                  </a:lnTo>
                  <a:lnTo>
                    <a:pt x="0" y="309225"/>
                  </a:lnTo>
                  <a:lnTo>
                    <a:pt x="0" y="231918"/>
                  </a:lnTo>
                  <a:lnTo>
                    <a:pt x="0" y="154612"/>
                  </a:lnTo>
                  <a:lnTo>
                    <a:pt x="0" y="77306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20" y="2277450"/>
              <a:ext cx="1585250" cy="1585250"/>
            </a:xfrm>
            <a:custGeom>
              <a:avLst/>
              <a:pathLst>
                <a:path w="1585250" h="1585250">
                  <a:moveTo>
                    <a:pt x="0" y="1585250"/>
                  </a:moveTo>
                  <a:lnTo>
                    <a:pt x="54663" y="1530586"/>
                  </a:lnTo>
                  <a:lnTo>
                    <a:pt x="109327" y="1475923"/>
                  </a:lnTo>
                  <a:lnTo>
                    <a:pt x="163991" y="1421259"/>
                  </a:lnTo>
                  <a:lnTo>
                    <a:pt x="218655" y="1366595"/>
                  </a:lnTo>
                  <a:lnTo>
                    <a:pt x="273319" y="1311931"/>
                  </a:lnTo>
                  <a:lnTo>
                    <a:pt x="327982" y="1257267"/>
                  </a:lnTo>
                  <a:lnTo>
                    <a:pt x="382646" y="1202603"/>
                  </a:lnTo>
                  <a:lnTo>
                    <a:pt x="437310" y="1147940"/>
                  </a:lnTo>
                  <a:lnTo>
                    <a:pt x="491974" y="1093276"/>
                  </a:lnTo>
                  <a:lnTo>
                    <a:pt x="546638" y="1038612"/>
                  </a:lnTo>
                  <a:lnTo>
                    <a:pt x="601301" y="983948"/>
                  </a:lnTo>
                  <a:lnTo>
                    <a:pt x="655965" y="929284"/>
                  </a:lnTo>
                  <a:lnTo>
                    <a:pt x="710629" y="874621"/>
                  </a:lnTo>
                  <a:lnTo>
                    <a:pt x="765293" y="819957"/>
                  </a:lnTo>
                  <a:lnTo>
                    <a:pt x="819957" y="765293"/>
                  </a:lnTo>
                  <a:lnTo>
                    <a:pt x="874621" y="710629"/>
                  </a:lnTo>
                  <a:lnTo>
                    <a:pt x="929284" y="655965"/>
                  </a:lnTo>
                  <a:lnTo>
                    <a:pt x="983948" y="601301"/>
                  </a:lnTo>
                  <a:lnTo>
                    <a:pt x="1038612" y="546638"/>
                  </a:lnTo>
                  <a:lnTo>
                    <a:pt x="1093276" y="491974"/>
                  </a:lnTo>
                  <a:lnTo>
                    <a:pt x="1147940" y="437310"/>
                  </a:lnTo>
                  <a:lnTo>
                    <a:pt x="1202603" y="382646"/>
                  </a:lnTo>
                  <a:lnTo>
                    <a:pt x="1257267" y="327982"/>
                  </a:lnTo>
                  <a:lnTo>
                    <a:pt x="1311931" y="273319"/>
                  </a:lnTo>
                  <a:lnTo>
                    <a:pt x="1366595" y="218655"/>
                  </a:lnTo>
                  <a:lnTo>
                    <a:pt x="1421259" y="163991"/>
                  </a:lnTo>
                  <a:lnTo>
                    <a:pt x="1475923" y="109327"/>
                  </a:lnTo>
                  <a:lnTo>
                    <a:pt x="1530586" y="54663"/>
                  </a:lnTo>
                  <a:lnTo>
                    <a:pt x="158525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20" y="3862700"/>
              <a:ext cx="2241883" cy="0"/>
            </a:xfrm>
            <a:custGeom>
              <a:avLst/>
              <a:pathLst>
                <a:path w="2241883" h="0">
                  <a:moveTo>
                    <a:pt x="0" y="0"/>
                  </a:moveTo>
                  <a:lnTo>
                    <a:pt x="77306" y="0"/>
                  </a:lnTo>
                  <a:lnTo>
                    <a:pt x="154612" y="0"/>
                  </a:lnTo>
                  <a:lnTo>
                    <a:pt x="231918" y="0"/>
                  </a:lnTo>
                  <a:lnTo>
                    <a:pt x="309225" y="0"/>
                  </a:lnTo>
                  <a:lnTo>
                    <a:pt x="386531" y="0"/>
                  </a:lnTo>
                  <a:lnTo>
                    <a:pt x="463837" y="0"/>
                  </a:lnTo>
                  <a:lnTo>
                    <a:pt x="541144" y="0"/>
                  </a:lnTo>
                  <a:lnTo>
                    <a:pt x="618450" y="0"/>
                  </a:lnTo>
                  <a:lnTo>
                    <a:pt x="695756" y="0"/>
                  </a:lnTo>
                  <a:lnTo>
                    <a:pt x="773063" y="0"/>
                  </a:lnTo>
                  <a:lnTo>
                    <a:pt x="850369" y="0"/>
                  </a:lnTo>
                  <a:lnTo>
                    <a:pt x="927675" y="0"/>
                  </a:lnTo>
                  <a:lnTo>
                    <a:pt x="1004982" y="0"/>
                  </a:lnTo>
                  <a:lnTo>
                    <a:pt x="1082288" y="0"/>
                  </a:lnTo>
                  <a:lnTo>
                    <a:pt x="1159594" y="0"/>
                  </a:lnTo>
                  <a:lnTo>
                    <a:pt x="1236900" y="0"/>
                  </a:lnTo>
                  <a:lnTo>
                    <a:pt x="1314207" y="0"/>
                  </a:lnTo>
                  <a:lnTo>
                    <a:pt x="1391513" y="0"/>
                  </a:lnTo>
                  <a:lnTo>
                    <a:pt x="1468819" y="0"/>
                  </a:lnTo>
                  <a:lnTo>
                    <a:pt x="1546126" y="0"/>
                  </a:lnTo>
                  <a:lnTo>
                    <a:pt x="1623432" y="0"/>
                  </a:lnTo>
                  <a:lnTo>
                    <a:pt x="1700738" y="0"/>
                  </a:lnTo>
                  <a:lnTo>
                    <a:pt x="1778045" y="0"/>
                  </a:lnTo>
                  <a:lnTo>
                    <a:pt x="1855351" y="0"/>
                  </a:lnTo>
                  <a:lnTo>
                    <a:pt x="1932657" y="0"/>
                  </a:lnTo>
                  <a:lnTo>
                    <a:pt x="2009964" y="0"/>
                  </a:lnTo>
                  <a:lnTo>
                    <a:pt x="2087270" y="0"/>
                  </a:lnTo>
                  <a:lnTo>
                    <a:pt x="2164576" y="0"/>
                  </a:lnTo>
                  <a:lnTo>
                    <a:pt x="2241883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20" y="3862700"/>
              <a:ext cx="1585250" cy="1585250"/>
            </a:xfrm>
            <a:custGeom>
              <a:avLst/>
              <a:pathLst>
                <a:path w="1585250" h="1585250">
                  <a:moveTo>
                    <a:pt x="0" y="0"/>
                  </a:moveTo>
                  <a:lnTo>
                    <a:pt x="54663" y="54663"/>
                  </a:lnTo>
                  <a:lnTo>
                    <a:pt x="109327" y="109327"/>
                  </a:lnTo>
                  <a:lnTo>
                    <a:pt x="163991" y="163991"/>
                  </a:lnTo>
                  <a:lnTo>
                    <a:pt x="218655" y="218655"/>
                  </a:lnTo>
                  <a:lnTo>
                    <a:pt x="273319" y="273319"/>
                  </a:lnTo>
                  <a:lnTo>
                    <a:pt x="327982" y="327982"/>
                  </a:lnTo>
                  <a:lnTo>
                    <a:pt x="382646" y="382646"/>
                  </a:lnTo>
                  <a:lnTo>
                    <a:pt x="437310" y="437310"/>
                  </a:lnTo>
                  <a:lnTo>
                    <a:pt x="491974" y="491974"/>
                  </a:lnTo>
                  <a:lnTo>
                    <a:pt x="546638" y="546638"/>
                  </a:lnTo>
                  <a:lnTo>
                    <a:pt x="601301" y="601301"/>
                  </a:lnTo>
                  <a:lnTo>
                    <a:pt x="655965" y="655965"/>
                  </a:lnTo>
                  <a:lnTo>
                    <a:pt x="710629" y="710629"/>
                  </a:lnTo>
                  <a:lnTo>
                    <a:pt x="765293" y="765293"/>
                  </a:lnTo>
                  <a:lnTo>
                    <a:pt x="819957" y="819957"/>
                  </a:lnTo>
                  <a:lnTo>
                    <a:pt x="874621" y="874621"/>
                  </a:lnTo>
                  <a:lnTo>
                    <a:pt x="929284" y="929284"/>
                  </a:lnTo>
                  <a:lnTo>
                    <a:pt x="983948" y="983948"/>
                  </a:lnTo>
                  <a:lnTo>
                    <a:pt x="1038612" y="1038612"/>
                  </a:lnTo>
                  <a:lnTo>
                    <a:pt x="1093276" y="1093276"/>
                  </a:lnTo>
                  <a:lnTo>
                    <a:pt x="1147940" y="1147940"/>
                  </a:lnTo>
                  <a:lnTo>
                    <a:pt x="1202603" y="1202603"/>
                  </a:lnTo>
                  <a:lnTo>
                    <a:pt x="1257267" y="1257267"/>
                  </a:lnTo>
                  <a:lnTo>
                    <a:pt x="1311931" y="1311931"/>
                  </a:lnTo>
                  <a:lnTo>
                    <a:pt x="1366595" y="1366595"/>
                  </a:lnTo>
                  <a:lnTo>
                    <a:pt x="1421259" y="1421259"/>
                  </a:lnTo>
                  <a:lnTo>
                    <a:pt x="1475923" y="1475923"/>
                  </a:lnTo>
                  <a:lnTo>
                    <a:pt x="1530586" y="1530586"/>
                  </a:lnTo>
                  <a:lnTo>
                    <a:pt x="158525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717020" y="3862700"/>
              <a:ext cx="0" cy="2241883"/>
            </a:xfrm>
            <a:custGeom>
              <a:avLst/>
              <a:pathLst>
                <a:path w="0" h="2241883">
                  <a:moveTo>
                    <a:pt x="0" y="0"/>
                  </a:moveTo>
                  <a:lnTo>
                    <a:pt x="0" y="77306"/>
                  </a:lnTo>
                  <a:lnTo>
                    <a:pt x="0" y="154612"/>
                  </a:lnTo>
                  <a:lnTo>
                    <a:pt x="0" y="231918"/>
                  </a:lnTo>
                  <a:lnTo>
                    <a:pt x="0" y="309225"/>
                  </a:lnTo>
                  <a:lnTo>
                    <a:pt x="0" y="386531"/>
                  </a:lnTo>
                  <a:lnTo>
                    <a:pt x="0" y="463837"/>
                  </a:lnTo>
                  <a:lnTo>
                    <a:pt x="0" y="541144"/>
                  </a:lnTo>
                  <a:lnTo>
                    <a:pt x="0" y="618450"/>
                  </a:lnTo>
                  <a:lnTo>
                    <a:pt x="0" y="695756"/>
                  </a:lnTo>
                  <a:lnTo>
                    <a:pt x="0" y="773063"/>
                  </a:lnTo>
                  <a:lnTo>
                    <a:pt x="0" y="850369"/>
                  </a:lnTo>
                  <a:lnTo>
                    <a:pt x="0" y="927675"/>
                  </a:lnTo>
                  <a:lnTo>
                    <a:pt x="0" y="1004982"/>
                  </a:lnTo>
                  <a:lnTo>
                    <a:pt x="0" y="1082288"/>
                  </a:lnTo>
                  <a:lnTo>
                    <a:pt x="0" y="1159594"/>
                  </a:lnTo>
                  <a:lnTo>
                    <a:pt x="0" y="1236900"/>
                  </a:lnTo>
                  <a:lnTo>
                    <a:pt x="0" y="1314207"/>
                  </a:lnTo>
                  <a:lnTo>
                    <a:pt x="0" y="1391513"/>
                  </a:lnTo>
                  <a:lnTo>
                    <a:pt x="0" y="1468819"/>
                  </a:lnTo>
                  <a:lnTo>
                    <a:pt x="0" y="1546126"/>
                  </a:lnTo>
                  <a:lnTo>
                    <a:pt x="0" y="1623432"/>
                  </a:lnTo>
                  <a:lnTo>
                    <a:pt x="0" y="1700738"/>
                  </a:lnTo>
                  <a:lnTo>
                    <a:pt x="0" y="1778045"/>
                  </a:lnTo>
                  <a:lnTo>
                    <a:pt x="0" y="1855351"/>
                  </a:lnTo>
                  <a:lnTo>
                    <a:pt x="0" y="1932657"/>
                  </a:lnTo>
                  <a:lnTo>
                    <a:pt x="0" y="2009964"/>
                  </a:lnTo>
                  <a:lnTo>
                    <a:pt x="0" y="2087270"/>
                  </a:lnTo>
                  <a:lnTo>
                    <a:pt x="0" y="2164576"/>
                  </a:lnTo>
                  <a:lnTo>
                    <a:pt x="0" y="2241883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3131770" y="3862700"/>
              <a:ext cx="1585250" cy="1585250"/>
            </a:xfrm>
            <a:custGeom>
              <a:avLst/>
              <a:pathLst>
                <a:path w="1585250" h="1585250">
                  <a:moveTo>
                    <a:pt x="1585250" y="0"/>
                  </a:moveTo>
                  <a:lnTo>
                    <a:pt x="1530586" y="54663"/>
                  </a:lnTo>
                  <a:lnTo>
                    <a:pt x="1475923" y="109327"/>
                  </a:lnTo>
                  <a:lnTo>
                    <a:pt x="1421259" y="163991"/>
                  </a:lnTo>
                  <a:lnTo>
                    <a:pt x="1366595" y="218655"/>
                  </a:lnTo>
                  <a:lnTo>
                    <a:pt x="1311931" y="273319"/>
                  </a:lnTo>
                  <a:lnTo>
                    <a:pt x="1257267" y="327982"/>
                  </a:lnTo>
                  <a:lnTo>
                    <a:pt x="1202603" y="382646"/>
                  </a:lnTo>
                  <a:lnTo>
                    <a:pt x="1147940" y="437310"/>
                  </a:lnTo>
                  <a:lnTo>
                    <a:pt x="1093276" y="491974"/>
                  </a:lnTo>
                  <a:lnTo>
                    <a:pt x="1038612" y="546638"/>
                  </a:lnTo>
                  <a:lnTo>
                    <a:pt x="983948" y="601301"/>
                  </a:lnTo>
                  <a:lnTo>
                    <a:pt x="929284" y="655965"/>
                  </a:lnTo>
                  <a:lnTo>
                    <a:pt x="874621" y="710629"/>
                  </a:lnTo>
                  <a:lnTo>
                    <a:pt x="819957" y="765293"/>
                  </a:lnTo>
                  <a:lnTo>
                    <a:pt x="765293" y="819957"/>
                  </a:lnTo>
                  <a:lnTo>
                    <a:pt x="710629" y="874621"/>
                  </a:lnTo>
                  <a:lnTo>
                    <a:pt x="655965" y="929284"/>
                  </a:lnTo>
                  <a:lnTo>
                    <a:pt x="601301" y="983948"/>
                  </a:lnTo>
                  <a:lnTo>
                    <a:pt x="546638" y="1038612"/>
                  </a:lnTo>
                  <a:lnTo>
                    <a:pt x="491974" y="1093276"/>
                  </a:lnTo>
                  <a:lnTo>
                    <a:pt x="437310" y="1147940"/>
                  </a:lnTo>
                  <a:lnTo>
                    <a:pt x="382646" y="1202603"/>
                  </a:lnTo>
                  <a:lnTo>
                    <a:pt x="327982" y="1257267"/>
                  </a:lnTo>
                  <a:lnTo>
                    <a:pt x="273319" y="1311931"/>
                  </a:lnTo>
                  <a:lnTo>
                    <a:pt x="218655" y="1366595"/>
                  </a:lnTo>
                  <a:lnTo>
                    <a:pt x="163991" y="1421259"/>
                  </a:lnTo>
                  <a:lnTo>
                    <a:pt x="109327" y="1475923"/>
                  </a:lnTo>
                  <a:lnTo>
                    <a:pt x="54663" y="1530586"/>
                  </a:lnTo>
                  <a:lnTo>
                    <a:pt x="0" y="158525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475137" y="3862700"/>
              <a:ext cx="2241883" cy="0"/>
            </a:xfrm>
            <a:custGeom>
              <a:avLst/>
              <a:pathLst>
                <a:path w="2241883" h="0">
                  <a:moveTo>
                    <a:pt x="2241883" y="0"/>
                  </a:moveTo>
                  <a:lnTo>
                    <a:pt x="2164576" y="0"/>
                  </a:lnTo>
                  <a:lnTo>
                    <a:pt x="2087270" y="0"/>
                  </a:lnTo>
                  <a:lnTo>
                    <a:pt x="2009964" y="0"/>
                  </a:lnTo>
                  <a:lnTo>
                    <a:pt x="1932657" y="0"/>
                  </a:lnTo>
                  <a:lnTo>
                    <a:pt x="1855351" y="0"/>
                  </a:lnTo>
                  <a:lnTo>
                    <a:pt x="1778045" y="0"/>
                  </a:lnTo>
                  <a:lnTo>
                    <a:pt x="1700738" y="0"/>
                  </a:lnTo>
                  <a:lnTo>
                    <a:pt x="1623432" y="0"/>
                  </a:lnTo>
                  <a:lnTo>
                    <a:pt x="1546126" y="0"/>
                  </a:lnTo>
                  <a:lnTo>
                    <a:pt x="1468819" y="0"/>
                  </a:lnTo>
                  <a:lnTo>
                    <a:pt x="1391513" y="0"/>
                  </a:lnTo>
                  <a:lnTo>
                    <a:pt x="1314207" y="0"/>
                  </a:lnTo>
                  <a:lnTo>
                    <a:pt x="1236900" y="0"/>
                  </a:lnTo>
                  <a:lnTo>
                    <a:pt x="1159594" y="0"/>
                  </a:lnTo>
                  <a:lnTo>
                    <a:pt x="1082288" y="0"/>
                  </a:lnTo>
                  <a:lnTo>
                    <a:pt x="1004982" y="0"/>
                  </a:lnTo>
                  <a:lnTo>
                    <a:pt x="927675" y="0"/>
                  </a:lnTo>
                  <a:lnTo>
                    <a:pt x="850369" y="0"/>
                  </a:lnTo>
                  <a:lnTo>
                    <a:pt x="773063" y="0"/>
                  </a:lnTo>
                  <a:lnTo>
                    <a:pt x="695756" y="0"/>
                  </a:lnTo>
                  <a:lnTo>
                    <a:pt x="618450" y="0"/>
                  </a:lnTo>
                  <a:lnTo>
                    <a:pt x="541144" y="0"/>
                  </a:lnTo>
                  <a:lnTo>
                    <a:pt x="463837" y="0"/>
                  </a:lnTo>
                  <a:lnTo>
                    <a:pt x="386531" y="0"/>
                  </a:lnTo>
                  <a:lnTo>
                    <a:pt x="309225" y="0"/>
                  </a:lnTo>
                  <a:lnTo>
                    <a:pt x="231918" y="0"/>
                  </a:lnTo>
                  <a:lnTo>
                    <a:pt x="154612" y="0"/>
                  </a:lnTo>
                  <a:lnTo>
                    <a:pt x="77306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31770" y="2277450"/>
              <a:ext cx="1585250" cy="1585250"/>
            </a:xfrm>
            <a:custGeom>
              <a:avLst/>
              <a:pathLst>
                <a:path w="1585250" h="1585250">
                  <a:moveTo>
                    <a:pt x="1585250" y="1585250"/>
                  </a:moveTo>
                  <a:lnTo>
                    <a:pt x="1530586" y="1530586"/>
                  </a:lnTo>
                  <a:lnTo>
                    <a:pt x="1475923" y="1475923"/>
                  </a:lnTo>
                  <a:lnTo>
                    <a:pt x="1421259" y="1421259"/>
                  </a:lnTo>
                  <a:lnTo>
                    <a:pt x="1366595" y="1366595"/>
                  </a:lnTo>
                  <a:lnTo>
                    <a:pt x="1311931" y="1311931"/>
                  </a:lnTo>
                  <a:lnTo>
                    <a:pt x="1257267" y="1257267"/>
                  </a:lnTo>
                  <a:lnTo>
                    <a:pt x="1202603" y="1202603"/>
                  </a:lnTo>
                  <a:lnTo>
                    <a:pt x="1147940" y="1147940"/>
                  </a:lnTo>
                  <a:lnTo>
                    <a:pt x="1093276" y="1093276"/>
                  </a:lnTo>
                  <a:lnTo>
                    <a:pt x="1038612" y="1038612"/>
                  </a:lnTo>
                  <a:lnTo>
                    <a:pt x="983948" y="983948"/>
                  </a:lnTo>
                  <a:lnTo>
                    <a:pt x="929284" y="929284"/>
                  </a:lnTo>
                  <a:lnTo>
                    <a:pt x="874621" y="874621"/>
                  </a:lnTo>
                  <a:lnTo>
                    <a:pt x="819957" y="819957"/>
                  </a:lnTo>
                  <a:lnTo>
                    <a:pt x="765293" y="765293"/>
                  </a:lnTo>
                  <a:lnTo>
                    <a:pt x="710629" y="710629"/>
                  </a:lnTo>
                  <a:lnTo>
                    <a:pt x="655965" y="655965"/>
                  </a:lnTo>
                  <a:lnTo>
                    <a:pt x="601301" y="601301"/>
                  </a:lnTo>
                  <a:lnTo>
                    <a:pt x="546638" y="546638"/>
                  </a:lnTo>
                  <a:lnTo>
                    <a:pt x="491974" y="491974"/>
                  </a:lnTo>
                  <a:lnTo>
                    <a:pt x="437310" y="437310"/>
                  </a:lnTo>
                  <a:lnTo>
                    <a:pt x="382646" y="382646"/>
                  </a:lnTo>
                  <a:lnTo>
                    <a:pt x="327982" y="327982"/>
                  </a:lnTo>
                  <a:lnTo>
                    <a:pt x="273319" y="273319"/>
                  </a:lnTo>
                  <a:lnTo>
                    <a:pt x="218655" y="218655"/>
                  </a:lnTo>
                  <a:lnTo>
                    <a:pt x="163991" y="163991"/>
                  </a:lnTo>
                  <a:lnTo>
                    <a:pt x="109327" y="109327"/>
                  </a:lnTo>
                  <a:lnTo>
                    <a:pt x="54663" y="54663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tx40"/>
            <p:cNvSpPr/>
            <p:nvPr/>
          </p:nvSpPr>
          <p:spPr>
            <a:xfrm>
              <a:off x="4584981" y="1301903"/>
              <a:ext cx="264078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266295" y="2040614"/>
              <a:ext cx="4682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31057" y="3824021"/>
              <a:ext cx="21616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6257197" y="5607428"/>
              <a:ext cx="486460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Southeast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575883" y="6346140"/>
              <a:ext cx="282275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681422" y="5607428"/>
              <a:ext cx="504383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Southwest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072829" y="3824021"/>
              <a:ext cx="244144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2690520" y="2040614"/>
              <a:ext cx="486186" cy="773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850" i="0" b="0">
                  <a:solidFill>
                    <a:srgbClr val="222222">
                      <a:alpha val="100000"/>
                    </a:srgbClr>
                  </a:solidFill>
                  <a:latin typeface="Arial"/>
                  <a:cs typeface="Arial"/>
                </a:rPr>
                <a:t>Northwest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674094" y="2709938"/>
              <a:ext cx="177942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50%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624625" y="1588996"/>
              <a:ext cx="227411" cy="6364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spcBef>
                  <a:spcPts val="0"/>
                </a:spcBef>
                <a:spcAft>
                  <a:spcPts val="0"/>
                </a:spcAft>
              </a:pPr>
              <a:r>
                <a:rPr sz="700" i="0" b="0">
                  <a:solidFill>
                    <a:srgbClr val="6B6B6B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2026-09-24T14:02:17Z</dcterms:modified>
  <cp:category/>
</cp:coreProperties>
</file>