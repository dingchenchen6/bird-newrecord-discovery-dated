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13221" y="348278"/>
              <a:ext cx="80759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18271" y="723281"/>
              <a:ext cx="11974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11, species = 5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913623" y="2230436"/>
              <a:ext cx="2388647" cy="2542189"/>
            </a:xfrm>
            <a:custGeom>
              <a:avLst/>
              <a:pathLst>
                <a:path w="2388647" h="2542189">
                  <a:moveTo>
                    <a:pt x="803396" y="511323"/>
                  </a:moveTo>
                  <a:lnTo>
                    <a:pt x="845224" y="461117"/>
                  </a:lnTo>
                  <a:lnTo>
                    <a:pt x="890633" y="412534"/>
                  </a:lnTo>
                  <a:lnTo>
                    <a:pt x="939559" y="365765"/>
                  </a:lnTo>
                  <a:lnTo>
                    <a:pt x="991928" y="320999"/>
                  </a:lnTo>
                  <a:lnTo>
                    <a:pt x="1047656" y="278421"/>
                  </a:lnTo>
                  <a:lnTo>
                    <a:pt x="1106653" y="238215"/>
                  </a:lnTo>
                  <a:lnTo>
                    <a:pt x="1168818" y="200558"/>
                  </a:lnTo>
                  <a:lnTo>
                    <a:pt x="1234041" y="165625"/>
                  </a:lnTo>
                  <a:lnTo>
                    <a:pt x="1302205" y="133586"/>
                  </a:lnTo>
                  <a:lnTo>
                    <a:pt x="1373184" y="104605"/>
                  </a:lnTo>
                  <a:lnTo>
                    <a:pt x="1446845" y="78842"/>
                  </a:lnTo>
                  <a:lnTo>
                    <a:pt x="1523046" y="56450"/>
                  </a:lnTo>
                  <a:lnTo>
                    <a:pt x="1601639" y="37578"/>
                  </a:lnTo>
                  <a:lnTo>
                    <a:pt x="1682467" y="22366"/>
                  </a:lnTo>
                  <a:lnTo>
                    <a:pt x="1765368" y="10948"/>
                  </a:lnTo>
                  <a:lnTo>
                    <a:pt x="1850170" y="3453"/>
                  </a:lnTo>
                  <a:lnTo>
                    <a:pt x="1936698" y="0"/>
                  </a:lnTo>
                  <a:lnTo>
                    <a:pt x="2024769" y="701"/>
                  </a:lnTo>
                  <a:lnTo>
                    <a:pt x="2114196" y="5661"/>
                  </a:lnTo>
                  <a:lnTo>
                    <a:pt x="2204785" y="14976"/>
                  </a:lnTo>
                  <a:lnTo>
                    <a:pt x="2296336" y="28734"/>
                  </a:lnTo>
                  <a:lnTo>
                    <a:pt x="2388647" y="47013"/>
                  </a:lnTo>
                  <a:lnTo>
                    <a:pt x="2376334" y="134703"/>
                  </a:lnTo>
                  <a:lnTo>
                    <a:pt x="2360702" y="220805"/>
                  </a:lnTo>
                  <a:lnTo>
                    <a:pt x="2341823" y="305209"/>
                  </a:lnTo>
                  <a:lnTo>
                    <a:pt x="2319771" y="387808"/>
                  </a:lnTo>
                  <a:lnTo>
                    <a:pt x="2294624" y="468499"/>
                  </a:lnTo>
                  <a:lnTo>
                    <a:pt x="2266463" y="547180"/>
                  </a:lnTo>
                  <a:lnTo>
                    <a:pt x="2235373" y="623753"/>
                  </a:lnTo>
                  <a:lnTo>
                    <a:pt x="2201440" y="698121"/>
                  </a:lnTo>
                  <a:lnTo>
                    <a:pt x="2164754" y="770194"/>
                  </a:lnTo>
                  <a:lnTo>
                    <a:pt x="2125409" y="839880"/>
                  </a:lnTo>
                  <a:lnTo>
                    <a:pt x="2083499" y="907095"/>
                  </a:lnTo>
                  <a:lnTo>
                    <a:pt x="2039124" y="971754"/>
                  </a:lnTo>
                  <a:lnTo>
                    <a:pt x="1992383" y="1033778"/>
                  </a:lnTo>
                  <a:lnTo>
                    <a:pt x="1943380" y="1093092"/>
                  </a:lnTo>
                  <a:lnTo>
                    <a:pt x="1892221" y="1149622"/>
                  </a:lnTo>
                  <a:lnTo>
                    <a:pt x="1839011" y="1203298"/>
                  </a:lnTo>
                  <a:lnTo>
                    <a:pt x="1783862" y="1254057"/>
                  </a:lnTo>
                  <a:lnTo>
                    <a:pt x="1726885" y="1301835"/>
                  </a:lnTo>
                  <a:lnTo>
                    <a:pt x="1668193" y="1346574"/>
                  </a:lnTo>
                  <a:lnTo>
                    <a:pt x="1607902" y="1388220"/>
                  </a:lnTo>
                  <a:lnTo>
                    <a:pt x="1546128" y="1426723"/>
                  </a:lnTo>
                  <a:lnTo>
                    <a:pt x="1482989" y="1462035"/>
                  </a:lnTo>
                  <a:lnTo>
                    <a:pt x="1418605" y="1494114"/>
                  </a:lnTo>
                  <a:lnTo>
                    <a:pt x="1353098" y="1522922"/>
                  </a:lnTo>
                  <a:lnTo>
                    <a:pt x="1286588" y="1548422"/>
                  </a:lnTo>
                  <a:lnTo>
                    <a:pt x="1219200" y="1570586"/>
                  </a:lnTo>
                  <a:lnTo>
                    <a:pt x="1151056" y="1589384"/>
                  </a:lnTo>
                  <a:lnTo>
                    <a:pt x="1082282" y="1604796"/>
                  </a:lnTo>
                  <a:lnTo>
                    <a:pt x="1013003" y="1616803"/>
                  </a:lnTo>
                  <a:lnTo>
                    <a:pt x="943345" y="1625389"/>
                  </a:lnTo>
                  <a:lnTo>
                    <a:pt x="873434" y="1630545"/>
                  </a:lnTo>
                  <a:lnTo>
                    <a:pt x="803396" y="1632264"/>
                  </a:lnTo>
                  <a:lnTo>
                    <a:pt x="750102" y="1629271"/>
                  </a:lnTo>
                  <a:lnTo>
                    <a:pt x="697311" y="1620311"/>
                  </a:lnTo>
                  <a:lnTo>
                    <a:pt x="645524" y="1605441"/>
                  </a:lnTo>
                  <a:lnTo>
                    <a:pt x="595237" y="1584753"/>
                  </a:lnTo>
                  <a:lnTo>
                    <a:pt x="546936" y="1558379"/>
                  </a:lnTo>
                  <a:lnTo>
                    <a:pt x="501100" y="1526486"/>
                  </a:lnTo>
                  <a:lnTo>
                    <a:pt x="458191" y="1489276"/>
                  </a:lnTo>
                  <a:lnTo>
                    <a:pt x="418660" y="1446985"/>
                  </a:lnTo>
                  <a:lnTo>
                    <a:pt x="382936" y="1399884"/>
                  </a:lnTo>
                  <a:lnTo>
                    <a:pt x="351431" y="1348275"/>
                  </a:lnTo>
                  <a:lnTo>
                    <a:pt x="324532" y="1292492"/>
                  </a:lnTo>
                  <a:lnTo>
                    <a:pt x="302604" y="1232895"/>
                  </a:lnTo>
                  <a:lnTo>
                    <a:pt x="285983" y="1169875"/>
                  </a:lnTo>
                  <a:lnTo>
                    <a:pt x="274979" y="1103847"/>
                  </a:lnTo>
                  <a:lnTo>
                    <a:pt x="238206" y="1136606"/>
                  </a:lnTo>
                  <a:lnTo>
                    <a:pt x="203470" y="1171924"/>
                  </a:lnTo>
                  <a:lnTo>
                    <a:pt x="170948" y="1209676"/>
                  </a:lnTo>
                  <a:lnTo>
                    <a:pt x="140812" y="1249721"/>
                  </a:lnTo>
                  <a:lnTo>
                    <a:pt x="113221" y="1291907"/>
                  </a:lnTo>
                  <a:lnTo>
                    <a:pt x="88329" y="1336073"/>
                  </a:lnTo>
                  <a:lnTo>
                    <a:pt x="66276" y="1382045"/>
                  </a:lnTo>
                  <a:lnTo>
                    <a:pt x="47193" y="1429640"/>
                  </a:lnTo>
                  <a:lnTo>
                    <a:pt x="31197" y="1478664"/>
                  </a:lnTo>
                  <a:lnTo>
                    <a:pt x="18394" y="1528917"/>
                  </a:lnTo>
                  <a:lnTo>
                    <a:pt x="8877" y="1580189"/>
                  </a:lnTo>
                  <a:lnTo>
                    <a:pt x="2724" y="1632264"/>
                  </a:lnTo>
                  <a:lnTo>
                    <a:pt x="0" y="1684922"/>
                  </a:lnTo>
                  <a:lnTo>
                    <a:pt x="753" y="1737934"/>
                  </a:lnTo>
                  <a:lnTo>
                    <a:pt x="5020" y="1791071"/>
                  </a:lnTo>
                  <a:lnTo>
                    <a:pt x="12820" y="1844099"/>
                  </a:lnTo>
                  <a:lnTo>
                    <a:pt x="24155" y="1896781"/>
                  </a:lnTo>
                  <a:lnTo>
                    <a:pt x="39014" y="1948882"/>
                  </a:lnTo>
                  <a:lnTo>
                    <a:pt x="57369" y="2000164"/>
                  </a:lnTo>
                  <a:lnTo>
                    <a:pt x="79176" y="2050393"/>
                  </a:lnTo>
                  <a:lnTo>
                    <a:pt x="104375" y="2099335"/>
                  </a:lnTo>
                  <a:lnTo>
                    <a:pt x="132890" y="2146761"/>
                  </a:lnTo>
                  <a:lnTo>
                    <a:pt x="164631" y="2192446"/>
                  </a:lnTo>
                  <a:lnTo>
                    <a:pt x="199491" y="2236169"/>
                  </a:lnTo>
                  <a:lnTo>
                    <a:pt x="237349" y="2277718"/>
                  </a:lnTo>
                  <a:lnTo>
                    <a:pt x="278067" y="2316886"/>
                  </a:lnTo>
                  <a:lnTo>
                    <a:pt x="321497" y="2353477"/>
                  </a:lnTo>
                  <a:lnTo>
                    <a:pt x="367475" y="2387303"/>
                  </a:lnTo>
                  <a:lnTo>
                    <a:pt x="415823" y="2418186"/>
                  </a:lnTo>
                  <a:lnTo>
                    <a:pt x="466352" y="2445962"/>
                  </a:lnTo>
                  <a:lnTo>
                    <a:pt x="518862" y="2470475"/>
                  </a:lnTo>
                  <a:lnTo>
                    <a:pt x="573142" y="2491587"/>
                  </a:lnTo>
                  <a:lnTo>
                    <a:pt x="628969" y="2509169"/>
                  </a:lnTo>
                  <a:lnTo>
                    <a:pt x="686114" y="2523110"/>
                  </a:lnTo>
                  <a:lnTo>
                    <a:pt x="744339" y="2533311"/>
                  </a:lnTo>
                  <a:lnTo>
                    <a:pt x="803396" y="2539693"/>
                  </a:lnTo>
                  <a:lnTo>
                    <a:pt x="863036" y="2542189"/>
                  </a:lnTo>
                  <a:lnTo>
                    <a:pt x="923001" y="2540750"/>
                  </a:lnTo>
                  <a:lnTo>
                    <a:pt x="983030" y="2535345"/>
                  </a:lnTo>
                  <a:lnTo>
                    <a:pt x="1042861" y="2525960"/>
                  </a:lnTo>
                  <a:lnTo>
                    <a:pt x="1102229" y="2512596"/>
                  </a:lnTo>
                  <a:lnTo>
                    <a:pt x="1160868" y="2495277"/>
                  </a:lnTo>
                  <a:lnTo>
                    <a:pt x="1218514" y="2474038"/>
                  </a:lnTo>
                  <a:lnTo>
                    <a:pt x="1274904" y="2448938"/>
                  </a:lnTo>
                  <a:lnTo>
                    <a:pt x="1329778" y="2420050"/>
                  </a:lnTo>
                  <a:lnTo>
                    <a:pt x="1382883" y="2387466"/>
                  </a:lnTo>
                  <a:lnTo>
                    <a:pt x="1433968" y="2351293"/>
                  </a:lnTo>
                  <a:lnTo>
                    <a:pt x="1482790" y="2311657"/>
                  </a:lnTo>
                  <a:lnTo>
                    <a:pt x="1529114" y="2268701"/>
                  </a:lnTo>
                  <a:lnTo>
                    <a:pt x="1572714" y="2222582"/>
                  </a:lnTo>
                  <a:lnTo>
                    <a:pt x="1613374" y="2173474"/>
                  </a:lnTo>
                  <a:lnTo>
                    <a:pt x="1650889" y="2121564"/>
                  </a:lnTo>
                  <a:lnTo>
                    <a:pt x="1685065" y="2067055"/>
                  </a:lnTo>
                  <a:lnTo>
                    <a:pt x="1715724" y="2010163"/>
                  </a:lnTo>
                  <a:lnTo>
                    <a:pt x="1742698" y="1951114"/>
                  </a:lnTo>
                  <a:lnTo>
                    <a:pt x="1765838" y="1890149"/>
                  </a:lnTo>
                  <a:lnTo>
                    <a:pt x="1785006" y="1827518"/>
                  </a:lnTo>
                  <a:lnTo>
                    <a:pt x="1800085" y="1763481"/>
                  </a:lnTo>
                  <a:lnTo>
                    <a:pt x="1810971" y="1698304"/>
                  </a:lnTo>
                  <a:lnTo>
                    <a:pt x="1817582" y="1632264"/>
                  </a:lnTo>
                  <a:lnTo>
                    <a:pt x="1819849" y="1565642"/>
                  </a:lnTo>
                  <a:lnTo>
                    <a:pt x="1817725" y="1498725"/>
                  </a:lnTo>
                  <a:lnTo>
                    <a:pt x="1811182" y="1431803"/>
                  </a:lnTo>
                  <a:lnTo>
                    <a:pt x="1800210" y="1365169"/>
                  </a:lnTo>
                  <a:lnTo>
                    <a:pt x="1784819" y="1299116"/>
                  </a:lnTo>
                  <a:lnTo>
                    <a:pt x="1765039" y="1233939"/>
                  </a:lnTo>
                  <a:lnTo>
                    <a:pt x="1740918" y="1169930"/>
                  </a:lnTo>
                  <a:lnTo>
                    <a:pt x="1712524" y="1107379"/>
                  </a:lnTo>
                  <a:lnTo>
                    <a:pt x="1679947" y="1046572"/>
                  </a:lnTo>
                  <a:lnTo>
                    <a:pt x="1643293" y="987788"/>
                  </a:lnTo>
                  <a:lnTo>
                    <a:pt x="1602689" y="931304"/>
                  </a:lnTo>
                  <a:lnTo>
                    <a:pt x="1558278" y="877383"/>
                  </a:lnTo>
                  <a:lnTo>
                    <a:pt x="1510223" y="826283"/>
                  </a:lnTo>
                  <a:lnTo>
                    <a:pt x="1458704" y="778251"/>
                  </a:lnTo>
                  <a:lnTo>
                    <a:pt x="1403917" y="733522"/>
                  </a:lnTo>
                  <a:lnTo>
                    <a:pt x="1346074" y="692318"/>
                  </a:lnTo>
                  <a:lnTo>
                    <a:pt x="1285404" y="654848"/>
                  </a:lnTo>
                  <a:lnTo>
                    <a:pt x="1222149" y="621307"/>
                  </a:lnTo>
                  <a:lnTo>
                    <a:pt x="1156562" y="591871"/>
                  </a:lnTo>
                  <a:lnTo>
                    <a:pt x="1088912" y="566704"/>
                  </a:lnTo>
                  <a:lnTo>
                    <a:pt x="1019478" y="545949"/>
                  </a:lnTo>
                  <a:lnTo>
                    <a:pt x="948547" y="529733"/>
                  </a:lnTo>
                  <a:lnTo>
                    <a:pt x="876419" y="518161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88603" y="2230436"/>
              <a:ext cx="2113667" cy="1632264"/>
            </a:xfrm>
            <a:custGeom>
              <a:avLst/>
              <a:pathLst>
                <a:path w="2113667" h="1632264">
                  <a:moveTo>
                    <a:pt x="528416" y="511323"/>
                  </a:moveTo>
                  <a:lnTo>
                    <a:pt x="570244" y="461117"/>
                  </a:lnTo>
                  <a:lnTo>
                    <a:pt x="615653" y="412534"/>
                  </a:lnTo>
                  <a:lnTo>
                    <a:pt x="664579" y="365765"/>
                  </a:lnTo>
                  <a:lnTo>
                    <a:pt x="716948" y="320999"/>
                  </a:lnTo>
                  <a:lnTo>
                    <a:pt x="772677" y="278421"/>
                  </a:lnTo>
                  <a:lnTo>
                    <a:pt x="831673" y="238215"/>
                  </a:lnTo>
                  <a:lnTo>
                    <a:pt x="893838" y="200558"/>
                  </a:lnTo>
                  <a:lnTo>
                    <a:pt x="959061" y="165625"/>
                  </a:lnTo>
                  <a:lnTo>
                    <a:pt x="1027225" y="133586"/>
                  </a:lnTo>
                  <a:lnTo>
                    <a:pt x="1098204" y="104605"/>
                  </a:lnTo>
                  <a:lnTo>
                    <a:pt x="1171865" y="78842"/>
                  </a:lnTo>
                  <a:lnTo>
                    <a:pt x="1248066" y="56450"/>
                  </a:lnTo>
                  <a:lnTo>
                    <a:pt x="1326659" y="37578"/>
                  </a:lnTo>
                  <a:lnTo>
                    <a:pt x="1407487" y="22366"/>
                  </a:lnTo>
                  <a:lnTo>
                    <a:pt x="1490388" y="10948"/>
                  </a:lnTo>
                  <a:lnTo>
                    <a:pt x="1575190" y="3453"/>
                  </a:lnTo>
                  <a:lnTo>
                    <a:pt x="1661718" y="0"/>
                  </a:lnTo>
                  <a:lnTo>
                    <a:pt x="1749790" y="701"/>
                  </a:lnTo>
                  <a:lnTo>
                    <a:pt x="1839216" y="5661"/>
                  </a:lnTo>
                  <a:lnTo>
                    <a:pt x="1929805" y="14976"/>
                  </a:lnTo>
                  <a:lnTo>
                    <a:pt x="2021356" y="28734"/>
                  </a:lnTo>
                  <a:lnTo>
                    <a:pt x="2113667" y="47013"/>
                  </a:lnTo>
                  <a:lnTo>
                    <a:pt x="2101354" y="134703"/>
                  </a:lnTo>
                  <a:lnTo>
                    <a:pt x="2085722" y="220805"/>
                  </a:lnTo>
                  <a:lnTo>
                    <a:pt x="2066843" y="305209"/>
                  </a:lnTo>
                  <a:lnTo>
                    <a:pt x="2044791" y="387808"/>
                  </a:lnTo>
                  <a:lnTo>
                    <a:pt x="2019644" y="468499"/>
                  </a:lnTo>
                  <a:lnTo>
                    <a:pt x="1991483" y="547180"/>
                  </a:lnTo>
                  <a:lnTo>
                    <a:pt x="1960393" y="623753"/>
                  </a:lnTo>
                  <a:lnTo>
                    <a:pt x="1926460" y="698121"/>
                  </a:lnTo>
                  <a:lnTo>
                    <a:pt x="1889774" y="770194"/>
                  </a:lnTo>
                  <a:lnTo>
                    <a:pt x="1850429" y="839880"/>
                  </a:lnTo>
                  <a:lnTo>
                    <a:pt x="1808519" y="907095"/>
                  </a:lnTo>
                  <a:lnTo>
                    <a:pt x="1764144" y="971754"/>
                  </a:lnTo>
                  <a:lnTo>
                    <a:pt x="1717403" y="1033778"/>
                  </a:lnTo>
                  <a:lnTo>
                    <a:pt x="1668400" y="1093092"/>
                  </a:lnTo>
                  <a:lnTo>
                    <a:pt x="1617241" y="1149622"/>
                  </a:lnTo>
                  <a:lnTo>
                    <a:pt x="1564031" y="1203298"/>
                  </a:lnTo>
                  <a:lnTo>
                    <a:pt x="1508882" y="1254057"/>
                  </a:lnTo>
                  <a:lnTo>
                    <a:pt x="1451905" y="1301835"/>
                  </a:lnTo>
                  <a:lnTo>
                    <a:pt x="1393213" y="1346574"/>
                  </a:lnTo>
                  <a:lnTo>
                    <a:pt x="1332922" y="1388220"/>
                  </a:lnTo>
                  <a:lnTo>
                    <a:pt x="1271148" y="1426723"/>
                  </a:lnTo>
                  <a:lnTo>
                    <a:pt x="1208009" y="1462035"/>
                  </a:lnTo>
                  <a:lnTo>
                    <a:pt x="1143625" y="1494114"/>
                  </a:lnTo>
                  <a:lnTo>
                    <a:pt x="1078118" y="1522922"/>
                  </a:lnTo>
                  <a:lnTo>
                    <a:pt x="1011608" y="1548422"/>
                  </a:lnTo>
                  <a:lnTo>
                    <a:pt x="944220" y="1570586"/>
                  </a:lnTo>
                  <a:lnTo>
                    <a:pt x="876076" y="1589384"/>
                  </a:lnTo>
                  <a:lnTo>
                    <a:pt x="807302" y="1604796"/>
                  </a:lnTo>
                  <a:lnTo>
                    <a:pt x="738023" y="1616803"/>
                  </a:lnTo>
                  <a:lnTo>
                    <a:pt x="668365" y="1625389"/>
                  </a:lnTo>
                  <a:lnTo>
                    <a:pt x="598454" y="1630545"/>
                  </a:lnTo>
                  <a:lnTo>
                    <a:pt x="528416" y="1632264"/>
                  </a:lnTo>
                  <a:lnTo>
                    <a:pt x="528416" y="1632264"/>
                  </a:lnTo>
                  <a:lnTo>
                    <a:pt x="528416" y="1632264"/>
                  </a:lnTo>
                  <a:lnTo>
                    <a:pt x="528416" y="1632264"/>
                  </a:lnTo>
                  <a:lnTo>
                    <a:pt x="528416" y="1632264"/>
                  </a:lnTo>
                  <a:lnTo>
                    <a:pt x="475122" y="1629271"/>
                  </a:lnTo>
                  <a:lnTo>
                    <a:pt x="422331" y="1620311"/>
                  </a:lnTo>
                  <a:lnTo>
                    <a:pt x="370544" y="1605441"/>
                  </a:lnTo>
                  <a:lnTo>
                    <a:pt x="320257" y="1584753"/>
                  </a:lnTo>
                  <a:lnTo>
                    <a:pt x="271956" y="1558379"/>
                  </a:lnTo>
                  <a:lnTo>
                    <a:pt x="226120" y="1526486"/>
                  </a:lnTo>
                  <a:lnTo>
                    <a:pt x="183211" y="1489276"/>
                  </a:lnTo>
                  <a:lnTo>
                    <a:pt x="143680" y="1446985"/>
                  </a:lnTo>
                  <a:lnTo>
                    <a:pt x="107956" y="1399884"/>
                  </a:lnTo>
                  <a:lnTo>
                    <a:pt x="76451" y="1348275"/>
                  </a:lnTo>
                  <a:lnTo>
                    <a:pt x="49552" y="1292492"/>
                  </a:lnTo>
                  <a:lnTo>
                    <a:pt x="27624" y="1232895"/>
                  </a:lnTo>
                  <a:lnTo>
                    <a:pt x="11003" y="1169875"/>
                  </a:lnTo>
                  <a:lnTo>
                    <a:pt x="0" y="1103847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2710158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157002" y="330268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2026-09-24T14:02:15Z</dcterms:modified>
  <cp:category/>
</cp:coreProperties>
</file>