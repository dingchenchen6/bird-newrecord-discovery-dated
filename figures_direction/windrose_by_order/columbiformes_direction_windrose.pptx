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53602" y="348278"/>
              <a:ext cx="92683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14934" y="72328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18, species = 9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194323" y="2277450"/>
              <a:ext cx="2336476" cy="2028352"/>
            </a:xfrm>
            <a:custGeom>
              <a:avLst/>
              <a:pathLst>
                <a:path w="2336476" h="2028352">
                  <a:moveTo>
                    <a:pt x="522696" y="1305015"/>
                  </a:moveTo>
                  <a:lnTo>
                    <a:pt x="532960" y="1232510"/>
                  </a:lnTo>
                  <a:lnTo>
                    <a:pt x="547440" y="1160428"/>
                  </a:lnTo>
                  <a:lnTo>
                    <a:pt x="566117" y="1088950"/>
                  </a:lnTo>
                  <a:lnTo>
                    <a:pt x="588968" y="1018260"/>
                  </a:lnTo>
                  <a:lnTo>
                    <a:pt x="615961" y="948541"/>
                  </a:lnTo>
                  <a:lnTo>
                    <a:pt x="647056" y="879973"/>
                  </a:lnTo>
                  <a:lnTo>
                    <a:pt x="682208" y="812736"/>
                  </a:lnTo>
                  <a:lnTo>
                    <a:pt x="721364" y="747007"/>
                  </a:lnTo>
                  <a:lnTo>
                    <a:pt x="764464" y="682962"/>
                  </a:lnTo>
                  <a:lnTo>
                    <a:pt x="811442" y="620774"/>
                  </a:lnTo>
                  <a:lnTo>
                    <a:pt x="862224" y="560614"/>
                  </a:lnTo>
                  <a:lnTo>
                    <a:pt x="916731" y="502650"/>
                  </a:lnTo>
                  <a:lnTo>
                    <a:pt x="974875" y="447048"/>
                  </a:lnTo>
                  <a:lnTo>
                    <a:pt x="1036565" y="393969"/>
                  </a:lnTo>
                  <a:lnTo>
                    <a:pt x="1101700" y="343573"/>
                  </a:lnTo>
                  <a:lnTo>
                    <a:pt x="1170176" y="296012"/>
                  </a:lnTo>
                  <a:lnTo>
                    <a:pt x="1241881" y="251440"/>
                  </a:lnTo>
                  <a:lnTo>
                    <a:pt x="1316697" y="210001"/>
                  </a:lnTo>
                  <a:lnTo>
                    <a:pt x="1394501" y="171840"/>
                  </a:lnTo>
                  <a:lnTo>
                    <a:pt x="1475165" y="137093"/>
                  </a:lnTo>
                  <a:lnTo>
                    <a:pt x="1558553" y="105893"/>
                  </a:lnTo>
                  <a:lnTo>
                    <a:pt x="1644528" y="78370"/>
                  </a:lnTo>
                  <a:lnTo>
                    <a:pt x="1732942" y="54645"/>
                  </a:lnTo>
                  <a:lnTo>
                    <a:pt x="1823649" y="34836"/>
                  </a:lnTo>
                  <a:lnTo>
                    <a:pt x="1916491" y="19056"/>
                  </a:lnTo>
                  <a:lnTo>
                    <a:pt x="2011312" y="7410"/>
                  </a:lnTo>
                  <a:lnTo>
                    <a:pt x="2107947" y="0"/>
                  </a:lnTo>
                  <a:lnTo>
                    <a:pt x="2146549" y="78536"/>
                  </a:lnTo>
                  <a:lnTo>
                    <a:pt x="2181521" y="157716"/>
                  </a:lnTo>
                  <a:lnTo>
                    <a:pt x="2212872" y="237380"/>
                  </a:lnTo>
                  <a:lnTo>
                    <a:pt x="2240615" y="317369"/>
                  </a:lnTo>
                  <a:lnTo>
                    <a:pt x="2264769" y="397525"/>
                  </a:lnTo>
                  <a:lnTo>
                    <a:pt x="2285363" y="477693"/>
                  </a:lnTo>
                  <a:lnTo>
                    <a:pt x="2302430" y="557720"/>
                  </a:lnTo>
                  <a:lnTo>
                    <a:pt x="2316010" y="637456"/>
                  </a:lnTo>
                  <a:lnTo>
                    <a:pt x="2326149" y="716753"/>
                  </a:lnTo>
                  <a:lnTo>
                    <a:pt x="2332900" y="795467"/>
                  </a:lnTo>
                  <a:lnTo>
                    <a:pt x="2336321" y="873455"/>
                  </a:lnTo>
                  <a:lnTo>
                    <a:pt x="2336476" y="950581"/>
                  </a:lnTo>
                  <a:lnTo>
                    <a:pt x="2333435" y="1026711"/>
                  </a:lnTo>
                  <a:lnTo>
                    <a:pt x="2327274" y="1101715"/>
                  </a:lnTo>
                  <a:lnTo>
                    <a:pt x="2318072" y="1175467"/>
                  </a:lnTo>
                  <a:lnTo>
                    <a:pt x="2305915" y="1247847"/>
                  </a:lnTo>
                  <a:lnTo>
                    <a:pt x="2290893" y="1318737"/>
                  </a:lnTo>
                  <a:lnTo>
                    <a:pt x="2273100" y="1388027"/>
                  </a:lnTo>
                  <a:lnTo>
                    <a:pt x="2252636" y="1455609"/>
                  </a:lnTo>
                  <a:lnTo>
                    <a:pt x="2229603" y="1521382"/>
                  </a:lnTo>
                  <a:lnTo>
                    <a:pt x="2204109" y="1585250"/>
                  </a:lnTo>
                  <a:lnTo>
                    <a:pt x="2138701" y="1634081"/>
                  </a:lnTo>
                  <a:lnTo>
                    <a:pt x="2071938" y="1678962"/>
                  </a:lnTo>
                  <a:lnTo>
                    <a:pt x="2003996" y="1719859"/>
                  </a:lnTo>
                  <a:lnTo>
                    <a:pt x="1935057" y="1756742"/>
                  </a:lnTo>
                  <a:lnTo>
                    <a:pt x="1865299" y="1789591"/>
                  </a:lnTo>
                  <a:lnTo>
                    <a:pt x="1794905" y="1818391"/>
                  </a:lnTo>
                  <a:lnTo>
                    <a:pt x="1724053" y="1843136"/>
                  </a:lnTo>
                  <a:lnTo>
                    <a:pt x="1652926" y="1863827"/>
                  </a:lnTo>
                  <a:lnTo>
                    <a:pt x="1581702" y="1880470"/>
                  </a:lnTo>
                  <a:lnTo>
                    <a:pt x="1510561" y="1893081"/>
                  </a:lnTo>
                  <a:lnTo>
                    <a:pt x="1439680" y="1901682"/>
                  </a:lnTo>
                  <a:lnTo>
                    <a:pt x="1369238" y="1906301"/>
                  </a:lnTo>
                  <a:lnTo>
                    <a:pt x="1299408" y="1906975"/>
                  </a:lnTo>
                  <a:lnTo>
                    <a:pt x="1230364" y="1903745"/>
                  </a:lnTo>
                  <a:lnTo>
                    <a:pt x="1162278" y="1896664"/>
                  </a:lnTo>
                  <a:lnTo>
                    <a:pt x="1095318" y="1885785"/>
                  </a:lnTo>
                  <a:lnTo>
                    <a:pt x="1029652" y="1871174"/>
                  </a:lnTo>
                  <a:lnTo>
                    <a:pt x="965441" y="1852899"/>
                  </a:lnTo>
                  <a:lnTo>
                    <a:pt x="902848" y="1831037"/>
                  </a:lnTo>
                  <a:lnTo>
                    <a:pt x="842029" y="1805670"/>
                  </a:lnTo>
                  <a:lnTo>
                    <a:pt x="783138" y="1776887"/>
                  </a:lnTo>
                  <a:lnTo>
                    <a:pt x="726324" y="1744782"/>
                  </a:lnTo>
                  <a:lnTo>
                    <a:pt x="671734" y="1709457"/>
                  </a:lnTo>
                  <a:lnTo>
                    <a:pt x="619508" y="1671018"/>
                  </a:lnTo>
                  <a:lnTo>
                    <a:pt x="569785" y="1629577"/>
                  </a:lnTo>
                  <a:lnTo>
                    <a:pt x="522696" y="1585250"/>
                  </a:lnTo>
                  <a:lnTo>
                    <a:pt x="516600" y="1631557"/>
                  </a:lnTo>
                  <a:lnTo>
                    <a:pt x="498520" y="1675479"/>
                  </a:lnTo>
                  <a:lnTo>
                    <a:pt x="469076" y="1714702"/>
                  </a:lnTo>
                  <a:lnTo>
                    <a:pt x="429285" y="1747044"/>
                  </a:lnTo>
                  <a:lnTo>
                    <a:pt x="380533" y="1770522"/>
                  </a:lnTo>
                  <a:lnTo>
                    <a:pt x="324540" y="1783407"/>
                  </a:lnTo>
                  <a:lnTo>
                    <a:pt x="337425" y="1727414"/>
                  </a:lnTo>
                  <a:lnTo>
                    <a:pt x="360902" y="1678662"/>
                  </a:lnTo>
                  <a:lnTo>
                    <a:pt x="393245" y="1638871"/>
                  </a:lnTo>
                  <a:lnTo>
                    <a:pt x="432468" y="1609427"/>
                  </a:lnTo>
                  <a:lnTo>
                    <a:pt x="476390" y="1591347"/>
                  </a:lnTo>
                  <a:lnTo>
                    <a:pt x="522696" y="1585250"/>
                  </a:lnTo>
                  <a:lnTo>
                    <a:pt x="471874" y="1581615"/>
                  </a:lnTo>
                  <a:lnTo>
                    <a:pt x="421830" y="1570748"/>
                  </a:lnTo>
                  <a:lnTo>
                    <a:pt x="373334" y="1552758"/>
                  </a:lnTo>
                  <a:lnTo>
                    <a:pt x="327145" y="1527831"/>
                  </a:lnTo>
                  <a:lnTo>
                    <a:pt x="284000" y="1496221"/>
                  </a:lnTo>
                  <a:lnTo>
                    <a:pt x="244612" y="1458253"/>
                  </a:lnTo>
                  <a:lnTo>
                    <a:pt x="209661" y="1414320"/>
                  </a:lnTo>
                  <a:lnTo>
                    <a:pt x="179789" y="1364877"/>
                  </a:lnTo>
                  <a:lnTo>
                    <a:pt x="155595" y="1310441"/>
                  </a:lnTo>
                  <a:lnTo>
                    <a:pt x="137628" y="1251586"/>
                  </a:lnTo>
                  <a:lnTo>
                    <a:pt x="126384" y="1188938"/>
                  </a:lnTo>
                  <a:lnTo>
                    <a:pt x="86748" y="1242782"/>
                  </a:lnTo>
                  <a:lnTo>
                    <a:pt x="54230" y="1300369"/>
                  </a:lnTo>
                  <a:lnTo>
                    <a:pt x="29150" y="1360780"/>
                  </a:lnTo>
                  <a:lnTo>
                    <a:pt x="11713" y="1423071"/>
                  </a:lnTo>
                  <a:lnTo>
                    <a:pt x="2006" y="1486292"/>
                  </a:lnTo>
                  <a:lnTo>
                    <a:pt x="0" y="1549497"/>
                  </a:lnTo>
                  <a:lnTo>
                    <a:pt x="5549" y="1611763"/>
                  </a:lnTo>
                  <a:lnTo>
                    <a:pt x="18403" y="1672199"/>
                  </a:lnTo>
                  <a:lnTo>
                    <a:pt x="38205" y="1729964"/>
                  </a:lnTo>
                  <a:lnTo>
                    <a:pt x="64504" y="1784271"/>
                  </a:lnTo>
                  <a:lnTo>
                    <a:pt x="96760" y="1834407"/>
                  </a:lnTo>
                  <a:lnTo>
                    <a:pt x="134361" y="1879734"/>
                  </a:lnTo>
                  <a:lnTo>
                    <a:pt x="176624" y="1919702"/>
                  </a:lnTo>
                  <a:lnTo>
                    <a:pt x="222815" y="1953854"/>
                  </a:lnTo>
                  <a:lnTo>
                    <a:pt x="272158" y="1981830"/>
                  </a:lnTo>
                  <a:lnTo>
                    <a:pt x="323847" y="2003372"/>
                  </a:lnTo>
                  <a:lnTo>
                    <a:pt x="377061" y="2018324"/>
                  </a:lnTo>
                  <a:lnTo>
                    <a:pt x="430976" y="2026634"/>
                  </a:lnTo>
                  <a:lnTo>
                    <a:pt x="484777" y="2028352"/>
                  </a:lnTo>
                  <a:lnTo>
                    <a:pt x="537672" y="2023624"/>
                  </a:lnTo>
                  <a:lnTo>
                    <a:pt x="588901" y="2012691"/>
                  </a:lnTo>
                  <a:lnTo>
                    <a:pt x="637750" y="1995882"/>
                  </a:lnTo>
                  <a:lnTo>
                    <a:pt x="683559" y="1973606"/>
                  </a:lnTo>
                  <a:lnTo>
                    <a:pt x="725730" y="1946345"/>
                  </a:lnTo>
                  <a:lnTo>
                    <a:pt x="763738" y="1914645"/>
                  </a:lnTo>
                  <a:lnTo>
                    <a:pt x="797135" y="1879102"/>
                  </a:lnTo>
                  <a:lnTo>
                    <a:pt x="825555" y="1840359"/>
                  </a:lnTo>
                  <a:lnTo>
                    <a:pt x="848718" y="1799088"/>
                  </a:lnTo>
                  <a:lnTo>
                    <a:pt x="866432" y="1755980"/>
                  </a:lnTo>
                  <a:lnTo>
                    <a:pt x="878596" y="1711737"/>
                  </a:lnTo>
                  <a:lnTo>
                    <a:pt x="885196" y="1667059"/>
                  </a:lnTo>
                  <a:lnTo>
                    <a:pt x="886305" y="1622630"/>
                  </a:lnTo>
                  <a:lnTo>
                    <a:pt x="882076" y="1579114"/>
                  </a:lnTo>
                  <a:lnTo>
                    <a:pt x="872746" y="1537137"/>
                  </a:lnTo>
                  <a:lnTo>
                    <a:pt x="858619" y="1497286"/>
                  </a:lnTo>
                  <a:lnTo>
                    <a:pt x="840067" y="1460096"/>
                  </a:lnTo>
                  <a:lnTo>
                    <a:pt x="817520" y="1426042"/>
                  </a:lnTo>
                  <a:lnTo>
                    <a:pt x="791457" y="1395539"/>
                  </a:lnTo>
                  <a:lnTo>
                    <a:pt x="762397" y="1368928"/>
                  </a:lnTo>
                  <a:lnTo>
                    <a:pt x="730891" y="1346483"/>
                  </a:lnTo>
                  <a:lnTo>
                    <a:pt x="697509" y="1328399"/>
                  </a:lnTo>
                  <a:lnTo>
                    <a:pt x="662834" y="1314797"/>
                  </a:lnTo>
                  <a:lnTo>
                    <a:pt x="627450" y="1305722"/>
                  </a:lnTo>
                  <a:lnTo>
                    <a:pt x="591931" y="1301145"/>
                  </a:lnTo>
                  <a:lnTo>
                    <a:pt x="556836" y="1300965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0708" y="2277450"/>
              <a:ext cx="2210092" cy="1906975"/>
            </a:xfrm>
            <a:custGeom>
              <a:avLst/>
              <a:pathLst>
                <a:path w="2210092" h="1906975">
                  <a:moveTo>
                    <a:pt x="396312" y="1305015"/>
                  </a:moveTo>
                  <a:lnTo>
                    <a:pt x="406576" y="1232510"/>
                  </a:lnTo>
                  <a:lnTo>
                    <a:pt x="421055" y="1160428"/>
                  </a:lnTo>
                  <a:lnTo>
                    <a:pt x="439733" y="1088950"/>
                  </a:lnTo>
                  <a:lnTo>
                    <a:pt x="462584" y="1018260"/>
                  </a:lnTo>
                  <a:lnTo>
                    <a:pt x="489576" y="948541"/>
                  </a:lnTo>
                  <a:lnTo>
                    <a:pt x="520672" y="879973"/>
                  </a:lnTo>
                  <a:lnTo>
                    <a:pt x="555824" y="812736"/>
                  </a:lnTo>
                  <a:lnTo>
                    <a:pt x="594980" y="747007"/>
                  </a:lnTo>
                  <a:lnTo>
                    <a:pt x="638080" y="682962"/>
                  </a:lnTo>
                  <a:lnTo>
                    <a:pt x="685058" y="620774"/>
                  </a:lnTo>
                  <a:lnTo>
                    <a:pt x="735840" y="560614"/>
                  </a:lnTo>
                  <a:lnTo>
                    <a:pt x="790346" y="502650"/>
                  </a:lnTo>
                  <a:lnTo>
                    <a:pt x="848491" y="447048"/>
                  </a:lnTo>
                  <a:lnTo>
                    <a:pt x="910181" y="393969"/>
                  </a:lnTo>
                  <a:lnTo>
                    <a:pt x="975316" y="343573"/>
                  </a:lnTo>
                  <a:lnTo>
                    <a:pt x="1043792" y="296012"/>
                  </a:lnTo>
                  <a:lnTo>
                    <a:pt x="1115496" y="251440"/>
                  </a:lnTo>
                  <a:lnTo>
                    <a:pt x="1190312" y="210001"/>
                  </a:lnTo>
                  <a:lnTo>
                    <a:pt x="1268117" y="171840"/>
                  </a:lnTo>
                  <a:lnTo>
                    <a:pt x="1348780" y="137093"/>
                  </a:lnTo>
                  <a:lnTo>
                    <a:pt x="1432169" y="105893"/>
                  </a:lnTo>
                  <a:lnTo>
                    <a:pt x="1518143" y="78370"/>
                  </a:lnTo>
                  <a:lnTo>
                    <a:pt x="1606558" y="54645"/>
                  </a:lnTo>
                  <a:lnTo>
                    <a:pt x="1697264" y="34836"/>
                  </a:lnTo>
                  <a:lnTo>
                    <a:pt x="1790107" y="19056"/>
                  </a:lnTo>
                  <a:lnTo>
                    <a:pt x="1884928" y="7410"/>
                  </a:lnTo>
                  <a:lnTo>
                    <a:pt x="1981563" y="0"/>
                  </a:lnTo>
                  <a:lnTo>
                    <a:pt x="2020164" y="78536"/>
                  </a:lnTo>
                  <a:lnTo>
                    <a:pt x="2055137" y="157716"/>
                  </a:lnTo>
                  <a:lnTo>
                    <a:pt x="2086488" y="237380"/>
                  </a:lnTo>
                  <a:lnTo>
                    <a:pt x="2114230" y="317369"/>
                  </a:lnTo>
                  <a:lnTo>
                    <a:pt x="2138385" y="397525"/>
                  </a:lnTo>
                  <a:lnTo>
                    <a:pt x="2158979" y="477693"/>
                  </a:lnTo>
                  <a:lnTo>
                    <a:pt x="2176046" y="557720"/>
                  </a:lnTo>
                  <a:lnTo>
                    <a:pt x="2189626" y="637456"/>
                  </a:lnTo>
                  <a:lnTo>
                    <a:pt x="2199765" y="716753"/>
                  </a:lnTo>
                  <a:lnTo>
                    <a:pt x="2206515" y="795467"/>
                  </a:lnTo>
                  <a:lnTo>
                    <a:pt x="2209936" y="873455"/>
                  </a:lnTo>
                  <a:lnTo>
                    <a:pt x="2210092" y="950581"/>
                  </a:lnTo>
                  <a:lnTo>
                    <a:pt x="2207051" y="1026711"/>
                  </a:lnTo>
                  <a:lnTo>
                    <a:pt x="2200889" y="1101715"/>
                  </a:lnTo>
                  <a:lnTo>
                    <a:pt x="2191688" y="1175467"/>
                  </a:lnTo>
                  <a:lnTo>
                    <a:pt x="2179531" y="1247847"/>
                  </a:lnTo>
                  <a:lnTo>
                    <a:pt x="2164508" y="1318737"/>
                  </a:lnTo>
                  <a:lnTo>
                    <a:pt x="2146716" y="1388027"/>
                  </a:lnTo>
                  <a:lnTo>
                    <a:pt x="2126252" y="1455609"/>
                  </a:lnTo>
                  <a:lnTo>
                    <a:pt x="2103219" y="1521382"/>
                  </a:lnTo>
                  <a:lnTo>
                    <a:pt x="2077724" y="1585250"/>
                  </a:lnTo>
                  <a:lnTo>
                    <a:pt x="2012317" y="1634081"/>
                  </a:lnTo>
                  <a:lnTo>
                    <a:pt x="1945553" y="1678962"/>
                  </a:lnTo>
                  <a:lnTo>
                    <a:pt x="1877612" y="1719859"/>
                  </a:lnTo>
                  <a:lnTo>
                    <a:pt x="1808672" y="1756742"/>
                  </a:lnTo>
                  <a:lnTo>
                    <a:pt x="1738915" y="1789591"/>
                  </a:lnTo>
                  <a:lnTo>
                    <a:pt x="1668520" y="1818391"/>
                  </a:lnTo>
                  <a:lnTo>
                    <a:pt x="1597669" y="1843136"/>
                  </a:lnTo>
                  <a:lnTo>
                    <a:pt x="1526542" y="1863827"/>
                  </a:lnTo>
                  <a:lnTo>
                    <a:pt x="1455318" y="1880470"/>
                  </a:lnTo>
                  <a:lnTo>
                    <a:pt x="1384176" y="1893081"/>
                  </a:lnTo>
                  <a:lnTo>
                    <a:pt x="1313296" y="1901682"/>
                  </a:lnTo>
                  <a:lnTo>
                    <a:pt x="1242853" y="1906301"/>
                  </a:lnTo>
                  <a:lnTo>
                    <a:pt x="1173023" y="1906975"/>
                  </a:lnTo>
                  <a:lnTo>
                    <a:pt x="1103980" y="1903745"/>
                  </a:lnTo>
                  <a:lnTo>
                    <a:pt x="1035894" y="1896664"/>
                  </a:lnTo>
                  <a:lnTo>
                    <a:pt x="968934" y="1885785"/>
                  </a:lnTo>
                  <a:lnTo>
                    <a:pt x="903267" y="1871174"/>
                  </a:lnTo>
                  <a:lnTo>
                    <a:pt x="839057" y="1852899"/>
                  </a:lnTo>
                  <a:lnTo>
                    <a:pt x="776464" y="1831037"/>
                  </a:lnTo>
                  <a:lnTo>
                    <a:pt x="715645" y="1805670"/>
                  </a:lnTo>
                  <a:lnTo>
                    <a:pt x="656754" y="1776887"/>
                  </a:lnTo>
                  <a:lnTo>
                    <a:pt x="599940" y="1744782"/>
                  </a:lnTo>
                  <a:lnTo>
                    <a:pt x="545350" y="1709457"/>
                  </a:lnTo>
                  <a:lnTo>
                    <a:pt x="493124" y="1671018"/>
                  </a:lnTo>
                  <a:lnTo>
                    <a:pt x="443401" y="1629577"/>
                  </a:lnTo>
                  <a:lnTo>
                    <a:pt x="396312" y="1585250"/>
                  </a:lnTo>
                  <a:lnTo>
                    <a:pt x="396312" y="1585250"/>
                  </a:lnTo>
                  <a:lnTo>
                    <a:pt x="390216" y="1631557"/>
                  </a:lnTo>
                  <a:lnTo>
                    <a:pt x="372135" y="1675479"/>
                  </a:lnTo>
                  <a:lnTo>
                    <a:pt x="342691" y="1714702"/>
                  </a:lnTo>
                  <a:lnTo>
                    <a:pt x="302900" y="1747044"/>
                  </a:lnTo>
                  <a:lnTo>
                    <a:pt x="254148" y="1770522"/>
                  </a:lnTo>
                  <a:lnTo>
                    <a:pt x="198156" y="1783407"/>
                  </a:lnTo>
                  <a:lnTo>
                    <a:pt x="211041" y="1727414"/>
                  </a:lnTo>
                  <a:lnTo>
                    <a:pt x="234518" y="1678662"/>
                  </a:lnTo>
                  <a:lnTo>
                    <a:pt x="266860" y="1638871"/>
                  </a:lnTo>
                  <a:lnTo>
                    <a:pt x="306083" y="1609427"/>
                  </a:lnTo>
                  <a:lnTo>
                    <a:pt x="350006" y="1591347"/>
                  </a:lnTo>
                  <a:lnTo>
                    <a:pt x="396312" y="1585250"/>
                  </a:lnTo>
                  <a:lnTo>
                    <a:pt x="345490" y="1581615"/>
                  </a:lnTo>
                  <a:lnTo>
                    <a:pt x="295446" y="1570748"/>
                  </a:lnTo>
                  <a:lnTo>
                    <a:pt x="246950" y="1552758"/>
                  </a:lnTo>
                  <a:lnTo>
                    <a:pt x="200760" y="1527831"/>
                  </a:lnTo>
                  <a:lnTo>
                    <a:pt x="157615" y="1496221"/>
                  </a:lnTo>
                  <a:lnTo>
                    <a:pt x="118227" y="1458253"/>
                  </a:lnTo>
                  <a:lnTo>
                    <a:pt x="83276" y="1414320"/>
                  </a:lnTo>
                  <a:lnTo>
                    <a:pt x="53405" y="1364877"/>
                  </a:lnTo>
                  <a:lnTo>
                    <a:pt x="29210" y="1310441"/>
                  </a:lnTo>
                  <a:lnTo>
                    <a:pt x="11244" y="1251586"/>
                  </a:lnTo>
                  <a:lnTo>
                    <a:pt x="0" y="1188938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55086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366831" y="383109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87263" y="402925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289106" y="3434786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2026-09-24T14:02:08Z</dcterms:modified>
  <cp:category/>
</cp:coreProperties>
</file>