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528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22389"/>
              <a:ext cx="9004821" cy="57660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88" y="69589"/>
              <a:ext cx="8638865" cy="95280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253602" y="348278"/>
              <a:ext cx="926835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Columbiformes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4114934" y="723281"/>
              <a:ext cx="12041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18, species = 9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914666" y="1060346"/>
              <a:ext cx="5604707" cy="56047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20" y="1340582"/>
              <a:ext cx="0" cy="2522118"/>
            </a:xfrm>
            <a:custGeom>
              <a:avLst/>
              <a:pathLst>
                <a:path w="0" h="2522118">
                  <a:moveTo>
                    <a:pt x="0" y="252211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20" y="2079293"/>
              <a:ext cx="1783407" cy="1783407"/>
            </a:xfrm>
            <a:custGeom>
              <a:avLst/>
              <a:pathLst>
                <a:path w="1783407" h="1783407">
                  <a:moveTo>
                    <a:pt x="0" y="1783407"/>
                  </a:moveTo>
                  <a:lnTo>
                    <a:pt x="178340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20" y="3862700"/>
              <a:ext cx="2522118" cy="0"/>
            </a:xfrm>
            <a:custGeom>
              <a:avLst/>
              <a:pathLst>
                <a:path w="2522118" h="0">
                  <a:moveTo>
                    <a:pt x="0" y="0"/>
                  </a:moveTo>
                  <a:lnTo>
                    <a:pt x="252211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20" y="3862700"/>
              <a:ext cx="1783407" cy="1783407"/>
            </a:xfrm>
            <a:custGeom>
              <a:avLst/>
              <a:pathLst>
                <a:path w="1783407" h="1783407">
                  <a:moveTo>
                    <a:pt x="0" y="0"/>
                  </a:moveTo>
                  <a:lnTo>
                    <a:pt x="1783407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717020" y="3862700"/>
              <a:ext cx="0" cy="2522118"/>
            </a:xfrm>
            <a:custGeom>
              <a:avLst/>
              <a:pathLst>
                <a:path w="0" h="2522118">
                  <a:moveTo>
                    <a:pt x="0" y="0"/>
                  </a:moveTo>
                  <a:lnTo>
                    <a:pt x="0" y="252211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33613" y="3862700"/>
              <a:ext cx="1783407" cy="1783407"/>
            </a:xfrm>
            <a:custGeom>
              <a:avLst/>
              <a:pathLst>
                <a:path w="1783407" h="1783407">
                  <a:moveTo>
                    <a:pt x="1783407" y="0"/>
                  </a:moveTo>
                  <a:lnTo>
                    <a:pt x="0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94902" y="3862700"/>
              <a:ext cx="2522118" cy="0"/>
            </a:xfrm>
            <a:custGeom>
              <a:avLst/>
              <a:pathLst>
                <a:path w="2522118" h="0">
                  <a:moveTo>
                    <a:pt x="2522118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933613" y="2079293"/>
              <a:ext cx="1783407" cy="1783407"/>
            </a:xfrm>
            <a:custGeom>
              <a:avLst/>
              <a:pathLst>
                <a:path w="1783407" h="1783407">
                  <a:moveTo>
                    <a:pt x="1783407" y="178340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596220" y="2741759"/>
              <a:ext cx="2241600" cy="2241318"/>
            </a:xfrm>
            <a:custGeom>
              <a:avLst/>
              <a:pathLst>
                <a:path w="2241600" h="2241318">
                  <a:moveTo>
                    <a:pt x="1120800" y="0"/>
                  </a:moveTo>
                  <a:lnTo>
                    <a:pt x="1191894" y="2256"/>
                  </a:lnTo>
                  <a:lnTo>
                    <a:pt x="1262703" y="9018"/>
                  </a:lnTo>
                  <a:lnTo>
                    <a:pt x="1332940" y="20256"/>
                  </a:lnTo>
                  <a:lnTo>
                    <a:pt x="1402322" y="35927"/>
                  </a:lnTo>
                  <a:lnTo>
                    <a:pt x="1470571" y="55967"/>
                  </a:lnTo>
                  <a:lnTo>
                    <a:pt x="1537412" y="80295"/>
                  </a:lnTo>
                  <a:lnTo>
                    <a:pt x="1602575" y="108813"/>
                  </a:lnTo>
                  <a:lnTo>
                    <a:pt x="1665798" y="141407"/>
                  </a:lnTo>
                  <a:lnTo>
                    <a:pt x="1726827" y="177945"/>
                  </a:lnTo>
                  <a:lnTo>
                    <a:pt x="1785415" y="218280"/>
                  </a:lnTo>
                  <a:lnTo>
                    <a:pt x="1841327" y="262250"/>
                  </a:lnTo>
                  <a:lnTo>
                    <a:pt x="1894338" y="309677"/>
                  </a:lnTo>
                  <a:lnTo>
                    <a:pt x="1944234" y="360372"/>
                  </a:lnTo>
                  <a:lnTo>
                    <a:pt x="1990815" y="414128"/>
                  </a:lnTo>
                  <a:lnTo>
                    <a:pt x="2033892" y="470731"/>
                  </a:lnTo>
                  <a:lnTo>
                    <a:pt x="2073292" y="529952"/>
                  </a:lnTo>
                  <a:lnTo>
                    <a:pt x="2108858" y="591553"/>
                  </a:lnTo>
                  <a:lnTo>
                    <a:pt x="2140444" y="655285"/>
                  </a:lnTo>
                  <a:lnTo>
                    <a:pt x="2167925" y="720892"/>
                  </a:lnTo>
                  <a:lnTo>
                    <a:pt x="2191189" y="788111"/>
                  </a:lnTo>
                  <a:lnTo>
                    <a:pt x="2210144" y="856669"/>
                  </a:lnTo>
                  <a:lnTo>
                    <a:pt x="2224712" y="926292"/>
                  </a:lnTo>
                  <a:lnTo>
                    <a:pt x="2234835" y="996698"/>
                  </a:lnTo>
                  <a:lnTo>
                    <a:pt x="2240472" y="1067604"/>
                  </a:lnTo>
                  <a:lnTo>
                    <a:pt x="2241600" y="1138726"/>
                  </a:lnTo>
                  <a:lnTo>
                    <a:pt x="2238216" y="1209776"/>
                  </a:lnTo>
                  <a:lnTo>
                    <a:pt x="2230332" y="1280468"/>
                  </a:lnTo>
                  <a:lnTo>
                    <a:pt x="2217980" y="1350517"/>
                  </a:lnTo>
                  <a:lnTo>
                    <a:pt x="2201211" y="1419643"/>
                  </a:lnTo>
                  <a:lnTo>
                    <a:pt x="2180091" y="1487565"/>
                  </a:lnTo>
                  <a:lnTo>
                    <a:pt x="2154705" y="1554011"/>
                  </a:lnTo>
                  <a:lnTo>
                    <a:pt x="2125157" y="1618714"/>
                  </a:lnTo>
                  <a:lnTo>
                    <a:pt x="2091564" y="1681412"/>
                  </a:lnTo>
                  <a:lnTo>
                    <a:pt x="2054062" y="1741853"/>
                  </a:lnTo>
                  <a:lnTo>
                    <a:pt x="2012802" y="1799794"/>
                  </a:lnTo>
                  <a:lnTo>
                    <a:pt x="1967951" y="1855002"/>
                  </a:lnTo>
                  <a:lnTo>
                    <a:pt x="1919688" y="1907253"/>
                  </a:lnTo>
                  <a:lnTo>
                    <a:pt x="1868209" y="1956339"/>
                  </a:lnTo>
                  <a:lnTo>
                    <a:pt x="1813720" y="2002061"/>
                  </a:lnTo>
                  <a:lnTo>
                    <a:pt x="1756441" y="2044234"/>
                  </a:lnTo>
                  <a:lnTo>
                    <a:pt x="1696602" y="2082690"/>
                  </a:lnTo>
                  <a:lnTo>
                    <a:pt x="1634445" y="2117274"/>
                  </a:lnTo>
                  <a:lnTo>
                    <a:pt x="1570220" y="2147845"/>
                  </a:lnTo>
                  <a:lnTo>
                    <a:pt x="1504185" y="2174281"/>
                  </a:lnTo>
                  <a:lnTo>
                    <a:pt x="1436606" y="2196477"/>
                  </a:lnTo>
                  <a:lnTo>
                    <a:pt x="1367755" y="2214341"/>
                  </a:lnTo>
                  <a:lnTo>
                    <a:pt x="1297910" y="2227802"/>
                  </a:lnTo>
                  <a:lnTo>
                    <a:pt x="1227352" y="2236807"/>
                  </a:lnTo>
                  <a:lnTo>
                    <a:pt x="1156365" y="2241318"/>
                  </a:lnTo>
                  <a:lnTo>
                    <a:pt x="1085235" y="2241318"/>
                  </a:lnTo>
                  <a:lnTo>
                    <a:pt x="1014248" y="2236807"/>
                  </a:lnTo>
                  <a:lnTo>
                    <a:pt x="943690" y="2227802"/>
                  </a:lnTo>
                  <a:lnTo>
                    <a:pt x="873845" y="2214341"/>
                  </a:lnTo>
                  <a:lnTo>
                    <a:pt x="804994" y="2196477"/>
                  </a:lnTo>
                  <a:lnTo>
                    <a:pt x="737415" y="2174281"/>
                  </a:lnTo>
                  <a:lnTo>
                    <a:pt x="671380" y="2147845"/>
                  </a:lnTo>
                  <a:lnTo>
                    <a:pt x="607155" y="2117274"/>
                  </a:lnTo>
                  <a:lnTo>
                    <a:pt x="544998" y="2082690"/>
                  </a:lnTo>
                  <a:lnTo>
                    <a:pt x="485159" y="2044234"/>
                  </a:lnTo>
                  <a:lnTo>
                    <a:pt x="427880" y="2002061"/>
                  </a:lnTo>
                  <a:lnTo>
                    <a:pt x="373391" y="1956339"/>
                  </a:lnTo>
                  <a:lnTo>
                    <a:pt x="321911" y="1907253"/>
                  </a:lnTo>
                  <a:lnTo>
                    <a:pt x="273649" y="1855002"/>
                  </a:lnTo>
                  <a:lnTo>
                    <a:pt x="228797" y="1799794"/>
                  </a:lnTo>
                  <a:lnTo>
                    <a:pt x="187538" y="1741853"/>
                  </a:lnTo>
                  <a:lnTo>
                    <a:pt x="150036" y="1681412"/>
                  </a:lnTo>
                  <a:lnTo>
                    <a:pt x="116443" y="1618714"/>
                  </a:lnTo>
                  <a:lnTo>
                    <a:pt x="86895" y="1554011"/>
                  </a:lnTo>
                  <a:lnTo>
                    <a:pt x="61509" y="1487565"/>
                  </a:lnTo>
                  <a:lnTo>
                    <a:pt x="40389" y="1419643"/>
                  </a:lnTo>
                  <a:lnTo>
                    <a:pt x="23620" y="1350517"/>
                  </a:lnTo>
                  <a:lnTo>
                    <a:pt x="11268" y="1280468"/>
                  </a:lnTo>
                  <a:lnTo>
                    <a:pt x="3384" y="1209776"/>
                  </a:lnTo>
                  <a:lnTo>
                    <a:pt x="0" y="1138726"/>
                  </a:lnTo>
                  <a:lnTo>
                    <a:pt x="1128" y="1067604"/>
                  </a:lnTo>
                  <a:lnTo>
                    <a:pt x="6765" y="996698"/>
                  </a:lnTo>
                  <a:lnTo>
                    <a:pt x="16888" y="926292"/>
                  </a:lnTo>
                  <a:lnTo>
                    <a:pt x="31456" y="856669"/>
                  </a:lnTo>
                  <a:lnTo>
                    <a:pt x="50410" y="788111"/>
                  </a:lnTo>
                  <a:lnTo>
                    <a:pt x="73675" y="720892"/>
                  </a:lnTo>
                  <a:lnTo>
                    <a:pt x="101156" y="655285"/>
                  </a:lnTo>
                  <a:lnTo>
                    <a:pt x="132742" y="591553"/>
                  </a:lnTo>
                  <a:lnTo>
                    <a:pt x="168307" y="529952"/>
                  </a:lnTo>
                  <a:lnTo>
                    <a:pt x="207708" y="470731"/>
                  </a:lnTo>
                  <a:lnTo>
                    <a:pt x="250785" y="414128"/>
                  </a:lnTo>
                  <a:lnTo>
                    <a:pt x="297366" y="360372"/>
                  </a:lnTo>
                  <a:lnTo>
                    <a:pt x="347262" y="309677"/>
                  </a:lnTo>
                  <a:lnTo>
                    <a:pt x="400273" y="262250"/>
                  </a:lnTo>
                  <a:lnTo>
                    <a:pt x="456185" y="218280"/>
                  </a:lnTo>
                  <a:lnTo>
                    <a:pt x="514773" y="177945"/>
                  </a:lnTo>
                  <a:lnTo>
                    <a:pt x="575802" y="141407"/>
                  </a:lnTo>
                  <a:lnTo>
                    <a:pt x="639025" y="108813"/>
                  </a:lnTo>
                  <a:lnTo>
                    <a:pt x="704188" y="80295"/>
                  </a:lnTo>
                  <a:lnTo>
                    <a:pt x="771029" y="55967"/>
                  </a:lnTo>
                  <a:lnTo>
                    <a:pt x="839278" y="35927"/>
                  </a:lnTo>
                  <a:lnTo>
                    <a:pt x="908660" y="20256"/>
                  </a:lnTo>
                  <a:lnTo>
                    <a:pt x="978897" y="9018"/>
                  </a:lnTo>
                  <a:lnTo>
                    <a:pt x="1049705" y="2256"/>
                  </a:lnTo>
                  <a:lnTo>
                    <a:pt x="1120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75419" y="1620817"/>
              <a:ext cx="4483201" cy="4482637"/>
            </a:xfrm>
            <a:custGeom>
              <a:avLst/>
              <a:pathLst>
                <a:path w="4483201" h="4482637">
                  <a:moveTo>
                    <a:pt x="2241600" y="0"/>
                  </a:moveTo>
                  <a:lnTo>
                    <a:pt x="2383789" y="4513"/>
                  </a:lnTo>
                  <a:lnTo>
                    <a:pt x="2525406" y="18036"/>
                  </a:lnTo>
                  <a:lnTo>
                    <a:pt x="2665880" y="40513"/>
                  </a:lnTo>
                  <a:lnTo>
                    <a:pt x="2804645" y="71855"/>
                  </a:lnTo>
                  <a:lnTo>
                    <a:pt x="2941143" y="111934"/>
                  </a:lnTo>
                  <a:lnTo>
                    <a:pt x="3074824" y="160590"/>
                  </a:lnTo>
                  <a:lnTo>
                    <a:pt x="3205150" y="217627"/>
                  </a:lnTo>
                  <a:lnTo>
                    <a:pt x="3331597" y="282814"/>
                  </a:lnTo>
                  <a:lnTo>
                    <a:pt x="3453654" y="355891"/>
                  </a:lnTo>
                  <a:lnTo>
                    <a:pt x="3570831" y="436561"/>
                  </a:lnTo>
                  <a:lnTo>
                    <a:pt x="3682655" y="524500"/>
                  </a:lnTo>
                  <a:lnTo>
                    <a:pt x="3788677" y="619355"/>
                  </a:lnTo>
                  <a:lnTo>
                    <a:pt x="3888469" y="720744"/>
                  </a:lnTo>
                  <a:lnTo>
                    <a:pt x="3981630" y="828257"/>
                  </a:lnTo>
                  <a:lnTo>
                    <a:pt x="4067784" y="941463"/>
                  </a:lnTo>
                  <a:lnTo>
                    <a:pt x="4146585" y="1059905"/>
                  </a:lnTo>
                  <a:lnTo>
                    <a:pt x="4217716" y="1183106"/>
                  </a:lnTo>
                  <a:lnTo>
                    <a:pt x="4280889" y="1310571"/>
                  </a:lnTo>
                  <a:lnTo>
                    <a:pt x="4335851" y="1441785"/>
                  </a:lnTo>
                  <a:lnTo>
                    <a:pt x="4382379" y="1576222"/>
                  </a:lnTo>
                  <a:lnTo>
                    <a:pt x="4420288" y="1713339"/>
                  </a:lnTo>
                  <a:lnTo>
                    <a:pt x="4449424" y="1852584"/>
                  </a:lnTo>
                  <a:lnTo>
                    <a:pt x="4469670" y="1993396"/>
                  </a:lnTo>
                  <a:lnTo>
                    <a:pt x="4480944" y="2135209"/>
                  </a:lnTo>
                  <a:lnTo>
                    <a:pt x="4483201" y="2277452"/>
                  </a:lnTo>
                  <a:lnTo>
                    <a:pt x="4476432" y="2419552"/>
                  </a:lnTo>
                  <a:lnTo>
                    <a:pt x="4460664" y="2560936"/>
                  </a:lnTo>
                  <a:lnTo>
                    <a:pt x="4435961" y="2701035"/>
                  </a:lnTo>
                  <a:lnTo>
                    <a:pt x="4402422" y="2839286"/>
                  </a:lnTo>
                  <a:lnTo>
                    <a:pt x="4360182" y="2975131"/>
                  </a:lnTo>
                  <a:lnTo>
                    <a:pt x="4309411" y="3108023"/>
                  </a:lnTo>
                  <a:lnTo>
                    <a:pt x="4250314" y="3237428"/>
                  </a:lnTo>
                  <a:lnTo>
                    <a:pt x="4183128" y="3362824"/>
                  </a:lnTo>
                  <a:lnTo>
                    <a:pt x="4108125" y="3483707"/>
                  </a:lnTo>
                  <a:lnTo>
                    <a:pt x="4025605" y="3599589"/>
                  </a:lnTo>
                  <a:lnTo>
                    <a:pt x="3935903" y="3710004"/>
                  </a:lnTo>
                  <a:lnTo>
                    <a:pt x="3839377" y="3814507"/>
                  </a:lnTo>
                  <a:lnTo>
                    <a:pt x="3736418" y="3912678"/>
                  </a:lnTo>
                  <a:lnTo>
                    <a:pt x="3627441" y="4004122"/>
                  </a:lnTo>
                  <a:lnTo>
                    <a:pt x="3512882" y="4088469"/>
                  </a:lnTo>
                  <a:lnTo>
                    <a:pt x="3393205" y="4165381"/>
                  </a:lnTo>
                  <a:lnTo>
                    <a:pt x="3268891" y="4234548"/>
                  </a:lnTo>
                  <a:lnTo>
                    <a:pt x="3140440" y="4295691"/>
                  </a:lnTo>
                  <a:lnTo>
                    <a:pt x="3008370" y="4348563"/>
                  </a:lnTo>
                  <a:lnTo>
                    <a:pt x="2873212" y="4392954"/>
                  </a:lnTo>
                  <a:lnTo>
                    <a:pt x="2735511" y="4428682"/>
                  </a:lnTo>
                  <a:lnTo>
                    <a:pt x="2595821" y="4455605"/>
                  </a:lnTo>
                  <a:lnTo>
                    <a:pt x="2454705" y="4473614"/>
                  </a:lnTo>
                  <a:lnTo>
                    <a:pt x="2312731" y="4482637"/>
                  </a:lnTo>
                  <a:lnTo>
                    <a:pt x="2170470" y="4482637"/>
                  </a:lnTo>
                  <a:lnTo>
                    <a:pt x="2028496" y="4473614"/>
                  </a:lnTo>
                  <a:lnTo>
                    <a:pt x="1887380" y="4455605"/>
                  </a:lnTo>
                  <a:lnTo>
                    <a:pt x="1747690" y="4428682"/>
                  </a:lnTo>
                  <a:lnTo>
                    <a:pt x="1609989" y="4392954"/>
                  </a:lnTo>
                  <a:lnTo>
                    <a:pt x="1474831" y="4348563"/>
                  </a:lnTo>
                  <a:lnTo>
                    <a:pt x="1342761" y="4295691"/>
                  </a:lnTo>
                  <a:lnTo>
                    <a:pt x="1214310" y="4234548"/>
                  </a:lnTo>
                  <a:lnTo>
                    <a:pt x="1089996" y="4165381"/>
                  </a:lnTo>
                  <a:lnTo>
                    <a:pt x="970318" y="4088469"/>
                  </a:lnTo>
                  <a:lnTo>
                    <a:pt x="855760" y="4004122"/>
                  </a:lnTo>
                  <a:lnTo>
                    <a:pt x="746782" y="3912678"/>
                  </a:lnTo>
                  <a:lnTo>
                    <a:pt x="643823" y="3814507"/>
                  </a:lnTo>
                  <a:lnTo>
                    <a:pt x="547298" y="3710004"/>
                  </a:lnTo>
                  <a:lnTo>
                    <a:pt x="457595" y="3599589"/>
                  </a:lnTo>
                  <a:lnTo>
                    <a:pt x="375076" y="3483707"/>
                  </a:lnTo>
                  <a:lnTo>
                    <a:pt x="300073" y="3362824"/>
                  </a:lnTo>
                  <a:lnTo>
                    <a:pt x="232887" y="3237428"/>
                  </a:lnTo>
                  <a:lnTo>
                    <a:pt x="173790" y="3108023"/>
                  </a:lnTo>
                  <a:lnTo>
                    <a:pt x="123019" y="2975131"/>
                  </a:lnTo>
                  <a:lnTo>
                    <a:pt x="80779" y="2839286"/>
                  </a:lnTo>
                  <a:lnTo>
                    <a:pt x="47240" y="2701035"/>
                  </a:lnTo>
                  <a:lnTo>
                    <a:pt x="22536" y="2560936"/>
                  </a:lnTo>
                  <a:lnTo>
                    <a:pt x="6769" y="2419552"/>
                  </a:lnTo>
                  <a:lnTo>
                    <a:pt x="0" y="2277452"/>
                  </a:lnTo>
                  <a:lnTo>
                    <a:pt x="2257" y="2135209"/>
                  </a:lnTo>
                  <a:lnTo>
                    <a:pt x="13531" y="1993396"/>
                  </a:lnTo>
                  <a:lnTo>
                    <a:pt x="33777" y="1852584"/>
                  </a:lnTo>
                  <a:lnTo>
                    <a:pt x="62912" y="1713339"/>
                  </a:lnTo>
                  <a:lnTo>
                    <a:pt x="100821" y="1576222"/>
                  </a:lnTo>
                  <a:lnTo>
                    <a:pt x="147350" y="1441785"/>
                  </a:lnTo>
                  <a:lnTo>
                    <a:pt x="202312" y="1310571"/>
                  </a:lnTo>
                  <a:lnTo>
                    <a:pt x="265485" y="1183106"/>
                  </a:lnTo>
                  <a:lnTo>
                    <a:pt x="336615" y="1059905"/>
                  </a:lnTo>
                  <a:lnTo>
                    <a:pt x="415416" y="941463"/>
                  </a:lnTo>
                  <a:lnTo>
                    <a:pt x="501571" y="828257"/>
                  </a:lnTo>
                  <a:lnTo>
                    <a:pt x="594732" y="720744"/>
                  </a:lnTo>
                  <a:lnTo>
                    <a:pt x="694524" y="619355"/>
                  </a:lnTo>
                  <a:lnTo>
                    <a:pt x="800546" y="524500"/>
                  </a:lnTo>
                  <a:lnTo>
                    <a:pt x="912370" y="436561"/>
                  </a:lnTo>
                  <a:lnTo>
                    <a:pt x="1029547" y="355891"/>
                  </a:lnTo>
                  <a:lnTo>
                    <a:pt x="1151604" y="282814"/>
                  </a:lnTo>
                  <a:lnTo>
                    <a:pt x="1278050" y="217627"/>
                  </a:lnTo>
                  <a:lnTo>
                    <a:pt x="1408377" y="160590"/>
                  </a:lnTo>
                  <a:lnTo>
                    <a:pt x="1542058" y="111934"/>
                  </a:lnTo>
                  <a:lnTo>
                    <a:pt x="1678556" y="71855"/>
                  </a:lnTo>
                  <a:lnTo>
                    <a:pt x="1817321" y="40513"/>
                  </a:lnTo>
                  <a:lnTo>
                    <a:pt x="1957795" y="18036"/>
                  </a:lnTo>
                  <a:lnTo>
                    <a:pt x="2099411" y="4513"/>
                  </a:lnTo>
                  <a:lnTo>
                    <a:pt x="22416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195219" y="1340582"/>
              <a:ext cx="5043601" cy="5042967"/>
            </a:xfrm>
            <a:custGeom>
              <a:avLst/>
              <a:pathLst>
                <a:path w="5043601" h="5042967">
                  <a:moveTo>
                    <a:pt x="2521800" y="0"/>
                  </a:moveTo>
                  <a:lnTo>
                    <a:pt x="2681763" y="5077"/>
                  </a:lnTo>
                  <a:lnTo>
                    <a:pt x="2841082" y="20290"/>
                  </a:lnTo>
                  <a:lnTo>
                    <a:pt x="2999115" y="45577"/>
                  </a:lnTo>
                  <a:lnTo>
                    <a:pt x="3155225" y="80837"/>
                  </a:lnTo>
                  <a:lnTo>
                    <a:pt x="3308786" y="125926"/>
                  </a:lnTo>
                  <a:lnTo>
                    <a:pt x="3459177" y="180664"/>
                  </a:lnTo>
                  <a:lnTo>
                    <a:pt x="3605794" y="244830"/>
                  </a:lnTo>
                  <a:lnTo>
                    <a:pt x="3748046" y="318166"/>
                  </a:lnTo>
                  <a:lnTo>
                    <a:pt x="3885361" y="400377"/>
                  </a:lnTo>
                  <a:lnTo>
                    <a:pt x="4017184" y="491131"/>
                  </a:lnTo>
                  <a:lnTo>
                    <a:pt x="4142987" y="590063"/>
                  </a:lnTo>
                  <a:lnTo>
                    <a:pt x="4262261" y="696775"/>
                  </a:lnTo>
                  <a:lnTo>
                    <a:pt x="4374528" y="810837"/>
                  </a:lnTo>
                  <a:lnTo>
                    <a:pt x="4479334" y="931789"/>
                  </a:lnTo>
                  <a:lnTo>
                    <a:pt x="4576257" y="1059146"/>
                  </a:lnTo>
                  <a:lnTo>
                    <a:pt x="4664909" y="1192393"/>
                  </a:lnTo>
                  <a:lnTo>
                    <a:pt x="4744930" y="1330994"/>
                  </a:lnTo>
                  <a:lnTo>
                    <a:pt x="4816000" y="1474392"/>
                  </a:lnTo>
                  <a:lnTo>
                    <a:pt x="4877832" y="1622009"/>
                  </a:lnTo>
                  <a:lnTo>
                    <a:pt x="4930177" y="1773250"/>
                  </a:lnTo>
                  <a:lnTo>
                    <a:pt x="4972824" y="1927506"/>
                  </a:lnTo>
                  <a:lnTo>
                    <a:pt x="5005602" y="2084157"/>
                  </a:lnTo>
                  <a:lnTo>
                    <a:pt x="5028379" y="2242571"/>
                  </a:lnTo>
                  <a:lnTo>
                    <a:pt x="5041062" y="2402111"/>
                  </a:lnTo>
                  <a:lnTo>
                    <a:pt x="5043601" y="2562134"/>
                  </a:lnTo>
                  <a:lnTo>
                    <a:pt x="5035986" y="2721996"/>
                  </a:lnTo>
                  <a:lnTo>
                    <a:pt x="5018247" y="2881053"/>
                  </a:lnTo>
                  <a:lnTo>
                    <a:pt x="4990456" y="3038665"/>
                  </a:lnTo>
                  <a:lnTo>
                    <a:pt x="4952725" y="3194196"/>
                  </a:lnTo>
                  <a:lnTo>
                    <a:pt x="4905204" y="3347022"/>
                  </a:lnTo>
                  <a:lnTo>
                    <a:pt x="4848087" y="3496526"/>
                  </a:lnTo>
                  <a:lnTo>
                    <a:pt x="4781603" y="3642107"/>
                  </a:lnTo>
                  <a:lnTo>
                    <a:pt x="4706019" y="3783177"/>
                  </a:lnTo>
                  <a:lnTo>
                    <a:pt x="4621640" y="3919170"/>
                  </a:lnTo>
                  <a:lnTo>
                    <a:pt x="4528806" y="4049537"/>
                  </a:lnTo>
                  <a:lnTo>
                    <a:pt x="4427890" y="4173754"/>
                  </a:lnTo>
                  <a:lnTo>
                    <a:pt x="4319300" y="4291321"/>
                  </a:lnTo>
                  <a:lnTo>
                    <a:pt x="4203471" y="4401763"/>
                  </a:lnTo>
                  <a:lnTo>
                    <a:pt x="4080871" y="4504637"/>
                  </a:lnTo>
                  <a:lnTo>
                    <a:pt x="3951993" y="4599528"/>
                  </a:lnTo>
                  <a:lnTo>
                    <a:pt x="3817356" y="4686054"/>
                  </a:lnTo>
                  <a:lnTo>
                    <a:pt x="3677502" y="4763866"/>
                  </a:lnTo>
                  <a:lnTo>
                    <a:pt x="3532995" y="4832652"/>
                  </a:lnTo>
                  <a:lnTo>
                    <a:pt x="3384416" y="4892134"/>
                  </a:lnTo>
                  <a:lnTo>
                    <a:pt x="3232363" y="4942073"/>
                  </a:lnTo>
                  <a:lnTo>
                    <a:pt x="3077450" y="4982267"/>
                  </a:lnTo>
                  <a:lnTo>
                    <a:pt x="2920299" y="5012556"/>
                  </a:lnTo>
                  <a:lnTo>
                    <a:pt x="2761543" y="5032816"/>
                  </a:lnTo>
                  <a:lnTo>
                    <a:pt x="2601822" y="5042967"/>
                  </a:lnTo>
                  <a:lnTo>
                    <a:pt x="2441779" y="5042967"/>
                  </a:lnTo>
                  <a:lnTo>
                    <a:pt x="2282058" y="5032816"/>
                  </a:lnTo>
                  <a:lnTo>
                    <a:pt x="2123302" y="5012556"/>
                  </a:lnTo>
                  <a:lnTo>
                    <a:pt x="1966151" y="4982267"/>
                  </a:lnTo>
                  <a:lnTo>
                    <a:pt x="1811238" y="4942073"/>
                  </a:lnTo>
                  <a:lnTo>
                    <a:pt x="1659185" y="4892134"/>
                  </a:lnTo>
                  <a:lnTo>
                    <a:pt x="1510606" y="4832652"/>
                  </a:lnTo>
                  <a:lnTo>
                    <a:pt x="1366099" y="4763866"/>
                  </a:lnTo>
                  <a:lnTo>
                    <a:pt x="1226245" y="4686054"/>
                  </a:lnTo>
                  <a:lnTo>
                    <a:pt x="1091608" y="4599528"/>
                  </a:lnTo>
                  <a:lnTo>
                    <a:pt x="962730" y="4504637"/>
                  </a:lnTo>
                  <a:lnTo>
                    <a:pt x="840130" y="4401763"/>
                  </a:lnTo>
                  <a:lnTo>
                    <a:pt x="724301" y="4291321"/>
                  </a:lnTo>
                  <a:lnTo>
                    <a:pt x="615711" y="4173754"/>
                  </a:lnTo>
                  <a:lnTo>
                    <a:pt x="514795" y="4049537"/>
                  </a:lnTo>
                  <a:lnTo>
                    <a:pt x="421961" y="3919170"/>
                  </a:lnTo>
                  <a:lnTo>
                    <a:pt x="337582" y="3783177"/>
                  </a:lnTo>
                  <a:lnTo>
                    <a:pt x="261998" y="3642107"/>
                  </a:lnTo>
                  <a:lnTo>
                    <a:pt x="195514" y="3496526"/>
                  </a:lnTo>
                  <a:lnTo>
                    <a:pt x="138396" y="3347022"/>
                  </a:lnTo>
                  <a:lnTo>
                    <a:pt x="90876" y="3194196"/>
                  </a:lnTo>
                  <a:lnTo>
                    <a:pt x="53145" y="3038665"/>
                  </a:lnTo>
                  <a:lnTo>
                    <a:pt x="25354" y="2881053"/>
                  </a:lnTo>
                  <a:lnTo>
                    <a:pt x="7615" y="2721996"/>
                  </a:lnTo>
                  <a:lnTo>
                    <a:pt x="0" y="2562134"/>
                  </a:lnTo>
                  <a:lnTo>
                    <a:pt x="2539" y="2402111"/>
                  </a:lnTo>
                  <a:lnTo>
                    <a:pt x="15222" y="2242571"/>
                  </a:lnTo>
                  <a:lnTo>
                    <a:pt x="37999" y="2084157"/>
                  </a:lnTo>
                  <a:lnTo>
                    <a:pt x="70777" y="1927506"/>
                  </a:lnTo>
                  <a:lnTo>
                    <a:pt x="113424" y="1773250"/>
                  </a:lnTo>
                  <a:lnTo>
                    <a:pt x="165769" y="1622009"/>
                  </a:lnTo>
                  <a:lnTo>
                    <a:pt x="227601" y="1474392"/>
                  </a:lnTo>
                  <a:lnTo>
                    <a:pt x="298671" y="1330994"/>
                  </a:lnTo>
                  <a:lnTo>
                    <a:pt x="378692" y="1192393"/>
                  </a:lnTo>
                  <a:lnTo>
                    <a:pt x="467343" y="1059146"/>
                  </a:lnTo>
                  <a:lnTo>
                    <a:pt x="564267" y="931789"/>
                  </a:lnTo>
                  <a:lnTo>
                    <a:pt x="669073" y="810837"/>
                  </a:lnTo>
                  <a:lnTo>
                    <a:pt x="781339" y="696775"/>
                  </a:lnTo>
                  <a:lnTo>
                    <a:pt x="900614" y="590063"/>
                  </a:lnTo>
                  <a:lnTo>
                    <a:pt x="1026416" y="491131"/>
                  </a:lnTo>
                  <a:lnTo>
                    <a:pt x="1158240" y="400377"/>
                  </a:lnTo>
                  <a:lnTo>
                    <a:pt x="1295555" y="318166"/>
                  </a:lnTo>
                  <a:lnTo>
                    <a:pt x="1437807" y="244830"/>
                  </a:lnTo>
                  <a:lnTo>
                    <a:pt x="1584424" y="180664"/>
                  </a:lnTo>
                  <a:lnTo>
                    <a:pt x="1734815" y="125926"/>
                  </a:lnTo>
                  <a:lnTo>
                    <a:pt x="1888375" y="80837"/>
                  </a:lnTo>
                  <a:lnTo>
                    <a:pt x="2044486" y="45577"/>
                  </a:lnTo>
                  <a:lnTo>
                    <a:pt x="2202519" y="20290"/>
                  </a:lnTo>
                  <a:lnTo>
                    <a:pt x="2361838" y="5077"/>
                  </a:lnTo>
                  <a:lnTo>
                    <a:pt x="2521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194323" y="2277450"/>
              <a:ext cx="2336476" cy="2028352"/>
            </a:xfrm>
            <a:custGeom>
              <a:avLst/>
              <a:pathLst>
                <a:path w="2336476" h="2028352">
                  <a:moveTo>
                    <a:pt x="522696" y="1305015"/>
                  </a:moveTo>
                  <a:lnTo>
                    <a:pt x="532960" y="1232510"/>
                  </a:lnTo>
                  <a:lnTo>
                    <a:pt x="547440" y="1160428"/>
                  </a:lnTo>
                  <a:lnTo>
                    <a:pt x="566117" y="1088950"/>
                  </a:lnTo>
                  <a:lnTo>
                    <a:pt x="588968" y="1018260"/>
                  </a:lnTo>
                  <a:lnTo>
                    <a:pt x="615961" y="948541"/>
                  </a:lnTo>
                  <a:lnTo>
                    <a:pt x="647056" y="879973"/>
                  </a:lnTo>
                  <a:lnTo>
                    <a:pt x="682208" y="812736"/>
                  </a:lnTo>
                  <a:lnTo>
                    <a:pt x="721364" y="747007"/>
                  </a:lnTo>
                  <a:lnTo>
                    <a:pt x="764464" y="682962"/>
                  </a:lnTo>
                  <a:lnTo>
                    <a:pt x="811442" y="620774"/>
                  </a:lnTo>
                  <a:lnTo>
                    <a:pt x="862224" y="560614"/>
                  </a:lnTo>
                  <a:lnTo>
                    <a:pt x="916731" y="502650"/>
                  </a:lnTo>
                  <a:lnTo>
                    <a:pt x="974875" y="447048"/>
                  </a:lnTo>
                  <a:lnTo>
                    <a:pt x="1036565" y="393969"/>
                  </a:lnTo>
                  <a:lnTo>
                    <a:pt x="1101700" y="343573"/>
                  </a:lnTo>
                  <a:lnTo>
                    <a:pt x="1170176" y="296012"/>
                  </a:lnTo>
                  <a:lnTo>
                    <a:pt x="1241881" y="251440"/>
                  </a:lnTo>
                  <a:lnTo>
                    <a:pt x="1316697" y="210001"/>
                  </a:lnTo>
                  <a:lnTo>
                    <a:pt x="1394501" y="171840"/>
                  </a:lnTo>
                  <a:lnTo>
                    <a:pt x="1475165" y="137093"/>
                  </a:lnTo>
                  <a:lnTo>
                    <a:pt x="1558553" y="105893"/>
                  </a:lnTo>
                  <a:lnTo>
                    <a:pt x="1644528" y="78370"/>
                  </a:lnTo>
                  <a:lnTo>
                    <a:pt x="1732942" y="54645"/>
                  </a:lnTo>
                  <a:lnTo>
                    <a:pt x="1823649" y="34836"/>
                  </a:lnTo>
                  <a:lnTo>
                    <a:pt x="1916491" y="19056"/>
                  </a:lnTo>
                  <a:lnTo>
                    <a:pt x="2011312" y="7410"/>
                  </a:lnTo>
                  <a:lnTo>
                    <a:pt x="2107947" y="0"/>
                  </a:lnTo>
                  <a:lnTo>
                    <a:pt x="2146549" y="78536"/>
                  </a:lnTo>
                  <a:lnTo>
                    <a:pt x="2181521" y="157716"/>
                  </a:lnTo>
                  <a:lnTo>
                    <a:pt x="2212872" y="237380"/>
                  </a:lnTo>
                  <a:lnTo>
                    <a:pt x="2240615" y="317369"/>
                  </a:lnTo>
                  <a:lnTo>
                    <a:pt x="2264769" y="397525"/>
                  </a:lnTo>
                  <a:lnTo>
                    <a:pt x="2285363" y="477693"/>
                  </a:lnTo>
                  <a:lnTo>
                    <a:pt x="2302430" y="557720"/>
                  </a:lnTo>
                  <a:lnTo>
                    <a:pt x="2316010" y="637456"/>
                  </a:lnTo>
                  <a:lnTo>
                    <a:pt x="2326149" y="716753"/>
                  </a:lnTo>
                  <a:lnTo>
                    <a:pt x="2332900" y="795467"/>
                  </a:lnTo>
                  <a:lnTo>
                    <a:pt x="2336321" y="873455"/>
                  </a:lnTo>
                  <a:lnTo>
                    <a:pt x="2336476" y="950581"/>
                  </a:lnTo>
                  <a:lnTo>
                    <a:pt x="2333435" y="1026711"/>
                  </a:lnTo>
                  <a:lnTo>
                    <a:pt x="2327274" y="1101715"/>
                  </a:lnTo>
                  <a:lnTo>
                    <a:pt x="2318072" y="1175467"/>
                  </a:lnTo>
                  <a:lnTo>
                    <a:pt x="2305915" y="1247847"/>
                  </a:lnTo>
                  <a:lnTo>
                    <a:pt x="2290893" y="1318737"/>
                  </a:lnTo>
                  <a:lnTo>
                    <a:pt x="2273100" y="1388027"/>
                  </a:lnTo>
                  <a:lnTo>
                    <a:pt x="2252636" y="1455609"/>
                  </a:lnTo>
                  <a:lnTo>
                    <a:pt x="2229603" y="1521382"/>
                  </a:lnTo>
                  <a:lnTo>
                    <a:pt x="2204109" y="1585250"/>
                  </a:lnTo>
                  <a:lnTo>
                    <a:pt x="2138701" y="1634081"/>
                  </a:lnTo>
                  <a:lnTo>
                    <a:pt x="2071938" y="1678962"/>
                  </a:lnTo>
                  <a:lnTo>
                    <a:pt x="2003996" y="1719859"/>
                  </a:lnTo>
                  <a:lnTo>
                    <a:pt x="1935057" y="1756742"/>
                  </a:lnTo>
                  <a:lnTo>
                    <a:pt x="1865299" y="1789591"/>
                  </a:lnTo>
                  <a:lnTo>
                    <a:pt x="1794905" y="1818391"/>
                  </a:lnTo>
                  <a:lnTo>
                    <a:pt x="1724053" y="1843136"/>
                  </a:lnTo>
                  <a:lnTo>
                    <a:pt x="1652926" y="1863827"/>
                  </a:lnTo>
                  <a:lnTo>
                    <a:pt x="1581702" y="1880470"/>
                  </a:lnTo>
                  <a:lnTo>
                    <a:pt x="1510561" y="1893081"/>
                  </a:lnTo>
                  <a:lnTo>
                    <a:pt x="1439680" y="1901682"/>
                  </a:lnTo>
                  <a:lnTo>
                    <a:pt x="1369238" y="1906301"/>
                  </a:lnTo>
                  <a:lnTo>
                    <a:pt x="1299408" y="1906975"/>
                  </a:lnTo>
                  <a:lnTo>
                    <a:pt x="1230364" y="1903745"/>
                  </a:lnTo>
                  <a:lnTo>
                    <a:pt x="1162278" y="1896664"/>
                  </a:lnTo>
                  <a:lnTo>
                    <a:pt x="1095318" y="1885785"/>
                  </a:lnTo>
                  <a:lnTo>
                    <a:pt x="1029652" y="1871174"/>
                  </a:lnTo>
                  <a:lnTo>
                    <a:pt x="965441" y="1852899"/>
                  </a:lnTo>
                  <a:lnTo>
                    <a:pt x="902848" y="1831037"/>
                  </a:lnTo>
                  <a:lnTo>
                    <a:pt x="842029" y="1805670"/>
                  </a:lnTo>
                  <a:lnTo>
                    <a:pt x="783138" y="1776887"/>
                  </a:lnTo>
                  <a:lnTo>
                    <a:pt x="726324" y="1744782"/>
                  </a:lnTo>
                  <a:lnTo>
                    <a:pt x="671734" y="1709457"/>
                  </a:lnTo>
                  <a:lnTo>
                    <a:pt x="619508" y="1671018"/>
                  </a:lnTo>
                  <a:lnTo>
                    <a:pt x="569785" y="1629577"/>
                  </a:lnTo>
                  <a:lnTo>
                    <a:pt x="522696" y="1585250"/>
                  </a:lnTo>
                  <a:lnTo>
                    <a:pt x="516600" y="1631557"/>
                  </a:lnTo>
                  <a:lnTo>
                    <a:pt x="498520" y="1675479"/>
                  </a:lnTo>
                  <a:lnTo>
                    <a:pt x="469076" y="1714702"/>
                  </a:lnTo>
                  <a:lnTo>
                    <a:pt x="429285" y="1747044"/>
                  </a:lnTo>
                  <a:lnTo>
                    <a:pt x="380533" y="1770522"/>
                  </a:lnTo>
                  <a:lnTo>
                    <a:pt x="324540" y="1783407"/>
                  </a:lnTo>
                  <a:lnTo>
                    <a:pt x="337425" y="1727414"/>
                  </a:lnTo>
                  <a:lnTo>
                    <a:pt x="360902" y="1678662"/>
                  </a:lnTo>
                  <a:lnTo>
                    <a:pt x="393245" y="1638871"/>
                  </a:lnTo>
                  <a:lnTo>
                    <a:pt x="432468" y="1609427"/>
                  </a:lnTo>
                  <a:lnTo>
                    <a:pt x="476390" y="1591347"/>
                  </a:lnTo>
                  <a:lnTo>
                    <a:pt x="522696" y="1585250"/>
                  </a:lnTo>
                  <a:lnTo>
                    <a:pt x="471874" y="1581615"/>
                  </a:lnTo>
                  <a:lnTo>
                    <a:pt x="421830" y="1570748"/>
                  </a:lnTo>
                  <a:lnTo>
                    <a:pt x="373334" y="1552758"/>
                  </a:lnTo>
                  <a:lnTo>
                    <a:pt x="327145" y="1527831"/>
                  </a:lnTo>
                  <a:lnTo>
                    <a:pt x="284000" y="1496221"/>
                  </a:lnTo>
                  <a:lnTo>
                    <a:pt x="244612" y="1458253"/>
                  </a:lnTo>
                  <a:lnTo>
                    <a:pt x="209661" y="1414320"/>
                  </a:lnTo>
                  <a:lnTo>
                    <a:pt x="179789" y="1364877"/>
                  </a:lnTo>
                  <a:lnTo>
                    <a:pt x="155595" y="1310441"/>
                  </a:lnTo>
                  <a:lnTo>
                    <a:pt x="137628" y="1251586"/>
                  </a:lnTo>
                  <a:lnTo>
                    <a:pt x="126384" y="1188938"/>
                  </a:lnTo>
                  <a:lnTo>
                    <a:pt x="86748" y="1242782"/>
                  </a:lnTo>
                  <a:lnTo>
                    <a:pt x="54230" y="1300369"/>
                  </a:lnTo>
                  <a:lnTo>
                    <a:pt x="29150" y="1360780"/>
                  </a:lnTo>
                  <a:lnTo>
                    <a:pt x="11713" y="1423071"/>
                  </a:lnTo>
                  <a:lnTo>
                    <a:pt x="2006" y="1486292"/>
                  </a:lnTo>
                  <a:lnTo>
                    <a:pt x="0" y="1549497"/>
                  </a:lnTo>
                  <a:lnTo>
                    <a:pt x="5549" y="1611763"/>
                  </a:lnTo>
                  <a:lnTo>
                    <a:pt x="18403" y="1672199"/>
                  </a:lnTo>
                  <a:lnTo>
                    <a:pt x="38205" y="1729964"/>
                  </a:lnTo>
                  <a:lnTo>
                    <a:pt x="64504" y="1784271"/>
                  </a:lnTo>
                  <a:lnTo>
                    <a:pt x="96760" y="1834407"/>
                  </a:lnTo>
                  <a:lnTo>
                    <a:pt x="134361" y="1879734"/>
                  </a:lnTo>
                  <a:lnTo>
                    <a:pt x="176624" y="1919702"/>
                  </a:lnTo>
                  <a:lnTo>
                    <a:pt x="222815" y="1953854"/>
                  </a:lnTo>
                  <a:lnTo>
                    <a:pt x="272158" y="1981830"/>
                  </a:lnTo>
                  <a:lnTo>
                    <a:pt x="323847" y="2003372"/>
                  </a:lnTo>
                  <a:lnTo>
                    <a:pt x="377061" y="2018324"/>
                  </a:lnTo>
                  <a:lnTo>
                    <a:pt x="430976" y="2026634"/>
                  </a:lnTo>
                  <a:lnTo>
                    <a:pt x="484777" y="2028352"/>
                  </a:lnTo>
                  <a:lnTo>
                    <a:pt x="537672" y="2023624"/>
                  </a:lnTo>
                  <a:lnTo>
                    <a:pt x="588901" y="2012691"/>
                  </a:lnTo>
                  <a:lnTo>
                    <a:pt x="637750" y="1995882"/>
                  </a:lnTo>
                  <a:lnTo>
                    <a:pt x="683559" y="1973606"/>
                  </a:lnTo>
                  <a:lnTo>
                    <a:pt x="725730" y="1946345"/>
                  </a:lnTo>
                  <a:lnTo>
                    <a:pt x="763738" y="1914645"/>
                  </a:lnTo>
                  <a:lnTo>
                    <a:pt x="797135" y="1879102"/>
                  </a:lnTo>
                  <a:lnTo>
                    <a:pt x="825555" y="1840359"/>
                  </a:lnTo>
                  <a:lnTo>
                    <a:pt x="848718" y="1799088"/>
                  </a:lnTo>
                  <a:lnTo>
                    <a:pt x="866432" y="1755980"/>
                  </a:lnTo>
                  <a:lnTo>
                    <a:pt x="878596" y="1711737"/>
                  </a:lnTo>
                  <a:lnTo>
                    <a:pt x="885196" y="1667059"/>
                  </a:lnTo>
                  <a:lnTo>
                    <a:pt x="886305" y="1622630"/>
                  </a:lnTo>
                  <a:lnTo>
                    <a:pt x="882076" y="1579114"/>
                  </a:lnTo>
                  <a:lnTo>
                    <a:pt x="872746" y="1537137"/>
                  </a:lnTo>
                  <a:lnTo>
                    <a:pt x="858619" y="1497286"/>
                  </a:lnTo>
                  <a:lnTo>
                    <a:pt x="840067" y="1460096"/>
                  </a:lnTo>
                  <a:lnTo>
                    <a:pt x="817520" y="1426042"/>
                  </a:lnTo>
                  <a:lnTo>
                    <a:pt x="791457" y="1395539"/>
                  </a:lnTo>
                  <a:lnTo>
                    <a:pt x="762397" y="1368928"/>
                  </a:lnTo>
                  <a:lnTo>
                    <a:pt x="730891" y="1346483"/>
                  </a:lnTo>
                  <a:lnTo>
                    <a:pt x="697509" y="1328399"/>
                  </a:lnTo>
                  <a:lnTo>
                    <a:pt x="662834" y="1314797"/>
                  </a:lnTo>
                  <a:lnTo>
                    <a:pt x="627450" y="1305722"/>
                  </a:lnTo>
                  <a:lnTo>
                    <a:pt x="591931" y="1301145"/>
                  </a:lnTo>
                  <a:lnTo>
                    <a:pt x="556836" y="1300965"/>
                  </a:lnTo>
                  <a:close/>
                </a:path>
              </a:pathLst>
            </a:custGeom>
            <a:solidFill>
              <a:srgbClr val="F1B722">
                <a:alpha val="25882"/>
              </a:srgbClr>
            </a:solidFill>
            <a:ln w="24933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0708" y="2277450"/>
              <a:ext cx="2210092" cy="1906975"/>
            </a:xfrm>
            <a:custGeom>
              <a:avLst/>
              <a:pathLst>
                <a:path w="2210092" h="1906975">
                  <a:moveTo>
                    <a:pt x="396312" y="1305015"/>
                  </a:moveTo>
                  <a:lnTo>
                    <a:pt x="406576" y="1232510"/>
                  </a:lnTo>
                  <a:lnTo>
                    <a:pt x="421055" y="1160428"/>
                  </a:lnTo>
                  <a:lnTo>
                    <a:pt x="439733" y="1088950"/>
                  </a:lnTo>
                  <a:lnTo>
                    <a:pt x="462584" y="1018260"/>
                  </a:lnTo>
                  <a:lnTo>
                    <a:pt x="489576" y="948541"/>
                  </a:lnTo>
                  <a:lnTo>
                    <a:pt x="520672" y="879973"/>
                  </a:lnTo>
                  <a:lnTo>
                    <a:pt x="555824" y="812736"/>
                  </a:lnTo>
                  <a:lnTo>
                    <a:pt x="594980" y="747007"/>
                  </a:lnTo>
                  <a:lnTo>
                    <a:pt x="638080" y="682962"/>
                  </a:lnTo>
                  <a:lnTo>
                    <a:pt x="685058" y="620774"/>
                  </a:lnTo>
                  <a:lnTo>
                    <a:pt x="735840" y="560614"/>
                  </a:lnTo>
                  <a:lnTo>
                    <a:pt x="790346" y="502650"/>
                  </a:lnTo>
                  <a:lnTo>
                    <a:pt x="848491" y="447048"/>
                  </a:lnTo>
                  <a:lnTo>
                    <a:pt x="910181" y="393969"/>
                  </a:lnTo>
                  <a:lnTo>
                    <a:pt x="975316" y="343573"/>
                  </a:lnTo>
                  <a:lnTo>
                    <a:pt x="1043792" y="296012"/>
                  </a:lnTo>
                  <a:lnTo>
                    <a:pt x="1115496" y="251440"/>
                  </a:lnTo>
                  <a:lnTo>
                    <a:pt x="1190312" y="210001"/>
                  </a:lnTo>
                  <a:lnTo>
                    <a:pt x="1268117" y="171840"/>
                  </a:lnTo>
                  <a:lnTo>
                    <a:pt x="1348780" y="137093"/>
                  </a:lnTo>
                  <a:lnTo>
                    <a:pt x="1432169" y="105893"/>
                  </a:lnTo>
                  <a:lnTo>
                    <a:pt x="1518143" y="78370"/>
                  </a:lnTo>
                  <a:lnTo>
                    <a:pt x="1606558" y="54645"/>
                  </a:lnTo>
                  <a:lnTo>
                    <a:pt x="1697264" y="34836"/>
                  </a:lnTo>
                  <a:lnTo>
                    <a:pt x="1790107" y="19056"/>
                  </a:lnTo>
                  <a:lnTo>
                    <a:pt x="1884928" y="7410"/>
                  </a:lnTo>
                  <a:lnTo>
                    <a:pt x="1981563" y="0"/>
                  </a:lnTo>
                  <a:lnTo>
                    <a:pt x="2020164" y="78536"/>
                  </a:lnTo>
                  <a:lnTo>
                    <a:pt x="2055137" y="157716"/>
                  </a:lnTo>
                  <a:lnTo>
                    <a:pt x="2086488" y="237380"/>
                  </a:lnTo>
                  <a:lnTo>
                    <a:pt x="2114230" y="317369"/>
                  </a:lnTo>
                  <a:lnTo>
                    <a:pt x="2138385" y="397525"/>
                  </a:lnTo>
                  <a:lnTo>
                    <a:pt x="2158979" y="477693"/>
                  </a:lnTo>
                  <a:lnTo>
                    <a:pt x="2176046" y="557720"/>
                  </a:lnTo>
                  <a:lnTo>
                    <a:pt x="2189626" y="637456"/>
                  </a:lnTo>
                  <a:lnTo>
                    <a:pt x="2199765" y="716753"/>
                  </a:lnTo>
                  <a:lnTo>
                    <a:pt x="2206515" y="795467"/>
                  </a:lnTo>
                  <a:lnTo>
                    <a:pt x="2209936" y="873455"/>
                  </a:lnTo>
                  <a:lnTo>
                    <a:pt x="2210092" y="950581"/>
                  </a:lnTo>
                  <a:lnTo>
                    <a:pt x="2207051" y="1026711"/>
                  </a:lnTo>
                  <a:lnTo>
                    <a:pt x="2200889" y="1101715"/>
                  </a:lnTo>
                  <a:lnTo>
                    <a:pt x="2191688" y="1175467"/>
                  </a:lnTo>
                  <a:lnTo>
                    <a:pt x="2179531" y="1247847"/>
                  </a:lnTo>
                  <a:lnTo>
                    <a:pt x="2164508" y="1318737"/>
                  </a:lnTo>
                  <a:lnTo>
                    <a:pt x="2146716" y="1388027"/>
                  </a:lnTo>
                  <a:lnTo>
                    <a:pt x="2126252" y="1455609"/>
                  </a:lnTo>
                  <a:lnTo>
                    <a:pt x="2103219" y="1521382"/>
                  </a:lnTo>
                  <a:lnTo>
                    <a:pt x="2077724" y="1585250"/>
                  </a:lnTo>
                  <a:lnTo>
                    <a:pt x="2012317" y="1634081"/>
                  </a:lnTo>
                  <a:lnTo>
                    <a:pt x="1945553" y="1678962"/>
                  </a:lnTo>
                  <a:lnTo>
                    <a:pt x="1877612" y="1719859"/>
                  </a:lnTo>
                  <a:lnTo>
                    <a:pt x="1808672" y="1756742"/>
                  </a:lnTo>
                  <a:lnTo>
                    <a:pt x="1738915" y="1789591"/>
                  </a:lnTo>
                  <a:lnTo>
                    <a:pt x="1668520" y="1818391"/>
                  </a:lnTo>
                  <a:lnTo>
                    <a:pt x="1597669" y="1843136"/>
                  </a:lnTo>
                  <a:lnTo>
                    <a:pt x="1526542" y="1863827"/>
                  </a:lnTo>
                  <a:lnTo>
                    <a:pt x="1455318" y="1880470"/>
                  </a:lnTo>
                  <a:lnTo>
                    <a:pt x="1384176" y="1893081"/>
                  </a:lnTo>
                  <a:lnTo>
                    <a:pt x="1313296" y="1901682"/>
                  </a:lnTo>
                  <a:lnTo>
                    <a:pt x="1242853" y="1906301"/>
                  </a:lnTo>
                  <a:lnTo>
                    <a:pt x="1173023" y="1906975"/>
                  </a:lnTo>
                  <a:lnTo>
                    <a:pt x="1103980" y="1903745"/>
                  </a:lnTo>
                  <a:lnTo>
                    <a:pt x="1035894" y="1896664"/>
                  </a:lnTo>
                  <a:lnTo>
                    <a:pt x="968934" y="1885785"/>
                  </a:lnTo>
                  <a:lnTo>
                    <a:pt x="903267" y="1871174"/>
                  </a:lnTo>
                  <a:lnTo>
                    <a:pt x="839057" y="1852899"/>
                  </a:lnTo>
                  <a:lnTo>
                    <a:pt x="776464" y="1831037"/>
                  </a:lnTo>
                  <a:lnTo>
                    <a:pt x="715645" y="1805670"/>
                  </a:lnTo>
                  <a:lnTo>
                    <a:pt x="656754" y="1776887"/>
                  </a:lnTo>
                  <a:lnTo>
                    <a:pt x="599940" y="1744782"/>
                  </a:lnTo>
                  <a:lnTo>
                    <a:pt x="545350" y="1709457"/>
                  </a:lnTo>
                  <a:lnTo>
                    <a:pt x="493124" y="1671018"/>
                  </a:lnTo>
                  <a:lnTo>
                    <a:pt x="443401" y="1629577"/>
                  </a:lnTo>
                  <a:lnTo>
                    <a:pt x="396312" y="1585250"/>
                  </a:lnTo>
                  <a:lnTo>
                    <a:pt x="396312" y="1585250"/>
                  </a:lnTo>
                  <a:lnTo>
                    <a:pt x="390216" y="1631557"/>
                  </a:lnTo>
                  <a:lnTo>
                    <a:pt x="372135" y="1675479"/>
                  </a:lnTo>
                  <a:lnTo>
                    <a:pt x="342691" y="1714702"/>
                  </a:lnTo>
                  <a:lnTo>
                    <a:pt x="302900" y="1747044"/>
                  </a:lnTo>
                  <a:lnTo>
                    <a:pt x="254148" y="1770522"/>
                  </a:lnTo>
                  <a:lnTo>
                    <a:pt x="198156" y="1783407"/>
                  </a:lnTo>
                  <a:lnTo>
                    <a:pt x="211041" y="1727414"/>
                  </a:lnTo>
                  <a:lnTo>
                    <a:pt x="234518" y="1678662"/>
                  </a:lnTo>
                  <a:lnTo>
                    <a:pt x="266860" y="1638871"/>
                  </a:lnTo>
                  <a:lnTo>
                    <a:pt x="306083" y="1609427"/>
                  </a:lnTo>
                  <a:lnTo>
                    <a:pt x="350006" y="1591347"/>
                  </a:lnTo>
                  <a:lnTo>
                    <a:pt x="396312" y="1585250"/>
                  </a:lnTo>
                  <a:lnTo>
                    <a:pt x="345490" y="1581615"/>
                  </a:lnTo>
                  <a:lnTo>
                    <a:pt x="295446" y="1570748"/>
                  </a:lnTo>
                  <a:lnTo>
                    <a:pt x="246950" y="1552758"/>
                  </a:lnTo>
                  <a:lnTo>
                    <a:pt x="200760" y="1527831"/>
                  </a:lnTo>
                  <a:lnTo>
                    <a:pt x="157615" y="1496221"/>
                  </a:lnTo>
                  <a:lnTo>
                    <a:pt x="118227" y="1458253"/>
                  </a:lnTo>
                  <a:lnTo>
                    <a:pt x="83276" y="1414320"/>
                  </a:lnTo>
                  <a:lnTo>
                    <a:pt x="53405" y="1364877"/>
                  </a:lnTo>
                  <a:lnTo>
                    <a:pt x="29210" y="1310441"/>
                  </a:lnTo>
                  <a:lnTo>
                    <a:pt x="11244" y="1251586"/>
                  </a:lnTo>
                  <a:lnTo>
                    <a:pt x="0" y="1188938"/>
                  </a:lnTo>
                </a:path>
              </a:pathLst>
            </a:custGeom>
            <a:ln w="24933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419" y="3550864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270670" y="2245848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6366831" y="3831099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487263" y="4029255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89106" y="3434786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20" y="1620817"/>
              <a:ext cx="0" cy="2241883"/>
            </a:xfrm>
            <a:custGeom>
              <a:avLst/>
              <a:pathLst>
                <a:path w="0" h="2241883">
                  <a:moveTo>
                    <a:pt x="0" y="2241883"/>
                  </a:moveTo>
                  <a:lnTo>
                    <a:pt x="0" y="2164576"/>
                  </a:lnTo>
                  <a:lnTo>
                    <a:pt x="0" y="2087270"/>
                  </a:lnTo>
                  <a:lnTo>
                    <a:pt x="0" y="2009964"/>
                  </a:lnTo>
                  <a:lnTo>
                    <a:pt x="0" y="1932657"/>
                  </a:lnTo>
                  <a:lnTo>
                    <a:pt x="0" y="1855351"/>
                  </a:lnTo>
                  <a:lnTo>
                    <a:pt x="0" y="1778045"/>
                  </a:lnTo>
                  <a:lnTo>
                    <a:pt x="0" y="1700738"/>
                  </a:lnTo>
                  <a:lnTo>
                    <a:pt x="0" y="1623432"/>
                  </a:lnTo>
                  <a:lnTo>
                    <a:pt x="0" y="1546126"/>
                  </a:lnTo>
                  <a:lnTo>
                    <a:pt x="0" y="1468819"/>
                  </a:lnTo>
                  <a:lnTo>
                    <a:pt x="0" y="1391513"/>
                  </a:lnTo>
                  <a:lnTo>
                    <a:pt x="0" y="1314207"/>
                  </a:lnTo>
                  <a:lnTo>
                    <a:pt x="0" y="1236900"/>
                  </a:lnTo>
                  <a:lnTo>
                    <a:pt x="0" y="1159594"/>
                  </a:lnTo>
                  <a:lnTo>
                    <a:pt x="0" y="1082288"/>
                  </a:lnTo>
                  <a:lnTo>
                    <a:pt x="0" y="1004982"/>
                  </a:lnTo>
                  <a:lnTo>
                    <a:pt x="0" y="927675"/>
                  </a:lnTo>
                  <a:lnTo>
                    <a:pt x="0" y="850369"/>
                  </a:lnTo>
                  <a:lnTo>
                    <a:pt x="0" y="773063"/>
                  </a:lnTo>
                  <a:lnTo>
                    <a:pt x="0" y="695756"/>
                  </a:lnTo>
                  <a:lnTo>
                    <a:pt x="0" y="618450"/>
                  </a:lnTo>
                  <a:lnTo>
                    <a:pt x="0" y="541144"/>
                  </a:lnTo>
                  <a:lnTo>
                    <a:pt x="0" y="463837"/>
                  </a:lnTo>
                  <a:lnTo>
                    <a:pt x="0" y="386531"/>
                  </a:lnTo>
                  <a:lnTo>
                    <a:pt x="0" y="309225"/>
                  </a:lnTo>
                  <a:lnTo>
                    <a:pt x="0" y="231918"/>
                  </a:lnTo>
                  <a:lnTo>
                    <a:pt x="0" y="154612"/>
                  </a:lnTo>
                  <a:lnTo>
                    <a:pt x="0" y="77306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20" y="2277450"/>
              <a:ext cx="1585250" cy="1585250"/>
            </a:xfrm>
            <a:custGeom>
              <a:avLst/>
              <a:pathLst>
                <a:path w="1585250" h="1585250">
                  <a:moveTo>
                    <a:pt x="0" y="1585250"/>
                  </a:moveTo>
                  <a:lnTo>
                    <a:pt x="54663" y="1530586"/>
                  </a:lnTo>
                  <a:lnTo>
                    <a:pt x="109327" y="1475923"/>
                  </a:lnTo>
                  <a:lnTo>
                    <a:pt x="163991" y="1421259"/>
                  </a:lnTo>
                  <a:lnTo>
                    <a:pt x="218655" y="1366595"/>
                  </a:lnTo>
                  <a:lnTo>
                    <a:pt x="273319" y="1311931"/>
                  </a:lnTo>
                  <a:lnTo>
                    <a:pt x="327982" y="1257267"/>
                  </a:lnTo>
                  <a:lnTo>
                    <a:pt x="382646" y="1202603"/>
                  </a:lnTo>
                  <a:lnTo>
                    <a:pt x="437310" y="1147940"/>
                  </a:lnTo>
                  <a:lnTo>
                    <a:pt x="491974" y="1093276"/>
                  </a:lnTo>
                  <a:lnTo>
                    <a:pt x="546638" y="1038612"/>
                  </a:lnTo>
                  <a:lnTo>
                    <a:pt x="601301" y="983948"/>
                  </a:lnTo>
                  <a:lnTo>
                    <a:pt x="655965" y="929284"/>
                  </a:lnTo>
                  <a:lnTo>
                    <a:pt x="710629" y="874621"/>
                  </a:lnTo>
                  <a:lnTo>
                    <a:pt x="765293" y="819957"/>
                  </a:lnTo>
                  <a:lnTo>
                    <a:pt x="819957" y="765293"/>
                  </a:lnTo>
                  <a:lnTo>
                    <a:pt x="874621" y="710629"/>
                  </a:lnTo>
                  <a:lnTo>
                    <a:pt x="929284" y="655965"/>
                  </a:lnTo>
                  <a:lnTo>
                    <a:pt x="983948" y="601301"/>
                  </a:lnTo>
                  <a:lnTo>
                    <a:pt x="1038612" y="546638"/>
                  </a:lnTo>
                  <a:lnTo>
                    <a:pt x="1093276" y="491974"/>
                  </a:lnTo>
                  <a:lnTo>
                    <a:pt x="1147940" y="437310"/>
                  </a:lnTo>
                  <a:lnTo>
                    <a:pt x="1202603" y="382646"/>
                  </a:lnTo>
                  <a:lnTo>
                    <a:pt x="1257267" y="327982"/>
                  </a:lnTo>
                  <a:lnTo>
                    <a:pt x="1311931" y="273319"/>
                  </a:lnTo>
                  <a:lnTo>
                    <a:pt x="1366595" y="218655"/>
                  </a:lnTo>
                  <a:lnTo>
                    <a:pt x="1421259" y="163991"/>
                  </a:lnTo>
                  <a:lnTo>
                    <a:pt x="1475923" y="109327"/>
                  </a:lnTo>
                  <a:lnTo>
                    <a:pt x="1530586" y="54663"/>
                  </a:lnTo>
                  <a:lnTo>
                    <a:pt x="15852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20" y="3862700"/>
              <a:ext cx="2241883" cy="0"/>
            </a:xfrm>
            <a:custGeom>
              <a:avLst/>
              <a:pathLst>
                <a:path w="2241883" h="0">
                  <a:moveTo>
                    <a:pt x="0" y="0"/>
                  </a:moveTo>
                  <a:lnTo>
                    <a:pt x="77306" y="0"/>
                  </a:lnTo>
                  <a:lnTo>
                    <a:pt x="154612" y="0"/>
                  </a:lnTo>
                  <a:lnTo>
                    <a:pt x="231918" y="0"/>
                  </a:lnTo>
                  <a:lnTo>
                    <a:pt x="309225" y="0"/>
                  </a:lnTo>
                  <a:lnTo>
                    <a:pt x="386531" y="0"/>
                  </a:lnTo>
                  <a:lnTo>
                    <a:pt x="463837" y="0"/>
                  </a:lnTo>
                  <a:lnTo>
                    <a:pt x="541144" y="0"/>
                  </a:lnTo>
                  <a:lnTo>
                    <a:pt x="618450" y="0"/>
                  </a:lnTo>
                  <a:lnTo>
                    <a:pt x="695756" y="0"/>
                  </a:lnTo>
                  <a:lnTo>
                    <a:pt x="773063" y="0"/>
                  </a:lnTo>
                  <a:lnTo>
                    <a:pt x="850369" y="0"/>
                  </a:lnTo>
                  <a:lnTo>
                    <a:pt x="927675" y="0"/>
                  </a:lnTo>
                  <a:lnTo>
                    <a:pt x="1004982" y="0"/>
                  </a:lnTo>
                  <a:lnTo>
                    <a:pt x="1082288" y="0"/>
                  </a:lnTo>
                  <a:lnTo>
                    <a:pt x="1159594" y="0"/>
                  </a:lnTo>
                  <a:lnTo>
                    <a:pt x="1236900" y="0"/>
                  </a:lnTo>
                  <a:lnTo>
                    <a:pt x="1314207" y="0"/>
                  </a:lnTo>
                  <a:lnTo>
                    <a:pt x="1391513" y="0"/>
                  </a:lnTo>
                  <a:lnTo>
                    <a:pt x="1468819" y="0"/>
                  </a:lnTo>
                  <a:lnTo>
                    <a:pt x="1546126" y="0"/>
                  </a:lnTo>
                  <a:lnTo>
                    <a:pt x="1623432" y="0"/>
                  </a:lnTo>
                  <a:lnTo>
                    <a:pt x="1700738" y="0"/>
                  </a:lnTo>
                  <a:lnTo>
                    <a:pt x="1778045" y="0"/>
                  </a:lnTo>
                  <a:lnTo>
                    <a:pt x="1855351" y="0"/>
                  </a:lnTo>
                  <a:lnTo>
                    <a:pt x="1932657" y="0"/>
                  </a:lnTo>
                  <a:lnTo>
                    <a:pt x="2009964" y="0"/>
                  </a:lnTo>
                  <a:lnTo>
                    <a:pt x="2087270" y="0"/>
                  </a:lnTo>
                  <a:lnTo>
                    <a:pt x="2164576" y="0"/>
                  </a:lnTo>
                  <a:lnTo>
                    <a:pt x="2241883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20" y="3862700"/>
              <a:ext cx="1585250" cy="1585250"/>
            </a:xfrm>
            <a:custGeom>
              <a:avLst/>
              <a:pathLst>
                <a:path w="1585250" h="1585250">
                  <a:moveTo>
                    <a:pt x="0" y="0"/>
                  </a:moveTo>
                  <a:lnTo>
                    <a:pt x="54663" y="54663"/>
                  </a:lnTo>
                  <a:lnTo>
                    <a:pt x="109327" y="109327"/>
                  </a:lnTo>
                  <a:lnTo>
                    <a:pt x="163991" y="163991"/>
                  </a:lnTo>
                  <a:lnTo>
                    <a:pt x="218655" y="218655"/>
                  </a:lnTo>
                  <a:lnTo>
                    <a:pt x="273319" y="273319"/>
                  </a:lnTo>
                  <a:lnTo>
                    <a:pt x="327982" y="327982"/>
                  </a:lnTo>
                  <a:lnTo>
                    <a:pt x="382646" y="382646"/>
                  </a:lnTo>
                  <a:lnTo>
                    <a:pt x="437310" y="437310"/>
                  </a:lnTo>
                  <a:lnTo>
                    <a:pt x="491974" y="491974"/>
                  </a:lnTo>
                  <a:lnTo>
                    <a:pt x="546638" y="546638"/>
                  </a:lnTo>
                  <a:lnTo>
                    <a:pt x="601301" y="601301"/>
                  </a:lnTo>
                  <a:lnTo>
                    <a:pt x="655965" y="655965"/>
                  </a:lnTo>
                  <a:lnTo>
                    <a:pt x="710629" y="710629"/>
                  </a:lnTo>
                  <a:lnTo>
                    <a:pt x="765293" y="765293"/>
                  </a:lnTo>
                  <a:lnTo>
                    <a:pt x="819957" y="819957"/>
                  </a:lnTo>
                  <a:lnTo>
                    <a:pt x="874621" y="874621"/>
                  </a:lnTo>
                  <a:lnTo>
                    <a:pt x="929284" y="929284"/>
                  </a:lnTo>
                  <a:lnTo>
                    <a:pt x="983948" y="983948"/>
                  </a:lnTo>
                  <a:lnTo>
                    <a:pt x="1038612" y="1038612"/>
                  </a:lnTo>
                  <a:lnTo>
                    <a:pt x="1093276" y="1093276"/>
                  </a:lnTo>
                  <a:lnTo>
                    <a:pt x="1147940" y="1147940"/>
                  </a:lnTo>
                  <a:lnTo>
                    <a:pt x="1202603" y="1202603"/>
                  </a:lnTo>
                  <a:lnTo>
                    <a:pt x="1257267" y="1257267"/>
                  </a:lnTo>
                  <a:lnTo>
                    <a:pt x="1311931" y="1311931"/>
                  </a:lnTo>
                  <a:lnTo>
                    <a:pt x="1366595" y="1366595"/>
                  </a:lnTo>
                  <a:lnTo>
                    <a:pt x="1421259" y="1421259"/>
                  </a:lnTo>
                  <a:lnTo>
                    <a:pt x="1475923" y="1475923"/>
                  </a:lnTo>
                  <a:lnTo>
                    <a:pt x="1530586" y="1530586"/>
                  </a:lnTo>
                  <a:lnTo>
                    <a:pt x="158525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17020" y="3862700"/>
              <a:ext cx="0" cy="2241883"/>
            </a:xfrm>
            <a:custGeom>
              <a:avLst/>
              <a:pathLst>
                <a:path w="0" h="2241883">
                  <a:moveTo>
                    <a:pt x="0" y="0"/>
                  </a:moveTo>
                  <a:lnTo>
                    <a:pt x="0" y="77306"/>
                  </a:lnTo>
                  <a:lnTo>
                    <a:pt x="0" y="154612"/>
                  </a:lnTo>
                  <a:lnTo>
                    <a:pt x="0" y="231918"/>
                  </a:lnTo>
                  <a:lnTo>
                    <a:pt x="0" y="309225"/>
                  </a:lnTo>
                  <a:lnTo>
                    <a:pt x="0" y="386531"/>
                  </a:lnTo>
                  <a:lnTo>
                    <a:pt x="0" y="463837"/>
                  </a:lnTo>
                  <a:lnTo>
                    <a:pt x="0" y="541144"/>
                  </a:lnTo>
                  <a:lnTo>
                    <a:pt x="0" y="618450"/>
                  </a:lnTo>
                  <a:lnTo>
                    <a:pt x="0" y="695756"/>
                  </a:lnTo>
                  <a:lnTo>
                    <a:pt x="0" y="773063"/>
                  </a:lnTo>
                  <a:lnTo>
                    <a:pt x="0" y="850369"/>
                  </a:lnTo>
                  <a:lnTo>
                    <a:pt x="0" y="927675"/>
                  </a:lnTo>
                  <a:lnTo>
                    <a:pt x="0" y="1004982"/>
                  </a:lnTo>
                  <a:lnTo>
                    <a:pt x="0" y="1082288"/>
                  </a:lnTo>
                  <a:lnTo>
                    <a:pt x="0" y="1159594"/>
                  </a:lnTo>
                  <a:lnTo>
                    <a:pt x="0" y="1236900"/>
                  </a:lnTo>
                  <a:lnTo>
                    <a:pt x="0" y="1314207"/>
                  </a:lnTo>
                  <a:lnTo>
                    <a:pt x="0" y="1391513"/>
                  </a:lnTo>
                  <a:lnTo>
                    <a:pt x="0" y="1468819"/>
                  </a:lnTo>
                  <a:lnTo>
                    <a:pt x="0" y="1546126"/>
                  </a:lnTo>
                  <a:lnTo>
                    <a:pt x="0" y="1623432"/>
                  </a:lnTo>
                  <a:lnTo>
                    <a:pt x="0" y="1700738"/>
                  </a:lnTo>
                  <a:lnTo>
                    <a:pt x="0" y="1778045"/>
                  </a:lnTo>
                  <a:lnTo>
                    <a:pt x="0" y="1855351"/>
                  </a:lnTo>
                  <a:lnTo>
                    <a:pt x="0" y="1932657"/>
                  </a:lnTo>
                  <a:lnTo>
                    <a:pt x="0" y="2009964"/>
                  </a:lnTo>
                  <a:lnTo>
                    <a:pt x="0" y="2087270"/>
                  </a:lnTo>
                  <a:lnTo>
                    <a:pt x="0" y="2164576"/>
                  </a:lnTo>
                  <a:lnTo>
                    <a:pt x="0" y="2241883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131770" y="3862700"/>
              <a:ext cx="1585250" cy="1585250"/>
            </a:xfrm>
            <a:custGeom>
              <a:avLst/>
              <a:pathLst>
                <a:path w="1585250" h="1585250">
                  <a:moveTo>
                    <a:pt x="1585250" y="0"/>
                  </a:moveTo>
                  <a:lnTo>
                    <a:pt x="1530586" y="54663"/>
                  </a:lnTo>
                  <a:lnTo>
                    <a:pt x="1475923" y="109327"/>
                  </a:lnTo>
                  <a:lnTo>
                    <a:pt x="1421259" y="163991"/>
                  </a:lnTo>
                  <a:lnTo>
                    <a:pt x="1366595" y="218655"/>
                  </a:lnTo>
                  <a:lnTo>
                    <a:pt x="1311931" y="273319"/>
                  </a:lnTo>
                  <a:lnTo>
                    <a:pt x="1257267" y="327982"/>
                  </a:lnTo>
                  <a:lnTo>
                    <a:pt x="1202603" y="382646"/>
                  </a:lnTo>
                  <a:lnTo>
                    <a:pt x="1147940" y="437310"/>
                  </a:lnTo>
                  <a:lnTo>
                    <a:pt x="1093276" y="491974"/>
                  </a:lnTo>
                  <a:lnTo>
                    <a:pt x="1038612" y="546638"/>
                  </a:lnTo>
                  <a:lnTo>
                    <a:pt x="983948" y="601301"/>
                  </a:lnTo>
                  <a:lnTo>
                    <a:pt x="929284" y="655965"/>
                  </a:lnTo>
                  <a:lnTo>
                    <a:pt x="874621" y="710629"/>
                  </a:lnTo>
                  <a:lnTo>
                    <a:pt x="819957" y="765293"/>
                  </a:lnTo>
                  <a:lnTo>
                    <a:pt x="765293" y="819957"/>
                  </a:lnTo>
                  <a:lnTo>
                    <a:pt x="710629" y="874621"/>
                  </a:lnTo>
                  <a:lnTo>
                    <a:pt x="655965" y="929284"/>
                  </a:lnTo>
                  <a:lnTo>
                    <a:pt x="601301" y="983948"/>
                  </a:lnTo>
                  <a:lnTo>
                    <a:pt x="546638" y="1038612"/>
                  </a:lnTo>
                  <a:lnTo>
                    <a:pt x="491974" y="1093276"/>
                  </a:lnTo>
                  <a:lnTo>
                    <a:pt x="437310" y="1147940"/>
                  </a:lnTo>
                  <a:lnTo>
                    <a:pt x="382646" y="1202603"/>
                  </a:lnTo>
                  <a:lnTo>
                    <a:pt x="327982" y="1257267"/>
                  </a:lnTo>
                  <a:lnTo>
                    <a:pt x="273319" y="1311931"/>
                  </a:lnTo>
                  <a:lnTo>
                    <a:pt x="218655" y="1366595"/>
                  </a:lnTo>
                  <a:lnTo>
                    <a:pt x="163991" y="1421259"/>
                  </a:lnTo>
                  <a:lnTo>
                    <a:pt x="109327" y="1475923"/>
                  </a:lnTo>
                  <a:lnTo>
                    <a:pt x="54663" y="1530586"/>
                  </a:lnTo>
                  <a:lnTo>
                    <a:pt x="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475137" y="3862700"/>
              <a:ext cx="2241883" cy="0"/>
            </a:xfrm>
            <a:custGeom>
              <a:avLst/>
              <a:pathLst>
                <a:path w="2241883" h="0">
                  <a:moveTo>
                    <a:pt x="2241883" y="0"/>
                  </a:moveTo>
                  <a:lnTo>
                    <a:pt x="2164576" y="0"/>
                  </a:lnTo>
                  <a:lnTo>
                    <a:pt x="2087270" y="0"/>
                  </a:lnTo>
                  <a:lnTo>
                    <a:pt x="2009964" y="0"/>
                  </a:lnTo>
                  <a:lnTo>
                    <a:pt x="1932657" y="0"/>
                  </a:lnTo>
                  <a:lnTo>
                    <a:pt x="1855351" y="0"/>
                  </a:lnTo>
                  <a:lnTo>
                    <a:pt x="1778045" y="0"/>
                  </a:lnTo>
                  <a:lnTo>
                    <a:pt x="1700738" y="0"/>
                  </a:lnTo>
                  <a:lnTo>
                    <a:pt x="1623432" y="0"/>
                  </a:lnTo>
                  <a:lnTo>
                    <a:pt x="1546126" y="0"/>
                  </a:lnTo>
                  <a:lnTo>
                    <a:pt x="1468819" y="0"/>
                  </a:lnTo>
                  <a:lnTo>
                    <a:pt x="1391513" y="0"/>
                  </a:lnTo>
                  <a:lnTo>
                    <a:pt x="1314207" y="0"/>
                  </a:lnTo>
                  <a:lnTo>
                    <a:pt x="1236900" y="0"/>
                  </a:lnTo>
                  <a:lnTo>
                    <a:pt x="1159594" y="0"/>
                  </a:lnTo>
                  <a:lnTo>
                    <a:pt x="1082288" y="0"/>
                  </a:lnTo>
                  <a:lnTo>
                    <a:pt x="1004982" y="0"/>
                  </a:lnTo>
                  <a:lnTo>
                    <a:pt x="927675" y="0"/>
                  </a:lnTo>
                  <a:lnTo>
                    <a:pt x="850369" y="0"/>
                  </a:lnTo>
                  <a:lnTo>
                    <a:pt x="773063" y="0"/>
                  </a:lnTo>
                  <a:lnTo>
                    <a:pt x="695756" y="0"/>
                  </a:lnTo>
                  <a:lnTo>
                    <a:pt x="618450" y="0"/>
                  </a:lnTo>
                  <a:lnTo>
                    <a:pt x="541144" y="0"/>
                  </a:lnTo>
                  <a:lnTo>
                    <a:pt x="463837" y="0"/>
                  </a:lnTo>
                  <a:lnTo>
                    <a:pt x="386531" y="0"/>
                  </a:lnTo>
                  <a:lnTo>
                    <a:pt x="309225" y="0"/>
                  </a:lnTo>
                  <a:lnTo>
                    <a:pt x="231918" y="0"/>
                  </a:lnTo>
                  <a:lnTo>
                    <a:pt x="154612" y="0"/>
                  </a:lnTo>
                  <a:lnTo>
                    <a:pt x="77306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3131770" y="2277450"/>
              <a:ext cx="1585250" cy="1585250"/>
            </a:xfrm>
            <a:custGeom>
              <a:avLst/>
              <a:pathLst>
                <a:path w="1585250" h="1585250">
                  <a:moveTo>
                    <a:pt x="1585250" y="1585250"/>
                  </a:moveTo>
                  <a:lnTo>
                    <a:pt x="1530586" y="1530586"/>
                  </a:lnTo>
                  <a:lnTo>
                    <a:pt x="1475923" y="1475923"/>
                  </a:lnTo>
                  <a:lnTo>
                    <a:pt x="1421259" y="1421259"/>
                  </a:lnTo>
                  <a:lnTo>
                    <a:pt x="1366595" y="1366595"/>
                  </a:lnTo>
                  <a:lnTo>
                    <a:pt x="1311931" y="1311931"/>
                  </a:lnTo>
                  <a:lnTo>
                    <a:pt x="1257267" y="1257267"/>
                  </a:lnTo>
                  <a:lnTo>
                    <a:pt x="1202603" y="1202603"/>
                  </a:lnTo>
                  <a:lnTo>
                    <a:pt x="1147940" y="1147940"/>
                  </a:lnTo>
                  <a:lnTo>
                    <a:pt x="1093276" y="1093276"/>
                  </a:lnTo>
                  <a:lnTo>
                    <a:pt x="1038612" y="1038612"/>
                  </a:lnTo>
                  <a:lnTo>
                    <a:pt x="983948" y="983948"/>
                  </a:lnTo>
                  <a:lnTo>
                    <a:pt x="929284" y="929284"/>
                  </a:lnTo>
                  <a:lnTo>
                    <a:pt x="874621" y="874621"/>
                  </a:lnTo>
                  <a:lnTo>
                    <a:pt x="819957" y="819957"/>
                  </a:lnTo>
                  <a:lnTo>
                    <a:pt x="765293" y="765293"/>
                  </a:lnTo>
                  <a:lnTo>
                    <a:pt x="710629" y="710629"/>
                  </a:lnTo>
                  <a:lnTo>
                    <a:pt x="655965" y="655965"/>
                  </a:lnTo>
                  <a:lnTo>
                    <a:pt x="601301" y="601301"/>
                  </a:lnTo>
                  <a:lnTo>
                    <a:pt x="546638" y="546638"/>
                  </a:lnTo>
                  <a:lnTo>
                    <a:pt x="491974" y="491974"/>
                  </a:lnTo>
                  <a:lnTo>
                    <a:pt x="437310" y="437310"/>
                  </a:lnTo>
                  <a:lnTo>
                    <a:pt x="382646" y="382646"/>
                  </a:lnTo>
                  <a:lnTo>
                    <a:pt x="327982" y="327982"/>
                  </a:lnTo>
                  <a:lnTo>
                    <a:pt x="273319" y="273319"/>
                  </a:lnTo>
                  <a:lnTo>
                    <a:pt x="218655" y="218655"/>
                  </a:lnTo>
                  <a:lnTo>
                    <a:pt x="163991" y="163991"/>
                  </a:lnTo>
                  <a:lnTo>
                    <a:pt x="109327" y="109327"/>
                  </a:lnTo>
                  <a:lnTo>
                    <a:pt x="54663" y="54663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584981" y="1301903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266295" y="2040614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131057" y="3824021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257197" y="5607428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575883" y="6346140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81422" y="5607428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072829" y="3824021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90520" y="2040614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674094" y="2709938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624625" y="1588996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2026-07-27T13:25:01Z</dcterms:modified>
  <cp:category/>
</cp:coreProperties>
</file>