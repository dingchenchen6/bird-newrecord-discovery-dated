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76406" y="348278"/>
              <a:ext cx="68122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Gruiformes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114934" y="723281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16, species = 9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765870" y="2556785"/>
              <a:ext cx="3193033" cy="2261062"/>
            </a:xfrm>
            <a:custGeom>
              <a:avLst/>
              <a:pathLst>
                <a:path w="3193033" h="2261062">
                  <a:moveTo>
                    <a:pt x="951150" y="409161"/>
                  </a:moveTo>
                  <a:lnTo>
                    <a:pt x="992439" y="360243"/>
                  </a:lnTo>
                  <a:lnTo>
                    <a:pt x="1037991" y="313314"/>
                  </a:lnTo>
                  <a:lnTo>
                    <a:pt x="1087708" y="268653"/>
                  </a:lnTo>
                  <a:lnTo>
                    <a:pt x="1141474" y="226534"/>
                  </a:lnTo>
                  <a:lnTo>
                    <a:pt x="1199158" y="187224"/>
                  </a:lnTo>
                  <a:lnTo>
                    <a:pt x="1260612" y="150985"/>
                  </a:lnTo>
                  <a:lnTo>
                    <a:pt x="1325676" y="118069"/>
                  </a:lnTo>
                  <a:lnTo>
                    <a:pt x="1394172" y="88721"/>
                  </a:lnTo>
                  <a:lnTo>
                    <a:pt x="1465909" y="63177"/>
                  </a:lnTo>
                  <a:lnTo>
                    <a:pt x="1540681" y="41661"/>
                  </a:lnTo>
                  <a:lnTo>
                    <a:pt x="1618270" y="24389"/>
                  </a:lnTo>
                  <a:lnTo>
                    <a:pt x="1698444" y="11563"/>
                  </a:lnTo>
                  <a:lnTo>
                    <a:pt x="1780960" y="3374"/>
                  </a:lnTo>
                  <a:lnTo>
                    <a:pt x="1865562" y="0"/>
                  </a:lnTo>
                  <a:lnTo>
                    <a:pt x="1951983" y="1604"/>
                  </a:lnTo>
                  <a:lnTo>
                    <a:pt x="2039947" y="8337"/>
                  </a:lnTo>
                  <a:lnTo>
                    <a:pt x="2129168" y="20334"/>
                  </a:lnTo>
                  <a:lnTo>
                    <a:pt x="2219350" y="37714"/>
                  </a:lnTo>
                  <a:lnTo>
                    <a:pt x="2281535" y="71498"/>
                  </a:lnTo>
                  <a:lnTo>
                    <a:pt x="2342944" y="108179"/>
                  </a:lnTo>
                  <a:lnTo>
                    <a:pt x="2403449" y="147745"/>
                  </a:lnTo>
                  <a:lnTo>
                    <a:pt x="2462918" y="190179"/>
                  </a:lnTo>
                  <a:lnTo>
                    <a:pt x="2521221" y="235458"/>
                  </a:lnTo>
                  <a:lnTo>
                    <a:pt x="2578227" y="283554"/>
                  </a:lnTo>
                  <a:lnTo>
                    <a:pt x="2633807" y="334432"/>
                  </a:lnTo>
                  <a:lnTo>
                    <a:pt x="2687832" y="388051"/>
                  </a:lnTo>
                  <a:lnTo>
                    <a:pt x="2740175" y="444366"/>
                  </a:lnTo>
                  <a:lnTo>
                    <a:pt x="2790708" y="503324"/>
                  </a:lnTo>
                  <a:lnTo>
                    <a:pt x="2839307" y="564868"/>
                  </a:lnTo>
                  <a:lnTo>
                    <a:pt x="2885848" y="628934"/>
                  </a:lnTo>
                  <a:lnTo>
                    <a:pt x="2930211" y="695455"/>
                  </a:lnTo>
                  <a:lnTo>
                    <a:pt x="2972276" y="764355"/>
                  </a:lnTo>
                  <a:lnTo>
                    <a:pt x="3011929" y="835555"/>
                  </a:lnTo>
                  <a:lnTo>
                    <a:pt x="3049054" y="908970"/>
                  </a:lnTo>
                  <a:lnTo>
                    <a:pt x="3083542" y="984508"/>
                  </a:lnTo>
                  <a:lnTo>
                    <a:pt x="3115285" y="1062075"/>
                  </a:lnTo>
                  <a:lnTo>
                    <a:pt x="3144181" y="1141570"/>
                  </a:lnTo>
                  <a:lnTo>
                    <a:pt x="3170129" y="1222886"/>
                  </a:lnTo>
                  <a:lnTo>
                    <a:pt x="3193033" y="1305915"/>
                  </a:lnTo>
                  <a:lnTo>
                    <a:pt x="3120222" y="1374080"/>
                  </a:lnTo>
                  <a:lnTo>
                    <a:pt x="3045412" y="1437674"/>
                  </a:lnTo>
                  <a:lnTo>
                    <a:pt x="2968818" y="1496640"/>
                  </a:lnTo>
                  <a:lnTo>
                    <a:pt x="2890657" y="1550931"/>
                  </a:lnTo>
                  <a:lnTo>
                    <a:pt x="2811147" y="1600509"/>
                  </a:lnTo>
                  <a:lnTo>
                    <a:pt x="2730506" y="1645345"/>
                  </a:lnTo>
                  <a:lnTo>
                    <a:pt x="2648954" y="1685419"/>
                  </a:lnTo>
                  <a:lnTo>
                    <a:pt x="2566709" y="1720720"/>
                  </a:lnTo>
                  <a:lnTo>
                    <a:pt x="2483991" y="1751246"/>
                  </a:lnTo>
                  <a:lnTo>
                    <a:pt x="2401017" y="1777005"/>
                  </a:lnTo>
                  <a:lnTo>
                    <a:pt x="2318005" y="1798013"/>
                  </a:lnTo>
                  <a:lnTo>
                    <a:pt x="2235171" y="1814295"/>
                  </a:lnTo>
                  <a:lnTo>
                    <a:pt x="2152729" y="1825884"/>
                  </a:lnTo>
                  <a:lnTo>
                    <a:pt x="2070891" y="1832825"/>
                  </a:lnTo>
                  <a:lnTo>
                    <a:pt x="1989867" y="1835167"/>
                  </a:lnTo>
                  <a:lnTo>
                    <a:pt x="1909864" y="1832972"/>
                  </a:lnTo>
                  <a:lnTo>
                    <a:pt x="1831085" y="1826307"/>
                  </a:lnTo>
                  <a:lnTo>
                    <a:pt x="1753733" y="1815249"/>
                  </a:lnTo>
                  <a:lnTo>
                    <a:pt x="1678003" y="1799884"/>
                  </a:lnTo>
                  <a:lnTo>
                    <a:pt x="1604090" y="1780303"/>
                  </a:lnTo>
                  <a:lnTo>
                    <a:pt x="1532181" y="1756608"/>
                  </a:lnTo>
                  <a:lnTo>
                    <a:pt x="1462460" y="1728907"/>
                  </a:lnTo>
                  <a:lnTo>
                    <a:pt x="1395109" y="1697317"/>
                  </a:lnTo>
                  <a:lnTo>
                    <a:pt x="1330299" y="1661959"/>
                  </a:lnTo>
                  <a:lnTo>
                    <a:pt x="1268200" y="1622965"/>
                  </a:lnTo>
                  <a:lnTo>
                    <a:pt x="1224104" y="1661636"/>
                  </a:lnTo>
                  <a:lnTo>
                    <a:pt x="1175338" y="1694220"/>
                  </a:lnTo>
                  <a:lnTo>
                    <a:pt x="1122736" y="1720161"/>
                  </a:lnTo>
                  <a:lnTo>
                    <a:pt x="1067198" y="1739013"/>
                  </a:lnTo>
                  <a:lnTo>
                    <a:pt x="1009675" y="1750455"/>
                  </a:lnTo>
                  <a:lnTo>
                    <a:pt x="951150" y="1754291"/>
                  </a:lnTo>
                  <a:lnTo>
                    <a:pt x="926399" y="1809731"/>
                  </a:lnTo>
                  <a:lnTo>
                    <a:pt x="896214" y="1863687"/>
                  </a:lnTo>
                  <a:lnTo>
                    <a:pt x="860688" y="1915760"/>
                  </a:lnTo>
                  <a:lnTo>
                    <a:pt x="819939" y="1965556"/>
                  </a:lnTo>
                  <a:lnTo>
                    <a:pt x="774112" y="2012691"/>
                  </a:lnTo>
                  <a:lnTo>
                    <a:pt x="723375" y="2056786"/>
                  </a:lnTo>
                  <a:lnTo>
                    <a:pt x="667925" y="2097476"/>
                  </a:lnTo>
                  <a:lnTo>
                    <a:pt x="607977" y="2134407"/>
                  </a:lnTo>
                  <a:lnTo>
                    <a:pt x="543775" y="2167236"/>
                  </a:lnTo>
                  <a:lnTo>
                    <a:pt x="475583" y="2195639"/>
                  </a:lnTo>
                  <a:lnTo>
                    <a:pt x="403685" y="2219305"/>
                  </a:lnTo>
                  <a:lnTo>
                    <a:pt x="328388" y="2237943"/>
                  </a:lnTo>
                  <a:lnTo>
                    <a:pt x="250019" y="2251281"/>
                  </a:lnTo>
                  <a:lnTo>
                    <a:pt x="168920" y="2259064"/>
                  </a:lnTo>
                  <a:lnTo>
                    <a:pt x="85455" y="2261062"/>
                  </a:lnTo>
                  <a:lnTo>
                    <a:pt x="0" y="2257065"/>
                  </a:lnTo>
                  <a:lnTo>
                    <a:pt x="11406" y="2180847"/>
                  </a:lnTo>
                  <a:lnTo>
                    <a:pt x="26985" y="2106708"/>
                  </a:lnTo>
                  <a:lnTo>
                    <a:pt x="46600" y="2034847"/>
                  </a:lnTo>
                  <a:lnTo>
                    <a:pt x="70106" y="1965456"/>
                  </a:lnTo>
                  <a:lnTo>
                    <a:pt x="97350" y="1898718"/>
                  </a:lnTo>
                  <a:lnTo>
                    <a:pt x="128172" y="1834811"/>
                  </a:lnTo>
                  <a:lnTo>
                    <a:pt x="162402" y="1773901"/>
                  </a:lnTo>
                  <a:lnTo>
                    <a:pt x="199864" y="1716148"/>
                  </a:lnTo>
                  <a:lnTo>
                    <a:pt x="240375" y="1661703"/>
                  </a:lnTo>
                  <a:lnTo>
                    <a:pt x="283746" y="1610708"/>
                  </a:lnTo>
                  <a:lnTo>
                    <a:pt x="329781" y="1563294"/>
                  </a:lnTo>
                  <a:lnTo>
                    <a:pt x="378278" y="1519585"/>
                  </a:lnTo>
                  <a:lnTo>
                    <a:pt x="429030" y="1479693"/>
                  </a:lnTo>
                  <a:lnTo>
                    <a:pt x="481825" y="1443721"/>
                  </a:lnTo>
                  <a:lnTo>
                    <a:pt x="536449" y="1411761"/>
                  </a:lnTo>
                  <a:lnTo>
                    <a:pt x="592680" y="1383895"/>
                  </a:lnTo>
                  <a:lnTo>
                    <a:pt x="650296" y="1360195"/>
                  </a:lnTo>
                  <a:lnTo>
                    <a:pt x="709070" y="1340720"/>
                  </a:lnTo>
                  <a:lnTo>
                    <a:pt x="768774" y="1325522"/>
                  </a:lnTo>
                  <a:lnTo>
                    <a:pt x="829177" y="1314638"/>
                  </a:lnTo>
                  <a:lnTo>
                    <a:pt x="890047" y="1308097"/>
                  </a:lnTo>
                  <a:lnTo>
                    <a:pt x="951150" y="1305915"/>
                  </a:lnTo>
                  <a:lnTo>
                    <a:pt x="935055" y="1293412"/>
                  </a:lnTo>
                  <a:lnTo>
                    <a:pt x="916094" y="1285115"/>
                  </a:lnTo>
                  <a:lnTo>
                    <a:pt x="895088" y="1281512"/>
                  </a:lnTo>
                  <a:lnTo>
                    <a:pt x="872929" y="1282947"/>
                  </a:lnTo>
                  <a:lnTo>
                    <a:pt x="850558" y="1289614"/>
                  </a:lnTo>
                  <a:lnTo>
                    <a:pt x="828943" y="1301550"/>
                  </a:lnTo>
                  <a:lnTo>
                    <a:pt x="809052" y="1318631"/>
                  </a:lnTo>
                  <a:lnTo>
                    <a:pt x="791830" y="1340573"/>
                  </a:lnTo>
                  <a:lnTo>
                    <a:pt x="778171" y="1366938"/>
                  </a:lnTo>
                  <a:lnTo>
                    <a:pt x="768900" y="1397142"/>
                  </a:lnTo>
                  <a:lnTo>
                    <a:pt x="764744" y="1430467"/>
                  </a:lnTo>
                  <a:lnTo>
                    <a:pt x="766317" y="1466073"/>
                  </a:lnTo>
                  <a:lnTo>
                    <a:pt x="774098" y="1503021"/>
                  </a:lnTo>
                  <a:lnTo>
                    <a:pt x="788419" y="1540291"/>
                  </a:lnTo>
                  <a:lnTo>
                    <a:pt x="809451" y="1576803"/>
                  </a:lnTo>
                  <a:lnTo>
                    <a:pt x="837192" y="1611446"/>
                  </a:lnTo>
                  <a:lnTo>
                    <a:pt x="871471" y="1643101"/>
                  </a:lnTo>
                  <a:lnTo>
                    <a:pt x="911935" y="1670666"/>
                  </a:lnTo>
                  <a:lnTo>
                    <a:pt x="958062" y="1693087"/>
                  </a:lnTo>
                  <a:lnTo>
                    <a:pt x="1009160" y="1709381"/>
                  </a:lnTo>
                  <a:lnTo>
                    <a:pt x="1064381" y="1718660"/>
                  </a:lnTo>
                  <a:lnTo>
                    <a:pt x="1122736" y="1720161"/>
                  </a:lnTo>
                  <a:lnTo>
                    <a:pt x="1183109" y="1713258"/>
                  </a:lnTo>
                  <a:lnTo>
                    <a:pt x="1244279" y="1697490"/>
                  </a:lnTo>
                  <a:lnTo>
                    <a:pt x="1304946" y="1672572"/>
                  </a:lnTo>
                  <a:lnTo>
                    <a:pt x="1363752" y="1638410"/>
                  </a:lnTo>
                  <a:lnTo>
                    <a:pt x="1419312" y="1595108"/>
                  </a:lnTo>
                  <a:lnTo>
                    <a:pt x="1470242" y="1542976"/>
                  </a:lnTo>
                  <a:lnTo>
                    <a:pt x="1515188" y="1482526"/>
                  </a:lnTo>
                  <a:lnTo>
                    <a:pt x="1552858" y="1414475"/>
                  </a:lnTo>
                  <a:lnTo>
                    <a:pt x="1582048" y="1339731"/>
                  </a:lnTo>
                  <a:lnTo>
                    <a:pt x="1601672" y="1259388"/>
                  </a:lnTo>
                  <a:lnTo>
                    <a:pt x="1610792" y="1174704"/>
                  </a:lnTo>
                  <a:lnTo>
                    <a:pt x="1608635" y="1087083"/>
                  </a:lnTo>
                  <a:lnTo>
                    <a:pt x="1594622" y="998054"/>
                  </a:lnTo>
                  <a:lnTo>
                    <a:pt x="1568384" y="909243"/>
                  </a:lnTo>
                  <a:lnTo>
                    <a:pt x="1529775" y="822343"/>
                  </a:lnTo>
                  <a:lnTo>
                    <a:pt x="1478887" y="739085"/>
                  </a:lnTo>
                  <a:lnTo>
                    <a:pt x="1416052" y="661204"/>
                  </a:lnTo>
                  <a:lnTo>
                    <a:pt x="1341848" y="590404"/>
                  </a:lnTo>
                  <a:lnTo>
                    <a:pt x="1257094" y="528326"/>
                  </a:lnTo>
                  <a:lnTo>
                    <a:pt x="1162842" y="476512"/>
                  </a:lnTo>
                  <a:lnTo>
                    <a:pt x="1060368" y="436374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765870" y="2556785"/>
              <a:ext cx="3193033" cy="2261062"/>
            </a:xfrm>
            <a:custGeom>
              <a:avLst/>
              <a:pathLst>
                <a:path w="3193033" h="2261062">
                  <a:moveTo>
                    <a:pt x="951150" y="409161"/>
                  </a:moveTo>
                  <a:lnTo>
                    <a:pt x="992439" y="360243"/>
                  </a:lnTo>
                  <a:lnTo>
                    <a:pt x="1037991" y="313314"/>
                  </a:lnTo>
                  <a:lnTo>
                    <a:pt x="1087708" y="268653"/>
                  </a:lnTo>
                  <a:lnTo>
                    <a:pt x="1141474" y="226534"/>
                  </a:lnTo>
                  <a:lnTo>
                    <a:pt x="1199158" y="187224"/>
                  </a:lnTo>
                  <a:lnTo>
                    <a:pt x="1260612" y="150985"/>
                  </a:lnTo>
                  <a:lnTo>
                    <a:pt x="1325676" y="118069"/>
                  </a:lnTo>
                  <a:lnTo>
                    <a:pt x="1394172" y="88721"/>
                  </a:lnTo>
                  <a:lnTo>
                    <a:pt x="1465909" y="63177"/>
                  </a:lnTo>
                  <a:lnTo>
                    <a:pt x="1540681" y="41661"/>
                  </a:lnTo>
                  <a:lnTo>
                    <a:pt x="1618270" y="24389"/>
                  </a:lnTo>
                  <a:lnTo>
                    <a:pt x="1698444" y="11563"/>
                  </a:lnTo>
                  <a:lnTo>
                    <a:pt x="1780960" y="3374"/>
                  </a:lnTo>
                  <a:lnTo>
                    <a:pt x="1865562" y="0"/>
                  </a:lnTo>
                  <a:lnTo>
                    <a:pt x="1951983" y="1604"/>
                  </a:lnTo>
                  <a:lnTo>
                    <a:pt x="2039947" y="8337"/>
                  </a:lnTo>
                  <a:lnTo>
                    <a:pt x="2129168" y="20334"/>
                  </a:lnTo>
                  <a:lnTo>
                    <a:pt x="2219350" y="37714"/>
                  </a:lnTo>
                  <a:lnTo>
                    <a:pt x="2281535" y="71498"/>
                  </a:lnTo>
                  <a:lnTo>
                    <a:pt x="2342944" y="108179"/>
                  </a:lnTo>
                  <a:lnTo>
                    <a:pt x="2403449" y="147745"/>
                  </a:lnTo>
                  <a:lnTo>
                    <a:pt x="2462918" y="190179"/>
                  </a:lnTo>
                  <a:lnTo>
                    <a:pt x="2521221" y="235458"/>
                  </a:lnTo>
                  <a:lnTo>
                    <a:pt x="2578227" y="283554"/>
                  </a:lnTo>
                  <a:lnTo>
                    <a:pt x="2633807" y="334432"/>
                  </a:lnTo>
                  <a:lnTo>
                    <a:pt x="2687832" y="388051"/>
                  </a:lnTo>
                  <a:lnTo>
                    <a:pt x="2740175" y="444366"/>
                  </a:lnTo>
                  <a:lnTo>
                    <a:pt x="2790708" y="503324"/>
                  </a:lnTo>
                  <a:lnTo>
                    <a:pt x="2839307" y="564868"/>
                  </a:lnTo>
                  <a:lnTo>
                    <a:pt x="2885848" y="628934"/>
                  </a:lnTo>
                  <a:lnTo>
                    <a:pt x="2930211" y="695455"/>
                  </a:lnTo>
                  <a:lnTo>
                    <a:pt x="2972276" y="764355"/>
                  </a:lnTo>
                  <a:lnTo>
                    <a:pt x="3011929" y="835555"/>
                  </a:lnTo>
                  <a:lnTo>
                    <a:pt x="3049054" y="908970"/>
                  </a:lnTo>
                  <a:lnTo>
                    <a:pt x="3083542" y="984508"/>
                  </a:lnTo>
                  <a:lnTo>
                    <a:pt x="3115285" y="1062075"/>
                  </a:lnTo>
                  <a:lnTo>
                    <a:pt x="3144181" y="1141570"/>
                  </a:lnTo>
                  <a:lnTo>
                    <a:pt x="3170129" y="1222886"/>
                  </a:lnTo>
                  <a:lnTo>
                    <a:pt x="3193033" y="1305915"/>
                  </a:lnTo>
                  <a:lnTo>
                    <a:pt x="3120222" y="1374080"/>
                  </a:lnTo>
                  <a:lnTo>
                    <a:pt x="3045412" y="1437674"/>
                  </a:lnTo>
                  <a:lnTo>
                    <a:pt x="2968818" y="1496640"/>
                  </a:lnTo>
                  <a:lnTo>
                    <a:pt x="2890657" y="1550931"/>
                  </a:lnTo>
                  <a:lnTo>
                    <a:pt x="2811147" y="1600509"/>
                  </a:lnTo>
                  <a:lnTo>
                    <a:pt x="2730506" y="1645345"/>
                  </a:lnTo>
                  <a:lnTo>
                    <a:pt x="2648954" y="1685419"/>
                  </a:lnTo>
                  <a:lnTo>
                    <a:pt x="2566709" y="1720720"/>
                  </a:lnTo>
                  <a:lnTo>
                    <a:pt x="2483991" y="1751246"/>
                  </a:lnTo>
                  <a:lnTo>
                    <a:pt x="2401017" y="1777005"/>
                  </a:lnTo>
                  <a:lnTo>
                    <a:pt x="2318005" y="1798013"/>
                  </a:lnTo>
                  <a:lnTo>
                    <a:pt x="2235171" y="1814295"/>
                  </a:lnTo>
                  <a:lnTo>
                    <a:pt x="2152729" y="1825884"/>
                  </a:lnTo>
                  <a:lnTo>
                    <a:pt x="2070891" y="1832825"/>
                  </a:lnTo>
                  <a:lnTo>
                    <a:pt x="1989867" y="1835167"/>
                  </a:lnTo>
                  <a:lnTo>
                    <a:pt x="1909864" y="1832972"/>
                  </a:lnTo>
                  <a:lnTo>
                    <a:pt x="1831085" y="1826307"/>
                  </a:lnTo>
                  <a:lnTo>
                    <a:pt x="1753733" y="1815249"/>
                  </a:lnTo>
                  <a:lnTo>
                    <a:pt x="1678003" y="1799884"/>
                  </a:lnTo>
                  <a:lnTo>
                    <a:pt x="1604090" y="1780303"/>
                  </a:lnTo>
                  <a:lnTo>
                    <a:pt x="1532181" y="1756608"/>
                  </a:lnTo>
                  <a:lnTo>
                    <a:pt x="1462460" y="1728907"/>
                  </a:lnTo>
                  <a:lnTo>
                    <a:pt x="1395109" y="1697317"/>
                  </a:lnTo>
                  <a:lnTo>
                    <a:pt x="1330299" y="1661959"/>
                  </a:lnTo>
                  <a:lnTo>
                    <a:pt x="1268200" y="1622965"/>
                  </a:lnTo>
                  <a:lnTo>
                    <a:pt x="1224104" y="1661636"/>
                  </a:lnTo>
                  <a:lnTo>
                    <a:pt x="1175338" y="1694220"/>
                  </a:lnTo>
                  <a:lnTo>
                    <a:pt x="1122736" y="1720161"/>
                  </a:lnTo>
                  <a:lnTo>
                    <a:pt x="1067198" y="1739013"/>
                  </a:lnTo>
                  <a:lnTo>
                    <a:pt x="1009675" y="1750455"/>
                  </a:lnTo>
                  <a:lnTo>
                    <a:pt x="951150" y="1754291"/>
                  </a:lnTo>
                  <a:lnTo>
                    <a:pt x="926399" y="1809731"/>
                  </a:lnTo>
                  <a:lnTo>
                    <a:pt x="896214" y="1863687"/>
                  </a:lnTo>
                  <a:lnTo>
                    <a:pt x="860688" y="1915760"/>
                  </a:lnTo>
                  <a:lnTo>
                    <a:pt x="819939" y="1965556"/>
                  </a:lnTo>
                  <a:lnTo>
                    <a:pt x="774112" y="2012691"/>
                  </a:lnTo>
                  <a:lnTo>
                    <a:pt x="723375" y="2056786"/>
                  </a:lnTo>
                  <a:lnTo>
                    <a:pt x="667925" y="2097476"/>
                  </a:lnTo>
                  <a:lnTo>
                    <a:pt x="607977" y="2134407"/>
                  </a:lnTo>
                  <a:lnTo>
                    <a:pt x="543775" y="2167236"/>
                  </a:lnTo>
                  <a:lnTo>
                    <a:pt x="475583" y="2195639"/>
                  </a:lnTo>
                  <a:lnTo>
                    <a:pt x="403685" y="2219305"/>
                  </a:lnTo>
                  <a:lnTo>
                    <a:pt x="328388" y="2237943"/>
                  </a:lnTo>
                  <a:lnTo>
                    <a:pt x="250019" y="2251281"/>
                  </a:lnTo>
                  <a:lnTo>
                    <a:pt x="168920" y="2259064"/>
                  </a:lnTo>
                  <a:lnTo>
                    <a:pt x="85455" y="2261062"/>
                  </a:lnTo>
                  <a:lnTo>
                    <a:pt x="0" y="2257065"/>
                  </a:lnTo>
                  <a:lnTo>
                    <a:pt x="11406" y="2180847"/>
                  </a:lnTo>
                  <a:lnTo>
                    <a:pt x="26985" y="2106708"/>
                  </a:lnTo>
                  <a:lnTo>
                    <a:pt x="46600" y="2034847"/>
                  </a:lnTo>
                  <a:lnTo>
                    <a:pt x="70106" y="1965456"/>
                  </a:lnTo>
                  <a:lnTo>
                    <a:pt x="97350" y="1898718"/>
                  </a:lnTo>
                  <a:lnTo>
                    <a:pt x="128172" y="1834811"/>
                  </a:lnTo>
                  <a:lnTo>
                    <a:pt x="162402" y="1773901"/>
                  </a:lnTo>
                  <a:lnTo>
                    <a:pt x="199864" y="1716148"/>
                  </a:lnTo>
                  <a:lnTo>
                    <a:pt x="240375" y="1661703"/>
                  </a:lnTo>
                  <a:lnTo>
                    <a:pt x="283746" y="1610708"/>
                  </a:lnTo>
                  <a:lnTo>
                    <a:pt x="329781" y="1563294"/>
                  </a:lnTo>
                  <a:lnTo>
                    <a:pt x="378278" y="1519585"/>
                  </a:lnTo>
                  <a:lnTo>
                    <a:pt x="429030" y="1479693"/>
                  </a:lnTo>
                  <a:lnTo>
                    <a:pt x="481825" y="1443721"/>
                  </a:lnTo>
                  <a:lnTo>
                    <a:pt x="536449" y="1411761"/>
                  </a:lnTo>
                  <a:lnTo>
                    <a:pt x="592680" y="1383895"/>
                  </a:lnTo>
                  <a:lnTo>
                    <a:pt x="650296" y="1360195"/>
                  </a:lnTo>
                  <a:lnTo>
                    <a:pt x="709070" y="1340720"/>
                  </a:lnTo>
                  <a:lnTo>
                    <a:pt x="768774" y="1325522"/>
                  </a:lnTo>
                  <a:lnTo>
                    <a:pt x="829177" y="1314638"/>
                  </a:lnTo>
                  <a:lnTo>
                    <a:pt x="890047" y="1308097"/>
                  </a:lnTo>
                  <a:lnTo>
                    <a:pt x="951150" y="1305915"/>
                  </a:lnTo>
                  <a:lnTo>
                    <a:pt x="951150" y="1305915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293434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953620" y="2562898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927302" y="3831099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002469" y="4148149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427947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734269" y="4782249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2026-09-24T14:02:09Z</dcterms:modified>
  <cp:category/>
</cp:coreProperties>
</file>