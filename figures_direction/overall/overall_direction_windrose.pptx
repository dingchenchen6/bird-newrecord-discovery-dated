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320513"/>
              <a:ext cx="9144000" cy="621697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460233" y="472344"/>
              <a:ext cx="5601837" cy="560183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3261151" y="752436"/>
              <a:ext cx="0" cy="2520826"/>
            </a:xfrm>
            <a:custGeom>
              <a:avLst/>
              <a:pathLst>
                <a:path w="0" h="2520826">
                  <a:moveTo>
                    <a:pt x="0" y="2520826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3261151" y="1490769"/>
              <a:ext cx="1782493" cy="1782493"/>
            </a:xfrm>
            <a:custGeom>
              <a:avLst/>
              <a:pathLst>
                <a:path w="1782493" h="1782493">
                  <a:moveTo>
                    <a:pt x="0" y="1782493"/>
                  </a:moveTo>
                  <a:lnTo>
                    <a:pt x="1782493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151" y="3273263"/>
              <a:ext cx="2520826" cy="0"/>
            </a:xfrm>
            <a:custGeom>
              <a:avLst/>
              <a:pathLst>
                <a:path w="2520826" h="0">
                  <a:moveTo>
                    <a:pt x="0" y="0"/>
                  </a:moveTo>
                  <a:lnTo>
                    <a:pt x="2520826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1151" y="3273263"/>
              <a:ext cx="1782493" cy="1782493"/>
            </a:xfrm>
            <a:custGeom>
              <a:avLst/>
              <a:pathLst>
                <a:path w="1782493" h="1782493">
                  <a:moveTo>
                    <a:pt x="0" y="0"/>
                  </a:moveTo>
                  <a:lnTo>
                    <a:pt x="1782493" y="1782493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261151" y="3273263"/>
              <a:ext cx="0" cy="2520826"/>
            </a:xfrm>
            <a:custGeom>
              <a:avLst/>
              <a:pathLst>
                <a:path w="0" h="2520826">
                  <a:moveTo>
                    <a:pt x="0" y="0"/>
                  </a:moveTo>
                  <a:lnTo>
                    <a:pt x="0" y="2520826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478658" y="3273263"/>
              <a:ext cx="1782493" cy="1782493"/>
            </a:xfrm>
            <a:custGeom>
              <a:avLst/>
              <a:pathLst>
                <a:path w="1782493" h="1782493">
                  <a:moveTo>
                    <a:pt x="1782493" y="0"/>
                  </a:moveTo>
                  <a:lnTo>
                    <a:pt x="0" y="1782493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40325" y="3273263"/>
              <a:ext cx="2520826" cy="0"/>
            </a:xfrm>
            <a:custGeom>
              <a:avLst/>
              <a:pathLst>
                <a:path w="2520826" h="0">
                  <a:moveTo>
                    <a:pt x="2520826" y="0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478658" y="1490769"/>
              <a:ext cx="1782493" cy="1782493"/>
            </a:xfrm>
            <a:custGeom>
              <a:avLst/>
              <a:pathLst>
                <a:path w="1782493" h="1782493">
                  <a:moveTo>
                    <a:pt x="1782493" y="17824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140925" y="2152895"/>
              <a:ext cx="2240452" cy="2240170"/>
            </a:xfrm>
            <a:custGeom>
              <a:avLst/>
              <a:pathLst>
                <a:path w="2240452" h="2240170">
                  <a:moveTo>
                    <a:pt x="1120226" y="0"/>
                  </a:moveTo>
                  <a:lnTo>
                    <a:pt x="1191284" y="2255"/>
                  </a:lnTo>
                  <a:lnTo>
                    <a:pt x="1262056" y="9013"/>
                  </a:lnTo>
                  <a:lnTo>
                    <a:pt x="1332257" y="20246"/>
                  </a:lnTo>
                  <a:lnTo>
                    <a:pt x="1401604" y="35909"/>
                  </a:lnTo>
                  <a:lnTo>
                    <a:pt x="1469818" y="55938"/>
                  </a:lnTo>
                  <a:lnTo>
                    <a:pt x="1536624" y="80254"/>
                  </a:lnTo>
                  <a:lnTo>
                    <a:pt x="1601754" y="108757"/>
                  </a:lnTo>
                  <a:lnTo>
                    <a:pt x="1664945" y="141335"/>
                  </a:lnTo>
                  <a:lnTo>
                    <a:pt x="1725942" y="177854"/>
                  </a:lnTo>
                  <a:lnTo>
                    <a:pt x="1784501" y="218168"/>
                  </a:lnTo>
                  <a:lnTo>
                    <a:pt x="1840384" y="262116"/>
                  </a:lnTo>
                  <a:lnTo>
                    <a:pt x="1893368" y="309519"/>
                  </a:lnTo>
                  <a:lnTo>
                    <a:pt x="1943239" y="360187"/>
                  </a:lnTo>
                  <a:lnTo>
                    <a:pt x="1989795" y="413916"/>
                  </a:lnTo>
                  <a:lnTo>
                    <a:pt x="2032850" y="470490"/>
                  </a:lnTo>
                  <a:lnTo>
                    <a:pt x="2072231" y="529681"/>
                  </a:lnTo>
                  <a:lnTo>
                    <a:pt x="2107778" y="591250"/>
                  </a:lnTo>
                  <a:lnTo>
                    <a:pt x="2139348" y="654950"/>
                  </a:lnTo>
                  <a:lnTo>
                    <a:pt x="2166815" y="720523"/>
                  </a:lnTo>
                  <a:lnTo>
                    <a:pt x="2190067" y="787707"/>
                  </a:lnTo>
                  <a:lnTo>
                    <a:pt x="2209012" y="856230"/>
                  </a:lnTo>
                  <a:lnTo>
                    <a:pt x="2223573" y="925817"/>
                  </a:lnTo>
                  <a:lnTo>
                    <a:pt x="2233690" y="996187"/>
                  </a:lnTo>
                  <a:lnTo>
                    <a:pt x="2239324" y="1067058"/>
                  </a:lnTo>
                  <a:lnTo>
                    <a:pt x="2240452" y="1138143"/>
                  </a:lnTo>
                  <a:lnTo>
                    <a:pt x="2237070" y="1209156"/>
                  </a:lnTo>
                  <a:lnTo>
                    <a:pt x="2229190" y="1279812"/>
                  </a:lnTo>
                  <a:lnTo>
                    <a:pt x="2216844" y="1349826"/>
                  </a:lnTo>
                  <a:lnTo>
                    <a:pt x="2200083" y="1418916"/>
                  </a:lnTo>
                  <a:lnTo>
                    <a:pt x="2178974" y="1486803"/>
                  </a:lnTo>
                  <a:lnTo>
                    <a:pt x="2153602" y="1553215"/>
                  </a:lnTo>
                  <a:lnTo>
                    <a:pt x="2124068" y="1617885"/>
                  </a:lnTo>
                  <a:lnTo>
                    <a:pt x="2090493" y="1680551"/>
                  </a:lnTo>
                  <a:lnTo>
                    <a:pt x="2053010" y="1740961"/>
                  </a:lnTo>
                  <a:lnTo>
                    <a:pt x="2011772" y="1798872"/>
                  </a:lnTo>
                  <a:lnTo>
                    <a:pt x="1966943" y="1854052"/>
                  </a:lnTo>
                  <a:lnTo>
                    <a:pt x="1918705" y="1906277"/>
                  </a:lnTo>
                  <a:lnTo>
                    <a:pt x="1867252" y="1955337"/>
                  </a:lnTo>
                  <a:lnTo>
                    <a:pt x="1812791" y="2001035"/>
                  </a:lnTo>
                  <a:lnTo>
                    <a:pt x="1755541" y="2043187"/>
                  </a:lnTo>
                  <a:lnTo>
                    <a:pt x="1695733" y="2081624"/>
                  </a:lnTo>
                  <a:lnTo>
                    <a:pt x="1633608" y="2116189"/>
                  </a:lnTo>
                  <a:lnTo>
                    <a:pt x="1569415" y="2146745"/>
                  </a:lnTo>
                  <a:lnTo>
                    <a:pt x="1503414" y="2173168"/>
                  </a:lnTo>
                  <a:lnTo>
                    <a:pt x="1435870" y="2195352"/>
                  </a:lnTo>
                  <a:lnTo>
                    <a:pt x="1367055" y="2213207"/>
                  </a:lnTo>
                  <a:lnTo>
                    <a:pt x="1297246" y="2226661"/>
                  </a:lnTo>
                  <a:lnTo>
                    <a:pt x="1226724" y="2235661"/>
                  </a:lnTo>
                  <a:lnTo>
                    <a:pt x="1155773" y="2240170"/>
                  </a:lnTo>
                  <a:lnTo>
                    <a:pt x="1084679" y="2240170"/>
                  </a:lnTo>
                  <a:lnTo>
                    <a:pt x="1013728" y="2235661"/>
                  </a:lnTo>
                  <a:lnTo>
                    <a:pt x="943206" y="2226661"/>
                  </a:lnTo>
                  <a:lnTo>
                    <a:pt x="873397" y="2213207"/>
                  </a:lnTo>
                  <a:lnTo>
                    <a:pt x="804582" y="2195352"/>
                  </a:lnTo>
                  <a:lnTo>
                    <a:pt x="737038" y="2173168"/>
                  </a:lnTo>
                  <a:lnTo>
                    <a:pt x="671036" y="2146745"/>
                  </a:lnTo>
                  <a:lnTo>
                    <a:pt x="606844" y="2116189"/>
                  </a:lnTo>
                  <a:lnTo>
                    <a:pt x="544719" y="2081624"/>
                  </a:lnTo>
                  <a:lnTo>
                    <a:pt x="484911" y="2043187"/>
                  </a:lnTo>
                  <a:lnTo>
                    <a:pt x="427661" y="2001035"/>
                  </a:lnTo>
                  <a:lnTo>
                    <a:pt x="373200" y="1955337"/>
                  </a:lnTo>
                  <a:lnTo>
                    <a:pt x="321747" y="1906277"/>
                  </a:lnTo>
                  <a:lnTo>
                    <a:pt x="273509" y="1854052"/>
                  </a:lnTo>
                  <a:lnTo>
                    <a:pt x="228680" y="1798872"/>
                  </a:lnTo>
                  <a:lnTo>
                    <a:pt x="187442" y="1740961"/>
                  </a:lnTo>
                  <a:lnTo>
                    <a:pt x="149959" y="1680551"/>
                  </a:lnTo>
                  <a:lnTo>
                    <a:pt x="116384" y="1617885"/>
                  </a:lnTo>
                  <a:lnTo>
                    <a:pt x="86850" y="1553215"/>
                  </a:lnTo>
                  <a:lnTo>
                    <a:pt x="61478" y="1486803"/>
                  </a:lnTo>
                  <a:lnTo>
                    <a:pt x="40369" y="1418916"/>
                  </a:lnTo>
                  <a:lnTo>
                    <a:pt x="23608" y="1349826"/>
                  </a:lnTo>
                  <a:lnTo>
                    <a:pt x="11262" y="1279812"/>
                  </a:lnTo>
                  <a:lnTo>
                    <a:pt x="3382" y="1209156"/>
                  </a:lnTo>
                  <a:lnTo>
                    <a:pt x="0" y="1138143"/>
                  </a:lnTo>
                  <a:lnTo>
                    <a:pt x="1127" y="1067058"/>
                  </a:lnTo>
                  <a:lnTo>
                    <a:pt x="6762" y="996187"/>
                  </a:lnTo>
                  <a:lnTo>
                    <a:pt x="16879" y="925817"/>
                  </a:lnTo>
                  <a:lnTo>
                    <a:pt x="31440" y="856230"/>
                  </a:lnTo>
                  <a:lnTo>
                    <a:pt x="50385" y="787707"/>
                  </a:lnTo>
                  <a:lnTo>
                    <a:pt x="73637" y="720523"/>
                  </a:lnTo>
                  <a:lnTo>
                    <a:pt x="101104" y="654950"/>
                  </a:lnTo>
                  <a:lnTo>
                    <a:pt x="132674" y="591250"/>
                  </a:lnTo>
                  <a:lnTo>
                    <a:pt x="168221" y="529681"/>
                  </a:lnTo>
                  <a:lnTo>
                    <a:pt x="207602" y="470490"/>
                  </a:lnTo>
                  <a:lnTo>
                    <a:pt x="250657" y="413916"/>
                  </a:lnTo>
                  <a:lnTo>
                    <a:pt x="297213" y="360187"/>
                  </a:lnTo>
                  <a:lnTo>
                    <a:pt x="347084" y="309519"/>
                  </a:lnTo>
                  <a:lnTo>
                    <a:pt x="400068" y="262116"/>
                  </a:lnTo>
                  <a:lnTo>
                    <a:pt x="455951" y="218168"/>
                  </a:lnTo>
                  <a:lnTo>
                    <a:pt x="514510" y="177854"/>
                  </a:lnTo>
                  <a:lnTo>
                    <a:pt x="575507" y="141335"/>
                  </a:lnTo>
                  <a:lnTo>
                    <a:pt x="638698" y="108757"/>
                  </a:lnTo>
                  <a:lnTo>
                    <a:pt x="703827" y="80254"/>
                  </a:lnTo>
                  <a:lnTo>
                    <a:pt x="770634" y="55938"/>
                  </a:lnTo>
                  <a:lnTo>
                    <a:pt x="838848" y="35909"/>
                  </a:lnTo>
                  <a:lnTo>
                    <a:pt x="908195" y="20246"/>
                  </a:lnTo>
                  <a:lnTo>
                    <a:pt x="978396" y="9013"/>
                  </a:lnTo>
                  <a:lnTo>
                    <a:pt x="1049168" y="2255"/>
                  </a:lnTo>
                  <a:lnTo>
                    <a:pt x="1120226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20698" y="1032528"/>
              <a:ext cx="4480905" cy="4480341"/>
            </a:xfrm>
            <a:custGeom>
              <a:avLst/>
              <a:pathLst>
                <a:path w="4480905" h="4480341">
                  <a:moveTo>
                    <a:pt x="2240452" y="0"/>
                  </a:moveTo>
                  <a:lnTo>
                    <a:pt x="2382569" y="4511"/>
                  </a:lnTo>
                  <a:lnTo>
                    <a:pt x="2524113" y="18027"/>
                  </a:lnTo>
                  <a:lnTo>
                    <a:pt x="2664514" y="40492"/>
                  </a:lnTo>
                  <a:lnTo>
                    <a:pt x="2803208" y="71818"/>
                  </a:lnTo>
                  <a:lnTo>
                    <a:pt x="2939637" y="111877"/>
                  </a:lnTo>
                  <a:lnTo>
                    <a:pt x="3073249" y="160508"/>
                  </a:lnTo>
                  <a:lnTo>
                    <a:pt x="3203509" y="217515"/>
                  </a:lnTo>
                  <a:lnTo>
                    <a:pt x="3329890" y="282670"/>
                  </a:lnTo>
                  <a:lnTo>
                    <a:pt x="3451885" y="355708"/>
                  </a:lnTo>
                  <a:lnTo>
                    <a:pt x="3569002" y="436337"/>
                  </a:lnTo>
                  <a:lnTo>
                    <a:pt x="3680769" y="524232"/>
                  </a:lnTo>
                  <a:lnTo>
                    <a:pt x="3786737" y="619038"/>
                  </a:lnTo>
                  <a:lnTo>
                    <a:pt x="3886478" y="720375"/>
                  </a:lnTo>
                  <a:lnTo>
                    <a:pt x="3979591" y="827833"/>
                  </a:lnTo>
                  <a:lnTo>
                    <a:pt x="4065701" y="940981"/>
                  </a:lnTo>
                  <a:lnTo>
                    <a:pt x="4144462" y="1059362"/>
                  </a:lnTo>
                  <a:lnTo>
                    <a:pt x="4215556" y="1182500"/>
                  </a:lnTo>
                  <a:lnTo>
                    <a:pt x="4278697" y="1309900"/>
                  </a:lnTo>
                  <a:lnTo>
                    <a:pt x="4333630" y="1441047"/>
                  </a:lnTo>
                  <a:lnTo>
                    <a:pt x="4380135" y="1575415"/>
                  </a:lnTo>
                  <a:lnTo>
                    <a:pt x="4418025" y="1712461"/>
                  </a:lnTo>
                  <a:lnTo>
                    <a:pt x="4447146" y="1851635"/>
                  </a:lnTo>
                  <a:lnTo>
                    <a:pt x="4467381" y="1992375"/>
                  </a:lnTo>
                  <a:lnTo>
                    <a:pt x="4478649" y="2134116"/>
                  </a:lnTo>
                  <a:lnTo>
                    <a:pt x="4480905" y="2276286"/>
                  </a:lnTo>
                  <a:lnTo>
                    <a:pt x="4474140" y="2418313"/>
                  </a:lnTo>
                  <a:lnTo>
                    <a:pt x="4458380" y="2559624"/>
                  </a:lnTo>
                  <a:lnTo>
                    <a:pt x="4433689" y="2699652"/>
                  </a:lnTo>
                  <a:lnTo>
                    <a:pt x="4400167" y="2837832"/>
                  </a:lnTo>
                  <a:lnTo>
                    <a:pt x="4357949" y="2973607"/>
                  </a:lnTo>
                  <a:lnTo>
                    <a:pt x="4307204" y="3106431"/>
                  </a:lnTo>
                  <a:lnTo>
                    <a:pt x="4248137" y="3235770"/>
                  </a:lnTo>
                  <a:lnTo>
                    <a:pt x="4180986" y="3361102"/>
                  </a:lnTo>
                  <a:lnTo>
                    <a:pt x="4106021" y="3481923"/>
                  </a:lnTo>
                  <a:lnTo>
                    <a:pt x="4023544" y="3597745"/>
                  </a:lnTo>
                  <a:lnTo>
                    <a:pt x="3933887" y="3708104"/>
                  </a:lnTo>
                  <a:lnTo>
                    <a:pt x="3837411" y="3812554"/>
                  </a:lnTo>
                  <a:lnTo>
                    <a:pt x="3734505" y="3910675"/>
                  </a:lnTo>
                  <a:lnTo>
                    <a:pt x="3625583" y="4002071"/>
                  </a:lnTo>
                  <a:lnTo>
                    <a:pt x="3511083" y="4086375"/>
                  </a:lnTo>
                  <a:lnTo>
                    <a:pt x="3391467" y="4163248"/>
                  </a:lnTo>
                  <a:lnTo>
                    <a:pt x="3267217" y="4232379"/>
                  </a:lnTo>
                  <a:lnTo>
                    <a:pt x="3138831" y="4293491"/>
                  </a:lnTo>
                  <a:lnTo>
                    <a:pt x="3006829" y="4346337"/>
                  </a:lnTo>
                  <a:lnTo>
                    <a:pt x="2871740" y="4390704"/>
                  </a:lnTo>
                  <a:lnTo>
                    <a:pt x="2734110" y="4426414"/>
                  </a:lnTo>
                  <a:lnTo>
                    <a:pt x="2594492" y="4453323"/>
                  </a:lnTo>
                  <a:lnTo>
                    <a:pt x="2453448" y="4471323"/>
                  </a:lnTo>
                  <a:lnTo>
                    <a:pt x="2311546" y="4480341"/>
                  </a:lnTo>
                  <a:lnTo>
                    <a:pt x="2169359" y="4480341"/>
                  </a:lnTo>
                  <a:lnTo>
                    <a:pt x="2027457" y="4471323"/>
                  </a:lnTo>
                  <a:lnTo>
                    <a:pt x="1886413" y="4453323"/>
                  </a:lnTo>
                  <a:lnTo>
                    <a:pt x="1746795" y="4426414"/>
                  </a:lnTo>
                  <a:lnTo>
                    <a:pt x="1609164" y="4390704"/>
                  </a:lnTo>
                  <a:lnTo>
                    <a:pt x="1474076" y="4346337"/>
                  </a:lnTo>
                  <a:lnTo>
                    <a:pt x="1342073" y="4293491"/>
                  </a:lnTo>
                  <a:lnTo>
                    <a:pt x="1213688" y="4232379"/>
                  </a:lnTo>
                  <a:lnTo>
                    <a:pt x="1089438" y="4163248"/>
                  </a:lnTo>
                  <a:lnTo>
                    <a:pt x="969822" y="4086375"/>
                  </a:lnTo>
                  <a:lnTo>
                    <a:pt x="855322" y="4002071"/>
                  </a:lnTo>
                  <a:lnTo>
                    <a:pt x="746400" y="3910675"/>
                  </a:lnTo>
                  <a:lnTo>
                    <a:pt x="643494" y="3812554"/>
                  </a:lnTo>
                  <a:lnTo>
                    <a:pt x="547018" y="3708104"/>
                  </a:lnTo>
                  <a:lnTo>
                    <a:pt x="457361" y="3597745"/>
                  </a:lnTo>
                  <a:lnTo>
                    <a:pt x="374884" y="3481923"/>
                  </a:lnTo>
                  <a:lnTo>
                    <a:pt x="299919" y="3361102"/>
                  </a:lnTo>
                  <a:lnTo>
                    <a:pt x="232768" y="3235770"/>
                  </a:lnTo>
                  <a:lnTo>
                    <a:pt x="173701" y="3106431"/>
                  </a:lnTo>
                  <a:lnTo>
                    <a:pt x="122956" y="2973607"/>
                  </a:lnTo>
                  <a:lnTo>
                    <a:pt x="80738" y="2837832"/>
                  </a:lnTo>
                  <a:lnTo>
                    <a:pt x="47216" y="2699652"/>
                  </a:lnTo>
                  <a:lnTo>
                    <a:pt x="22525" y="2559624"/>
                  </a:lnTo>
                  <a:lnTo>
                    <a:pt x="6765" y="2418313"/>
                  </a:lnTo>
                  <a:lnTo>
                    <a:pt x="0" y="2276286"/>
                  </a:lnTo>
                  <a:lnTo>
                    <a:pt x="2255" y="2134116"/>
                  </a:lnTo>
                  <a:lnTo>
                    <a:pt x="13524" y="1992375"/>
                  </a:lnTo>
                  <a:lnTo>
                    <a:pt x="33759" y="1851635"/>
                  </a:lnTo>
                  <a:lnTo>
                    <a:pt x="62880" y="1712461"/>
                  </a:lnTo>
                  <a:lnTo>
                    <a:pt x="100770" y="1575415"/>
                  </a:lnTo>
                  <a:lnTo>
                    <a:pt x="147275" y="1441047"/>
                  </a:lnTo>
                  <a:lnTo>
                    <a:pt x="202208" y="1309900"/>
                  </a:lnTo>
                  <a:lnTo>
                    <a:pt x="265349" y="1182500"/>
                  </a:lnTo>
                  <a:lnTo>
                    <a:pt x="336443" y="1059362"/>
                  </a:lnTo>
                  <a:lnTo>
                    <a:pt x="415204" y="940981"/>
                  </a:lnTo>
                  <a:lnTo>
                    <a:pt x="501314" y="827833"/>
                  </a:lnTo>
                  <a:lnTo>
                    <a:pt x="594427" y="720375"/>
                  </a:lnTo>
                  <a:lnTo>
                    <a:pt x="694168" y="619038"/>
                  </a:lnTo>
                  <a:lnTo>
                    <a:pt x="800136" y="524232"/>
                  </a:lnTo>
                  <a:lnTo>
                    <a:pt x="911903" y="436337"/>
                  </a:lnTo>
                  <a:lnTo>
                    <a:pt x="1029020" y="355708"/>
                  </a:lnTo>
                  <a:lnTo>
                    <a:pt x="1151014" y="282670"/>
                  </a:lnTo>
                  <a:lnTo>
                    <a:pt x="1277396" y="217515"/>
                  </a:lnTo>
                  <a:lnTo>
                    <a:pt x="1407655" y="160508"/>
                  </a:lnTo>
                  <a:lnTo>
                    <a:pt x="1541268" y="111877"/>
                  </a:lnTo>
                  <a:lnTo>
                    <a:pt x="1677696" y="71818"/>
                  </a:lnTo>
                  <a:lnTo>
                    <a:pt x="1816391" y="40492"/>
                  </a:lnTo>
                  <a:lnTo>
                    <a:pt x="1956792" y="18027"/>
                  </a:lnTo>
                  <a:lnTo>
                    <a:pt x="2098336" y="4511"/>
                  </a:lnTo>
                  <a:lnTo>
                    <a:pt x="2240452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0642" y="752436"/>
              <a:ext cx="5041019" cy="5040384"/>
            </a:xfrm>
            <a:custGeom>
              <a:avLst/>
              <a:pathLst>
                <a:path w="5041019" h="5040384">
                  <a:moveTo>
                    <a:pt x="2520509" y="0"/>
                  </a:moveTo>
                  <a:lnTo>
                    <a:pt x="2680390" y="5075"/>
                  </a:lnTo>
                  <a:lnTo>
                    <a:pt x="2839627" y="20280"/>
                  </a:lnTo>
                  <a:lnTo>
                    <a:pt x="2997579" y="45554"/>
                  </a:lnTo>
                  <a:lnTo>
                    <a:pt x="3153610" y="80795"/>
                  </a:lnTo>
                  <a:lnTo>
                    <a:pt x="3307091" y="125862"/>
                  </a:lnTo>
                  <a:lnTo>
                    <a:pt x="3457406" y="180572"/>
                  </a:lnTo>
                  <a:lnTo>
                    <a:pt x="3603948" y="244705"/>
                  </a:lnTo>
                  <a:lnTo>
                    <a:pt x="3746127" y="318003"/>
                  </a:lnTo>
                  <a:lnTo>
                    <a:pt x="3883371" y="400172"/>
                  </a:lnTo>
                  <a:lnTo>
                    <a:pt x="4015127" y="490879"/>
                  </a:lnTo>
                  <a:lnTo>
                    <a:pt x="4140865" y="589761"/>
                  </a:lnTo>
                  <a:lnTo>
                    <a:pt x="4260079" y="696418"/>
                  </a:lnTo>
                  <a:lnTo>
                    <a:pt x="4372288" y="810422"/>
                  </a:lnTo>
                  <a:lnTo>
                    <a:pt x="4477040" y="931312"/>
                  </a:lnTo>
                  <a:lnTo>
                    <a:pt x="4573914" y="1058603"/>
                  </a:lnTo>
                  <a:lnTo>
                    <a:pt x="4662520" y="1191782"/>
                  </a:lnTo>
                  <a:lnTo>
                    <a:pt x="4742500" y="1330313"/>
                  </a:lnTo>
                  <a:lnTo>
                    <a:pt x="4813534" y="1473637"/>
                  </a:lnTo>
                  <a:lnTo>
                    <a:pt x="4875334" y="1621178"/>
                  </a:lnTo>
                  <a:lnTo>
                    <a:pt x="4927652" y="1772341"/>
                  </a:lnTo>
                  <a:lnTo>
                    <a:pt x="4970278" y="1926519"/>
                  </a:lnTo>
                  <a:lnTo>
                    <a:pt x="5003039" y="2083089"/>
                  </a:lnTo>
                  <a:lnTo>
                    <a:pt x="5025804" y="2241422"/>
                  </a:lnTo>
                  <a:lnTo>
                    <a:pt x="5038481" y="2400881"/>
                  </a:lnTo>
                  <a:lnTo>
                    <a:pt x="5041019" y="2560822"/>
                  </a:lnTo>
                  <a:lnTo>
                    <a:pt x="5033407" y="2720602"/>
                  </a:lnTo>
                  <a:lnTo>
                    <a:pt x="5015677" y="2879577"/>
                  </a:lnTo>
                  <a:lnTo>
                    <a:pt x="4987901" y="3037108"/>
                  </a:lnTo>
                  <a:lnTo>
                    <a:pt x="4950188" y="3192561"/>
                  </a:lnTo>
                  <a:lnTo>
                    <a:pt x="4902692" y="3345308"/>
                  </a:lnTo>
                  <a:lnTo>
                    <a:pt x="4845604" y="3494735"/>
                  </a:lnTo>
                  <a:lnTo>
                    <a:pt x="4779154" y="3640241"/>
                  </a:lnTo>
                  <a:lnTo>
                    <a:pt x="4703609" y="3781240"/>
                  </a:lnTo>
                  <a:lnTo>
                    <a:pt x="4619273" y="3917163"/>
                  </a:lnTo>
                  <a:lnTo>
                    <a:pt x="4526487" y="4047463"/>
                  </a:lnTo>
                  <a:lnTo>
                    <a:pt x="4425623" y="4171617"/>
                  </a:lnTo>
                  <a:lnTo>
                    <a:pt x="4317088" y="4289123"/>
                  </a:lnTo>
                  <a:lnTo>
                    <a:pt x="4201318" y="4399509"/>
                  </a:lnTo>
                  <a:lnTo>
                    <a:pt x="4078781" y="4502330"/>
                  </a:lnTo>
                  <a:lnTo>
                    <a:pt x="3949969" y="4597172"/>
                  </a:lnTo>
                  <a:lnTo>
                    <a:pt x="3815401" y="4683654"/>
                  </a:lnTo>
                  <a:lnTo>
                    <a:pt x="3675619" y="4761427"/>
                  </a:lnTo>
                  <a:lnTo>
                    <a:pt x="3531185" y="4830177"/>
                  </a:lnTo>
                  <a:lnTo>
                    <a:pt x="3382683" y="4889629"/>
                  </a:lnTo>
                  <a:lnTo>
                    <a:pt x="3230708" y="4939542"/>
                  </a:lnTo>
                  <a:lnTo>
                    <a:pt x="3075874" y="4979716"/>
                  </a:lnTo>
                  <a:lnTo>
                    <a:pt x="2918803" y="5009989"/>
                  </a:lnTo>
                  <a:lnTo>
                    <a:pt x="2760129" y="5030239"/>
                  </a:lnTo>
                  <a:lnTo>
                    <a:pt x="2600490" y="5040384"/>
                  </a:lnTo>
                  <a:lnTo>
                    <a:pt x="2440528" y="5040384"/>
                  </a:lnTo>
                  <a:lnTo>
                    <a:pt x="2280889" y="5030239"/>
                  </a:lnTo>
                  <a:lnTo>
                    <a:pt x="2122215" y="5009989"/>
                  </a:lnTo>
                  <a:lnTo>
                    <a:pt x="1965144" y="4979716"/>
                  </a:lnTo>
                  <a:lnTo>
                    <a:pt x="1810310" y="4939542"/>
                  </a:lnTo>
                  <a:lnTo>
                    <a:pt x="1658335" y="4889629"/>
                  </a:lnTo>
                  <a:lnTo>
                    <a:pt x="1509833" y="4830177"/>
                  </a:lnTo>
                  <a:lnTo>
                    <a:pt x="1365399" y="4761427"/>
                  </a:lnTo>
                  <a:lnTo>
                    <a:pt x="1225617" y="4683654"/>
                  </a:lnTo>
                  <a:lnTo>
                    <a:pt x="1091049" y="4597172"/>
                  </a:lnTo>
                  <a:lnTo>
                    <a:pt x="962237" y="4502330"/>
                  </a:lnTo>
                  <a:lnTo>
                    <a:pt x="839700" y="4399509"/>
                  </a:lnTo>
                  <a:lnTo>
                    <a:pt x="723930" y="4289123"/>
                  </a:lnTo>
                  <a:lnTo>
                    <a:pt x="615395" y="4171617"/>
                  </a:lnTo>
                  <a:lnTo>
                    <a:pt x="514531" y="4047463"/>
                  </a:lnTo>
                  <a:lnTo>
                    <a:pt x="421745" y="3917163"/>
                  </a:lnTo>
                  <a:lnTo>
                    <a:pt x="337409" y="3781240"/>
                  </a:lnTo>
                  <a:lnTo>
                    <a:pt x="261864" y="3640241"/>
                  </a:lnTo>
                  <a:lnTo>
                    <a:pt x="195414" y="3494735"/>
                  </a:lnTo>
                  <a:lnTo>
                    <a:pt x="138326" y="3345308"/>
                  </a:lnTo>
                  <a:lnTo>
                    <a:pt x="90830" y="3192561"/>
                  </a:lnTo>
                  <a:lnTo>
                    <a:pt x="53118" y="3037108"/>
                  </a:lnTo>
                  <a:lnTo>
                    <a:pt x="25341" y="2879577"/>
                  </a:lnTo>
                  <a:lnTo>
                    <a:pt x="7611" y="2720602"/>
                  </a:lnTo>
                  <a:lnTo>
                    <a:pt x="0" y="2560822"/>
                  </a:lnTo>
                  <a:lnTo>
                    <a:pt x="2537" y="2400881"/>
                  </a:lnTo>
                  <a:lnTo>
                    <a:pt x="15214" y="2241422"/>
                  </a:lnTo>
                  <a:lnTo>
                    <a:pt x="37979" y="2083089"/>
                  </a:lnTo>
                  <a:lnTo>
                    <a:pt x="70740" y="1926519"/>
                  </a:lnTo>
                  <a:lnTo>
                    <a:pt x="113366" y="1772341"/>
                  </a:lnTo>
                  <a:lnTo>
                    <a:pt x="165684" y="1621178"/>
                  </a:lnTo>
                  <a:lnTo>
                    <a:pt x="227484" y="1473637"/>
                  </a:lnTo>
                  <a:lnTo>
                    <a:pt x="298518" y="1330313"/>
                  </a:lnTo>
                  <a:lnTo>
                    <a:pt x="378498" y="1191782"/>
                  </a:lnTo>
                  <a:lnTo>
                    <a:pt x="467104" y="1058603"/>
                  </a:lnTo>
                  <a:lnTo>
                    <a:pt x="563978" y="931312"/>
                  </a:lnTo>
                  <a:lnTo>
                    <a:pt x="668731" y="810422"/>
                  </a:lnTo>
                  <a:lnTo>
                    <a:pt x="780939" y="696418"/>
                  </a:lnTo>
                  <a:lnTo>
                    <a:pt x="900153" y="589761"/>
                  </a:lnTo>
                  <a:lnTo>
                    <a:pt x="1025891" y="490879"/>
                  </a:lnTo>
                  <a:lnTo>
                    <a:pt x="1157647" y="400172"/>
                  </a:lnTo>
                  <a:lnTo>
                    <a:pt x="1294891" y="318003"/>
                  </a:lnTo>
                  <a:lnTo>
                    <a:pt x="1437070" y="244705"/>
                  </a:lnTo>
                  <a:lnTo>
                    <a:pt x="1583612" y="180572"/>
                  </a:lnTo>
                  <a:lnTo>
                    <a:pt x="1733927" y="125862"/>
                  </a:lnTo>
                  <a:lnTo>
                    <a:pt x="1887408" y="80795"/>
                  </a:lnTo>
                  <a:lnTo>
                    <a:pt x="2043439" y="45554"/>
                  </a:lnTo>
                  <a:lnTo>
                    <a:pt x="2201391" y="20280"/>
                  </a:lnTo>
                  <a:lnTo>
                    <a:pt x="2360628" y="5075"/>
                  </a:lnTo>
                  <a:lnTo>
                    <a:pt x="2520509" y="0"/>
                  </a:lnTo>
                </a:path>
              </a:pathLst>
            </a:custGeom>
            <a:ln w="21681" cap="flat">
              <a:solidFill>
                <a:srgbClr val="111111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3010404" y="2562811"/>
              <a:ext cx="1747993" cy="1062469"/>
            </a:xfrm>
            <a:custGeom>
              <a:avLst/>
              <a:pathLst>
                <a:path w="1747993" h="1062469">
                  <a:moveTo>
                    <a:pt x="250747" y="444493"/>
                  </a:moveTo>
                  <a:lnTo>
                    <a:pt x="270237" y="388253"/>
                  </a:lnTo>
                  <a:lnTo>
                    <a:pt x="296505" y="333604"/>
                  </a:lnTo>
                  <a:lnTo>
                    <a:pt x="329418" y="281156"/>
                  </a:lnTo>
                  <a:lnTo>
                    <a:pt x="368795" y="231512"/>
                  </a:lnTo>
                  <a:lnTo>
                    <a:pt x="414404" y="185258"/>
                  </a:lnTo>
                  <a:lnTo>
                    <a:pt x="465968" y="142962"/>
                  </a:lnTo>
                  <a:lnTo>
                    <a:pt x="523162" y="105170"/>
                  </a:lnTo>
                  <a:lnTo>
                    <a:pt x="585621" y="72403"/>
                  </a:lnTo>
                  <a:lnTo>
                    <a:pt x="652934" y="45153"/>
                  </a:lnTo>
                  <a:lnTo>
                    <a:pt x="724652" y="23881"/>
                  </a:lnTo>
                  <a:lnTo>
                    <a:pt x="800289" y="9013"/>
                  </a:lnTo>
                  <a:lnTo>
                    <a:pt x="879322" y="937"/>
                  </a:lnTo>
                  <a:lnTo>
                    <a:pt x="961199" y="0"/>
                  </a:lnTo>
                  <a:lnTo>
                    <a:pt x="1021808" y="16185"/>
                  </a:lnTo>
                  <a:lnTo>
                    <a:pt x="1082604" y="36827"/>
                  </a:lnTo>
                  <a:lnTo>
                    <a:pt x="1143282" y="61987"/>
                  </a:lnTo>
                  <a:lnTo>
                    <a:pt x="1203534" y="91704"/>
                  </a:lnTo>
                  <a:lnTo>
                    <a:pt x="1263046" y="126000"/>
                  </a:lnTo>
                  <a:lnTo>
                    <a:pt x="1321502" y="164874"/>
                  </a:lnTo>
                  <a:lnTo>
                    <a:pt x="1378584" y="208306"/>
                  </a:lnTo>
                  <a:lnTo>
                    <a:pt x="1433972" y="256254"/>
                  </a:lnTo>
                  <a:lnTo>
                    <a:pt x="1487349" y="308655"/>
                  </a:lnTo>
                  <a:lnTo>
                    <a:pt x="1538398" y="365426"/>
                  </a:lnTo>
                  <a:lnTo>
                    <a:pt x="1586807" y="426463"/>
                  </a:lnTo>
                  <a:lnTo>
                    <a:pt x="1632269" y="491640"/>
                  </a:lnTo>
                  <a:lnTo>
                    <a:pt x="1674482" y="560811"/>
                  </a:lnTo>
                  <a:lnTo>
                    <a:pt x="1713152" y="633810"/>
                  </a:lnTo>
                  <a:lnTo>
                    <a:pt x="1747993" y="710451"/>
                  </a:lnTo>
                  <a:lnTo>
                    <a:pt x="1683519" y="769711"/>
                  </a:lnTo>
                  <a:lnTo>
                    <a:pt x="1616812" y="823647"/>
                  </a:lnTo>
                  <a:lnTo>
                    <a:pt x="1548204" y="872179"/>
                  </a:lnTo>
                  <a:lnTo>
                    <a:pt x="1478026" y="915248"/>
                  </a:lnTo>
                  <a:lnTo>
                    <a:pt x="1406611" y="952810"/>
                  </a:lnTo>
                  <a:lnTo>
                    <a:pt x="1334294" y="984843"/>
                  </a:lnTo>
                  <a:lnTo>
                    <a:pt x="1261409" y="1011339"/>
                  </a:lnTo>
                  <a:lnTo>
                    <a:pt x="1188290" y="1032310"/>
                  </a:lnTo>
                  <a:lnTo>
                    <a:pt x="1115266" y="1047787"/>
                  </a:lnTo>
                  <a:lnTo>
                    <a:pt x="1042665" y="1057818"/>
                  </a:lnTo>
                  <a:lnTo>
                    <a:pt x="970811" y="1062469"/>
                  </a:lnTo>
                  <a:lnTo>
                    <a:pt x="900022" y="1061821"/>
                  </a:lnTo>
                  <a:lnTo>
                    <a:pt x="830613" y="1055976"/>
                  </a:lnTo>
                  <a:lnTo>
                    <a:pt x="762888" y="1045050"/>
                  </a:lnTo>
                  <a:lnTo>
                    <a:pt x="697148" y="1029176"/>
                  </a:lnTo>
                  <a:lnTo>
                    <a:pt x="633683" y="1008502"/>
                  </a:lnTo>
                  <a:lnTo>
                    <a:pt x="572774" y="983194"/>
                  </a:lnTo>
                  <a:lnTo>
                    <a:pt x="514694" y="953432"/>
                  </a:lnTo>
                  <a:lnTo>
                    <a:pt x="459704" y="919408"/>
                  </a:lnTo>
                  <a:lnTo>
                    <a:pt x="403600" y="920834"/>
                  </a:lnTo>
                  <a:lnTo>
                    <a:pt x="352707" y="910560"/>
                  </a:lnTo>
                  <a:lnTo>
                    <a:pt x="309190" y="890321"/>
                  </a:lnTo>
                  <a:lnTo>
                    <a:pt x="274786" y="862224"/>
                  </a:lnTo>
                  <a:lnTo>
                    <a:pt x="250747" y="828655"/>
                  </a:lnTo>
                  <a:lnTo>
                    <a:pt x="224860" y="873899"/>
                  </a:lnTo>
                  <a:lnTo>
                    <a:pt x="184999" y="912804"/>
                  </a:lnTo>
                  <a:lnTo>
                    <a:pt x="132688" y="942156"/>
                  </a:lnTo>
                  <a:lnTo>
                    <a:pt x="70104" y="959086"/>
                  </a:lnTo>
                  <a:lnTo>
                    <a:pt x="0" y="961199"/>
                  </a:lnTo>
                  <a:lnTo>
                    <a:pt x="5884" y="898341"/>
                  </a:lnTo>
                  <a:lnTo>
                    <a:pt x="23264" y="841789"/>
                  </a:lnTo>
                  <a:lnTo>
                    <a:pt x="50536" y="793381"/>
                  </a:lnTo>
                  <a:lnTo>
                    <a:pt x="85826" y="754642"/>
                  </a:lnTo>
                  <a:lnTo>
                    <a:pt x="127044" y="726737"/>
                  </a:lnTo>
                  <a:lnTo>
                    <a:pt x="171945" y="710451"/>
                  </a:lnTo>
                  <a:lnTo>
                    <a:pt x="133400" y="679008"/>
                  </a:lnTo>
                  <a:lnTo>
                    <a:pt x="108570" y="628365"/>
                  </a:lnTo>
                  <a:lnTo>
                    <a:pt x="104478" y="564182"/>
                  </a:lnTo>
                  <a:lnTo>
                    <a:pt x="78648" y="592171"/>
                  </a:lnTo>
                  <a:lnTo>
                    <a:pt x="58175" y="624713"/>
                  </a:lnTo>
                  <a:lnTo>
                    <a:pt x="43859" y="660782"/>
                  </a:lnTo>
                  <a:lnTo>
                    <a:pt x="36305" y="699213"/>
                  </a:lnTo>
                  <a:lnTo>
                    <a:pt x="35895" y="738737"/>
                  </a:lnTo>
                  <a:lnTo>
                    <a:pt x="42773" y="778026"/>
                  </a:lnTo>
                  <a:lnTo>
                    <a:pt x="56839" y="815735"/>
                  </a:lnTo>
                  <a:lnTo>
                    <a:pt x="77741" y="850549"/>
                  </a:lnTo>
                  <a:lnTo>
                    <a:pt x="104890" y="881228"/>
                  </a:lnTo>
                  <a:lnTo>
                    <a:pt x="137469" y="906655"/>
                  </a:lnTo>
                  <a:lnTo>
                    <a:pt x="174463" y="925870"/>
                  </a:lnTo>
                  <a:lnTo>
                    <a:pt x="214690" y="938111"/>
                  </a:lnTo>
                  <a:lnTo>
                    <a:pt x="256832" y="942839"/>
                  </a:lnTo>
                  <a:lnTo>
                    <a:pt x="299489" y="939765"/>
                  </a:lnTo>
                  <a:lnTo>
                    <a:pt x="341216" y="928863"/>
                  </a:lnTo>
                  <a:lnTo>
                    <a:pt x="380577" y="910371"/>
                  </a:lnTo>
                  <a:lnTo>
                    <a:pt x="416191" y="884793"/>
                  </a:lnTo>
                  <a:lnTo>
                    <a:pt x="446786" y="852882"/>
                  </a:lnTo>
                  <a:lnTo>
                    <a:pt x="471237" y="815620"/>
                  </a:lnTo>
                  <a:lnTo>
                    <a:pt x="488614" y="774187"/>
                  </a:lnTo>
                  <a:lnTo>
                    <a:pt x="498210" y="729927"/>
                  </a:lnTo>
                  <a:lnTo>
                    <a:pt x="499574" y="684299"/>
                  </a:lnTo>
                  <a:lnTo>
                    <a:pt x="492531" y="638832"/>
                  </a:lnTo>
                  <a:lnTo>
                    <a:pt x="477186" y="595075"/>
                  </a:lnTo>
                  <a:lnTo>
                    <a:pt x="453931" y="554543"/>
                  </a:lnTo>
                  <a:lnTo>
                    <a:pt x="423435" y="518662"/>
                  </a:lnTo>
                  <a:lnTo>
                    <a:pt x="386622" y="488724"/>
                  </a:lnTo>
                  <a:lnTo>
                    <a:pt x="344646" y="465836"/>
                  </a:lnTo>
                  <a:lnTo>
                    <a:pt x="298855" y="450884"/>
                  </a:lnTo>
                  <a:close/>
                </a:path>
              </a:pathLst>
            </a:custGeom>
            <a:solidFill>
              <a:srgbClr val="00BFC4">
                <a:alpha val="21960"/>
              </a:srgbClr>
            </a:solidFill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3062865" y="2380715"/>
              <a:ext cx="1449095" cy="1216831"/>
            </a:xfrm>
            <a:custGeom>
              <a:avLst/>
              <a:pathLst>
                <a:path w="1449095" h="1216831">
                  <a:moveTo>
                    <a:pt x="198286" y="406121"/>
                  </a:moveTo>
                  <a:lnTo>
                    <a:pt x="228622" y="352374"/>
                  </a:lnTo>
                  <a:lnTo>
                    <a:pt x="264975" y="300669"/>
                  </a:lnTo>
                  <a:lnTo>
                    <a:pt x="307202" y="251512"/>
                  </a:lnTo>
                  <a:lnTo>
                    <a:pt x="355124" y="205398"/>
                  </a:lnTo>
                  <a:lnTo>
                    <a:pt x="408521" y="162808"/>
                  </a:lnTo>
                  <a:lnTo>
                    <a:pt x="467139" y="124209"/>
                  </a:lnTo>
                  <a:lnTo>
                    <a:pt x="530692" y="90049"/>
                  </a:lnTo>
                  <a:lnTo>
                    <a:pt x="598855" y="60758"/>
                  </a:lnTo>
                  <a:lnTo>
                    <a:pt x="671274" y="36741"/>
                  </a:lnTo>
                  <a:lnTo>
                    <a:pt x="747563" y="18377"/>
                  </a:lnTo>
                  <a:lnTo>
                    <a:pt x="827309" y="6022"/>
                  </a:lnTo>
                  <a:lnTo>
                    <a:pt x="910069" y="0"/>
                  </a:lnTo>
                  <a:lnTo>
                    <a:pt x="995377" y="602"/>
                  </a:lnTo>
                  <a:lnTo>
                    <a:pt x="1082742" y="8092"/>
                  </a:lnTo>
                  <a:lnTo>
                    <a:pt x="1130942" y="59075"/>
                  </a:lnTo>
                  <a:lnTo>
                    <a:pt x="1176208" y="112681"/>
                  </a:lnTo>
                  <a:lnTo>
                    <a:pt x="1218397" y="168740"/>
                  </a:lnTo>
                  <a:lnTo>
                    <a:pt x="1257376" y="227077"/>
                  </a:lnTo>
                  <a:lnTo>
                    <a:pt x="1293024" y="287507"/>
                  </a:lnTo>
                  <a:lnTo>
                    <a:pt x="1325226" y="349842"/>
                  </a:lnTo>
                  <a:lnTo>
                    <a:pt x="1353883" y="413883"/>
                  </a:lnTo>
                  <a:lnTo>
                    <a:pt x="1378904" y="479431"/>
                  </a:lnTo>
                  <a:lnTo>
                    <a:pt x="1400210" y="546279"/>
                  </a:lnTo>
                  <a:lnTo>
                    <a:pt x="1417735" y="614216"/>
                  </a:lnTo>
                  <a:lnTo>
                    <a:pt x="1431423" y="683029"/>
                  </a:lnTo>
                  <a:lnTo>
                    <a:pt x="1441230" y="752501"/>
                  </a:lnTo>
                  <a:lnTo>
                    <a:pt x="1447127" y="822414"/>
                  </a:lnTo>
                  <a:lnTo>
                    <a:pt x="1449095" y="892547"/>
                  </a:lnTo>
                  <a:lnTo>
                    <a:pt x="1387239" y="954858"/>
                  </a:lnTo>
                  <a:lnTo>
                    <a:pt x="1322455" y="1010702"/>
                  </a:lnTo>
                  <a:lnTo>
                    <a:pt x="1255248" y="1059953"/>
                  </a:lnTo>
                  <a:lnTo>
                    <a:pt x="1186130" y="1102520"/>
                  </a:lnTo>
                  <a:lnTo>
                    <a:pt x="1115615" y="1138345"/>
                  </a:lnTo>
                  <a:lnTo>
                    <a:pt x="1044217" y="1167407"/>
                  </a:lnTo>
                  <a:lnTo>
                    <a:pt x="972448" y="1189720"/>
                  </a:lnTo>
                  <a:lnTo>
                    <a:pt x="900817" y="1205334"/>
                  </a:lnTo>
                  <a:lnTo>
                    <a:pt x="829824" y="1214332"/>
                  </a:lnTo>
                  <a:lnTo>
                    <a:pt x="759962" y="1216831"/>
                  </a:lnTo>
                  <a:lnTo>
                    <a:pt x="691713" y="1212982"/>
                  </a:lnTo>
                  <a:lnTo>
                    <a:pt x="625544" y="1202968"/>
                  </a:lnTo>
                  <a:lnTo>
                    <a:pt x="561909" y="1187003"/>
                  </a:lnTo>
                  <a:lnTo>
                    <a:pt x="501245" y="1165332"/>
                  </a:lnTo>
                  <a:lnTo>
                    <a:pt x="443968" y="1138229"/>
                  </a:lnTo>
                  <a:lnTo>
                    <a:pt x="383969" y="1125386"/>
                  </a:lnTo>
                  <a:lnTo>
                    <a:pt x="330324" y="1102684"/>
                  </a:lnTo>
                  <a:lnTo>
                    <a:pt x="284430" y="1071427"/>
                  </a:lnTo>
                  <a:lnTo>
                    <a:pt x="247467" y="1033097"/>
                  </a:lnTo>
                  <a:lnTo>
                    <a:pt x="220376" y="989329"/>
                  </a:lnTo>
                  <a:lnTo>
                    <a:pt x="203844" y="941870"/>
                  </a:lnTo>
                  <a:lnTo>
                    <a:pt x="198286" y="892547"/>
                  </a:lnTo>
                  <a:lnTo>
                    <a:pt x="191764" y="933728"/>
                  </a:lnTo>
                  <a:lnTo>
                    <a:pt x="172518" y="971853"/>
                  </a:lnTo>
                  <a:lnTo>
                    <a:pt x="141501" y="1003995"/>
                  </a:lnTo>
                  <a:lnTo>
                    <a:pt x="100259" y="1027471"/>
                  </a:lnTo>
                  <a:lnTo>
                    <a:pt x="50877" y="1039956"/>
                  </a:lnTo>
                  <a:lnTo>
                    <a:pt x="37807" y="985200"/>
                  </a:lnTo>
                  <a:lnTo>
                    <a:pt x="41669" y="934513"/>
                  </a:lnTo>
                  <a:lnTo>
                    <a:pt x="59307" y="892547"/>
                  </a:lnTo>
                  <a:lnTo>
                    <a:pt x="69887" y="839362"/>
                  </a:lnTo>
                  <a:lnTo>
                    <a:pt x="100013" y="794274"/>
                  </a:lnTo>
                  <a:lnTo>
                    <a:pt x="78424" y="804661"/>
                  </a:lnTo>
                  <a:lnTo>
                    <a:pt x="57889" y="819461"/>
                  </a:lnTo>
                  <a:lnTo>
                    <a:pt x="39266" y="838567"/>
                  </a:lnTo>
                  <a:lnTo>
                    <a:pt x="23400" y="861710"/>
                  </a:lnTo>
                  <a:lnTo>
                    <a:pt x="11095" y="888463"/>
                  </a:lnTo>
                  <a:lnTo>
                    <a:pt x="3084" y="918246"/>
                  </a:lnTo>
                  <a:lnTo>
                    <a:pt x="0" y="950343"/>
                  </a:lnTo>
                  <a:lnTo>
                    <a:pt x="2352" y="983913"/>
                  </a:lnTo>
                  <a:lnTo>
                    <a:pt x="10507" y="1018017"/>
                  </a:lnTo>
                  <a:lnTo>
                    <a:pt x="24663" y="1051643"/>
                  </a:lnTo>
                  <a:lnTo>
                    <a:pt x="44845" y="1083731"/>
                  </a:lnTo>
                  <a:lnTo>
                    <a:pt x="70889" y="1113206"/>
                  </a:lnTo>
                  <a:lnTo>
                    <a:pt x="102441" y="1139013"/>
                  </a:lnTo>
                  <a:lnTo>
                    <a:pt x="138961" y="1160147"/>
                  </a:lnTo>
                  <a:lnTo>
                    <a:pt x="179728" y="1175688"/>
                  </a:lnTo>
                  <a:lnTo>
                    <a:pt x="223858" y="1184830"/>
                  </a:lnTo>
                  <a:lnTo>
                    <a:pt x="270317" y="1186913"/>
                  </a:lnTo>
                  <a:lnTo>
                    <a:pt x="317952" y="1181446"/>
                  </a:lnTo>
                  <a:lnTo>
                    <a:pt x="365515" y="1168131"/>
                  </a:lnTo>
                  <a:lnTo>
                    <a:pt x="411695" y="1146878"/>
                  </a:lnTo>
                  <a:lnTo>
                    <a:pt x="455157" y="1117817"/>
                  </a:lnTo>
                  <a:lnTo>
                    <a:pt x="494576" y="1081305"/>
                  </a:lnTo>
                  <a:lnTo>
                    <a:pt x="528676" y="1037922"/>
                  </a:lnTo>
                  <a:lnTo>
                    <a:pt x="556268" y="988468"/>
                  </a:lnTo>
                  <a:lnTo>
                    <a:pt x="576287" y="933945"/>
                  </a:lnTo>
                  <a:lnTo>
                    <a:pt x="587828" y="875539"/>
                  </a:lnTo>
                  <a:lnTo>
                    <a:pt x="590173" y="814596"/>
                  </a:lnTo>
                  <a:lnTo>
                    <a:pt x="582823" y="752587"/>
                  </a:lnTo>
                  <a:lnTo>
                    <a:pt x="565518" y="691077"/>
                  </a:lnTo>
                  <a:lnTo>
                    <a:pt x="538252" y="631682"/>
                  </a:lnTo>
                  <a:lnTo>
                    <a:pt x="501286" y="576030"/>
                  </a:lnTo>
                  <a:lnTo>
                    <a:pt x="455145" y="525714"/>
                  </a:lnTo>
                  <a:lnTo>
                    <a:pt x="400621" y="482253"/>
                  </a:lnTo>
                  <a:lnTo>
                    <a:pt x="338753" y="447044"/>
                  </a:lnTo>
                  <a:lnTo>
                    <a:pt x="270815" y="421322"/>
                  </a:lnTo>
                  <a:close/>
                </a:path>
              </a:pathLst>
            </a:custGeom>
            <a:solidFill>
              <a:srgbClr val="BE84DB">
                <a:alpha val="21960"/>
              </a:srgbClr>
            </a:solidFill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2933559" y="2855381"/>
              <a:ext cx="2402347" cy="1024225"/>
            </a:xfrm>
            <a:custGeom>
              <a:avLst/>
              <a:pathLst>
                <a:path w="2402347" h="1024225">
                  <a:moveTo>
                    <a:pt x="327592" y="417881"/>
                  </a:moveTo>
                  <a:lnTo>
                    <a:pt x="337013" y="382722"/>
                  </a:lnTo>
                  <a:lnTo>
                    <a:pt x="363992" y="354835"/>
                  </a:lnTo>
                  <a:lnTo>
                    <a:pt x="404807" y="340666"/>
                  </a:lnTo>
                  <a:lnTo>
                    <a:pt x="457952" y="294636"/>
                  </a:lnTo>
                  <a:lnTo>
                    <a:pt x="513701" y="251564"/>
                  </a:lnTo>
                  <a:lnTo>
                    <a:pt x="571926" y="211559"/>
                  </a:lnTo>
                  <a:lnTo>
                    <a:pt x="632500" y="174725"/>
                  </a:lnTo>
                  <a:lnTo>
                    <a:pt x="695289" y="141161"/>
                  </a:lnTo>
                  <a:lnTo>
                    <a:pt x="760156" y="110960"/>
                  </a:lnTo>
                  <a:lnTo>
                    <a:pt x="826962" y="84212"/>
                  </a:lnTo>
                  <a:lnTo>
                    <a:pt x="895562" y="61001"/>
                  </a:lnTo>
                  <a:lnTo>
                    <a:pt x="965811" y="41405"/>
                  </a:lnTo>
                  <a:lnTo>
                    <a:pt x="1037558" y="25496"/>
                  </a:lnTo>
                  <a:lnTo>
                    <a:pt x="1110651" y="13343"/>
                  </a:lnTo>
                  <a:lnTo>
                    <a:pt x="1184936" y="5006"/>
                  </a:lnTo>
                  <a:lnTo>
                    <a:pt x="1260254" y="541"/>
                  </a:lnTo>
                  <a:lnTo>
                    <a:pt x="1336447" y="0"/>
                  </a:lnTo>
                  <a:lnTo>
                    <a:pt x="1413353" y="3424"/>
                  </a:lnTo>
                  <a:lnTo>
                    <a:pt x="1490809" y="10854"/>
                  </a:lnTo>
                  <a:lnTo>
                    <a:pt x="1568650" y="22320"/>
                  </a:lnTo>
                  <a:lnTo>
                    <a:pt x="1646711" y="37849"/>
                  </a:lnTo>
                  <a:lnTo>
                    <a:pt x="1724824" y="57461"/>
                  </a:lnTo>
                  <a:lnTo>
                    <a:pt x="1802821" y="81169"/>
                  </a:lnTo>
                  <a:lnTo>
                    <a:pt x="1880534" y="108981"/>
                  </a:lnTo>
                  <a:lnTo>
                    <a:pt x="1957793" y="140898"/>
                  </a:lnTo>
                  <a:lnTo>
                    <a:pt x="2034429" y="176915"/>
                  </a:lnTo>
                  <a:lnTo>
                    <a:pt x="2110273" y="217021"/>
                  </a:lnTo>
                  <a:lnTo>
                    <a:pt x="2185155" y="261197"/>
                  </a:lnTo>
                  <a:lnTo>
                    <a:pt x="2258907" y="309420"/>
                  </a:lnTo>
                  <a:lnTo>
                    <a:pt x="2331360" y="361660"/>
                  </a:lnTo>
                  <a:lnTo>
                    <a:pt x="2402347" y="417881"/>
                  </a:lnTo>
                  <a:lnTo>
                    <a:pt x="2338541" y="493125"/>
                  </a:lnTo>
                  <a:lnTo>
                    <a:pt x="2272097" y="563601"/>
                  </a:lnTo>
                  <a:lnTo>
                    <a:pt x="2203282" y="629220"/>
                  </a:lnTo>
                  <a:lnTo>
                    <a:pt x="2132367" y="689907"/>
                  </a:lnTo>
                  <a:lnTo>
                    <a:pt x="2059623" y="745598"/>
                  </a:lnTo>
                  <a:lnTo>
                    <a:pt x="1985323" y="796247"/>
                  </a:lnTo>
                  <a:lnTo>
                    <a:pt x="1909744" y="841817"/>
                  </a:lnTo>
                  <a:lnTo>
                    <a:pt x="1833160" y="882287"/>
                  </a:lnTo>
                  <a:lnTo>
                    <a:pt x="1755845" y="917648"/>
                  </a:lnTo>
                  <a:lnTo>
                    <a:pt x="1678074" y="947906"/>
                  </a:lnTo>
                  <a:lnTo>
                    <a:pt x="1600120" y="973079"/>
                  </a:lnTo>
                  <a:lnTo>
                    <a:pt x="1522251" y="993198"/>
                  </a:lnTo>
                  <a:lnTo>
                    <a:pt x="1444736" y="1008308"/>
                  </a:lnTo>
                  <a:lnTo>
                    <a:pt x="1367839" y="1018468"/>
                  </a:lnTo>
                  <a:lnTo>
                    <a:pt x="1291821" y="1023746"/>
                  </a:lnTo>
                  <a:lnTo>
                    <a:pt x="1216936" y="1024225"/>
                  </a:lnTo>
                  <a:lnTo>
                    <a:pt x="1143437" y="1020001"/>
                  </a:lnTo>
                  <a:lnTo>
                    <a:pt x="1071567" y="1011181"/>
                  </a:lnTo>
                  <a:lnTo>
                    <a:pt x="1001566" y="997882"/>
                  </a:lnTo>
                  <a:lnTo>
                    <a:pt x="933666" y="980235"/>
                  </a:lnTo>
                  <a:lnTo>
                    <a:pt x="868093" y="958381"/>
                  </a:lnTo>
                  <a:lnTo>
                    <a:pt x="788560" y="957605"/>
                  </a:lnTo>
                  <a:lnTo>
                    <a:pt x="712701" y="947937"/>
                  </a:lnTo>
                  <a:lnTo>
                    <a:pt x="641398" y="929965"/>
                  </a:lnTo>
                  <a:lnTo>
                    <a:pt x="575466" y="904360"/>
                  </a:lnTo>
                  <a:lnTo>
                    <a:pt x="515639" y="871865"/>
                  </a:lnTo>
                  <a:lnTo>
                    <a:pt x="462568" y="833293"/>
                  </a:lnTo>
                  <a:lnTo>
                    <a:pt x="416813" y="789512"/>
                  </a:lnTo>
                  <a:lnTo>
                    <a:pt x="378839" y="741440"/>
                  </a:lnTo>
                  <a:lnTo>
                    <a:pt x="349011" y="690033"/>
                  </a:lnTo>
                  <a:lnTo>
                    <a:pt x="327592" y="636276"/>
                  </a:lnTo>
                  <a:lnTo>
                    <a:pt x="290011" y="655158"/>
                  </a:lnTo>
                  <a:lnTo>
                    <a:pt x="246607" y="667128"/>
                  </a:lnTo>
                  <a:lnTo>
                    <a:pt x="198698" y="670850"/>
                  </a:lnTo>
                  <a:lnTo>
                    <a:pt x="147875" y="665240"/>
                  </a:lnTo>
                  <a:lnTo>
                    <a:pt x="95949" y="649524"/>
                  </a:lnTo>
                  <a:lnTo>
                    <a:pt x="62564" y="610435"/>
                  </a:lnTo>
                  <a:lnTo>
                    <a:pt x="35705" y="566605"/>
                  </a:lnTo>
                  <a:lnTo>
                    <a:pt x="16033" y="519112"/>
                  </a:lnTo>
                  <a:lnTo>
                    <a:pt x="4033" y="469127"/>
                  </a:lnTo>
                  <a:lnTo>
                    <a:pt x="0" y="417881"/>
                  </a:lnTo>
                  <a:lnTo>
                    <a:pt x="48564" y="386442"/>
                  </a:lnTo>
                  <a:lnTo>
                    <a:pt x="99464" y="365812"/>
                  </a:lnTo>
                  <a:lnTo>
                    <a:pt x="150901" y="356054"/>
                  </a:lnTo>
                  <a:lnTo>
                    <a:pt x="201099" y="356965"/>
                  </a:lnTo>
                  <a:lnTo>
                    <a:pt x="248341" y="368084"/>
                  </a:lnTo>
                  <a:lnTo>
                    <a:pt x="291003" y="388702"/>
                  </a:lnTo>
                  <a:close/>
                </a:path>
              </a:pathLst>
            </a:custGeom>
            <a:solidFill>
              <a:srgbClr val="F8766D">
                <a:alpha val="21960"/>
              </a:srgbClr>
            </a:solidFill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3007792" y="2175371"/>
              <a:ext cx="1600469" cy="1435699"/>
            </a:xfrm>
            <a:custGeom>
              <a:avLst/>
              <a:pathLst>
                <a:path w="1600469" h="1435699">
                  <a:moveTo>
                    <a:pt x="253359" y="1097891"/>
                  </a:moveTo>
                  <a:lnTo>
                    <a:pt x="255476" y="1033232"/>
                  </a:lnTo>
                  <a:lnTo>
                    <a:pt x="261822" y="968781"/>
                  </a:lnTo>
                  <a:lnTo>
                    <a:pt x="272382" y="904744"/>
                  </a:lnTo>
                  <a:lnTo>
                    <a:pt x="287136" y="841330"/>
                  </a:lnTo>
                  <a:lnTo>
                    <a:pt x="306051" y="778742"/>
                  </a:lnTo>
                  <a:lnTo>
                    <a:pt x="329086" y="717186"/>
                  </a:lnTo>
                  <a:lnTo>
                    <a:pt x="356192" y="656864"/>
                  </a:lnTo>
                  <a:lnTo>
                    <a:pt x="387311" y="597975"/>
                  </a:lnTo>
                  <a:lnTo>
                    <a:pt x="422376" y="540718"/>
                  </a:lnTo>
                  <a:lnTo>
                    <a:pt x="461311" y="485285"/>
                  </a:lnTo>
                  <a:lnTo>
                    <a:pt x="504032" y="431870"/>
                  </a:lnTo>
                  <a:lnTo>
                    <a:pt x="550447" y="380659"/>
                  </a:lnTo>
                  <a:lnTo>
                    <a:pt x="600454" y="331836"/>
                  </a:lnTo>
                  <a:lnTo>
                    <a:pt x="653946" y="285581"/>
                  </a:lnTo>
                  <a:lnTo>
                    <a:pt x="710807" y="242067"/>
                  </a:lnTo>
                  <a:lnTo>
                    <a:pt x="770910" y="201466"/>
                  </a:lnTo>
                  <a:lnTo>
                    <a:pt x="834126" y="163942"/>
                  </a:lnTo>
                  <a:lnTo>
                    <a:pt x="900315" y="129653"/>
                  </a:lnTo>
                  <a:lnTo>
                    <a:pt x="969331" y="98753"/>
                  </a:lnTo>
                  <a:lnTo>
                    <a:pt x="1041022" y="71389"/>
                  </a:lnTo>
                  <a:lnTo>
                    <a:pt x="1115228" y="47701"/>
                  </a:lnTo>
                  <a:lnTo>
                    <a:pt x="1191783" y="27824"/>
                  </a:lnTo>
                  <a:lnTo>
                    <a:pt x="1270517" y="11883"/>
                  </a:lnTo>
                  <a:lnTo>
                    <a:pt x="1351251" y="0"/>
                  </a:lnTo>
                  <a:lnTo>
                    <a:pt x="1392738" y="65219"/>
                  </a:lnTo>
                  <a:lnTo>
                    <a:pt x="1430495" y="131841"/>
                  </a:lnTo>
                  <a:lnTo>
                    <a:pt x="1464488" y="199657"/>
                  </a:lnTo>
                  <a:lnTo>
                    <a:pt x="1494690" y="268460"/>
                  </a:lnTo>
                  <a:lnTo>
                    <a:pt x="1521088" y="338044"/>
                  </a:lnTo>
                  <a:lnTo>
                    <a:pt x="1543678" y="408201"/>
                  </a:lnTo>
                  <a:lnTo>
                    <a:pt x="1562469" y="478728"/>
                  </a:lnTo>
                  <a:lnTo>
                    <a:pt x="1577481" y="549422"/>
                  </a:lnTo>
                  <a:lnTo>
                    <a:pt x="1588741" y="620084"/>
                  </a:lnTo>
                  <a:lnTo>
                    <a:pt x="1596291" y="690517"/>
                  </a:lnTo>
                  <a:lnTo>
                    <a:pt x="1600180" y="760530"/>
                  </a:lnTo>
                  <a:lnTo>
                    <a:pt x="1600469" y="829935"/>
                  </a:lnTo>
                  <a:lnTo>
                    <a:pt x="1597226" y="898547"/>
                  </a:lnTo>
                  <a:lnTo>
                    <a:pt x="1590532" y="966191"/>
                  </a:lnTo>
                  <a:lnTo>
                    <a:pt x="1580472" y="1032694"/>
                  </a:lnTo>
                  <a:lnTo>
                    <a:pt x="1567143" y="1097891"/>
                  </a:lnTo>
                  <a:lnTo>
                    <a:pt x="1505915" y="1159425"/>
                  </a:lnTo>
                  <a:lnTo>
                    <a:pt x="1441957" y="1214958"/>
                  </a:lnTo>
                  <a:lnTo>
                    <a:pt x="1375710" y="1264376"/>
                  </a:lnTo>
                  <a:lnTo>
                    <a:pt x="1307619" y="1307597"/>
                  </a:lnTo>
                  <a:lnTo>
                    <a:pt x="1238132" y="1344564"/>
                  </a:lnTo>
                  <a:lnTo>
                    <a:pt x="1167696" y="1375252"/>
                  </a:lnTo>
                  <a:lnTo>
                    <a:pt x="1096758" y="1399664"/>
                  </a:lnTo>
                  <a:lnTo>
                    <a:pt x="1025763" y="1417832"/>
                  </a:lnTo>
                  <a:lnTo>
                    <a:pt x="955150" y="1429814"/>
                  </a:lnTo>
                  <a:lnTo>
                    <a:pt x="885352" y="1435699"/>
                  </a:lnTo>
                  <a:lnTo>
                    <a:pt x="816794" y="1435601"/>
                  </a:lnTo>
                  <a:lnTo>
                    <a:pt x="749892" y="1429664"/>
                  </a:lnTo>
                  <a:lnTo>
                    <a:pt x="685049" y="1418054"/>
                  </a:lnTo>
                  <a:lnTo>
                    <a:pt x="622657" y="1400966"/>
                  </a:lnTo>
                  <a:lnTo>
                    <a:pt x="563093" y="1378618"/>
                  </a:lnTo>
                  <a:lnTo>
                    <a:pt x="506719" y="1351251"/>
                  </a:lnTo>
                  <a:lnTo>
                    <a:pt x="435885" y="1349116"/>
                  </a:lnTo>
                  <a:lnTo>
                    <a:pt x="372648" y="1332009"/>
                  </a:lnTo>
                  <a:lnTo>
                    <a:pt x="319792" y="1302352"/>
                  </a:lnTo>
                  <a:lnTo>
                    <a:pt x="279516" y="1263042"/>
                  </a:lnTo>
                  <a:lnTo>
                    <a:pt x="253359" y="1217326"/>
                  </a:lnTo>
                  <a:lnTo>
                    <a:pt x="227202" y="1263042"/>
                  </a:lnTo>
                  <a:lnTo>
                    <a:pt x="186926" y="1302352"/>
                  </a:lnTo>
                  <a:lnTo>
                    <a:pt x="134070" y="1332009"/>
                  </a:lnTo>
                  <a:lnTo>
                    <a:pt x="70834" y="1349116"/>
                  </a:lnTo>
                  <a:lnTo>
                    <a:pt x="0" y="1351251"/>
                  </a:lnTo>
                  <a:lnTo>
                    <a:pt x="2135" y="1280417"/>
                  </a:lnTo>
                  <a:lnTo>
                    <a:pt x="19241" y="1217180"/>
                  </a:lnTo>
                  <a:lnTo>
                    <a:pt x="48898" y="1164325"/>
                  </a:lnTo>
                  <a:lnTo>
                    <a:pt x="88209" y="1124049"/>
                  </a:lnTo>
                  <a:lnTo>
                    <a:pt x="133924" y="1097891"/>
                  </a:lnTo>
                  <a:lnTo>
                    <a:pt x="176449" y="1077283"/>
                  </a:lnTo>
                  <a:lnTo>
                    <a:pt x="218881" y="1077986"/>
                  </a:lnTo>
                  <a:close/>
                </a:path>
              </a:pathLst>
            </a:custGeom>
            <a:solidFill>
              <a:srgbClr val="7AD151">
                <a:alpha val="21960"/>
              </a:srgbClr>
            </a:solidFill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65544" y="2072150"/>
              <a:ext cx="1769895" cy="1536948"/>
            </a:xfrm>
            <a:custGeom>
              <a:avLst/>
              <a:pathLst>
                <a:path w="1769895" h="1536948">
                  <a:moveTo>
                    <a:pt x="395607" y="988783"/>
                  </a:moveTo>
                  <a:lnTo>
                    <a:pt x="405597" y="921402"/>
                  </a:lnTo>
                  <a:lnTo>
                    <a:pt x="420394" y="854550"/>
                  </a:lnTo>
                  <a:lnTo>
                    <a:pt x="439969" y="788484"/>
                  </a:lnTo>
                  <a:lnTo>
                    <a:pt x="464283" y="723459"/>
                  </a:lnTo>
                  <a:lnTo>
                    <a:pt x="493283" y="659728"/>
                  </a:lnTo>
                  <a:lnTo>
                    <a:pt x="526905" y="597544"/>
                  </a:lnTo>
                  <a:lnTo>
                    <a:pt x="565072" y="537155"/>
                  </a:lnTo>
                  <a:lnTo>
                    <a:pt x="607696" y="478804"/>
                  </a:lnTo>
                  <a:lnTo>
                    <a:pt x="654677" y="422732"/>
                  </a:lnTo>
                  <a:lnTo>
                    <a:pt x="705903" y="369176"/>
                  </a:lnTo>
                  <a:lnTo>
                    <a:pt x="761253" y="318364"/>
                  </a:lnTo>
                  <a:lnTo>
                    <a:pt x="820592" y="270524"/>
                  </a:lnTo>
                  <a:lnTo>
                    <a:pt x="883777" y="225872"/>
                  </a:lnTo>
                  <a:lnTo>
                    <a:pt x="950652" y="184622"/>
                  </a:lnTo>
                  <a:lnTo>
                    <a:pt x="1021053" y="146979"/>
                  </a:lnTo>
                  <a:lnTo>
                    <a:pt x="1094804" y="113140"/>
                  </a:lnTo>
                  <a:lnTo>
                    <a:pt x="1171721" y="83295"/>
                  </a:lnTo>
                  <a:lnTo>
                    <a:pt x="1251611" y="57624"/>
                  </a:lnTo>
                  <a:lnTo>
                    <a:pt x="1334271" y="36301"/>
                  </a:lnTo>
                  <a:lnTo>
                    <a:pt x="1419489" y="19489"/>
                  </a:lnTo>
                  <a:lnTo>
                    <a:pt x="1507048" y="7340"/>
                  </a:lnTo>
                  <a:lnTo>
                    <a:pt x="1596719" y="0"/>
                  </a:lnTo>
                  <a:lnTo>
                    <a:pt x="1632449" y="73581"/>
                  </a:lnTo>
                  <a:lnTo>
                    <a:pt x="1663985" y="147864"/>
                  </a:lnTo>
                  <a:lnTo>
                    <a:pt x="1691340" y="222620"/>
                  </a:lnTo>
                  <a:lnTo>
                    <a:pt x="1714539" y="297623"/>
                  </a:lnTo>
                  <a:lnTo>
                    <a:pt x="1733619" y="372650"/>
                  </a:lnTo>
                  <a:lnTo>
                    <a:pt x="1748630" y="447483"/>
                  </a:lnTo>
                  <a:lnTo>
                    <a:pt x="1759631" y="521909"/>
                  </a:lnTo>
                  <a:lnTo>
                    <a:pt x="1766692" y="595719"/>
                  </a:lnTo>
                  <a:lnTo>
                    <a:pt x="1769895" y="668710"/>
                  </a:lnTo>
                  <a:lnTo>
                    <a:pt x="1769332" y="740686"/>
                  </a:lnTo>
                  <a:lnTo>
                    <a:pt x="1765104" y="811457"/>
                  </a:lnTo>
                  <a:lnTo>
                    <a:pt x="1757322" y="880840"/>
                  </a:lnTo>
                  <a:lnTo>
                    <a:pt x="1746105" y="948660"/>
                  </a:lnTo>
                  <a:lnTo>
                    <a:pt x="1731583" y="1014751"/>
                  </a:lnTo>
                  <a:lnTo>
                    <a:pt x="1713891" y="1078955"/>
                  </a:lnTo>
                  <a:lnTo>
                    <a:pt x="1693173" y="1141122"/>
                  </a:lnTo>
                  <a:lnTo>
                    <a:pt x="1669579" y="1201112"/>
                  </a:lnTo>
                  <a:lnTo>
                    <a:pt x="1608065" y="1246479"/>
                  </a:lnTo>
                  <a:lnTo>
                    <a:pt x="1545025" y="1287249"/>
                  </a:lnTo>
                  <a:lnTo>
                    <a:pt x="1480717" y="1323374"/>
                  </a:lnTo>
                  <a:lnTo>
                    <a:pt x="1415399" y="1354821"/>
                  </a:lnTo>
                  <a:lnTo>
                    <a:pt x="1349331" y="1381566"/>
                  </a:lnTo>
                  <a:lnTo>
                    <a:pt x="1282772" y="1403602"/>
                  </a:lnTo>
                  <a:lnTo>
                    <a:pt x="1215982" y="1420931"/>
                  </a:lnTo>
                  <a:lnTo>
                    <a:pt x="1149219" y="1433570"/>
                  </a:lnTo>
                  <a:lnTo>
                    <a:pt x="1082739" y="1441550"/>
                  </a:lnTo>
                  <a:lnTo>
                    <a:pt x="1016797" y="1444911"/>
                  </a:lnTo>
                  <a:lnTo>
                    <a:pt x="951643" y="1443708"/>
                  </a:lnTo>
                  <a:lnTo>
                    <a:pt x="887525" y="1438007"/>
                  </a:lnTo>
                  <a:lnTo>
                    <a:pt x="824688" y="1427888"/>
                  </a:lnTo>
                  <a:lnTo>
                    <a:pt x="763371" y="1413441"/>
                  </a:lnTo>
                  <a:lnTo>
                    <a:pt x="703808" y="1394767"/>
                  </a:lnTo>
                  <a:lnTo>
                    <a:pt x="646227" y="1371982"/>
                  </a:lnTo>
                  <a:lnTo>
                    <a:pt x="590852" y="1345209"/>
                  </a:lnTo>
                  <a:lnTo>
                    <a:pt x="537897" y="1314585"/>
                  </a:lnTo>
                  <a:lnTo>
                    <a:pt x="487572" y="1280254"/>
                  </a:lnTo>
                  <a:lnTo>
                    <a:pt x="440078" y="1242375"/>
                  </a:lnTo>
                  <a:lnTo>
                    <a:pt x="395607" y="1201112"/>
                  </a:lnTo>
                  <a:lnTo>
                    <a:pt x="388964" y="1243055"/>
                  </a:lnTo>
                  <a:lnTo>
                    <a:pt x="369362" y="1281887"/>
                  </a:lnTo>
                  <a:lnTo>
                    <a:pt x="337770" y="1314624"/>
                  </a:lnTo>
                  <a:lnTo>
                    <a:pt x="295764" y="1338534"/>
                  </a:lnTo>
                  <a:lnTo>
                    <a:pt x="245468" y="1351251"/>
                  </a:lnTo>
                  <a:lnTo>
                    <a:pt x="258185" y="1300955"/>
                  </a:lnTo>
                  <a:lnTo>
                    <a:pt x="282095" y="1258949"/>
                  </a:lnTo>
                  <a:lnTo>
                    <a:pt x="314832" y="1227357"/>
                  </a:lnTo>
                  <a:lnTo>
                    <a:pt x="353664" y="1207755"/>
                  </a:lnTo>
                  <a:lnTo>
                    <a:pt x="395607" y="1201112"/>
                  </a:lnTo>
                  <a:lnTo>
                    <a:pt x="348602" y="1197000"/>
                  </a:lnTo>
                  <a:lnTo>
                    <a:pt x="302672" y="1184725"/>
                  </a:lnTo>
                  <a:lnTo>
                    <a:pt x="258878" y="1164475"/>
                  </a:lnTo>
                  <a:lnTo>
                    <a:pt x="218253" y="1136560"/>
                  </a:lnTo>
                  <a:lnTo>
                    <a:pt x="181790" y="1101408"/>
                  </a:lnTo>
                  <a:lnTo>
                    <a:pt x="150431" y="1059559"/>
                  </a:lnTo>
                  <a:lnTo>
                    <a:pt x="125050" y="1011666"/>
                  </a:lnTo>
                  <a:lnTo>
                    <a:pt x="106446" y="958477"/>
                  </a:lnTo>
                  <a:lnTo>
                    <a:pt x="95329" y="900834"/>
                  </a:lnTo>
                  <a:lnTo>
                    <a:pt x="58798" y="952009"/>
                  </a:lnTo>
                  <a:lnTo>
                    <a:pt x="30699" y="1007308"/>
                  </a:lnTo>
                  <a:lnTo>
                    <a:pt x="11440" y="1065377"/>
                  </a:lnTo>
                  <a:lnTo>
                    <a:pt x="1212" y="1124835"/>
                  </a:lnTo>
                  <a:lnTo>
                    <a:pt x="0" y="1184307"/>
                  </a:lnTo>
                  <a:lnTo>
                    <a:pt x="7577" y="1242451"/>
                  </a:lnTo>
                  <a:lnTo>
                    <a:pt x="23526" y="1297994"/>
                  </a:lnTo>
                  <a:lnTo>
                    <a:pt x="47247" y="1349758"/>
                  </a:lnTo>
                  <a:lnTo>
                    <a:pt x="77978" y="1396684"/>
                  </a:lnTo>
                  <a:lnTo>
                    <a:pt x="114819" y="1437852"/>
                  </a:lnTo>
                  <a:lnTo>
                    <a:pt x="156752" y="1472504"/>
                  </a:lnTo>
                  <a:lnTo>
                    <a:pt x="202673" y="1500053"/>
                  </a:lnTo>
                  <a:lnTo>
                    <a:pt x="251419" y="1520092"/>
                  </a:lnTo>
                  <a:lnTo>
                    <a:pt x="301794" y="1532402"/>
                  </a:lnTo>
                  <a:lnTo>
                    <a:pt x="352602" y="1536948"/>
                  </a:lnTo>
                  <a:lnTo>
                    <a:pt x="402672" y="1533877"/>
                  </a:lnTo>
                  <a:lnTo>
                    <a:pt x="450887" y="1523508"/>
                  </a:lnTo>
                  <a:lnTo>
                    <a:pt x="496210" y="1506321"/>
                  </a:lnTo>
                  <a:lnTo>
                    <a:pt x="537702" y="1482941"/>
                  </a:lnTo>
                  <a:lnTo>
                    <a:pt x="574545" y="1454114"/>
                  </a:lnTo>
                  <a:lnTo>
                    <a:pt x="606058" y="1420692"/>
                  </a:lnTo>
                  <a:lnTo>
                    <a:pt x="631706" y="1383608"/>
                  </a:lnTo>
                  <a:lnTo>
                    <a:pt x="651111" y="1343845"/>
                  </a:lnTo>
                  <a:lnTo>
                    <a:pt x="664058" y="1302421"/>
                  </a:lnTo>
                  <a:lnTo>
                    <a:pt x="670488" y="1260353"/>
                  </a:lnTo>
                  <a:lnTo>
                    <a:pt x="670502" y="1218641"/>
                  </a:lnTo>
                  <a:lnTo>
                    <a:pt x="664350" y="1178239"/>
                  </a:lnTo>
                  <a:lnTo>
                    <a:pt x="652420" y="1140033"/>
                  </a:lnTo>
                  <a:lnTo>
                    <a:pt x="635223" y="1104826"/>
                  </a:lnTo>
                  <a:lnTo>
                    <a:pt x="613379" y="1073318"/>
                  </a:lnTo>
                  <a:lnTo>
                    <a:pt x="587595" y="1046092"/>
                  </a:lnTo>
                  <a:lnTo>
                    <a:pt x="558648" y="1023604"/>
                  </a:lnTo>
                  <a:lnTo>
                    <a:pt x="527360" y="1006178"/>
                  </a:lnTo>
                  <a:lnTo>
                    <a:pt x="494575" y="993998"/>
                  </a:lnTo>
                  <a:lnTo>
                    <a:pt x="461142" y="987116"/>
                  </a:lnTo>
                  <a:lnTo>
                    <a:pt x="427890" y="985448"/>
                  </a:lnTo>
                  <a:close/>
                </a:path>
              </a:pathLst>
            </a:custGeom>
            <a:solidFill>
              <a:srgbClr val="F1B722">
                <a:alpha val="21960"/>
              </a:srgbClr>
            </a:solidFill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754432" y="2577898"/>
              <a:ext cx="1701068" cy="1203950"/>
            </a:xfrm>
            <a:custGeom>
              <a:avLst/>
              <a:pathLst>
                <a:path w="1701068" h="1203950">
                  <a:moveTo>
                    <a:pt x="506719" y="217624"/>
                  </a:moveTo>
                  <a:lnTo>
                    <a:pt x="543899" y="175521"/>
                  </a:lnTo>
                  <a:lnTo>
                    <a:pt x="587070" y="136509"/>
                  </a:lnTo>
                  <a:lnTo>
                    <a:pt x="635965" y="101227"/>
                  </a:lnTo>
                  <a:lnTo>
                    <a:pt x="690257" y="70289"/>
                  </a:lnTo>
                  <a:lnTo>
                    <a:pt x="749559" y="44283"/>
                  </a:lnTo>
                  <a:lnTo>
                    <a:pt x="813430" y="23760"/>
                  </a:lnTo>
                  <a:lnTo>
                    <a:pt x="881374" y="9233"/>
                  </a:lnTo>
                  <a:lnTo>
                    <a:pt x="952848" y="1172"/>
                  </a:lnTo>
                  <a:lnTo>
                    <a:pt x="1027262" y="0"/>
                  </a:lnTo>
                  <a:lnTo>
                    <a:pt x="1103983" y="6083"/>
                  </a:lnTo>
                  <a:lnTo>
                    <a:pt x="1182345" y="19738"/>
                  </a:lnTo>
                  <a:lnTo>
                    <a:pt x="1235659" y="49579"/>
                  </a:lnTo>
                  <a:lnTo>
                    <a:pt x="1287785" y="83438"/>
                  </a:lnTo>
                  <a:lnTo>
                    <a:pt x="1338429" y="121276"/>
                  </a:lnTo>
                  <a:lnTo>
                    <a:pt x="1387298" y="163035"/>
                  </a:lnTo>
                  <a:lnTo>
                    <a:pt x="1434103" y="208635"/>
                  </a:lnTo>
                  <a:lnTo>
                    <a:pt x="1478555" y="257976"/>
                  </a:lnTo>
                  <a:lnTo>
                    <a:pt x="1520371" y="310936"/>
                  </a:lnTo>
                  <a:lnTo>
                    <a:pt x="1559276" y="367374"/>
                  </a:lnTo>
                  <a:lnTo>
                    <a:pt x="1594999" y="427126"/>
                  </a:lnTo>
                  <a:lnTo>
                    <a:pt x="1627283" y="490012"/>
                  </a:lnTo>
                  <a:lnTo>
                    <a:pt x="1655878" y="555830"/>
                  </a:lnTo>
                  <a:lnTo>
                    <a:pt x="1680548" y="624360"/>
                  </a:lnTo>
                  <a:lnTo>
                    <a:pt x="1701068" y="695364"/>
                  </a:lnTo>
                  <a:lnTo>
                    <a:pt x="1639984" y="751037"/>
                  </a:lnTo>
                  <a:lnTo>
                    <a:pt x="1576457" y="800724"/>
                  </a:lnTo>
                  <a:lnTo>
                    <a:pt x="1510927" y="844324"/>
                  </a:lnTo>
                  <a:lnTo>
                    <a:pt x="1443839" y="881768"/>
                  </a:lnTo>
                  <a:lnTo>
                    <a:pt x="1375636" y="913016"/>
                  </a:lnTo>
                  <a:lnTo>
                    <a:pt x="1306763" y="938054"/>
                  </a:lnTo>
                  <a:lnTo>
                    <a:pt x="1237665" y="956900"/>
                  </a:lnTo>
                  <a:lnTo>
                    <a:pt x="1168779" y="969598"/>
                  </a:lnTo>
                  <a:lnTo>
                    <a:pt x="1100542" y="976221"/>
                  </a:lnTo>
                  <a:lnTo>
                    <a:pt x="1033380" y="976870"/>
                  </a:lnTo>
                  <a:lnTo>
                    <a:pt x="967711" y="971672"/>
                  </a:lnTo>
                  <a:lnTo>
                    <a:pt x="903945" y="960781"/>
                  </a:lnTo>
                  <a:lnTo>
                    <a:pt x="842477" y="944379"/>
                  </a:lnTo>
                  <a:lnTo>
                    <a:pt x="783692" y="922670"/>
                  </a:lnTo>
                  <a:lnTo>
                    <a:pt x="727957" y="895882"/>
                  </a:lnTo>
                  <a:lnTo>
                    <a:pt x="675625" y="864270"/>
                  </a:lnTo>
                  <a:lnTo>
                    <a:pt x="639428" y="893976"/>
                  </a:lnTo>
                  <a:lnTo>
                    <a:pt x="598130" y="916050"/>
                  </a:lnTo>
                  <a:lnTo>
                    <a:pt x="553320" y="929643"/>
                  </a:lnTo>
                  <a:lnTo>
                    <a:pt x="506719" y="934233"/>
                  </a:lnTo>
                  <a:lnTo>
                    <a:pt x="484229" y="981124"/>
                  </a:lnTo>
                  <a:lnTo>
                    <a:pt x="454404" y="1025664"/>
                  </a:lnTo>
                  <a:lnTo>
                    <a:pt x="417498" y="1066995"/>
                  </a:lnTo>
                  <a:lnTo>
                    <a:pt x="373852" y="1104285"/>
                  </a:lnTo>
                  <a:lnTo>
                    <a:pt x="323896" y="1136737"/>
                  </a:lnTo>
                  <a:lnTo>
                    <a:pt x="268141" y="1163599"/>
                  </a:lnTo>
                  <a:lnTo>
                    <a:pt x="207177" y="1184171"/>
                  </a:lnTo>
                  <a:lnTo>
                    <a:pt x="141668" y="1197813"/>
                  </a:lnTo>
                  <a:lnTo>
                    <a:pt x="72345" y="1203950"/>
                  </a:lnTo>
                  <a:lnTo>
                    <a:pt x="0" y="1202083"/>
                  </a:lnTo>
                  <a:lnTo>
                    <a:pt x="11590" y="1134010"/>
                  </a:lnTo>
                  <a:lnTo>
                    <a:pt x="29401" y="1069318"/>
                  </a:lnTo>
                  <a:lnTo>
                    <a:pt x="53059" y="1008502"/>
                  </a:lnTo>
                  <a:lnTo>
                    <a:pt x="82154" y="952022"/>
                  </a:lnTo>
                  <a:lnTo>
                    <a:pt x="116241" y="900302"/>
                  </a:lnTo>
                  <a:lnTo>
                    <a:pt x="154847" y="853728"/>
                  </a:lnTo>
                  <a:lnTo>
                    <a:pt x="197469" y="812647"/>
                  </a:lnTo>
                  <a:lnTo>
                    <a:pt x="243580" y="777361"/>
                  </a:lnTo>
                  <a:lnTo>
                    <a:pt x="292631" y="748131"/>
                  </a:lnTo>
                  <a:lnTo>
                    <a:pt x="344056" y="725173"/>
                  </a:lnTo>
                  <a:lnTo>
                    <a:pt x="397275" y="708652"/>
                  </a:lnTo>
                  <a:lnTo>
                    <a:pt x="451696" y="698692"/>
                  </a:lnTo>
                  <a:lnTo>
                    <a:pt x="506719" y="695364"/>
                  </a:lnTo>
                  <a:lnTo>
                    <a:pt x="491936" y="685640"/>
                  </a:lnTo>
                  <a:lnTo>
                    <a:pt x="473831" y="682298"/>
                  </a:lnTo>
                  <a:lnTo>
                    <a:pt x="454443" y="686146"/>
                  </a:lnTo>
                  <a:lnTo>
                    <a:pt x="435973" y="697422"/>
                  </a:lnTo>
                  <a:lnTo>
                    <a:pt x="420633" y="715766"/>
                  </a:lnTo>
                  <a:lnTo>
                    <a:pt x="410501" y="740231"/>
                  </a:lnTo>
                  <a:lnTo>
                    <a:pt x="407369" y="769327"/>
                  </a:lnTo>
                  <a:lnTo>
                    <a:pt x="412615" y="801107"/>
                  </a:lnTo>
                  <a:lnTo>
                    <a:pt x="427096" y="833275"/>
                  </a:lnTo>
                  <a:lnTo>
                    <a:pt x="451063" y="863323"/>
                  </a:lnTo>
                  <a:lnTo>
                    <a:pt x="484123" y="888682"/>
                  </a:lnTo>
                  <a:lnTo>
                    <a:pt x="525224" y="906884"/>
                  </a:lnTo>
                  <a:lnTo>
                    <a:pt x="572690" y="915723"/>
                  </a:lnTo>
                  <a:lnTo>
                    <a:pt x="624285" y="913404"/>
                  </a:lnTo>
                  <a:lnTo>
                    <a:pt x="677322" y="898680"/>
                  </a:lnTo>
                  <a:lnTo>
                    <a:pt x="728791" y="870955"/>
                  </a:lnTo>
                  <a:lnTo>
                    <a:pt x="775523" y="830362"/>
                  </a:lnTo>
                  <a:lnTo>
                    <a:pt x="814359" y="777796"/>
                  </a:lnTo>
                  <a:lnTo>
                    <a:pt x="842337" y="714911"/>
                  </a:lnTo>
                  <a:lnTo>
                    <a:pt x="856864" y="644075"/>
                  </a:lnTo>
                  <a:lnTo>
                    <a:pt x="855885" y="568277"/>
                  </a:lnTo>
                  <a:lnTo>
                    <a:pt x="838032" y="491006"/>
                  </a:lnTo>
                  <a:lnTo>
                    <a:pt x="802733" y="416088"/>
                  </a:lnTo>
                  <a:lnTo>
                    <a:pt x="750292" y="347505"/>
                  </a:lnTo>
                  <a:lnTo>
                    <a:pt x="681925" y="289189"/>
                  </a:lnTo>
                  <a:lnTo>
                    <a:pt x="599748" y="244822"/>
                  </a:lnTo>
                  <a:close/>
                </a:path>
              </a:pathLst>
            </a:custGeom>
            <a:solidFill>
              <a:srgbClr val="619CFF">
                <a:alpha val="21960"/>
              </a:srgbClr>
            </a:solidFill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010404" y="2562811"/>
              <a:ext cx="1747993" cy="1062469"/>
            </a:xfrm>
            <a:custGeom>
              <a:avLst/>
              <a:pathLst>
                <a:path w="1747993" h="1062469">
                  <a:moveTo>
                    <a:pt x="250747" y="444493"/>
                  </a:moveTo>
                  <a:lnTo>
                    <a:pt x="270237" y="388253"/>
                  </a:lnTo>
                  <a:lnTo>
                    <a:pt x="296505" y="333604"/>
                  </a:lnTo>
                  <a:lnTo>
                    <a:pt x="329418" y="281156"/>
                  </a:lnTo>
                  <a:lnTo>
                    <a:pt x="368795" y="231512"/>
                  </a:lnTo>
                  <a:lnTo>
                    <a:pt x="414404" y="185258"/>
                  </a:lnTo>
                  <a:lnTo>
                    <a:pt x="465968" y="142962"/>
                  </a:lnTo>
                  <a:lnTo>
                    <a:pt x="523162" y="105170"/>
                  </a:lnTo>
                  <a:lnTo>
                    <a:pt x="585621" y="72403"/>
                  </a:lnTo>
                  <a:lnTo>
                    <a:pt x="652934" y="45153"/>
                  </a:lnTo>
                  <a:lnTo>
                    <a:pt x="724652" y="23881"/>
                  </a:lnTo>
                  <a:lnTo>
                    <a:pt x="800289" y="9013"/>
                  </a:lnTo>
                  <a:lnTo>
                    <a:pt x="879322" y="937"/>
                  </a:lnTo>
                  <a:lnTo>
                    <a:pt x="961199" y="0"/>
                  </a:lnTo>
                  <a:lnTo>
                    <a:pt x="1021808" y="16185"/>
                  </a:lnTo>
                  <a:lnTo>
                    <a:pt x="1082604" y="36827"/>
                  </a:lnTo>
                  <a:lnTo>
                    <a:pt x="1143282" y="61987"/>
                  </a:lnTo>
                  <a:lnTo>
                    <a:pt x="1203534" y="91704"/>
                  </a:lnTo>
                  <a:lnTo>
                    <a:pt x="1263046" y="126000"/>
                  </a:lnTo>
                  <a:lnTo>
                    <a:pt x="1321502" y="164874"/>
                  </a:lnTo>
                  <a:lnTo>
                    <a:pt x="1378584" y="208306"/>
                  </a:lnTo>
                  <a:lnTo>
                    <a:pt x="1433972" y="256254"/>
                  </a:lnTo>
                  <a:lnTo>
                    <a:pt x="1487349" y="308655"/>
                  </a:lnTo>
                  <a:lnTo>
                    <a:pt x="1538398" y="365426"/>
                  </a:lnTo>
                  <a:lnTo>
                    <a:pt x="1586807" y="426463"/>
                  </a:lnTo>
                  <a:lnTo>
                    <a:pt x="1632269" y="491640"/>
                  </a:lnTo>
                  <a:lnTo>
                    <a:pt x="1674482" y="560811"/>
                  </a:lnTo>
                  <a:lnTo>
                    <a:pt x="1713152" y="633810"/>
                  </a:lnTo>
                  <a:lnTo>
                    <a:pt x="1747993" y="710451"/>
                  </a:lnTo>
                  <a:lnTo>
                    <a:pt x="1683519" y="769711"/>
                  </a:lnTo>
                  <a:lnTo>
                    <a:pt x="1616812" y="823647"/>
                  </a:lnTo>
                  <a:lnTo>
                    <a:pt x="1548204" y="872179"/>
                  </a:lnTo>
                  <a:lnTo>
                    <a:pt x="1478026" y="915248"/>
                  </a:lnTo>
                  <a:lnTo>
                    <a:pt x="1406611" y="952810"/>
                  </a:lnTo>
                  <a:lnTo>
                    <a:pt x="1334294" y="984843"/>
                  </a:lnTo>
                  <a:lnTo>
                    <a:pt x="1261409" y="1011339"/>
                  </a:lnTo>
                  <a:lnTo>
                    <a:pt x="1188290" y="1032310"/>
                  </a:lnTo>
                  <a:lnTo>
                    <a:pt x="1115266" y="1047787"/>
                  </a:lnTo>
                  <a:lnTo>
                    <a:pt x="1042665" y="1057818"/>
                  </a:lnTo>
                  <a:lnTo>
                    <a:pt x="970811" y="1062469"/>
                  </a:lnTo>
                  <a:lnTo>
                    <a:pt x="900022" y="1061821"/>
                  </a:lnTo>
                  <a:lnTo>
                    <a:pt x="830613" y="1055976"/>
                  </a:lnTo>
                  <a:lnTo>
                    <a:pt x="762888" y="1045050"/>
                  </a:lnTo>
                  <a:lnTo>
                    <a:pt x="697148" y="1029176"/>
                  </a:lnTo>
                  <a:lnTo>
                    <a:pt x="633683" y="1008502"/>
                  </a:lnTo>
                  <a:lnTo>
                    <a:pt x="572774" y="983194"/>
                  </a:lnTo>
                  <a:lnTo>
                    <a:pt x="514694" y="953432"/>
                  </a:lnTo>
                  <a:lnTo>
                    <a:pt x="459704" y="919408"/>
                  </a:lnTo>
                  <a:lnTo>
                    <a:pt x="403600" y="920834"/>
                  </a:lnTo>
                  <a:lnTo>
                    <a:pt x="352707" y="910560"/>
                  </a:lnTo>
                  <a:lnTo>
                    <a:pt x="309190" y="890321"/>
                  </a:lnTo>
                  <a:lnTo>
                    <a:pt x="274786" y="862224"/>
                  </a:lnTo>
                  <a:lnTo>
                    <a:pt x="250747" y="828655"/>
                  </a:lnTo>
                  <a:lnTo>
                    <a:pt x="224860" y="873899"/>
                  </a:lnTo>
                  <a:lnTo>
                    <a:pt x="184999" y="912804"/>
                  </a:lnTo>
                  <a:lnTo>
                    <a:pt x="132688" y="942156"/>
                  </a:lnTo>
                  <a:lnTo>
                    <a:pt x="70104" y="959086"/>
                  </a:lnTo>
                  <a:lnTo>
                    <a:pt x="0" y="961199"/>
                  </a:lnTo>
                  <a:lnTo>
                    <a:pt x="5884" y="898341"/>
                  </a:lnTo>
                  <a:lnTo>
                    <a:pt x="23264" y="841789"/>
                  </a:lnTo>
                  <a:lnTo>
                    <a:pt x="50536" y="793381"/>
                  </a:lnTo>
                  <a:lnTo>
                    <a:pt x="85826" y="754642"/>
                  </a:lnTo>
                  <a:lnTo>
                    <a:pt x="127044" y="726737"/>
                  </a:lnTo>
                  <a:lnTo>
                    <a:pt x="171945" y="710451"/>
                  </a:lnTo>
                  <a:lnTo>
                    <a:pt x="133400" y="679008"/>
                  </a:lnTo>
                  <a:lnTo>
                    <a:pt x="108570" y="628365"/>
                  </a:lnTo>
                  <a:lnTo>
                    <a:pt x="104478" y="564182"/>
                  </a:lnTo>
                </a:path>
              </a:pathLst>
            </a:custGeom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100672" y="2380715"/>
              <a:ext cx="1411287" cy="1216831"/>
            </a:xfrm>
            <a:custGeom>
              <a:avLst/>
              <a:pathLst>
                <a:path w="1411287" h="1216831">
                  <a:moveTo>
                    <a:pt x="160478" y="406121"/>
                  </a:moveTo>
                  <a:lnTo>
                    <a:pt x="190814" y="352374"/>
                  </a:lnTo>
                  <a:lnTo>
                    <a:pt x="227167" y="300669"/>
                  </a:lnTo>
                  <a:lnTo>
                    <a:pt x="269395" y="251512"/>
                  </a:lnTo>
                  <a:lnTo>
                    <a:pt x="317316" y="205398"/>
                  </a:lnTo>
                  <a:lnTo>
                    <a:pt x="370713" y="162808"/>
                  </a:lnTo>
                  <a:lnTo>
                    <a:pt x="429332" y="124209"/>
                  </a:lnTo>
                  <a:lnTo>
                    <a:pt x="492884" y="90049"/>
                  </a:lnTo>
                  <a:lnTo>
                    <a:pt x="561047" y="60758"/>
                  </a:lnTo>
                  <a:lnTo>
                    <a:pt x="633466" y="36741"/>
                  </a:lnTo>
                  <a:lnTo>
                    <a:pt x="709756" y="18377"/>
                  </a:lnTo>
                  <a:lnTo>
                    <a:pt x="789501" y="6022"/>
                  </a:lnTo>
                  <a:lnTo>
                    <a:pt x="872261" y="0"/>
                  </a:lnTo>
                  <a:lnTo>
                    <a:pt x="957569" y="602"/>
                  </a:lnTo>
                  <a:lnTo>
                    <a:pt x="1044934" y="8092"/>
                  </a:lnTo>
                  <a:lnTo>
                    <a:pt x="1093134" y="59075"/>
                  </a:lnTo>
                  <a:lnTo>
                    <a:pt x="1138400" y="112681"/>
                  </a:lnTo>
                  <a:lnTo>
                    <a:pt x="1180589" y="168740"/>
                  </a:lnTo>
                  <a:lnTo>
                    <a:pt x="1219569" y="227077"/>
                  </a:lnTo>
                  <a:lnTo>
                    <a:pt x="1255216" y="287507"/>
                  </a:lnTo>
                  <a:lnTo>
                    <a:pt x="1287418" y="349842"/>
                  </a:lnTo>
                  <a:lnTo>
                    <a:pt x="1316075" y="413883"/>
                  </a:lnTo>
                  <a:lnTo>
                    <a:pt x="1341096" y="479431"/>
                  </a:lnTo>
                  <a:lnTo>
                    <a:pt x="1362402" y="546279"/>
                  </a:lnTo>
                  <a:lnTo>
                    <a:pt x="1379927" y="614216"/>
                  </a:lnTo>
                  <a:lnTo>
                    <a:pt x="1393615" y="683029"/>
                  </a:lnTo>
                  <a:lnTo>
                    <a:pt x="1403423" y="752501"/>
                  </a:lnTo>
                  <a:lnTo>
                    <a:pt x="1409320" y="822414"/>
                  </a:lnTo>
                  <a:lnTo>
                    <a:pt x="1411287" y="892547"/>
                  </a:lnTo>
                  <a:lnTo>
                    <a:pt x="1349432" y="954858"/>
                  </a:lnTo>
                  <a:lnTo>
                    <a:pt x="1284647" y="1010702"/>
                  </a:lnTo>
                  <a:lnTo>
                    <a:pt x="1217440" y="1059953"/>
                  </a:lnTo>
                  <a:lnTo>
                    <a:pt x="1148322" y="1102520"/>
                  </a:lnTo>
                  <a:lnTo>
                    <a:pt x="1077807" y="1138345"/>
                  </a:lnTo>
                  <a:lnTo>
                    <a:pt x="1006409" y="1167407"/>
                  </a:lnTo>
                  <a:lnTo>
                    <a:pt x="934641" y="1189720"/>
                  </a:lnTo>
                  <a:lnTo>
                    <a:pt x="863009" y="1205334"/>
                  </a:lnTo>
                  <a:lnTo>
                    <a:pt x="792016" y="1214332"/>
                  </a:lnTo>
                  <a:lnTo>
                    <a:pt x="722154" y="1216831"/>
                  </a:lnTo>
                  <a:lnTo>
                    <a:pt x="653905" y="1212982"/>
                  </a:lnTo>
                  <a:lnTo>
                    <a:pt x="587736" y="1202968"/>
                  </a:lnTo>
                  <a:lnTo>
                    <a:pt x="524101" y="1187003"/>
                  </a:lnTo>
                  <a:lnTo>
                    <a:pt x="463437" y="1165332"/>
                  </a:lnTo>
                  <a:lnTo>
                    <a:pt x="406160" y="1138229"/>
                  </a:lnTo>
                  <a:lnTo>
                    <a:pt x="346161" y="1125386"/>
                  </a:lnTo>
                  <a:lnTo>
                    <a:pt x="292516" y="1102684"/>
                  </a:lnTo>
                  <a:lnTo>
                    <a:pt x="246622" y="1071427"/>
                  </a:lnTo>
                  <a:lnTo>
                    <a:pt x="209659" y="1033097"/>
                  </a:lnTo>
                  <a:lnTo>
                    <a:pt x="182568" y="989329"/>
                  </a:lnTo>
                  <a:lnTo>
                    <a:pt x="166036" y="941870"/>
                  </a:lnTo>
                  <a:lnTo>
                    <a:pt x="160478" y="892547"/>
                  </a:lnTo>
                  <a:lnTo>
                    <a:pt x="153956" y="933728"/>
                  </a:lnTo>
                  <a:lnTo>
                    <a:pt x="134710" y="971853"/>
                  </a:lnTo>
                  <a:lnTo>
                    <a:pt x="103693" y="1003995"/>
                  </a:lnTo>
                  <a:lnTo>
                    <a:pt x="62451" y="1027471"/>
                  </a:lnTo>
                  <a:lnTo>
                    <a:pt x="13069" y="1039956"/>
                  </a:lnTo>
                  <a:lnTo>
                    <a:pt x="0" y="985200"/>
                  </a:lnTo>
                  <a:lnTo>
                    <a:pt x="3861" y="934513"/>
                  </a:lnTo>
                  <a:lnTo>
                    <a:pt x="21500" y="892547"/>
                  </a:lnTo>
                  <a:lnTo>
                    <a:pt x="32079" y="839362"/>
                  </a:lnTo>
                  <a:lnTo>
                    <a:pt x="62206" y="794274"/>
                  </a:lnTo>
                </a:path>
              </a:pathLst>
            </a:custGeom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33559" y="2855381"/>
              <a:ext cx="2402347" cy="1024225"/>
            </a:xfrm>
            <a:custGeom>
              <a:avLst/>
              <a:pathLst>
                <a:path w="2402347" h="1024225">
                  <a:moveTo>
                    <a:pt x="327592" y="417881"/>
                  </a:moveTo>
                  <a:lnTo>
                    <a:pt x="337013" y="382722"/>
                  </a:lnTo>
                  <a:lnTo>
                    <a:pt x="363992" y="354835"/>
                  </a:lnTo>
                  <a:lnTo>
                    <a:pt x="404807" y="340666"/>
                  </a:lnTo>
                  <a:lnTo>
                    <a:pt x="457952" y="294636"/>
                  </a:lnTo>
                  <a:lnTo>
                    <a:pt x="513701" y="251564"/>
                  </a:lnTo>
                  <a:lnTo>
                    <a:pt x="571926" y="211559"/>
                  </a:lnTo>
                  <a:lnTo>
                    <a:pt x="632500" y="174725"/>
                  </a:lnTo>
                  <a:lnTo>
                    <a:pt x="695289" y="141161"/>
                  </a:lnTo>
                  <a:lnTo>
                    <a:pt x="760156" y="110960"/>
                  </a:lnTo>
                  <a:lnTo>
                    <a:pt x="826962" y="84212"/>
                  </a:lnTo>
                  <a:lnTo>
                    <a:pt x="895562" y="61001"/>
                  </a:lnTo>
                  <a:lnTo>
                    <a:pt x="965811" y="41405"/>
                  </a:lnTo>
                  <a:lnTo>
                    <a:pt x="1037558" y="25496"/>
                  </a:lnTo>
                  <a:lnTo>
                    <a:pt x="1110651" y="13343"/>
                  </a:lnTo>
                  <a:lnTo>
                    <a:pt x="1184936" y="5006"/>
                  </a:lnTo>
                  <a:lnTo>
                    <a:pt x="1260254" y="541"/>
                  </a:lnTo>
                  <a:lnTo>
                    <a:pt x="1336447" y="0"/>
                  </a:lnTo>
                  <a:lnTo>
                    <a:pt x="1413353" y="3424"/>
                  </a:lnTo>
                  <a:lnTo>
                    <a:pt x="1490809" y="10854"/>
                  </a:lnTo>
                  <a:lnTo>
                    <a:pt x="1568650" y="22320"/>
                  </a:lnTo>
                  <a:lnTo>
                    <a:pt x="1646711" y="37849"/>
                  </a:lnTo>
                  <a:lnTo>
                    <a:pt x="1724824" y="57461"/>
                  </a:lnTo>
                  <a:lnTo>
                    <a:pt x="1802821" y="81169"/>
                  </a:lnTo>
                  <a:lnTo>
                    <a:pt x="1880534" y="108981"/>
                  </a:lnTo>
                  <a:lnTo>
                    <a:pt x="1957793" y="140898"/>
                  </a:lnTo>
                  <a:lnTo>
                    <a:pt x="2034429" y="176915"/>
                  </a:lnTo>
                  <a:lnTo>
                    <a:pt x="2110273" y="217021"/>
                  </a:lnTo>
                  <a:lnTo>
                    <a:pt x="2185155" y="261197"/>
                  </a:lnTo>
                  <a:lnTo>
                    <a:pt x="2258907" y="309420"/>
                  </a:lnTo>
                  <a:lnTo>
                    <a:pt x="2331360" y="361660"/>
                  </a:lnTo>
                  <a:lnTo>
                    <a:pt x="2402347" y="417881"/>
                  </a:lnTo>
                  <a:lnTo>
                    <a:pt x="2338541" y="493125"/>
                  </a:lnTo>
                  <a:lnTo>
                    <a:pt x="2272097" y="563601"/>
                  </a:lnTo>
                  <a:lnTo>
                    <a:pt x="2203282" y="629220"/>
                  </a:lnTo>
                  <a:lnTo>
                    <a:pt x="2132367" y="689907"/>
                  </a:lnTo>
                  <a:lnTo>
                    <a:pt x="2059623" y="745598"/>
                  </a:lnTo>
                  <a:lnTo>
                    <a:pt x="1985323" y="796247"/>
                  </a:lnTo>
                  <a:lnTo>
                    <a:pt x="1909744" y="841817"/>
                  </a:lnTo>
                  <a:lnTo>
                    <a:pt x="1833160" y="882287"/>
                  </a:lnTo>
                  <a:lnTo>
                    <a:pt x="1755845" y="917648"/>
                  </a:lnTo>
                  <a:lnTo>
                    <a:pt x="1678074" y="947906"/>
                  </a:lnTo>
                  <a:lnTo>
                    <a:pt x="1600120" y="973079"/>
                  </a:lnTo>
                  <a:lnTo>
                    <a:pt x="1522251" y="993198"/>
                  </a:lnTo>
                  <a:lnTo>
                    <a:pt x="1444736" y="1008308"/>
                  </a:lnTo>
                  <a:lnTo>
                    <a:pt x="1367839" y="1018468"/>
                  </a:lnTo>
                  <a:lnTo>
                    <a:pt x="1291821" y="1023746"/>
                  </a:lnTo>
                  <a:lnTo>
                    <a:pt x="1216936" y="1024225"/>
                  </a:lnTo>
                  <a:lnTo>
                    <a:pt x="1143437" y="1020001"/>
                  </a:lnTo>
                  <a:lnTo>
                    <a:pt x="1071567" y="1011181"/>
                  </a:lnTo>
                  <a:lnTo>
                    <a:pt x="1001566" y="997882"/>
                  </a:lnTo>
                  <a:lnTo>
                    <a:pt x="933666" y="980235"/>
                  </a:lnTo>
                  <a:lnTo>
                    <a:pt x="868093" y="958381"/>
                  </a:lnTo>
                  <a:lnTo>
                    <a:pt x="788560" y="957605"/>
                  </a:lnTo>
                  <a:lnTo>
                    <a:pt x="712701" y="947937"/>
                  </a:lnTo>
                  <a:lnTo>
                    <a:pt x="641398" y="929965"/>
                  </a:lnTo>
                  <a:lnTo>
                    <a:pt x="575466" y="904360"/>
                  </a:lnTo>
                  <a:lnTo>
                    <a:pt x="515639" y="871865"/>
                  </a:lnTo>
                  <a:lnTo>
                    <a:pt x="462568" y="833293"/>
                  </a:lnTo>
                  <a:lnTo>
                    <a:pt x="416813" y="789512"/>
                  </a:lnTo>
                  <a:lnTo>
                    <a:pt x="378839" y="741440"/>
                  </a:lnTo>
                  <a:lnTo>
                    <a:pt x="349011" y="690033"/>
                  </a:lnTo>
                  <a:lnTo>
                    <a:pt x="327592" y="636276"/>
                  </a:lnTo>
                  <a:lnTo>
                    <a:pt x="290011" y="655158"/>
                  </a:lnTo>
                  <a:lnTo>
                    <a:pt x="246607" y="667128"/>
                  </a:lnTo>
                  <a:lnTo>
                    <a:pt x="198698" y="670850"/>
                  </a:lnTo>
                  <a:lnTo>
                    <a:pt x="147875" y="665240"/>
                  </a:lnTo>
                  <a:lnTo>
                    <a:pt x="95949" y="649524"/>
                  </a:lnTo>
                  <a:lnTo>
                    <a:pt x="62564" y="610435"/>
                  </a:lnTo>
                  <a:lnTo>
                    <a:pt x="35705" y="566605"/>
                  </a:lnTo>
                  <a:lnTo>
                    <a:pt x="16033" y="519112"/>
                  </a:lnTo>
                  <a:lnTo>
                    <a:pt x="4033" y="469127"/>
                  </a:lnTo>
                  <a:lnTo>
                    <a:pt x="0" y="417881"/>
                  </a:lnTo>
                  <a:lnTo>
                    <a:pt x="48564" y="386442"/>
                  </a:lnTo>
                  <a:lnTo>
                    <a:pt x="99464" y="365812"/>
                  </a:lnTo>
                  <a:lnTo>
                    <a:pt x="150901" y="356054"/>
                  </a:lnTo>
                  <a:lnTo>
                    <a:pt x="201099" y="356965"/>
                  </a:lnTo>
                  <a:lnTo>
                    <a:pt x="248341" y="368084"/>
                  </a:lnTo>
                  <a:lnTo>
                    <a:pt x="291003" y="388702"/>
                  </a:lnTo>
                  <a:lnTo>
                    <a:pt x="327592" y="417881"/>
                  </a:lnTo>
                </a:path>
              </a:pathLst>
            </a:custGeom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007792" y="2175371"/>
              <a:ext cx="1600469" cy="1435699"/>
            </a:xfrm>
            <a:custGeom>
              <a:avLst/>
              <a:pathLst>
                <a:path w="1600469" h="1435699">
                  <a:moveTo>
                    <a:pt x="253359" y="1097891"/>
                  </a:moveTo>
                  <a:lnTo>
                    <a:pt x="255476" y="1033232"/>
                  </a:lnTo>
                  <a:lnTo>
                    <a:pt x="261822" y="968781"/>
                  </a:lnTo>
                  <a:lnTo>
                    <a:pt x="272382" y="904744"/>
                  </a:lnTo>
                  <a:lnTo>
                    <a:pt x="287136" y="841330"/>
                  </a:lnTo>
                  <a:lnTo>
                    <a:pt x="306051" y="778742"/>
                  </a:lnTo>
                  <a:lnTo>
                    <a:pt x="329086" y="717186"/>
                  </a:lnTo>
                  <a:lnTo>
                    <a:pt x="356192" y="656864"/>
                  </a:lnTo>
                  <a:lnTo>
                    <a:pt x="387311" y="597975"/>
                  </a:lnTo>
                  <a:lnTo>
                    <a:pt x="422376" y="540718"/>
                  </a:lnTo>
                  <a:lnTo>
                    <a:pt x="461311" y="485285"/>
                  </a:lnTo>
                  <a:lnTo>
                    <a:pt x="504032" y="431870"/>
                  </a:lnTo>
                  <a:lnTo>
                    <a:pt x="550447" y="380659"/>
                  </a:lnTo>
                  <a:lnTo>
                    <a:pt x="600454" y="331836"/>
                  </a:lnTo>
                  <a:lnTo>
                    <a:pt x="653946" y="285581"/>
                  </a:lnTo>
                  <a:lnTo>
                    <a:pt x="710807" y="242067"/>
                  </a:lnTo>
                  <a:lnTo>
                    <a:pt x="770910" y="201466"/>
                  </a:lnTo>
                  <a:lnTo>
                    <a:pt x="834126" y="163942"/>
                  </a:lnTo>
                  <a:lnTo>
                    <a:pt x="900315" y="129653"/>
                  </a:lnTo>
                  <a:lnTo>
                    <a:pt x="969331" y="98753"/>
                  </a:lnTo>
                  <a:lnTo>
                    <a:pt x="1041022" y="71389"/>
                  </a:lnTo>
                  <a:lnTo>
                    <a:pt x="1115228" y="47701"/>
                  </a:lnTo>
                  <a:lnTo>
                    <a:pt x="1191783" y="27824"/>
                  </a:lnTo>
                  <a:lnTo>
                    <a:pt x="1270517" y="11883"/>
                  </a:lnTo>
                  <a:lnTo>
                    <a:pt x="1351251" y="0"/>
                  </a:lnTo>
                  <a:lnTo>
                    <a:pt x="1392738" y="65219"/>
                  </a:lnTo>
                  <a:lnTo>
                    <a:pt x="1430495" y="131841"/>
                  </a:lnTo>
                  <a:lnTo>
                    <a:pt x="1464488" y="199657"/>
                  </a:lnTo>
                  <a:lnTo>
                    <a:pt x="1494690" y="268460"/>
                  </a:lnTo>
                  <a:lnTo>
                    <a:pt x="1521088" y="338044"/>
                  </a:lnTo>
                  <a:lnTo>
                    <a:pt x="1543678" y="408201"/>
                  </a:lnTo>
                  <a:lnTo>
                    <a:pt x="1562469" y="478728"/>
                  </a:lnTo>
                  <a:lnTo>
                    <a:pt x="1577481" y="549422"/>
                  </a:lnTo>
                  <a:lnTo>
                    <a:pt x="1588741" y="620084"/>
                  </a:lnTo>
                  <a:lnTo>
                    <a:pt x="1596291" y="690517"/>
                  </a:lnTo>
                  <a:lnTo>
                    <a:pt x="1600180" y="760530"/>
                  </a:lnTo>
                  <a:lnTo>
                    <a:pt x="1600469" y="829935"/>
                  </a:lnTo>
                  <a:lnTo>
                    <a:pt x="1597226" y="898547"/>
                  </a:lnTo>
                  <a:lnTo>
                    <a:pt x="1590532" y="966191"/>
                  </a:lnTo>
                  <a:lnTo>
                    <a:pt x="1580472" y="1032694"/>
                  </a:lnTo>
                  <a:lnTo>
                    <a:pt x="1567143" y="1097891"/>
                  </a:lnTo>
                  <a:lnTo>
                    <a:pt x="1505915" y="1159425"/>
                  </a:lnTo>
                  <a:lnTo>
                    <a:pt x="1441957" y="1214958"/>
                  </a:lnTo>
                  <a:lnTo>
                    <a:pt x="1375710" y="1264376"/>
                  </a:lnTo>
                  <a:lnTo>
                    <a:pt x="1307619" y="1307597"/>
                  </a:lnTo>
                  <a:lnTo>
                    <a:pt x="1238132" y="1344564"/>
                  </a:lnTo>
                  <a:lnTo>
                    <a:pt x="1167696" y="1375252"/>
                  </a:lnTo>
                  <a:lnTo>
                    <a:pt x="1096758" y="1399664"/>
                  </a:lnTo>
                  <a:lnTo>
                    <a:pt x="1025763" y="1417832"/>
                  </a:lnTo>
                  <a:lnTo>
                    <a:pt x="955150" y="1429814"/>
                  </a:lnTo>
                  <a:lnTo>
                    <a:pt x="885352" y="1435699"/>
                  </a:lnTo>
                  <a:lnTo>
                    <a:pt x="816794" y="1435601"/>
                  </a:lnTo>
                  <a:lnTo>
                    <a:pt x="749892" y="1429664"/>
                  </a:lnTo>
                  <a:lnTo>
                    <a:pt x="685049" y="1418054"/>
                  </a:lnTo>
                  <a:lnTo>
                    <a:pt x="622657" y="1400966"/>
                  </a:lnTo>
                  <a:lnTo>
                    <a:pt x="563093" y="1378618"/>
                  </a:lnTo>
                  <a:lnTo>
                    <a:pt x="506719" y="1351251"/>
                  </a:lnTo>
                  <a:lnTo>
                    <a:pt x="435885" y="1349116"/>
                  </a:lnTo>
                  <a:lnTo>
                    <a:pt x="372648" y="1332009"/>
                  </a:lnTo>
                  <a:lnTo>
                    <a:pt x="319792" y="1302352"/>
                  </a:lnTo>
                  <a:lnTo>
                    <a:pt x="279516" y="1263042"/>
                  </a:lnTo>
                  <a:lnTo>
                    <a:pt x="253359" y="1217326"/>
                  </a:lnTo>
                  <a:lnTo>
                    <a:pt x="227202" y="1263042"/>
                  </a:lnTo>
                  <a:lnTo>
                    <a:pt x="186926" y="1302352"/>
                  </a:lnTo>
                  <a:lnTo>
                    <a:pt x="134070" y="1332009"/>
                  </a:lnTo>
                  <a:lnTo>
                    <a:pt x="70834" y="1349116"/>
                  </a:lnTo>
                  <a:lnTo>
                    <a:pt x="0" y="1351251"/>
                  </a:lnTo>
                  <a:lnTo>
                    <a:pt x="2135" y="1280417"/>
                  </a:lnTo>
                  <a:lnTo>
                    <a:pt x="19241" y="1217180"/>
                  </a:lnTo>
                  <a:lnTo>
                    <a:pt x="48898" y="1164325"/>
                  </a:lnTo>
                  <a:lnTo>
                    <a:pt x="88209" y="1124049"/>
                  </a:lnTo>
                  <a:lnTo>
                    <a:pt x="133924" y="1097891"/>
                  </a:lnTo>
                  <a:lnTo>
                    <a:pt x="176449" y="1077283"/>
                  </a:lnTo>
                  <a:lnTo>
                    <a:pt x="218881" y="1077986"/>
                  </a:lnTo>
                  <a:lnTo>
                    <a:pt x="253359" y="1097891"/>
                  </a:lnTo>
                </a:path>
              </a:pathLst>
            </a:custGeom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960873" y="2072150"/>
              <a:ext cx="1674565" cy="1444911"/>
            </a:xfrm>
            <a:custGeom>
              <a:avLst/>
              <a:pathLst>
                <a:path w="1674565" h="1444911">
                  <a:moveTo>
                    <a:pt x="300278" y="988783"/>
                  </a:moveTo>
                  <a:lnTo>
                    <a:pt x="310267" y="921402"/>
                  </a:lnTo>
                  <a:lnTo>
                    <a:pt x="325064" y="854550"/>
                  </a:lnTo>
                  <a:lnTo>
                    <a:pt x="344640" y="788484"/>
                  </a:lnTo>
                  <a:lnTo>
                    <a:pt x="368954" y="723459"/>
                  </a:lnTo>
                  <a:lnTo>
                    <a:pt x="397954" y="659728"/>
                  </a:lnTo>
                  <a:lnTo>
                    <a:pt x="431576" y="597544"/>
                  </a:lnTo>
                  <a:lnTo>
                    <a:pt x="469743" y="537155"/>
                  </a:lnTo>
                  <a:lnTo>
                    <a:pt x="512366" y="478804"/>
                  </a:lnTo>
                  <a:lnTo>
                    <a:pt x="559347" y="422732"/>
                  </a:lnTo>
                  <a:lnTo>
                    <a:pt x="610574" y="369176"/>
                  </a:lnTo>
                  <a:lnTo>
                    <a:pt x="665924" y="318364"/>
                  </a:lnTo>
                  <a:lnTo>
                    <a:pt x="725263" y="270524"/>
                  </a:lnTo>
                  <a:lnTo>
                    <a:pt x="788448" y="225872"/>
                  </a:lnTo>
                  <a:lnTo>
                    <a:pt x="855323" y="184622"/>
                  </a:lnTo>
                  <a:lnTo>
                    <a:pt x="925724" y="146979"/>
                  </a:lnTo>
                  <a:lnTo>
                    <a:pt x="999475" y="113140"/>
                  </a:lnTo>
                  <a:lnTo>
                    <a:pt x="1076392" y="83295"/>
                  </a:lnTo>
                  <a:lnTo>
                    <a:pt x="1156282" y="57624"/>
                  </a:lnTo>
                  <a:lnTo>
                    <a:pt x="1238941" y="36301"/>
                  </a:lnTo>
                  <a:lnTo>
                    <a:pt x="1324160" y="19489"/>
                  </a:lnTo>
                  <a:lnTo>
                    <a:pt x="1411718" y="7340"/>
                  </a:lnTo>
                  <a:lnTo>
                    <a:pt x="1501390" y="0"/>
                  </a:lnTo>
                  <a:lnTo>
                    <a:pt x="1537120" y="73581"/>
                  </a:lnTo>
                  <a:lnTo>
                    <a:pt x="1568655" y="147864"/>
                  </a:lnTo>
                  <a:lnTo>
                    <a:pt x="1596010" y="222620"/>
                  </a:lnTo>
                  <a:lnTo>
                    <a:pt x="1619209" y="297623"/>
                  </a:lnTo>
                  <a:lnTo>
                    <a:pt x="1638290" y="372650"/>
                  </a:lnTo>
                  <a:lnTo>
                    <a:pt x="1653301" y="447483"/>
                  </a:lnTo>
                  <a:lnTo>
                    <a:pt x="1664301" y="521909"/>
                  </a:lnTo>
                  <a:lnTo>
                    <a:pt x="1671362" y="595719"/>
                  </a:lnTo>
                  <a:lnTo>
                    <a:pt x="1674565" y="668710"/>
                  </a:lnTo>
                  <a:lnTo>
                    <a:pt x="1674002" y="740686"/>
                  </a:lnTo>
                  <a:lnTo>
                    <a:pt x="1669774" y="811457"/>
                  </a:lnTo>
                  <a:lnTo>
                    <a:pt x="1661992" y="880840"/>
                  </a:lnTo>
                  <a:lnTo>
                    <a:pt x="1650776" y="948660"/>
                  </a:lnTo>
                  <a:lnTo>
                    <a:pt x="1636254" y="1014751"/>
                  </a:lnTo>
                  <a:lnTo>
                    <a:pt x="1618562" y="1078955"/>
                  </a:lnTo>
                  <a:lnTo>
                    <a:pt x="1597844" y="1141122"/>
                  </a:lnTo>
                  <a:lnTo>
                    <a:pt x="1574250" y="1201112"/>
                  </a:lnTo>
                  <a:lnTo>
                    <a:pt x="1512736" y="1246479"/>
                  </a:lnTo>
                  <a:lnTo>
                    <a:pt x="1449696" y="1287249"/>
                  </a:lnTo>
                  <a:lnTo>
                    <a:pt x="1385388" y="1323374"/>
                  </a:lnTo>
                  <a:lnTo>
                    <a:pt x="1320069" y="1354821"/>
                  </a:lnTo>
                  <a:lnTo>
                    <a:pt x="1254001" y="1381566"/>
                  </a:lnTo>
                  <a:lnTo>
                    <a:pt x="1187443" y="1403602"/>
                  </a:lnTo>
                  <a:lnTo>
                    <a:pt x="1120653" y="1420931"/>
                  </a:lnTo>
                  <a:lnTo>
                    <a:pt x="1053890" y="1433570"/>
                  </a:lnTo>
                  <a:lnTo>
                    <a:pt x="987410" y="1441550"/>
                  </a:lnTo>
                  <a:lnTo>
                    <a:pt x="921467" y="1444911"/>
                  </a:lnTo>
                  <a:lnTo>
                    <a:pt x="856313" y="1443708"/>
                  </a:lnTo>
                  <a:lnTo>
                    <a:pt x="792196" y="1438007"/>
                  </a:lnTo>
                  <a:lnTo>
                    <a:pt x="729359" y="1427888"/>
                  </a:lnTo>
                  <a:lnTo>
                    <a:pt x="668042" y="1413441"/>
                  </a:lnTo>
                  <a:lnTo>
                    <a:pt x="608478" y="1394767"/>
                  </a:lnTo>
                  <a:lnTo>
                    <a:pt x="550898" y="1371982"/>
                  </a:lnTo>
                  <a:lnTo>
                    <a:pt x="495522" y="1345209"/>
                  </a:lnTo>
                  <a:lnTo>
                    <a:pt x="442568" y="1314585"/>
                  </a:lnTo>
                  <a:lnTo>
                    <a:pt x="392243" y="1280254"/>
                  </a:lnTo>
                  <a:lnTo>
                    <a:pt x="344748" y="1242375"/>
                  </a:lnTo>
                  <a:lnTo>
                    <a:pt x="300278" y="1201112"/>
                  </a:lnTo>
                  <a:lnTo>
                    <a:pt x="300278" y="1201112"/>
                  </a:lnTo>
                  <a:lnTo>
                    <a:pt x="293635" y="1243055"/>
                  </a:lnTo>
                  <a:lnTo>
                    <a:pt x="274032" y="1281887"/>
                  </a:lnTo>
                  <a:lnTo>
                    <a:pt x="242440" y="1314624"/>
                  </a:lnTo>
                  <a:lnTo>
                    <a:pt x="200435" y="1338534"/>
                  </a:lnTo>
                  <a:lnTo>
                    <a:pt x="150139" y="1351251"/>
                  </a:lnTo>
                  <a:lnTo>
                    <a:pt x="162856" y="1300955"/>
                  </a:lnTo>
                  <a:lnTo>
                    <a:pt x="186766" y="1258949"/>
                  </a:lnTo>
                  <a:lnTo>
                    <a:pt x="219503" y="1227357"/>
                  </a:lnTo>
                  <a:lnTo>
                    <a:pt x="258335" y="1207755"/>
                  </a:lnTo>
                  <a:lnTo>
                    <a:pt x="300278" y="1201112"/>
                  </a:lnTo>
                  <a:lnTo>
                    <a:pt x="253273" y="1197000"/>
                  </a:lnTo>
                  <a:lnTo>
                    <a:pt x="207343" y="1184725"/>
                  </a:lnTo>
                  <a:lnTo>
                    <a:pt x="163548" y="1164475"/>
                  </a:lnTo>
                  <a:lnTo>
                    <a:pt x="122923" y="1136560"/>
                  </a:lnTo>
                  <a:lnTo>
                    <a:pt x="86461" y="1101408"/>
                  </a:lnTo>
                  <a:lnTo>
                    <a:pt x="55102" y="1059559"/>
                  </a:lnTo>
                  <a:lnTo>
                    <a:pt x="29721" y="1011666"/>
                  </a:lnTo>
                  <a:lnTo>
                    <a:pt x="11116" y="958477"/>
                  </a:lnTo>
                  <a:lnTo>
                    <a:pt x="0" y="900834"/>
                  </a:lnTo>
                </a:path>
              </a:pathLst>
            </a:custGeom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2754432" y="2577898"/>
              <a:ext cx="1701068" cy="1203950"/>
            </a:xfrm>
            <a:custGeom>
              <a:avLst/>
              <a:pathLst>
                <a:path w="1701068" h="1203950">
                  <a:moveTo>
                    <a:pt x="506719" y="217624"/>
                  </a:moveTo>
                  <a:lnTo>
                    <a:pt x="543899" y="175521"/>
                  </a:lnTo>
                  <a:lnTo>
                    <a:pt x="587070" y="136509"/>
                  </a:lnTo>
                  <a:lnTo>
                    <a:pt x="635965" y="101227"/>
                  </a:lnTo>
                  <a:lnTo>
                    <a:pt x="690257" y="70289"/>
                  </a:lnTo>
                  <a:lnTo>
                    <a:pt x="749559" y="44283"/>
                  </a:lnTo>
                  <a:lnTo>
                    <a:pt x="813430" y="23760"/>
                  </a:lnTo>
                  <a:lnTo>
                    <a:pt x="881374" y="9233"/>
                  </a:lnTo>
                  <a:lnTo>
                    <a:pt x="952848" y="1172"/>
                  </a:lnTo>
                  <a:lnTo>
                    <a:pt x="1027262" y="0"/>
                  </a:lnTo>
                  <a:lnTo>
                    <a:pt x="1103983" y="6083"/>
                  </a:lnTo>
                  <a:lnTo>
                    <a:pt x="1182345" y="19738"/>
                  </a:lnTo>
                  <a:lnTo>
                    <a:pt x="1235659" y="49579"/>
                  </a:lnTo>
                  <a:lnTo>
                    <a:pt x="1287785" y="83438"/>
                  </a:lnTo>
                  <a:lnTo>
                    <a:pt x="1338429" y="121276"/>
                  </a:lnTo>
                  <a:lnTo>
                    <a:pt x="1387298" y="163035"/>
                  </a:lnTo>
                  <a:lnTo>
                    <a:pt x="1434103" y="208635"/>
                  </a:lnTo>
                  <a:lnTo>
                    <a:pt x="1478555" y="257976"/>
                  </a:lnTo>
                  <a:lnTo>
                    <a:pt x="1520371" y="310936"/>
                  </a:lnTo>
                  <a:lnTo>
                    <a:pt x="1559276" y="367374"/>
                  </a:lnTo>
                  <a:lnTo>
                    <a:pt x="1594999" y="427126"/>
                  </a:lnTo>
                  <a:lnTo>
                    <a:pt x="1627283" y="490012"/>
                  </a:lnTo>
                  <a:lnTo>
                    <a:pt x="1655878" y="555830"/>
                  </a:lnTo>
                  <a:lnTo>
                    <a:pt x="1680548" y="624360"/>
                  </a:lnTo>
                  <a:lnTo>
                    <a:pt x="1701068" y="695364"/>
                  </a:lnTo>
                  <a:lnTo>
                    <a:pt x="1639984" y="751037"/>
                  </a:lnTo>
                  <a:lnTo>
                    <a:pt x="1576457" y="800724"/>
                  </a:lnTo>
                  <a:lnTo>
                    <a:pt x="1510927" y="844324"/>
                  </a:lnTo>
                  <a:lnTo>
                    <a:pt x="1443839" y="881768"/>
                  </a:lnTo>
                  <a:lnTo>
                    <a:pt x="1375636" y="913016"/>
                  </a:lnTo>
                  <a:lnTo>
                    <a:pt x="1306763" y="938054"/>
                  </a:lnTo>
                  <a:lnTo>
                    <a:pt x="1237665" y="956900"/>
                  </a:lnTo>
                  <a:lnTo>
                    <a:pt x="1168779" y="969598"/>
                  </a:lnTo>
                  <a:lnTo>
                    <a:pt x="1100542" y="976221"/>
                  </a:lnTo>
                  <a:lnTo>
                    <a:pt x="1033380" y="976870"/>
                  </a:lnTo>
                  <a:lnTo>
                    <a:pt x="967711" y="971672"/>
                  </a:lnTo>
                  <a:lnTo>
                    <a:pt x="903945" y="960781"/>
                  </a:lnTo>
                  <a:lnTo>
                    <a:pt x="842477" y="944379"/>
                  </a:lnTo>
                  <a:lnTo>
                    <a:pt x="783692" y="922670"/>
                  </a:lnTo>
                  <a:lnTo>
                    <a:pt x="727957" y="895882"/>
                  </a:lnTo>
                  <a:lnTo>
                    <a:pt x="675625" y="864270"/>
                  </a:lnTo>
                  <a:lnTo>
                    <a:pt x="639428" y="893976"/>
                  </a:lnTo>
                  <a:lnTo>
                    <a:pt x="598130" y="916050"/>
                  </a:lnTo>
                  <a:lnTo>
                    <a:pt x="553320" y="929643"/>
                  </a:lnTo>
                  <a:lnTo>
                    <a:pt x="506719" y="934233"/>
                  </a:lnTo>
                  <a:lnTo>
                    <a:pt x="484229" y="981124"/>
                  </a:lnTo>
                  <a:lnTo>
                    <a:pt x="454404" y="1025664"/>
                  </a:lnTo>
                  <a:lnTo>
                    <a:pt x="417498" y="1066995"/>
                  </a:lnTo>
                  <a:lnTo>
                    <a:pt x="373852" y="1104285"/>
                  </a:lnTo>
                  <a:lnTo>
                    <a:pt x="323896" y="1136737"/>
                  </a:lnTo>
                  <a:lnTo>
                    <a:pt x="268141" y="1163599"/>
                  </a:lnTo>
                  <a:lnTo>
                    <a:pt x="207177" y="1184171"/>
                  </a:lnTo>
                  <a:lnTo>
                    <a:pt x="141668" y="1197813"/>
                  </a:lnTo>
                  <a:lnTo>
                    <a:pt x="72345" y="1203950"/>
                  </a:lnTo>
                  <a:lnTo>
                    <a:pt x="0" y="1202083"/>
                  </a:lnTo>
                  <a:lnTo>
                    <a:pt x="11590" y="1134010"/>
                  </a:lnTo>
                  <a:lnTo>
                    <a:pt x="29401" y="1069318"/>
                  </a:lnTo>
                  <a:lnTo>
                    <a:pt x="53059" y="1008502"/>
                  </a:lnTo>
                  <a:lnTo>
                    <a:pt x="82154" y="952022"/>
                  </a:lnTo>
                  <a:lnTo>
                    <a:pt x="116241" y="900302"/>
                  </a:lnTo>
                  <a:lnTo>
                    <a:pt x="154847" y="853728"/>
                  </a:lnTo>
                  <a:lnTo>
                    <a:pt x="197469" y="812647"/>
                  </a:lnTo>
                  <a:lnTo>
                    <a:pt x="243580" y="777361"/>
                  </a:lnTo>
                  <a:lnTo>
                    <a:pt x="292631" y="748131"/>
                  </a:lnTo>
                  <a:lnTo>
                    <a:pt x="344056" y="725173"/>
                  </a:lnTo>
                  <a:lnTo>
                    <a:pt x="397275" y="708652"/>
                  </a:lnTo>
                  <a:lnTo>
                    <a:pt x="451696" y="698692"/>
                  </a:lnTo>
                  <a:lnTo>
                    <a:pt x="506719" y="695364"/>
                  </a:lnTo>
                  <a:lnTo>
                    <a:pt x="506719" y="695364"/>
                  </a:lnTo>
                </a:path>
              </a:pathLst>
            </a:custGeom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214772" y="2960925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925224" y="2516432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4712018" y="3226883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423729" y="3435840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214772" y="3345087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64025" y="3477631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135970" y="3226883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3068503" y="3080614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214772" y="2740458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4099228" y="2342428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465581" y="3226883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460454" y="3472565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067363" y="3374293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075793" y="3226883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116499" y="3128611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291987" y="3149669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5289527" y="3226883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755273" y="3767384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214772" y="3445279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83129" y="3458526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887179" y="3226883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312664" y="2128992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528556" y="322688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468132" y="348024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214772" y="3346318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961413" y="348024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95337" y="322688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214772" y="3014555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415885" y="2025771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488744" y="3226883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064633" y="3377022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914494" y="2926605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214772" y="2749144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890398" y="2551258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409121" y="322688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3383679" y="3395790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214772" y="346575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708053" y="373360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214772" y="322688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3261151" y="1032528"/>
              <a:ext cx="0" cy="2240734"/>
            </a:xfrm>
            <a:custGeom>
              <a:avLst/>
              <a:pathLst>
                <a:path w="0" h="2240734">
                  <a:moveTo>
                    <a:pt x="0" y="2240734"/>
                  </a:moveTo>
                  <a:lnTo>
                    <a:pt x="0" y="2163468"/>
                  </a:lnTo>
                  <a:lnTo>
                    <a:pt x="0" y="2086201"/>
                  </a:lnTo>
                  <a:lnTo>
                    <a:pt x="0" y="2008934"/>
                  </a:lnTo>
                  <a:lnTo>
                    <a:pt x="0" y="1931668"/>
                  </a:lnTo>
                  <a:lnTo>
                    <a:pt x="0" y="1854401"/>
                  </a:lnTo>
                  <a:lnTo>
                    <a:pt x="0" y="1777134"/>
                  </a:lnTo>
                  <a:lnTo>
                    <a:pt x="0" y="1699867"/>
                  </a:lnTo>
                  <a:lnTo>
                    <a:pt x="0" y="1622601"/>
                  </a:lnTo>
                  <a:lnTo>
                    <a:pt x="0" y="1545334"/>
                  </a:lnTo>
                  <a:lnTo>
                    <a:pt x="0" y="1468067"/>
                  </a:lnTo>
                  <a:lnTo>
                    <a:pt x="0" y="1390801"/>
                  </a:lnTo>
                  <a:lnTo>
                    <a:pt x="0" y="1313534"/>
                  </a:lnTo>
                  <a:lnTo>
                    <a:pt x="0" y="1236267"/>
                  </a:lnTo>
                  <a:lnTo>
                    <a:pt x="0" y="1159000"/>
                  </a:lnTo>
                  <a:lnTo>
                    <a:pt x="0" y="1081734"/>
                  </a:lnTo>
                  <a:lnTo>
                    <a:pt x="0" y="1004467"/>
                  </a:lnTo>
                  <a:lnTo>
                    <a:pt x="0" y="927200"/>
                  </a:lnTo>
                  <a:lnTo>
                    <a:pt x="0" y="849933"/>
                  </a:lnTo>
                  <a:lnTo>
                    <a:pt x="0" y="772667"/>
                  </a:lnTo>
                  <a:lnTo>
                    <a:pt x="0" y="695400"/>
                  </a:lnTo>
                  <a:lnTo>
                    <a:pt x="0" y="618133"/>
                  </a:lnTo>
                  <a:lnTo>
                    <a:pt x="0" y="540867"/>
                  </a:lnTo>
                  <a:lnTo>
                    <a:pt x="0" y="463600"/>
                  </a:lnTo>
                  <a:lnTo>
                    <a:pt x="0" y="386333"/>
                  </a:lnTo>
                  <a:lnTo>
                    <a:pt x="0" y="309066"/>
                  </a:lnTo>
                  <a:lnTo>
                    <a:pt x="0" y="231800"/>
                  </a:lnTo>
                  <a:lnTo>
                    <a:pt x="0" y="154533"/>
                  </a:lnTo>
                  <a:lnTo>
                    <a:pt x="0" y="77266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3261151" y="1688824"/>
              <a:ext cx="1584438" cy="1584438"/>
            </a:xfrm>
            <a:custGeom>
              <a:avLst/>
              <a:pathLst>
                <a:path w="1584438" h="1584438">
                  <a:moveTo>
                    <a:pt x="0" y="1584438"/>
                  </a:moveTo>
                  <a:lnTo>
                    <a:pt x="54635" y="1529803"/>
                  </a:lnTo>
                  <a:lnTo>
                    <a:pt x="109271" y="1475167"/>
                  </a:lnTo>
                  <a:lnTo>
                    <a:pt x="163907" y="1420531"/>
                  </a:lnTo>
                  <a:lnTo>
                    <a:pt x="218543" y="1365895"/>
                  </a:lnTo>
                  <a:lnTo>
                    <a:pt x="273179" y="1311259"/>
                  </a:lnTo>
                  <a:lnTo>
                    <a:pt x="327814" y="1256623"/>
                  </a:lnTo>
                  <a:lnTo>
                    <a:pt x="382450" y="1201988"/>
                  </a:lnTo>
                  <a:lnTo>
                    <a:pt x="437086" y="1147352"/>
                  </a:lnTo>
                  <a:lnTo>
                    <a:pt x="491722" y="1092716"/>
                  </a:lnTo>
                  <a:lnTo>
                    <a:pt x="546358" y="1038080"/>
                  </a:lnTo>
                  <a:lnTo>
                    <a:pt x="600994" y="983444"/>
                  </a:lnTo>
                  <a:lnTo>
                    <a:pt x="655629" y="928809"/>
                  </a:lnTo>
                  <a:lnTo>
                    <a:pt x="710265" y="874173"/>
                  </a:lnTo>
                  <a:lnTo>
                    <a:pt x="764901" y="819537"/>
                  </a:lnTo>
                  <a:lnTo>
                    <a:pt x="819537" y="764901"/>
                  </a:lnTo>
                  <a:lnTo>
                    <a:pt x="874173" y="710265"/>
                  </a:lnTo>
                  <a:lnTo>
                    <a:pt x="928809" y="655629"/>
                  </a:lnTo>
                  <a:lnTo>
                    <a:pt x="983444" y="600994"/>
                  </a:lnTo>
                  <a:lnTo>
                    <a:pt x="1038080" y="546358"/>
                  </a:lnTo>
                  <a:lnTo>
                    <a:pt x="1092716" y="491722"/>
                  </a:lnTo>
                  <a:lnTo>
                    <a:pt x="1147352" y="437086"/>
                  </a:lnTo>
                  <a:lnTo>
                    <a:pt x="1201988" y="382450"/>
                  </a:lnTo>
                  <a:lnTo>
                    <a:pt x="1256623" y="327814"/>
                  </a:lnTo>
                  <a:lnTo>
                    <a:pt x="1311259" y="273179"/>
                  </a:lnTo>
                  <a:lnTo>
                    <a:pt x="1365895" y="218543"/>
                  </a:lnTo>
                  <a:lnTo>
                    <a:pt x="1420531" y="163907"/>
                  </a:lnTo>
                  <a:lnTo>
                    <a:pt x="1475167" y="109271"/>
                  </a:lnTo>
                  <a:lnTo>
                    <a:pt x="1529803" y="54635"/>
                  </a:lnTo>
                  <a:lnTo>
                    <a:pt x="1584438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3261151" y="3273263"/>
              <a:ext cx="2240734" cy="0"/>
            </a:xfrm>
            <a:custGeom>
              <a:avLst/>
              <a:pathLst>
                <a:path w="2240734" h="0">
                  <a:moveTo>
                    <a:pt x="0" y="0"/>
                  </a:moveTo>
                  <a:lnTo>
                    <a:pt x="77266" y="0"/>
                  </a:lnTo>
                  <a:lnTo>
                    <a:pt x="154533" y="0"/>
                  </a:lnTo>
                  <a:lnTo>
                    <a:pt x="231800" y="0"/>
                  </a:lnTo>
                  <a:lnTo>
                    <a:pt x="309066" y="0"/>
                  </a:lnTo>
                  <a:lnTo>
                    <a:pt x="386333" y="0"/>
                  </a:lnTo>
                  <a:lnTo>
                    <a:pt x="463600" y="0"/>
                  </a:lnTo>
                  <a:lnTo>
                    <a:pt x="540867" y="0"/>
                  </a:lnTo>
                  <a:lnTo>
                    <a:pt x="618133" y="0"/>
                  </a:lnTo>
                  <a:lnTo>
                    <a:pt x="695400" y="0"/>
                  </a:lnTo>
                  <a:lnTo>
                    <a:pt x="772667" y="0"/>
                  </a:lnTo>
                  <a:lnTo>
                    <a:pt x="849933" y="0"/>
                  </a:lnTo>
                  <a:lnTo>
                    <a:pt x="927200" y="0"/>
                  </a:lnTo>
                  <a:lnTo>
                    <a:pt x="1004467" y="0"/>
                  </a:lnTo>
                  <a:lnTo>
                    <a:pt x="1081734" y="0"/>
                  </a:lnTo>
                  <a:lnTo>
                    <a:pt x="1159000" y="0"/>
                  </a:lnTo>
                  <a:lnTo>
                    <a:pt x="1236267" y="0"/>
                  </a:lnTo>
                  <a:lnTo>
                    <a:pt x="1313534" y="0"/>
                  </a:lnTo>
                  <a:lnTo>
                    <a:pt x="1390801" y="0"/>
                  </a:lnTo>
                  <a:lnTo>
                    <a:pt x="1468067" y="0"/>
                  </a:lnTo>
                  <a:lnTo>
                    <a:pt x="1545334" y="0"/>
                  </a:lnTo>
                  <a:lnTo>
                    <a:pt x="1622601" y="0"/>
                  </a:lnTo>
                  <a:lnTo>
                    <a:pt x="1699867" y="0"/>
                  </a:lnTo>
                  <a:lnTo>
                    <a:pt x="1777134" y="0"/>
                  </a:lnTo>
                  <a:lnTo>
                    <a:pt x="1854401" y="0"/>
                  </a:lnTo>
                  <a:lnTo>
                    <a:pt x="1931668" y="0"/>
                  </a:lnTo>
                  <a:lnTo>
                    <a:pt x="2008934" y="0"/>
                  </a:lnTo>
                  <a:lnTo>
                    <a:pt x="2086201" y="0"/>
                  </a:lnTo>
                  <a:lnTo>
                    <a:pt x="2163468" y="0"/>
                  </a:lnTo>
                  <a:lnTo>
                    <a:pt x="2240734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3261151" y="3273263"/>
              <a:ext cx="1584438" cy="1584438"/>
            </a:xfrm>
            <a:custGeom>
              <a:avLst/>
              <a:pathLst>
                <a:path w="1584438" h="1584438">
                  <a:moveTo>
                    <a:pt x="0" y="0"/>
                  </a:moveTo>
                  <a:lnTo>
                    <a:pt x="54635" y="54635"/>
                  </a:lnTo>
                  <a:lnTo>
                    <a:pt x="109271" y="109271"/>
                  </a:lnTo>
                  <a:lnTo>
                    <a:pt x="163907" y="163907"/>
                  </a:lnTo>
                  <a:lnTo>
                    <a:pt x="218543" y="218543"/>
                  </a:lnTo>
                  <a:lnTo>
                    <a:pt x="273179" y="273179"/>
                  </a:lnTo>
                  <a:lnTo>
                    <a:pt x="327814" y="327814"/>
                  </a:lnTo>
                  <a:lnTo>
                    <a:pt x="382450" y="382450"/>
                  </a:lnTo>
                  <a:lnTo>
                    <a:pt x="437086" y="437086"/>
                  </a:lnTo>
                  <a:lnTo>
                    <a:pt x="491722" y="491722"/>
                  </a:lnTo>
                  <a:lnTo>
                    <a:pt x="546358" y="546358"/>
                  </a:lnTo>
                  <a:lnTo>
                    <a:pt x="600994" y="600994"/>
                  </a:lnTo>
                  <a:lnTo>
                    <a:pt x="655629" y="655629"/>
                  </a:lnTo>
                  <a:lnTo>
                    <a:pt x="710265" y="710265"/>
                  </a:lnTo>
                  <a:lnTo>
                    <a:pt x="764901" y="764901"/>
                  </a:lnTo>
                  <a:lnTo>
                    <a:pt x="819537" y="819537"/>
                  </a:lnTo>
                  <a:lnTo>
                    <a:pt x="874173" y="874173"/>
                  </a:lnTo>
                  <a:lnTo>
                    <a:pt x="928809" y="928809"/>
                  </a:lnTo>
                  <a:lnTo>
                    <a:pt x="983444" y="983444"/>
                  </a:lnTo>
                  <a:lnTo>
                    <a:pt x="1038080" y="1038080"/>
                  </a:lnTo>
                  <a:lnTo>
                    <a:pt x="1092716" y="1092716"/>
                  </a:lnTo>
                  <a:lnTo>
                    <a:pt x="1147352" y="1147352"/>
                  </a:lnTo>
                  <a:lnTo>
                    <a:pt x="1201988" y="1201988"/>
                  </a:lnTo>
                  <a:lnTo>
                    <a:pt x="1256623" y="1256623"/>
                  </a:lnTo>
                  <a:lnTo>
                    <a:pt x="1311259" y="1311259"/>
                  </a:lnTo>
                  <a:lnTo>
                    <a:pt x="1365895" y="1365895"/>
                  </a:lnTo>
                  <a:lnTo>
                    <a:pt x="1420531" y="1420531"/>
                  </a:lnTo>
                  <a:lnTo>
                    <a:pt x="1475167" y="1475167"/>
                  </a:lnTo>
                  <a:lnTo>
                    <a:pt x="1529803" y="1529803"/>
                  </a:lnTo>
                  <a:lnTo>
                    <a:pt x="1584438" y="1584438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3261151" y="3273263"/>
              <a:ext cx="0" cy="2240734"/>
            </a:xfrm>
            <a:custGeom>
              <a:avLst/>
              <a:pathLst>
                <a:path w="0" h="2240734">
                  <a:moveTo>
                    <a:pt x="0" y="0"/>
                  </a:moveTo>
                  <a:lnTo>
                    <a:pt x="0" y="77266"/>
                  </a:lnTo>
                  <a:lnTo>
                    <a:pt x="0" y="154533"/>
                  </a:lnTo>
                  <a:lnTo>
                    <a:pt x="0" y="231800"/>
                  </a:lnTo>
                  <a:lnTo>
                    <a:pt x="0" y="309066"/>
                  </a:lnTo>
                  <a:lnTo>
                    <a:pt x="0" y="386333"/>
                  </a:lnTo>
                  <a:lnTo>
                    <a:pt x="0" y="463600"/>
                  </a:lnTo>
                  <a:lnTo>
                    <a:pt x="0" y="540867"/>
                  </a:lnTo>
                  <a:lnTo>
                    <a:pt x="0" y="618133"/>
                  </a:lnTo>
                  <a:lnTo>
                    <a:pt x="0" y="695400"/>
                  </a:lnTo>
                  <a:lnTo>
                    <a:pt x="0" y="772667"/>
                  </a:lnTo>
                  <a:lnTo>
                    <a:pt x="0" y="849933"/>
                  </a:lnTo>
                  <a:lnTo>
                    <a:pt x="0" y="927200"/>
                  </a:lnTo>
                  <a:lnTo>
                    <a:pt x="0" y="1004467"/>
                  </a:lnTo>
                  <a:lnTo>
                    <a:pt x="0" y="1081734"/>
                  </a:lnTo>
                  <a:lnTo>
                    <a:pt x="0" y="1159000"/>
                  </a:lnTo>
                  <a:lnTo>
                    <a:pt x="0" y="1236267"/>
                  </a:lnTo>
                  <a:lnTo>
                    <a:pt x="0" y="1313534"/>
                  </a:lnTo>
                  <a:lnTo>
                    <a:pt x="0" y="1390801"/>
                  </a:lnTo>
                  <a:lnTo>
                    <a:pt x="0" y="1468067"/>
                  </a:lnTo>
                  <a:lnTo>
                    <a:pt x="0" y="1545334"/>
                  </a:lnTo>
                  <a:lnTo>
                    <a:pt x="0" y="1622601"/>
                  </a:lnTo>
                  <a:lnTo>
                    <a:pt x="0" y="1699867"/>
                  </a:lnTo>
                  <a:lnTo>
                    <a:pt x="0" y="1777134"/>
                  </a:lnTo>
                  <a:lnTo>
                    <a:pt x="0" y="1854401"/>
                  </a:lnTo>
                  <a:lnTo>
                    <a:pt x="0" y="1931668"/>
                  </a:lnTo>
                  <a:lnTo>
                    <a:pt x="0" y="2008934"/>
                  </a:lnTo>
                  <a:lnTo>
                    <a:pt x="0" y="2086201"/>
                  </a:lnTo>
                  <a:lnTo>
                    <a:pt x="0" y="2163468"/>
                  </a:lnTo>
                  <a:lnTo>
                    <a:pt x="0" y="2240734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1676712" y="3273263"/>
              <a:ext cx="1584438" cy="1584438"/>
            </a:xfrm>
            <a:custGeom>
              <a:avLst/>
              <a:pathLst>
                <a:path w="1584438" h="1584438">
                  <a:moveTo>
                    <a:pt x="1584438" y="0"/>
                  </a:moveTo>
                  <a:lnTo>
                    <a:pt x="1529803" y="54635"/>
                  </a:lnTo>
                  <a:lnTo>
                    <a:pt x="1475167" y="109271"/>
                  </a:lnTo>
                  <a:lnTo>
                    <a:pt x="1420531" y="163907"/>
                  </a:lnTo>
                  <a:lnTo>
                    <a:pt x="1365895" y="218543"/>
                  </a:lnTo>
                  <a:lnTo>
                    <a:pt x="1311259" y="273179"/>
                  </a:lnTo>
                  <a:lnTo>
                    <a:pt x="1256623" y="327814"/>
                  </a:lnTo>
                  <a:lnTo>
                    <a:pt x="1201988" y="382450"/>
                  </a:lnTo>
                  <a:lnTo>
                    <a:pt x="1147352" y="437086"/>
                  </a:lnTo>
                  <a:lnTo>
                    <a:pt x="1092716" y="491722"/>
                  </a:lnTo>
                  <a:lnTo>
                    <a:pt x="1038080" y="546358"/>
                  </a:lnTo>
                  <a:lnTo>
                    <a:pt x="983444" y="600994"/>
                  </a:lnTo>
                  <a:lnTo>
                    <a:pt x="928809" y="655629"/>
                  </a:lnTo>
                  <a:lnTo>
                    <a:pt x="874173" y="710265"/>
                  </a:lnTo>
                  <a:lnTo>
                    <a:pt x="819537" y="764901"/>
                  </a:lnTo>
                  <a:lnTo>
                    <a:pt x="764901" y="819537"/>
                  </a:lnTo>
                  <a:lnTo>
                    <a:pt x="710265" y="874173"/>
                  </a:lnTo>
                  <a:lnTo>
                    <a:pt x="655629" y="928809"/>
                  </a:lnTo>
                  <a:lnTo>
                    <a:pt x="600994" y="983444"/>
                  </a:lnTo>
                  <a:lnTo>
                    <a:pt x="546358" y="1038080"/>
                  </a:lnTo>
                  <a:lnTo>
                    <a:pt x="491722" y="1092716"/>
                  </a:lnTo>
                  <a:lnTo>
                    <a:pt x="437086" y="1147352"/>
                  </a:lnTo>
                  <a:lnTo>
                    <a:pt x="382450" y="1201988"/>
                  </a:lnTo>
                  <a:lnTo>
                    <a:pt x="327814" y="1256623"/>
                  </a:lnTo>
                  <a:lnTo>
                    <a:pt x="273179" y="1311259"/>
                  </a:lnTo>
                  <a:lnTo>
                    <a:pt x="218543" y="1365895"/>
                  </a:lnTo>
                  <a:lnTo>
                    <a:pt x="163907" y="1420531"/>
                  </a:lnTo>
                  <a:lnTo>
                    <a:pt x="109271" y="1475167"/>
                  </a:lnTo>
                  <a:lnTo>
                    <a:pt x="54635" y="1529803"/>
                  </a:lnTo>
                  <a:lnTo>
                    <a:pt x="0" y="1584438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1020416" y="3273263"/>
              <a:ext cx="2240734" cy="0"/>
            </a:xfrm>
            <a:custGeom>
              <a:avLst/>
              <a:pathLst>
                <a:path w="2240734" h="0">
                  <a:moveTo>
                    <a:pt x="2240734" y="0"/>
                  </a:moveTo>
                  <a:lnTo>
                    <a:pt x="2163468" y="0"/>
                  </a:lnTo>
                  <a:lnTo>
                    <a:pt x="2086201" y="0"/>
                  </a:lnTo>
                  <a:lnTo>
                    <a:pt x="2008934" y="0"/>
                  </a:lnTo>
                  <a:lnTo>
                    <a:pt x="1931668" y="0"/>
                  </a:lnTo>
                  <a:lnTo>
                    <a:pt x="1854401" y="0"/>
                  </a:lnTo>
                  <a:lnTo>
                    <a:pt x="1777134" y="0"/>
                  </a:lnTo>
                  <a:lnTo>
                    <a:pt x="1699867" y="0"/>
                  </a:lnTo>
                  <a:lnTo>
                    <a:pt x="1622601" y="0"/>
                  </a:lnTo>
                  <a:lnTo>
                    <a:pt x="1545334" y="0"/>
                  </a:lnTo>
                  <a:lnTo>
                    <a:pt x="1468067" y="0"/>
                  </a:lnTo>
                  <a:lnTo>
                    <a:pt x="1390801" y="0"/>
                  </a:lnTo>
                  <a:lnTo>
                    <a:pt x="1313534" y="0"/>
                  </a:lnTo>
                  <a:lnTo>
                    <a:pt x="1236267" y="0"/>
                  </a:lnTo>
                  <a:lnTo>
                    <a:pt x="1159000" y="0"/>
                  </a:lnTo>
                  <a:lnTo>
                    <a:pt x="1081734" y="0"/>
                  </a:lnTo>
                  <a:lnTo>
                    <a:pt x="1004467" y="0"/>
                  </a:lnTo>
                  <a:lnTo>
                    <a:pt x="927200" y="0"/>
                  </a:lnTo>
                  <a:lnTo>
                    <a:pt x="849933" y="0"/>
                  </a:lnTo>
                  <a:lnTo>
                    <a:pt x="772667" y="0"/>
                  </a:lnTo>
                  <a:lnTo>
                    <a:pt x="695400" y="0"/>
                  </a:lnTo>
                  <a:lnTo>
                    <a:pt x="618133" y="0"/>
                  </a:lnTo>
                  <a:lnTo>
                    <a:pt x="540867" y="0"/>
                  </a:lnTo>
                  <a:lnTo>
                    <a:pt x="463600" y="0"/>
                  </a:lnTo>
                  <a:lnTo>
                    <a:pt x="386333" y="0"/>
                  </a:lnTo>
                  <a:lnTo>
                    <a:pt x="309066" y="0"/>
                  </a:lnTo>
                  <a:lnTo>
                    <a:pt x="231800" y="0"/>
                  </a:lnTo>
                  <a:lnTo>
                    <a:pt x="154533" y="0"/>
                  </a:lnTo>
                  <a:lnTo>
                    <a:pt x="77266" y="0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1676712" y="1688824"/>
              <a:ext cx="1584438" cy="1584438"/>
            </a:xfrm>
            <a:custGeom>
              <a:avLst/>
              <a:pathLst>
                <a:path w="1584438" h="1584438">
                  <a:moveTo>
                    <a:pt x="1584438" y="1584438"/>
                  </a:moveTo>
                  <a:lnTo>
                    <a:pt x="1529803" y="1529803"/>
                  </a:lnTo>
                  <a:lnTo>
                    <a:pt x="1475167" y="1475167"/>
                  </a:lnTo>
                  <a:lnTo>
                    <a:pt x="1420531" y="1420531"/>
                  </a:lnTo>
                  <a:lnTo>
                    <a:pt x="1365895" y="1365895"/>
                  </a:lnTo>
                  <a:lnTo>
                    <a:pt x="1311259" y="1311259"/>
                  </a:lnTo>
                  <a:lnTo>
                    <a:pt x="1256623" y="1256623"/>
                  </a:lnTo>
                  <a:lnTo>
                    <a:pt x="1201988" y="1201988"/>
                  </a:lnTo>
                  <a:lnTo>
                    <a:pt x="1147352" y="1147352"/>
                  </a:lnTo>
                  <a:lnTo>
                    <a:pt x="1092716" y="1092716"/>
                  </a:lnTo>
                  <a:lnTo>
                    <a:pt x="1038080" y="1038080"/>
                  </a:lnTo>
                  <a:lnTo>
                    <a:pt x="983444" y="983444"/>
                  </a:lnTo>
                  <a:lnTo>
                    <a:pt x="928809" y="928809"/>
                  </a:lnTo>
                  <a:lnTo>
                    <a:pt x="874173" y="874173"/>
                  </a:lnTo>
                  <a:lnTo>
                    <a:pt x="819537" y="819537"/>
                  </a:lnTo>
                  <a:lnTo>
                    <a:pt x="764901" y="764901"/>
                  </a:lnTo>
                  <a:lnTo>
                    <a:pt x="710265" y="710265"/>
                  </a:lnTo>
                  <a:lnTo>
                    <a:pt x="655629" y="655629"/>
                  </a:lnTo>
                  <a:lnTo>
                    <a:pt x="600994" y="600994"/>
                  </a:lnTo>
                  <a:lnTo>
                    <a:pt x="546358" y="546358"/>
                  </a:lnTo>
                  <a:lnTo>
                    <a:pt x="491722" y="491722"/>
                  </a:lnTo>
                  <a:lnTo>
                    <a:pt x="437086" y="437086"/>
                  </a:lnTo>
                  <a:lnTo>
                    <a:pt x="382450" y="382450"/>
                  </a:lnTo>
                  <a:lnTo>
                    <a:pt x="327814" y="327814"/>
                  </a:lnTo>
                  <a:lnTo>
                    <a:pt x="273179" y="273179"/>
                  </a:lnTo>
                  <a:lnTo>
                    <a:pt x="218543" y="218543"/>
                  </a:lnTo>
                  <a:lnTo>
                    <a:pt x="163907" y="163907"/>
                  </a:lnTo>
                  <a:lnTo>
                    <a:pt x="109271" y="109271"/>
                  </a:lnTo>
                  <a:lnTo>
                    <a:pt x="54635" y="54635"/>
                  </a:lnTo>
                  <a:lnTo>
                    <a:pt x="0" y="0"/>
                  </a:lnTo>
                </a:path>
              </a:pathLst>
            </a:custGeom>
            <a:ln w="17615" cap="flat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tx85"/>
            <p:cNvSpPr/>
            <p:nvPr/>
          </p:nvSpPr>
          <p:spPr>
            <a:xfrm>
              <a:off x="3043844" y="688793"/>
              <a:ext cx="434614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4658363" y="1427127"/>
              <a:ext cx="770564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Northeast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5604127" y="3209620"/>
              <a:ext cx="355701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4643412" y="4992114"/>
              <a:ext cx="800465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Southeast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3028894" y="5730447"/>
              <a:ext cx="464515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1063657" y="4992114"/>
              <a:ext cx="830000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Southwest</a:t>
              </a:r>
            </a:p>
          </p:txBody>
        </p:sp>
        <p:sp>
          <p:nvSpPr>
            <p:cNvPr id="91" name="tx91"/>
            <p:cNvSpPr/>
            <p:nvPr/>
          </p:nvSpPr>
          <p:spPr>
            <a:xfrm>
              <a:off x="539477" y="3209620"/>
              <a:ext cx="401695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92" name="tx92"/>
            <p:cNvSpPr/>
            <p:nvPr/>
          </p:nvSpPr>
          <p:spPr>
            <a:xfrm>
              <a:off x="1078608" y="1427127"/>
              <a:ext cx="800100" cy="127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400" i="0" b="0">
                  <a:solidFill>
                    <a:srgbClr val="222222">
                      <a:alpha val="100000"/>
                    </a:srgbClr>
                  </a:solidFill>
                  <a:latin typeface="Arial"/>
                  <a:cs typeface="Arial"/>
                </a:rPr>
                <a:t>Northwest</a:t>
              </a:r>
            </a:p>
          </p:txBody>
        </p:sp>
        <p:sp>
          <p:nvSpPr>
            <p:cNvPr id="93" name="tx93"/>
            <p:cNvSpPr/>
            <p:nvPr/>
          </p:nvSpPr>
          <p:spPr>
            <a:xfrm>
              <a:off x="151830" y="2111976"/>
              <a:ext cx="22869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29%</a:t>
              </a:r>
            </a:p>
          </p:txBody>
        </p:sp>
        <p:sp>
          <p:nvSpPr>
            <p:cNvPr id="94" name="tx94"/>
            <p:cNvSpPr/>
            <p:nvPr/>
          </p:nvSpPr>
          <p:spPr>
            <a:xfrm>
              <a:off x="151830" y="991608"/>
              <a:ext cx="228691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6B6B6B">
                      <a:alpha val="100000"/>
                    </a:srgbClr>
                  </a:solidFill>
                  <a:latin typeface="Arial"/>
                  <a:cs typeface="Arial"/>
                </a:rPr>
                <a:t>59%</a:t>
              </a:r>
            </a:p>
          </p:txBody>
        </p:sp>
        <p:sp>
          <p:nvSpPr>
            <p:cNvPr id="95" name="rc95"/>
            <p:cNvSpPr/>
            <p:nvPr/>
          </p:nvSpPr>
          <p:spPr>
            <a:xfrm>
              <a:off x="6346674" y="2633795"/>
              <a:ext cx="181655" cy="181655"/>
            </a:xfrm>
            <a:prstGeom prst="rect">
              <a:avLst/>
            </a:prstGeom>
            <a:solidFill>
              <a:srgbClr val="00BFC4">
                <a:alpha val="21960"/>
              </a:srgbClr>
            </a:solidFill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349719" y="272462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391123" y="2678243"/>
              <a:ext cx="92758" cy="92758"/>
            </a:xfrm>
            <a:prstGeom prst="ellipse">
              <a:avLst/>
            </a:prstGeom>
            <a:solidFill>
              <a:srgbClr val="00BFC4">
                <a:alpha val="100000"/>
              </a:srgbClr>
            </a:solidFill>
            <a:ln w="11454" cap="rnd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346674" y="2853251"/>
              <a:ext cx="181655" cy="181655"/>
            </a:xfrm>
            <a:prstGeom prst="rect">
              <a:avLst/>
            </a:prstGeom>
            <a:solidFill>
              <a:srgbClr val="BE84DB">
                <a:alpha val="21960"/>
              </a:srgbClr>
            </a:solidFill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349719" y="2944079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6391123" y="2897699"/>
              <a:ext cx="92758" cy="92758"/>
            </a:xfrm>
            <a:prstGeom prst="ellipse">
              <a:avLst/>
            </a:prstGeom>
            <a:solidFill>
              <a:srgbClr val="BE84DB">
                <a:alpha val="100000"/>
              </a:srgbClr>
            </a:solidFill>
            <a:ln w="11454" cap="rnd">
              <a:solidFill>
                <a:srgbClr val="BE84D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6346674" y="3072707"/>
              <a:ext cx="181655" cy="181655"/>
            </a:xfrm>
            <a:prstGeom prst="rect">
              <a:avLst/>
            </a:prstGeom>
            <a:solidFill>
              <a:srgbClr val="F8766D">
                <a:alpha val="21960"/>
              </a:srgbClr>
            </a:solidFill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349719" y="316353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6391123" y="3117155"/>
              <a:ext cx="92758" cy="92758"/>
            </a:xfrm>
            <a:prstGeom prst="ellipse">
              <a:avLst/>
            </a:prstGeom>
            <a:solidFill>
              <a:srgbClr val="F8766D">
                <a:alpha val="100000"/>
              </a:srgbClr>
            </a:solidFill>
            <a:ln w="11454" cap="rnd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6346674" y="3292163"/>
              <a:ext cx="181655" cy="181655"/>
            </a:xfrm>
            <a:prstGeom prst="rect">
              <a:avLst/>
            </a:prstGeom>
            <a:solidFill>
              <a:srgbClr val="7AD151">
                <a:alpha val="21960"/>
              </a:srgbClr>
            </a:solidFill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6349719" y="3382991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6391123" y="3336611"/>
              <a:ext cx="92758" cy="92758"/>
            </a:xfrm>
            <a:prstGeom prst="ellipse">
              <a:avLst/>
            </a:prstGeom>
            <a:solidFill>
              <a:srgbClr val="7AD151">
                <a:alpha val="100000"/>
              </a:srgbClr>
            </a:solidFill>
            <a:ln w="11454" cap="rnd">
              <a:solidFill>
                <a:srgbClr val="7AD15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6346674" y="3511619"/>
              <a:ext cx="181655" cy="181656"/>
            </a:xfrm>
            <a:prstGeom prst="rect">
              <a:avLst/>
            </a:prstGeom>
            <a:solidFill>
              <a:srgbClr val="F1B722">
                <a:alpha val="21960"/>
              </a:srgbClr>
            </a:solidFill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349719" y="3602447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6391123" y="3556067"/>
              <a:ext cx="92758" cy="92758"/>
            </a:xfrm>
            <a:prstGeom prst="ellipse">
              <a:avLst/>
            </a:prstGeom>
            <a:solidFill>
              <a:srgbClr val="F1B722">
                <a:alpha val="100000"/>
              </a:srgbClr>
            </a:solidFill>
            <a:ln w="11454" cap="rnd">
              <a:solidFill>
                <a:srgbClr val="F1B72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6346674" y="3731075"/>
              <a:ext cx="181655" cy="181656"/>
            </a:xfrm>
            <a:prstGeom prst="rect">
              <a:avLst/>
            </a:prstGeom>
            <a:solidFill>
              <a:srgbClr val="619CFF">
                <a:alpha val="21960"/>
              </a:srgbClr>
            </a:solidFill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349719" y="382190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8456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391123" y="3775523"/>
              <a:ext cx="92758" cy="92758"/>
            </a:xfrm>
            <a:prstGeom prst="ellipse">
              <a:avLst/>
            </a:prstGeom>
            <a:solidFill>
              <a:srgbClr val="619CFF">
                <a:alpha val="100000"/>
              </a:srgbClr>
            </a:solidFill>
            <a:ln w="11454" cap="rnd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tx113"/>
            <p:cNvSpPr/>
            <p:nvPr/>
          </p:nvSpPr>
          <p:spPr>
            <a:xfrm>
              <a:off x="6635798" y="2676891"/>
              <a:ext cx="2267803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Passeriformes (388 records, 222 spp.)</a:t>
              </a:r>
            </a:p>
          </p:txBody>
        </p:sp>
        <p:sp>
          <p:nvSpPr>
            <p:cNvPr id="114" name="tx114"/>
            <p:cNvSpPr/>
            <p:nvPr/>
          </p:nvSpPr>
          <p:spPr>
            <a:xfrm>
              <a:off x="6635798" y="2896347"/>
              <a:ext cx="214161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Accipitriformes (55 records, 22 spp.)</a:t>
              </a:r>
            </a:p>
          </p:txBody>
        </p:sp>
        <p:sp>
          <p:nvSpPr>
            <p:cNvPr id="115" name="tx115"/>
            <p:cNvSpPr/>
            <p:nvPr/>
          </p:nvSpPr>
          <p:spPr>
            <a:xfrm>
              <a:off x="6635798" y="3115803"/>
              <a:ext cx="2052827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Anseriformes (35 records, 16 spp.)</a:t>
              </a:r>
            </a:p>
          </p:txBody>
        </p:sp>
        <p:sp>
          <p:nvSpPr>
            <p:cNvPr id="116" name="tx116"/>
            <p:cNvSpPr/>
            <p:nvPr/>
          </p:nvSpPr>
          <p:spPr>
            <a:xfrm>
              <a:off x="6635798" y="3335259"/>
              <a:ext cx="2215956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Charadriiformes (32 records, 18 spp.)</a:t>
              </a:r>
            </a:p>
          </p:txBody>
        </p:sp>
        <p:sp>
          <p:nvSpPr>
            <p:cNvPr id="117" name="tx117"/>
            <p:cNvSpPr/>
            <p:nvPr/>
          </p:nvSpPr>
          <p:spPr>
            <a:xfrm>
              <a:off x="6635798" y="3554715"/>
              <a:ext cx="2089861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Columbiformes (18 records, 9 spp.)</a:t>
              </a:r>
            </a:p>
          </p:txBody>
        </p:sp>
        <p:sp>
          <p:nvSpPr>
            <p:cNvPr id="118" name="tx118"/>
            <p:cNvSpPr/>
            <p:nvPr/>
          </p:nvSpPr>
          <p:spPr>
            <a:xfrm>
              <a:off x="6635798" y="3774171"/>
              <a:ext cx="1852665" cy="954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5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Gruiformes (16 records, 9 spp.)</a:t>
              </a:r>
            </a:p>
          </p:txBody>
        </p:sp>
        <p:sp>
          <p:nvSpPr>
            <p:cNvPr id="119" name="tx119"/>
            <p:cNvSpPr/>
            <p:nvPr/>
          </p:nvSpPr>
          <p:spPr>
            <a:xfrm>
              <a:off x="460233" y="6279859"/>
              <a:ext cx="4360316" cy="818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595959">
                      <a:alpha val="100000"/>
                    </a:srgbClr>
                  </a:solidFill>
                  <a:latin typeface="Arial"/>
                  <a:cs typeface="Arial"/>
                </a:rPr>
                <a:t>Share of each order's own new records; absolute sample sizes are given in the legend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2026-07-27T13:24:38Z</dcterms:modified>
  <cp:category/>
</cp:coreProperties>
</file>