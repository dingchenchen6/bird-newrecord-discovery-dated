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142766"/>
              <a:ext cx="9144000" cy="65724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1908" y="193376"/>
              <a:ext cx="6215401" cy="62154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992" y="2472356"/>
              <a:ext cx="1657231" cy="1657023"/>
            </a:xfrm>
            <a:custGeom>
              <a:avLst/>
              <a:pathLst>
                <a:path w="1657231" h="1657023">
                  <a:moveTo>
                    <a:pt x="828615" y="0"/>
                  </a:moveTo>
                  <a:lnTo>
                    <a:pt x="881176" y="1668"/>
                  </a:lnTo>
                  <a:lnTo>
                    <a:pt x="933525" y="6667"/>
                  </a:lnTo>
                  <a:lnTo>
                    <a:pt x="985452" y="14976"/>
                  </a:lnTo>
                  <a:lnTo>
                    <a:pt x="1036747" y="26561"/>
                  </a:lnTo>
                  <a:lnTo>
                    <a:pt x="1087204" y="41377"/>
                  </a:lnTo>
                  <a:lnTo>
                    <a:pt x="1136620" y="59362"/>
                  </a:lnTo>
                  <a:lnTo>
                    <a:pt x="1184795" y="80446"/>
                  </a:lnTo>
                  <a:lnTo>
                    <a:pt x="1231536" y="104543"/>
                  </a:lnTo>
                  <a:lnTo>
                    <a:pt x="1276655" y="131556"/>
                  </a:lnTo>
                  <a:lnTo>
                    <a:pt x="1319970" y="161376"/>
                  </a:lnTo>
                  <a:lnTo>
                    <a:pt x="1361306" y="193883"/>
                  </a:lnTo>
                  <a:lnTo>
                    <a:pt x="1400498" y="228947"/>
                  </a:lnTo>
                  <a:lnTo>
                    <a:pt x="1437386" y="266425"/>
                  </a:lnTo>
                  <a:lnTo>
                    <a:pt x="1471824" y="306168"/>
                  </a:lnTo>
                  <a:lnTo>
                    <a:pt x="1503671" y="348015"/>
                  </a:lnTo>
                  <a:lnTo>
                    <a:pt x="1532800" y="391797"/>
                  </a:lnTo>
                  <a:lnTo>
                    <a:pt x="1559094" y="437339"/>
                  </a:lnTo>
                  <a:lnTo>
                    <a:pt x="1582446" y="484457"/>
                  </a:lnTo>
                  <a:lnTo>
                    <a:pt x="1602762" y="532961"/>
                  </a:lnTo>
                  <a:lnTo>
                    <a:pt x="1619962" y="582656"/>
                  </a:lnTo>
                  <a:lnTo>
                    <a:pt x="1633975" y="633341"/>
                  </a:lnTo>
                  <a:lnTo>
                    <a:pt x="1644745" y="684814"/>
                  </a:lnTo>
                  <a:lnTo>
                    <a:pt x="1652229" y="736866"/>
                  </a:lnTo>
                  <a:lnTo>
                    <a:pt x="1656397" y="789288"/>
                  </a:lnTo>
                  <a:lnTo>
                    <a:pt x="1657231" y="841868"/>
                  </a:lnTo>
                  <a:lnTo>
                    <a:pt x="1654729" y="894396"/>
                  </a:lnTo>
                  <a:lnTo>
                    <a:pt x="1648900" y="946659"/>
                  </a:lnTo>
                  <a:lnTo>
                    <a:pt x="1639769" y="998447"/>
                  </a:lnTo>
                  <a:lnTo>
                    <a:pt x="1627371" y="1049552"/>
                  </a:lnTo>
                  <a:lnTo>
                    <a:pt x="1611757" y="1099767"/>
                  </a:lnTo>
                  <a:lnTo>
                    <a:pt x="1592989" y="1148892"/>
                  </a:lnTo>
                  <a:lnTo>
                    <a:pt x="1571143" y="1196727"/>
                  </a:lnTo>
                  <a:lnTo>
                    <a:pt x="1546308" y="1243080"/>
                  </a:lnTo>
                  <a:lnTo>
                    <a:pt x="1518583" y="1287764"/>
                  </a:lnTo>
                  <a:lnTo>
                    <a:pt x="1488079" y="1330601"/>
                  </a:lnTo>
                  <a:lnTo>
                    <a:pt x="1454920" y="1371416"/>
                  </a:lnTo>
                  <a:lnTo>
                    <a:pt x="1419239" y="1410046"/>
                  </a:lnTo>
                  <a:lnTo>
                    <a:pt x="1381180" y="1446335"/>
                  </a:lnTo>
                  <a:lnTo>
                    <a:pt x="1340896" y="1480138"/>
                  </a:lnTo>
                  <a:lnTo>
                    <a:pt x="1298549" y="1511317"/>
                  </a:lnTo>
                  <a:lnTo>
                    <a:pt x="1254310" y="1539748"/>
                  </a:lnTo>
                  <a:lnTo>
                    <a:pt x="1208357" y="1565316"/>
                  </a:lnTo>
                  <a:lnTo>
                    <a:pt x="1160875" y="1587917"/>
                  </a:lnTo>
                  <a:lnTo>
                    <a:pt x="1112054" y="1607462"/>
                  </a:lnTo>
                  <a:lnTo>
                    <a:pt x="1062093" y="1623871"/>
                  </a:lnTo>
                  <a:lnTo>
                    <a:pt x="1011191" y="1637078"/>
                  </a:lnTo>
                  <a:lnTo>
                    <a:pt x="959554" y="1647030"/>
                  </a:lnTo>
                  <a:lnTo>
                    <a:pt x="907390" y="1653687"/>
                  </a:lnTo>
                  <a:lnTo>
                    <a:pt x="854909" y="1657023"/>
                  </a:lnTo>
                  <a:lnTo>
                    <a:pt x="802322" y="1657023"/>
                  </a:lnTo>
                  <a:lnTo>
                    <a:pt x="749840" y="1653687"/>
                  </a:lnTo>
                  <a:lnTo>
                    <a:pt x="697676" y="1647030"/>
                  </a:lnTo>
                  <a:lnTo>
                    <a:pt x="646040" y="1637078"/>
                  </a:lnTo>
                  <a:lnTo>
                    <a:pt x="595138" y="1623871"/>
                  </a:lnTo>
                  <a:lnTo>
                    <a:pt x="545176" y="1607462"/>
                  </a:lnTo>
                  <a:lnTo>
                    <a:pt x="496356" y="1587917"/>
                  </a:lnTo>
                  <a:lnTo>
                    <a:pt x="448874" y="1565316"/>
                  </a:lnTo>
                  <a:lnTo>
                    <a:pt x="402921" y="1539748"/>
                  </a:lnTo>
                  <a:lnTo>
                    <a:pt x="358681" y="1511317"/>
                  </a:lnTo>
                  <a:lnTo>
                    <a:pt x="316335" y="1480138"/>
                  </a:lnTo>
                  <a:lnTo>
                    <a:pt x="276050" y="1446335"/>
                  </a:lnTo>
                  <a:lnTo>
                    <a:pt x="237991" y="1410046"/>
                  </a:lnTo>
                  <a:lnTo>
                    <a:pt x="202310" y="1371416"/>
                  </a:lnTo>
                  <a:lnTo>
                    <a:pt x="169151" y="1330601"/>
                  </a:lnTo>
                  <a:lnTo>
                    <a:pt x="138648" y="1287764"/>
                  </a:lnTo>
                  <a:lnTo>
                    <a:pt x="110923" y="1243080"/>
                  </a:lnTo>
                  <a:lnTo>
                    <a:pt x="86087" y="1196727"/>
                  </a:lnTo>
                  <a:lnTo>
                    <a:pt x="64242" y="1148892"/>
                  </a:lnTo>
                  <a:lnTo>
                    <a:pt x="45474" y="1099767"/>
                  </a:lnTo>
                  <a:lnTo>
                    <a:pt x="29860" y="1049552"/>
                  </a:lnTo>
                  <a:lnTo>
                    <a:pt x="17462" y="998447"/>
                  </a:lnTo>
                  <a:lnTo>
                    <a:pt x="8330" y="946659"/>
                  </a:lnTo>
                  <a:lnTo>
                    <a:pt x="2502" y="894396"/>
                  </a:lnTo>
                  <a:lnTo>
                    <a:pt x="0" y="841868"/>
                  </a:lnTo>
                  <a:lnTo>
                    <a:pt x="834" y="789288"/>
                  </a:lnTo>
                  <a:lnTo>
                    <a:pt x="5001" y="736866"/>
                  </a:lnTo>
                  <a:lnTo>
                    <a:pt x="12485" y="684814"/>
                  </a:lnTo>
                  <a:lnTo>
                    <a:pt x="23256" y="633341"/>
                  </a:lnTo>
                  <a:lnTo>
                    <a:pt x="37269" y="582656"/>
                  </a:lnTo>
                  <a:lnTo>
                    <a:pt x="54468" y="532961"/>
                  </a:lnTo>
                  <a:lnTo>
                    <a:pt x="74785" y="484457"/>
                  </a:lnTo>
                  <a:lnTo>
                    <a:pt x="98137" y="437339"/>
                  </a:lnTo>
                  <a:lnTo>
                    <a:pt x="124431" y="391797"/>
                  </a:lnTo>
                  <a:lnTo>
                    <a:pt x="153560" y="348015"/>
                  </a:lnTo>
                  <a:lnTo>
                    <a:pt x="185407" y="306168"/>
                  </a:lnTo>
                  <a:lnTo>
                    <a:pt x="219844" y="266425"/>
                  </a:lnTo>
                  <a:lnTo>
                    <a:pt x="256733" y="228947"/>
                  </a:lnTo>
                  <a:lnTo>
                    <a:pt x="295924" y="193883"/>
                  </a:lnTo>
                  <a:lnTo>
                    <a:pt x="337261" y="161376"/>
                  </a:lnTo>
                  <a:lnTo>
                    <a:pt x="380575" y="131556"/>
                  </a:lnTo>
                  <a:lnTo>
                    <a:pt x="425694" y="104543"/>
                  </a:lnTo>
                  <a:lnTo>
                    <a:pt x="472436" y="80446"/>
                  </a:lnTo>
                  <a:lnTo>
                    <a:pt x="520611" y="59362"/>
                  </a:lnTo>
                  <a:lnTo>
                    <a:pt x="570027" y="41377"/>
                  </a:lnTo>
                  <a:lnTo>
                    <a:pt x="620484" y="26561"/>
                  </a:lnTo>
                  <a:lnTo>
                    <a:pt x="671779" y="14976"/>
                  </a:lnTo>
                  <a:lnTo>
                    <a:pt x="723706" y="6667"/>
                  </a:lnTo>
                  <a:lnTo>
                    <a:pt x="776055" y="1668"/>
                  </a:lnTo>
                  <a:lnTo>
                    <a:pt x="828615" y="0"/>
                  </a:lnTo>
                </a:path>
              </a:pathLst>
            </a:custGeom>
            <a:ln w="9485" cap="flat">
              <a:solidFill>
                <a:srgbClr val="CCCCCC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792376" y="1643636"/>
              <a:ext cx="3314463" cy="3314046"/>
            </a:xfrm>
            <a:custGeom>
              <a:avLst/>
              <a:pathLst>
                <a:path w="3314463" h="3314046">
                  <a:moveTo>
                    <a:pt x="1657231" y="0"/>
                  </a:moveTo>
                  <a:lnTo>
                    <a:pt x="1762353" y="3336"/>
                  </a:lnTo>
                  <a:lnTo>
                    <a:pt x="1867051" y="13334"/>
                  </a:lnTo>
                  <a:lnTo>
                    <a:pt x="1970904" y="29952"/>
                  </a:lnTo>
                  <a:lnTo>
                    <a:pt x="2073494" y="53123"/>
                  </a:lnTo>
                  <a:lnTo>
                    <a:pt x="2174408" y="82754"/>
                  </a:lnTo>
                  <a:lnTo>
                    <a:pt x="2273240" y="118725"/>
                  </a:lnTo>
                  <a:lnTo>
                    <a:pt x="2369591" y="160893"/>
                  </a:lnTo>
                  <a:lnTo>
                    <a:pt x="2463073" y="209087"/>
                  </a:lnTo>
                  <a:lnTo>
                    <a:pt x="2553311" y="263112"/>
                  </a:lnTo>
                  <a:lnTo>
                    <a:pt x="2639941" y="322752"/>
                  </a:lnTo>
                  <a:lnTo>
                    <a:pt x="2722613" y="387767"/>
                  </a:lnTo>
                  <a:lnTo>
                    <a:pt x="2800996" y="457894"/>
                  </a:lnTo>
                  <a:lnTo>
                    <a:pt x="2874773" y="532851"/>
                  </a:lnTo>
                  <a:lnTo>
                    <a:pt x="2943648" y="612336"/>
                  </a:lnTo>
                  <a:lnTo>
                    <a:pt x="3007342" y="696030"/>
                  </a:lnTo>
                  <a:lnTo>
                    <a:pt x="3065600" y="783595"/>
                  </a:lnTo>
                  <a:lnTo>
                    <a:pt x="3118188" y="874679"/>
                  </a:lnTo>
                  <a:lnTo>
                    <a:pt x="3164892" y="968914"/>
                  </a:lnTo>
                  <a:lnTo>
                    <a:pt x="3205525" y="1065922"/>
                  </a:lnTo>
                  <a:lnTo>
                    <a:pt x="3239925" y="1165312"/>
                  </a:lnTo>
                  <a:lnTo>
                    <a:pt x="3267951" y="1266683"/>
                  </a:lnTo>
                  <a:lnTo>
                    <a:pt x="3289491" y="1369628"/>
                  </a:lnTo>
                  <a:lnTo>
                    <a:pt x="3304459" y="1473732"/>
                  </a:lnTo>
                  <a:lnTo>
                    <a:pt x="3312794" y="1578576"/>
                  </a:lnTo>
                  <a:lnTo>
                    <a:pt x="3314463" y="1683737"/>
                  </a:lnTo>
                  <a:lnTo>
                    <a:pt x="3309458" y="1788792"/>
                  </a:lnTo>
                  <a:lnTo>
                    <a:pt x="3297801" y="1893318"/>
                  </a:lnTo>
                  <a:lnTo>
                    <a:pt x="3279538" y="1996895"/>
                  </a:lnTo>
                  <a:lnTo>
                    <a:pt x="3254742" y="2099104"/>
                  </a:lnTo>
                  <a:lnTo>
                    <a:pt x="3223514" y="2199535"/>
                  </a:lnTo>
                  <a:lnTo>
                    <a:pt x="3185978" y="2297784"/>
                  </a:lnTo>
                  <a:lnTo>
                    <a:pt x="3142287" y="2393454"/>
                  </a:lnTo>
                  <a:lnTo>
                    <a:pt x="3092617" y="2486160"/>
                  </a:lnTo>
                  <a:lnTo>
                    <a:pt x="3037166" y="2575529"/>
                  </a:lnTo>
                  <a:lnTo>
                    <a:pt x="2976159" y="2661202"/>
                  </a:lnTo>
                  <a:lnTo>
                    <a:pt x="2909841" y="2742832"/>
                  </a:lnTo>
                  <a:lnTo>
                    <a:pt x="2838479" y="2820093"/>
                  </a:lnTo>
                  <a:lnTo>
                    <a:pt x="2762361" y="2892671"/>
                  </a:lnTo>
                  <a:lnTo>
                    <a:pt x="2681793" y="2960276"/>
                  </a:lnTo>
                  <a:lnTo>
                    <a:pt x="2597099" y="3022635"/>
                  </a:lnTo>
                  <a:lnTo>
                    <a:pt x="2508621" y="3079496"/>
                  </a:lnTo>
                  <a:lnTo>
                    <a:pt x="2416714" y="3130632"/>
                  </a:lnTo>
                  <a:lnTo>
                    <a:pt x="2321750" y="3175835"/>
                  </a:lnTo>
                  <a:lnTo>
                    <a:pt x="2224109" y="3214924"/>
                  </a:lnTo>
                  <a:lnTo>
                    <a:pt x="2124186" y="3247742"/>
                  </a:lnTo>
                  <a:lnTo>
                    <a:pt x="2022383" y="3274156"/>
                  </a:lnTo>
                  <a:lnTo>
                    <a:pt x="1919109" y="3294061"/>
                  </a:lnTo>
                  <a:lnTo>
                    <a:pt x="1814781" y="3307375"/>
                  </a:lnTo>
                  <a:lnTo>
                    <a:pt x="1709818" y="3314046"/>
                  </a:lnTo>
                  <a:lnTo>
                    <a:pt x="1604644" y="3314046"/>
                  </a:lnTo>
                  <a:lnTo>
                    <a:pt x="1499681" y="3307375"/>
                  </a:lnTo>
                  <a:lnTo>
                    <a:pt x="1395353" y="3294061"/>
                  </a:lnTo>
                  <a:lnTo>
                    <a:pt x="1292080" y="3274156"/>
                  </a:lnTo>
                  <a:lnTo>
                    <a:pt x="1190276" y="3247742"/>
                  </a:lnTo>
                  <a:lnTo>
                    <a:pt x="1090353" y="3214924"/>
                  </a:lnTo>
                  <a:lnTo>
                    <a:pt x="992713" y="3175835"/>
                  </a:lnTo>
                  <a:lnTo>
                    <a:pt x="897748" y="3130632"/>
                  </a:lnTo>
                  <a:lnTo>
                    <a:pt x="805842" y="3079496"/>
                  </a:lnTo>
                  <a:lnTo>
                    <a:pt x="717363" y="3022635"/>
                  </a:lnTo>
                  <a:lnTo>
                    <a:pt x="632670" y="2960276"/>
                  </a:lnTo>
                  <a:lnTo>
                    <a:pt x="552101" y="2892671"/>
                  </a:lnTo>
                  <a:lnTo>
                    <a:pt x="475983" y="2820093"/>
                  </a:lnTo>
                  <a:lnTo>
                    <a:pt x="404621" y="2742832"/>
                  </a:lnTo>
                  <a:lnTo>
                    <a:pt x="338303" y="2661202"/>
                  </a:lnTo>
                  <a:lnTo>
                    <a:pt x="277296" y="2575529"/>
                  </a:lnTo>
                  <a:lnTo>
                    <a:pt x="221846" y="2486160"/>
                  </a:lnTo>
                  <a:lnTo>
                    <a:pt x="172175" y="2393454"/>
                  </a:lnTo>
                  <a:lnTo>
                    <a:pt x="128484" y="2297784"/>
                  </a:lnTo>
                  <a:lnTo>
                    <a:pt x="90949" y="2199535"/>
                  </a:lnTo>
                  <a:lnTo>
                    <a:pt x="59720" y="2099104"/>
                  </a:lnTo>
                  <a:lnTo>
                    <a:pt x="34925" y="1996895"/>
                  </a:lnTo>
                  <a:lnTo>
                    <a:pt x="16661" y="1893318"/>
                  </a:lnTo>
                  <a:lnTo>
                    <a:pt x="5004" y="1788792"/>
                  </a:lnTo>
                  <a:lnTo>
                    <a:pt x="0" y="1683737"/>
                  </a:lnTo>
                  <a:lnTo>
                    <a:pt x="1668" y="1578576"/>
                  </a:lnTo>
                  <a:lnTo>
                    <a:pt x="10003" y="1473732"/>
                  </a:lnTo>
                  <a:lnTo>
                    <a:pt x="24971" y="1369628"/>
                  </a:lnTo>
                  <a:lnTo>
                    <a:pt x="46512" y="1266683"/>
                  </a:lnTo>
                  <a:lnTo>
                    <a:pt x="74538" y="1165312"/>
                  </a:lnTo>
                  <a:lnTo>
                    <a:pt x="108937" y="1065922"/>
                  </a:lnTo>
                  <a:lnTo>
                    <a:pt x="149570" y="968914"/>
                  </a:lnTo>
                  <a:lnTo>
                    <a:pt x="196275" y="874679"/>
                  </a:lnTo>
                  <a:lnTo>
                    <a:pt x="248862" y="783595"/>
                  </a:lnTo>
                  <a:lnTo>
                    <a:pt x="307120" y="696030"/>
                  </a:lnTo>
                  <a:lnTo>
                    <a:pt x="370815" y="612336"/>
                  </a:lnTo>
                  <a:lnTo>
                    <a:pt x="439689" y="532851"/>
                  </a:lnTo>
                  <a:lnTo>
                    <a:pt x="513466" y="457894"/>
                  </a:lnTo>
                  <a:lnTo>
                    <a:pt x="591849" y="387767"/>
                  </a:lnTo>
                  <a:lnTo>
                    <a:pt x="674522" y="322752"/>
                  </a:lnTo>
                  <a:lnTo>
                    <a:pt x="761151" y="263112"/>
                  </a:lnTo>
                  <a:lnTo>
                    <a:pt x="851389" y="209087"/>
                  </a:lnTo>
                  <a:lnTo>
                    <a:pt x="944872" y="160893"/>
                  </a:lnTo>
                  <a:lnTo>
                    <a:pt x="1041223" y="118725"/>
                  </a:lnTo>
                  <a:lnTo>
                    <a:pt x="1140054" y="82754"/>
                  </a:lnTo>
                  <a:lnTo>
                    <a:pt x="1240968" y="53123"/>
                  </a:lnTo>
                  <a:lnTo>
                    <a:pt x="1343559" y="29952"/>
                  </a:lnTo>
                  <a:lnTo>
                    <a:pt x="1447412" y="13334"/>
                  </a:lnTo>
                  <a:lnTo>
                    <a:pt x="1552110" y="3336"/>
                  </a:lnTo>
                  <a:lnTo>
                    <a:pt x="1657231" y="0"/>
                  </a:lnTo>
                </a:path>
              </a:pathLst>
            </a:custGeom>
            <a:ln w="9485" cap="flat">
              <a:solidFill>
                <a:srgbClr val="CCCCCC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63761" y="814916"/>
              <a:ext cx="4971695" cy="4971069"/>
            </a:xfrm>
            <a:custGeom>
              <a:avLst/>
              <a:pathLst>
                <a:path w="4971695" h="4971069">
                  <a:moveTo>
                    <a:pt x="2485847" y="0"/>
                  </a:moveTo>
                  <a:lnTo>
                    <a:pt x="2643529" y="5005"/>
                  </a:lnTo>
                  <a:lnTo>
                    <a:pt x="2800576" y="20001"/>
                  </a:lnTo>
                  <a:lnTo>
                    <a:pt x="2956356" y="44928"/>
                  </a:lnTo>
                  <a:lnTo>
                    <a:pt x="3110241" y="79684"/>
                  </a:lnTo>
                  <a:lnTo>
                    <a:pt x="3261612" y="124131"/>
                  </a:lnTo>
                  <a:lnTo>
                    <a:pt x="3409860" y="178088"/>
                  </a:lnTo>
                  <a:lnTo>
                    <a:pt x="3554386" y="241340"/>
                  </a:lnTo>
                  <a:lnTo>
                    <a:pt x="3694610" y="313630"/>
                  </a:lnTo>
                  <a:lnTo>
                    <a:pt x="3829967" y="394669"/>
                  </a:lnTo>
                  <a:lnTo>
                    <a:pt x="3959911" y="484129"/>
                  </a:lnTo>
                  <a:lnTo>
                    <a:pt x="4083920" y="581651"/>
                  </a:lnTo>
                  <a:lnTo>
                    <a:pt x="4201494" y="686841"/>
                  </a:lnTo>
                  <a:lnTo>
                    <a:pt x="4312160" y="799277"/>
                  </a:lnTo>
                  <a:lnTo>
                    <a:pt x="4415472" y="918505"/>
                  </a:lnTo>
                  <a:lnTo>
                    <a:pt x="4511014" y="1044045"/>
                  </a:lnTo>
                  <a:lnTo>
                    <a:pt x="4598401" y="1175393"/>
                  </a:lnTo>
                  <a:lnTo>
                    <a:pt x="4677282" y="1312018"/>
                  </a:lnTo>
                  <a:lnTo>
                    <a:pt x="4747338" y="1453372"/>
                  </a:lnTo>
                  <a:lnTo>
                    <a:pt x="4808288" y="1598884"/>
                  </a:lnTo>
                  <a:lnTo>
                    <a:pt x="4859887" y="1747968"/>
                  </a:lnTo>
                  <a:lnTo>
                    <a:pt x="4901927" y="1900025"/>
                  </a:lnTo>
                  <a:lnTo>
                    <a:pt x="4934237" y="2054443"/>
                  </a:lnTo>
                  <a:lnTo>
                    <a:pt x="4956689" y="2210598"/>
                  </a:lnTo>
                  <a:lnTo>
                    <a:pt x="4969191" y="2367864"/>
                  </a:lnTo>
                  <a:lnTo>
                    <a:pt x="4971695" y="2525605"/>
                  </a:lnTo>
                  <a:lnTo>
                    <a:pt x="4964188" y="2683188"/>
                  </a:lnTo>
                  <a:lnTo>
                    <a:pt x="4946702" y="2839977"/>
                  </a:lnTo>
                  <a:lnTo>
                    <a:pt x="4919307" y="2995342"/>
                  </a:lnTo>
                  <a:lnTo>
                    <a:pt x="4882113" y="3148657"/>
                  </a:lnTo>
                  <a:lnTo>
                    <a:pt x="4835271" y="3299303"/>
                  </a:lnTo>
                  <a:lnTo>
                    <a:pt x="4778968" y="3446676"/>
                  </a:lnTo>
                  <a:lnTo>
                    <a:pt x="4713431" y="3590181"/>
                  </a:lnTo>
                  <a:lnTo>
                    <a:pt x="4638925" y="3729240"/>
                  </a:lnTo>
                  <a:lnTo>
                    <a:pt x="4555749" y="3863294"/>
                  </a:lnTo>
                  <a:lnTo>
                    <a:pt x="4464239" y="3991803"/>
                  </a:lnTo>
                  <a:lnTo>
                    <a:pt x="4364762" y="4114249"/>
                  </a:lnTo>
                  <a:lnTo>
                    <a:pt x="4257719" y="4230139"/>
                  </a:lnTo>
                  <a:lnTo>
                    <a:pt x="4143542" y="4339007"/>
                  </a:lnTo>
                  <a:lnTo>
                    <a:pt x="4022689" y="4440414"/>
                  </a:lnTo>
                  <a:lnTo>
                    <a:pt x="3895649" y="4533952"/>
                  </a:lnTo>
                  <a:lnTo>
                    <a:pt x="3762931" y="4619244"/>
                  </a:lnTo>
                  <a:lnTo>
                    <a:pt x="3625072" y="4695948"/>
                  </a:lnTo>
                  <a:lnTo>
                    <a:pt x="3482625" y="4763753"/>
                  </a:lnTo>
                  <a:lnTo>
                    <a:pt x="3336164" y="4822387"/>
                  </a:lnTo>
                  <a:lnTo>
                    <a:pt x="3186279" y="4871613"/>
                  </a:lnTo>
                  <a:lnTo>
                    <a:pt x="3033574" y="4911235"/>
                  </a:lnTo>
                  <a:lnTo>
                    <a:pt x="2878664" y="4941091"/>
                  </a:lnTo>
                  <a:lnTo>
                    <a:pt x="2722172" y="4961063"/>
                  </a:lnTo>
                  <a:lnTo>
                    <a:pt x="2564728" y="4971069"/>
                  </a:lnTo>
                  <a:lnTo>
                    <a:pt x="2406966" y="4971069"/>
                  </a:lnTo>
                  <a:lnTo>
                    <a:pt x="2249522" y="4961063"/>
                  </a:lnTo>
                  <a:lnTo>
                    <a:pt x="2093030" y="4941091"/>
                  </a:lnTo>
                  <a:lnTo>
                    <a:pt x="1938120" y="4911235"/>
                  </a:lnTo>
                  <a:lnTo>
                    <a:pt x="1785415" y="4871613"/>
                  </a:lnTo>
                  <a:lnTo>
                    <a:pt x="1635530" y="4822387"/>
                  </a:lnTo>
                  <a:lnTo>
                    <a:pt x="1489069" y="4763753"/>
                  </a:lnTo>
                  <a:lnTo>
                    <a:pt x="1346622" y="4695948"/>
                  </a:lnTo>
                  <a:lnTo>
                    <a:pt x="1208763" y="4619244"/>
                  </a:lnTo>
                  <a:lnTo>
                    <a:pt x="1076045" y="4533952"/>
                  </a:lnTo>
                  <a:lnTo>
                    <a:pt x="949005" y="4440414"/>
                  </a:lnTo>
                  <a:lnTo>
                    <a:pt x="828152" y="4339007"/>
                  </a:lnTo>
                  <a:lnTo>
                    <a:pt x="713975" y="4230139"/>
                  </a:lnTo>
                  <a:lnTo>
                    <a:pt x="606932" y="4114249"/>
                  </a:lnTo>
                  <a:lnTo>
                    <a:pt x="507455" y="3991803"/>
                  </a:lnTo>
                  <a:lnTo>
                    <a:pt x="415945" y="3863294"/>
                  </a:lnTo>
                  <a:lnTo>
                    <a:pt x="332769" y="3729240"/>
                  </a:lnTo>
                  <a:lnTo>
                    <a:pt x="258263" y="3590181"/>
                  </a:lnTo>
                  <a:lnTo>
                    <a:pt x="192726" y="3446676"/>
                  </a:lnTo>
                  <a:lnTo>
                    <a:pt x="136423" y="3299303"/>
                  </a:lnTo>
                  <a:lnTo>
                    <a:pt x="89581" y="3148657"/>
                  </a:lnTo>
                  <a:lnTo>
                    <a:pt x="52387" y="2995342"/>
                  </a:lnTo>
                  <a:lnTo>
                    <a:pt x="24992" y="2839977"/>
                  </a:lnTo>
                  <a:lnTo>
                    <a:pt x="7506" y="2683188"/>
                  </a:lnTo>
                  <a:lnTo>
                    <a:pt x="0" y="2525605"/>
                  </a:lnTo>
                  <a:lnTo>
                    <a:pt x="2503" y="2367864"/>
                  </a:lnTo>
                  <a:lnTo>
                    <a:pt x="15005" y="2210598"/>
                  </a:lnTo>
                  <a:lnTo>
                    <a:pt x="37457" y="2054443"/>
                  </a:lnTo>
                  <a:lnTo>
                    <a:pt x="69768" y="1900025"/>
                  </a:lnTo>
                  <a:lnTo>
                    <a:pt x="111807" y="1747968"/>
                  </a:lnTo>
                  <a:lnTo>
                    <a:pt x="163406" y="1598884"/>
                  </a:lnTo>
                  <a:lnTo>
                    <a:pt x="224356" y="1453372"/>
                  </a:lnTo>
                  <a:lnTo>
                    <a:pt x="294413" y="1312018"/>
                  </a:lnTo>
                  <a:lnTo>
                    <a:pt x="373293" y="1175393"/>
                  </a:lnTo>
                  <a:lnTo>
                    <a:pt x="460680" y="1044045"/>
                  </a:lnTo>
                  <a:lnTo>
                    <a:pt x="556222" y="918505"/>
                  </a:lnTo>
                  <a:lnTo>
                    <a:pt x="659534" y="799277"/>
                  </a:lnTo>
                  <a:lnTo>
                    <a:pt x="770200" y="686841"/>
                  </a:lnTo>
                  <a:lnTo>
                    <a:pt x="887774" y="581651"/>
                  </a:lnTo>
                  <a:lnTo>
                    <a:pt x="1011783" y="484129"/>
                  </a:lnTo>
                  <a:lnTo>
                    <a:pt x="1141727" y="394669"/>
                  </a:lnTo>
                  <a:lnTo>
                    <a:pt x="1277084" y="313630"/>
                  </a:lnTo>
                  <a:lnTo>
                    <a:pt x="1417308" y="241340"/>
                  </a:lnTo>
                  <a:lnTo>
                    <a:pt x="1561835" y="178088"/>
                  </a:lnTo>
                  <a:lnTo>
                    <a:pt x="1710082" y="124131"/>
                  </a:lnTo>
                  <a:lnTo>
                    <a:pt x="1861453" y="79684"/>
                  </a:lnTo>
                  <a:lnTo>
                    <a:pt x="2015338" y="44928"/>
                  </a:lnTo>
                  <a:lnTo>
                    <a:pt x="2171118" y="20001"/>
                  </a:lnTo>
                  <a:lnTo>
                    <a:pt x="2328165" y="5005"/>
                  </a:lnTo>
                  <a:lnTo>
                    <a:pt x="2485847" y="0"/>
                  </a:lnTo>
                </a:path>
              </a:pathLst>
            </a:custGeom>
            <a:ln w="9485" cap="flat">
              <a:solidFill>
                <a:srgbClr val="CCCCCC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53030" y="504146"/>
              <a:ext cx="5593156" cy="5592452"/>
            </a:xfrm>
            <a:custGeom>
              <a:avLst/>
              <a:pathLst>
                <a:path w="5593156" h="5592452">
                  <a:moveTo>
                    <a:pt x="2796578" y="0"/>
                  </a:moveTo>
                  <a:lnTo>
                    <a:pt x="2973970" y="5631"/>
                  </a:lnTo>
                  <a:lnTo>
                    <a:pt x="3150648" y="22501"/>
                  </a:lnTo>
                  <a:lnTo>
                    <a:pt x="3325901" y="50544"/>
                  </a:lnTo>
                  <a:lnTo>
                    <a:pt x="3499021" y="89645"/>
                  </a:lnTo>
                  <a:lnTo>
                    <a:pt x="3669314" y="139647"/>
                  </a:lnTo>
                  <a:lnTo>
                    <a:pt x="3836092" y="200349"/>
                  </a:lnTo>
                  <a:lnTo>
                    <a:pt x="3998684" y="271507"/>
                  </a:lnTo>
                  <a:lnTo>
                    <a:pt x="4156436" y="352834"/>
                  </a:lnTo>
                  <a:lnTo>
                    <a:pt x="4308713" y="444002"/>
                  </a:lnTo>
                  <a:lnTo>
                    <a:pt x="4454900" y="544645"/>
                  </a:lnTo>
                  <a:lnTo>
                    <a:pt x="4594410" y="654357"/>
                  </a:lnTo>
                  <a:lnTo>
                    <a:pt x="4726681" y="772696"/>
                  </a:lnTo>
                  <a:lnTo>
                    <a:pt x="4851180" y="899186"/>
                  </a:lnTo>
                  <a:lnTo>
                    <a:pt x="4967406" y="1033318"/>
                  </a:lnTo>
                  <a:lnTo>
                    <a:pt x="5074890" y="1174551"/>
                  </a:lnTo>
                  <a:lnTo>
                    <a:pt x="5173201" y="1322317"/>
                  </a:lnTo>
                  <a:lnTo>
                    <a:pt x="5261942" y="1476021"/>
                  </a:lnTo>
                  <a:lnTo>
                    <a:pt x="5340755" y="1635043"/>
                  </a:lnTo>
                  <a:lnTo>
                    <a:pt x="5409325" y="1798744"/>
                  </a:lnTo>
                  <a:lnTo>
                    <a:pt x="5467373" y="1966464"/>
                  </a:lnTo>
                  <a:lnTo>
                    <a:pt x="5514667" y="2137529"/>
                  </a:lnTo>
                  <a:lnTo>
                    <a:pt x="5551017" y="2311248"/>
                  </a:lnTo>
                  <a:lnTo>
                    <a:pt x="5576275" y="2486923"/>
                  </a:lnTo>
                  <a:lnTo>
                    <a:pt x="5590340" y="2663847"/>
                  </a:lnTo>
                  <a:lnTo>
                    <a:pt x="5593156" y="2841306"/>
                  </a:lnTo>
                  <a:lnTo>
                    <a:pt x="5584711" y="3018587"/>
                  </a:lnTo>
                  <a:lnTo>
                    <a:pt x="5565040" y="3194975"/>
                  </a:lnTo>
                  <a:lnTo>
                    <a:pt x="5534220" y="3369760"/>
                  </a:lnTo>
                  <a:lnTo>
                    <a:pt x="5492378" y="3542239"/>
                  </a:lnTo>
                  <a:lnTo>
                    <a:pt x="5439680" y="3711716"/>
                  </a:lnTo>
                  <a:lnTo>
                    <a:pt x="5376339" y="3877510"/>
                  </a:lnTo>
                  <a:lnTo>
                    <a:pt x="5302610" y="4038953"/>
                  </a:lnTo>
                  <a:lnTo>
                    <a:pt x="5218791" y="4195395"/>
                  </a:lnTo>
                  <a:lnTo>
                    <a:pt x="5125218" y="4346206"/>
                  </a:lnTo>
                  <a:lnTo>
                    <a:pt x="5022269" y="4490778"/>
                  </a:lnTo>
                  <a:lnTo>
                    <a:pt x="4910357" y="4628530"/>
                  </a:lnTo>
                  <a:lnTo>
                    <a:pt x="4789934" y="4758907"/>
                  </a:lnTo>
                  <a:lnTo>
                    <a:pt x="4661485" y="4881383"/>
                  </a:lnTo>
                  <a:lnTo>
                    <a:pt x="4525526" y="4995466"/>
                  </a:lnTo>
                  <a:lnTo>
                    <a:pt x="4382605" y="5100696"/>
                  </a:lnTo>
                  <a:lnTo>
                    <a:pt x="4233298" y="5196650"/>
                  </a:lnTo>
                  <a:lnTo>
                    <a:pt x="4078206" y="5282941"/>
                  </a:lnTo>
                  <a:lnTo>
                    <a:pt x="3917953" y="5359222"/>
                  </a:lnTo>
                  <a:lnTo>
                    <a:pt x="3753185" y="5425185"/>
                  </a:lnTo>
                  <a:lnTo>
                    <a:pt x="3584564" y="5480565"/>
                  </a:lnTo>
                  <a:lnTo>
                    <a:pt x="3412771" y="5525139"/>
                  </a:lnTo>
                  <a:lnTo>
                    <a:pt x="3238497" y="5558728"/>
                  </a:lnTo>
                  <a:lnTo>
                    <a:pt x="3062443" y="5581196"/>
                  </a:lnTo>
                  <a:lnTo>
                    <a:pt x="2885319" y="5592452"/>
                  </a:lnTo>
                  <a:lnTo>
                    <a:pt x="2707837" y="5592452"/>
                  </a:lnTo>
                  <a:lnTo>
                    <a:pt x="2530713" y="5581196"/>
                  </a:lnTo>
                  <a:lnTo>
                    <a:pt x="2354659" y="5558728"/>
                  </a:lnTo>
                  <a:lnTo>
                    <a:pt x="2180385" y="5525139"/>
                  </a:lnTo>
                  <a:lnTo>
                    <a:pt x="2008592" y="5480565"/>
                  </a:lnTo>
                  <a:lnTo>
                    <a:pt x="1839971" y="5425185"/>
                  </a:lnTo>
                  <a:lnTo>
                    <a:pt x="1675203" y="5359222"/>
                  </a:lnTo>
                  <a:lnTo>
                    <a:pt x="1514950" y="5282941"/>
                  </a:lnTo>
                  <a:lnTo>
                    <a:pt x="1359858" y="5196650"/>
                  </a:lnTo>
                  <a:lnTo>
                    <a:pt x="1210551" y="5100696"/>
                  </a:lnTo>
                  <a:lnTo>
                    <a:pt x="1067630" y="4995466"/>
                  </a:lnTo>
                  <a:lnTo>
                    <a:pt x="931671" y="4881383"/>
                  </a:lnTo>
                  <a:lnTo>
                    <a:pt x="803222" y="4758907"/>
                  </a:lnTo>
                  <a:lnTo>
                    <a:pt x="682799" y="4628530"/>
                  </a:lnTo>
                  <a:lnTo>
                    <a:pt x="570887" y="4490778"/>
                  </a:lnTo>
                  <a:lnTo>
                    <a:pt x="467938" y="4346206"/>
                  </a:lnTo>
                  <a:lnTo>
                    <a:pt x="374365" y="4195395"/>
                  </a:lnTo>
                  <a:lnTo>
                    <a:pt x="290546" y="4038953"/>
                  </a:lnTo>
                  <a:lnTo>
                    <a:pt x="216817" y="3877510"/>
                  </a:lnTo>
                  <a:lnTo>
                    <a:pt x="153476" y="3711716"/>
                  </a:lnTo>
                  <a:lnTo>
                    <a:pt x="100778" y="3542239"/>
                  </a:lnTo>
                  <a:lnTo>
                    <a:pt x="58936" y="3369760"/>
                  </a:lnTo>
                  <a:lnTo>
                    <a:pt x="28116" y="3194975"/>
                  </a:lnTo>
                  <a:lnTo>
                    <a:pt x="8444" y="3018587"/>
                  </a:lnTo>
                  <a:lnTo>
                    <a:pt x="0" y="2841306"/>
                  </a:lnTo>
                  <a:lnTo>
                    <a:pt x="2815" y="2663847"/>
                  </a:lnTo>
                  <a:lnTo>
                    <a:pt x="16881" y="2486923"/>
                  </a:lnTo>
                  <a:lnTo>
                    <a:pt x="42139" y="2311248"/>
                  </a:lnTo>
                  <a:lnTo>
                    <a:pt x="78489" y="2137529"/>
                  </a:lnTo>
                  <a:lnTo>
                    <a:pt x="125783" y="1966464"/>
                  </a:lnTo>
                  <a:lnTo>
                    <a:pt x="183831" y="1798744"/>
                  </a:lnTo>
                  <a:lnTo>
                    <a:pt x="252400" y="1635043"/>
                  </a:lnTo>
                  <a:lnTo>
                    <a:pt x="331214" y="1476021"/>
                  </a:lnTo>
                  <a:lnTo>
                    <a:pt x="419955" y="1322317"/>
                  </a:lnTo>
                  <a:lnTo>
                    <a:pt x="518266" y="1174551"/>
                  </a:lnTo>
                  <a:lnTo>
                    <a:pt x="625750" y="1033318"/>
                  </a:lnTo>
                  <a:lnTo>
                    <a:pt x="741976" y="899186"/>
                  </a:lnTo>
                  <a:lnTo>
                    <a:pt x="866475" y="772696"/>
                  </a:lnTo>
                  <a:lnTo>
                    <a:pt x="998746" y="654357"/>
                  </a:lnTo>
                  <a:lnTo>
                    <a:pt x="1138256" y="544645"/>
                  </a:lnTo>
                  <a:lnTo>
                    <a:pt x="1284443" y="444002"/>
                  </a:lnTo>
                  <a:lnTo>
                    <a:pt x="1436719" y="352834"/>
                  </a:lnTo>
                  <a:lnTo>
                    <a:pt x="1594471" y="271507"/>
                  </a:lnTo>
                  <a:lnTo>
                    <a:pt x="1757064" y="200349"/>
                  </a:lnTo>
                  <a:lnTo>
                    <a:pt x="1923842" y="139647"/>
                  </a:lnTo>
                  <a:lnTo>
                    <a:pt x="2094134" y="89645"/>
                  </a:lnTo>
                  <a:lnTo>
                    <a:pt x="2267255" y="50544"/>
                  </a:lnTo>
                  <a:lnTo>
                    <a:pt x="2442508" y="22501"/>
                  </a:lnTo>
                  <a:lnTo>
                    <a:pt x="2619186" y="5631"/>
                  </a:lnTo>
                  <a:lnTo>
                    <a:pt x="2796578" y="0"/>
                  </a:lnTo>
                </a:path>
              </a:pathLst>
            </a:custGeom>
            <a:ln w="9485" cap="flat">
              <a:solidFill>
                <a:srgbClr val="CCCCCC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449608" y="814916"/>
              <a:ext cx="0" cy="2486160"/>
            </a:xfrm>
            <a:custGeom>
              <a:avLst/>
              <a:pathLst>
                <a:path w="0" h="2486160">
                  <a:moveTo>
                    <a:pt x="0" y="2486160"/>
                  </a:moveTo>
                  <a:lnTo>
                    <a:pt x="0" y="2400430"/>
                  </a:lnTo>
                  <a:lnTo>
                    <a:pt x="0" y="2314701"/>
                  </a:lnTo>
                  <a:lnTo>
                    <a:pt x="0" y="2228971"/>
                  </a:lnTo>
                  <a:lnTo>
                    <a:pt x="0" y="2143241"/>
                  </a:lnTo>
                  <a:lnTo>
                    <a:pt x="0" y="2057512"/>
                  </a:lnTo>
                  <a:lnTo>
                    <a:pt x="0" y="1971782"/>
                  </a:lnTo>
                  <a:lnTo>
                    <a:pt x="0" y="1886052"/>
                  </a:lnTo>
                  <a:lnTo>
                    <a:pt x="0" y="1800323"/>
                  </a:lnTo>
                  <a:lnTo>
                    <a:pt x="0" y="1714593"/>
                  </a:lnTo>
                  <a:lnTo>
                    <a:pt x="0" y="1628863"/>
                  </a:lnTo>
                  <a:lnTo>
                    <a:pt x="0" y="1543134"/>
                  </a:lnTo>
                  <a:lnTo>
                    <a:pt x="0" y="1457404"/>
                  </a:lnTo>
                  <a:lnTo>
                    <a:pt x="0" y="1371674"/>
                  </a:lnTo>
                  <a:lnTo>
                    <a:pt x="0" y="1285945"/>
                  </a:lnTo>
                  <a:lnTo>
                    <a:pt x="0" y="1200215"/>
                  </a:lnTo>
                  <a:lnTo>
                    <a:pt x="0" y="1114485"/>
                  </a:lnTo>
                  <a:lnTo>
                    <a:pt x="0" y="1028756"/>
                  </a:lnTo>
                  <a:lnTo>
                    <a:pt x="0" y="943026"/>
                  </a:lnTo>
                  <a:lnTo>
                    <a:pt x="0" y="857296"/>
                  </a:lnTo>
                  <a:lnTo>
                    <a:pt x="0" y="771567"/>
                  </a:lnTo>
                  <a:lnTo>
                    <a:pt x="0" y="685837"/>
                  </a:lnTo>
                  <a:lnTo>
                    <a:pt x="0" y="600107"/>
                  </a:lnTo>
                  <a:lnTo>
                    <a:pt x="0" y="514378"/>
                  </a:lnTo>
                  <a:lnTo>
                    <a:pt x="0" y="428648"/>
                  </a:lnTo>
                  <a:lnTo>
                    <a:pt x="0" y="342918"/>
                  </a:lnTo>
                  <a:lnTo>
                    <a:pt x="0" y="257189"/>
                  </a:lnTo>
                  <a:lnTo>
                    <a:pt x="0" y="171459"/>
                  </a:lnTo>
                  <a:lnTo>
                    <a:pt x="0" y="85729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C7C7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449608" y="1543096"/>
              <a:ext cx="1757980" cy="1757980"/>
            </a:xfrm>
            <a:custGeom>
              <a:avLst/>
              <a:pathLst>
                <a:path w="1757980" h="1757980">
                  <a:moveTo>
                    <a:pt x="0" y="1757980"/>
                  </a:moveTo>
                  <a:lnTo>
                    <a:pt x="60620" y="1697360"/>
                  </a:lnTo>
                  <a:lnTo>
                    <a:pt x="121240" y="1636740"/>
                  </a:lnTo>
                  <a:lnTo>
                    <a:pt x="181860" y="1576120"/>
                  </a:lnTo>
                  <a:lnTo>
                    <a:pt x="242480" y="1515500"/>
                  </a:lnTo>
                  <a:lnTo>
                    <a:pt x="303100" y="1454880"/>
                  </a:lnTo>
                  <a:lnTo>
                    <a:pt x="363720" y="1394260"/>
                  </a:lnTo>
                  <a:lnTo>
                    <a:pt x="424340" y="1333640"/>
                  </a:lnTo>
                  <a:lnTo>
                    <a:pt x="484960" y="1273020"/>
                  </a:lnTo>
                  <a:lnTo>
                    <a:pt x="545580" y="1212400"/>
                  </a:lnTo>
                  <a:lnTo>
                    <a:pt x="606200" y="1151780"/>
                  </a:lnTo>
                  <a:lnTo>
                    <a:pt x="666820" y="1091160"/>
                  </a:lnTo>
                  <a:lnTo>
                    <a:pt x="727440" y="1030540"/>
                  </a:lnTo>
                  <a:lnTo>
                    <a:pt x="788060" y="969920"/>
                  </a:lnTo>
                  <a:lnTo>
                    <a:pt x="848680" y="909300"/>
                  </a:lnTo>
                  <a:lnTo>
                    <a:pt x="909300" y="848680"/>
                  </a:lnTo>
                  <a:lnTo>
                    <a:pt x="969920" y="788060"/>
                  </a:lnTo>
                  <a:lnTo>
                    <a:pt x="1030540" y="727440"/>
                  </a:lnTo>
                  <a:lnTo>
                    <a:pt x="1091160" y="666820"/>
                  </a:lnTo>
                  <a:lnTo>
                    <a:pt x="1151780" y="606200"/>
                  </a:lnTo>
                  <a:lnTo>
                    <a:pt x="1212400" y="545580"/>
                  </a:lnTo>
                  <a:lnTo>
                    <a:pt x="1273020" y="484960"/>
                  </a:lnTo>
                  <a:lnTo>
                    <a:pt x="1333640" y="424340"/>
                  </a:lnTo>
                  <a:lnTo>
                    <a:pt x="1394260" y="363720"/>
                  </a:lnTo>
                  <a:lnTo>
                    <a:pt x="1454880" y="303100"/>
                  </a:lnTo>
                  <a:lnTo>
                    <a:pt x="1515500" y="242480"/>
                  </a:lnTo>
                  <a:lnTo>
                    <a:pt x="1576120" y="181860"/>
                  </a:lnTo>
                  <a:lnTo>
                    <a:pt x="1636740" y="121240"/>
                  </a:lnTo>
                  <a:lnTo>
                    <a:pt x="1697360" y="60620"/>
                  </a:lnTo>
                  <a:lnTo>
                    <a:pt x="1757980" y="0"/>
                  </a:lnTo>
                </a:path>
              </a:pathLst>
            </a:custGeom>
            <a:ln w="9485" cap="flat">
              <a:solidFill>
                <a:srgbClr val="C7C7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49608" y="3301076"/>
              <a:ext cx="2486160" cy="0"/>
            </a:xfrm>
            <a:custGeom>
              <a:avLst/>
              <a:pathLst>
                <a:path w="2486160" h="0">
                  <a:moveTo>
                    <a:pt x="0" y="0"/>
                  </a:moveTo>
                  <a:lnTo>
                    <a:pt x="85729" y="0"/>
                  </a:lnTo>
                  <a:lnTo>
                    <a:pt x="171459" y="0"/>
                  </a:lnTo>
                  <a:lnTo>
                    <a:pt x="257189" y="0"/>
                  </a:lnTo>
                  <a:lnTo>
                    <a:pt x="342918" y="0"/>
                  </a:lnTo>
                  <a:lnTo>
                    <a:pt x="428648" y="0"/>
                  </a:lnTo>
                  <a:lnTo>
                    <a:pt x="514378" y="0"/>
                  </a:lnTo>
                  <a:lnTo>
                    <a:pt x="600107" y="0"/>
                  </a:lnTo>
                  <a:lnTo>
                    <a:pt x="685837" y="0"/>
                  </a:lnTo>
                  <a:lnTo>
                    <a:pt x="771567" y="0"/>
                  </a:lnTo>
                  <a:lnTo>
                    <a:pt x="857296" y="0"/>
                  </a:lnTo>
                  <a:lnTo>
                    <a:pt x="943026" y="0"/>
                  </a:lnTo>
                  <a:lnTo>
                    <a:pt x="1028756" y="0"/>
                  </a:lnTo>
                  <a:lnTo>
                    <a:pt x="1114485" y="0"/>
                  </a:lnTo>
                  <a:lnTo>
                    <a:pt x="1200215" y="0"/>
                  </a:lnTo>
                  <a:lnTo>
                    <a:pt x="1285945" y="0"/>
                  </a:lnTo>
                  <a:lnTo>
                    <a:pt x="1371674" y="0"/>
                  </a:lnTo>
                  <a:lnTo>
                    <a:pt x="1457404" y="0"/>
                  </a:lnTo>
                  <a:lnTo>
                    <a:pt x="1543134" y="0"/>
                  </a:lnTo>
                  <a:lnTo>
                    <a:pt x="1628863" y="0"/>
                  </a:lnTo>
                  <a:lnTo>
                    <a:pt x="1714593" y="0"/>
                  </a:lnTo>
                  <a:lnTo>
                    <a:pt x="1800323" y="0"/>
                  </a:lnTo>
                  <a:lnTo>
                    <a:pt x="1886052" y="0"/>
                  </a:lnTo>
                  <a:lnTo>
                    <a:pt x="1971782" y="0"/>
                  </a:lnTo>
                  <a:lnTo>
                    <a:pt x="2057512" y="0"/>
                  </a:lnTo>
                  <a:lnTo>
                    <a:pt x="2143241" y="0"/>
                  </a:lnTo>
                  <a:lnTo>
                    <a:pt x="2228971" y="0"/>
                  </a:lnTo>
                  <a:lnTo>
                    <a:pt x="2314701" y="0"/>
                  </a:lnTo>
                  <a:lnTo>
                    <a:pt x="2400430" y="0"/>
                  </a:lnTo>
                  <a:lnTo>
                    <a:pt x="2486160" y="0"/>
                  </a:lnTo>
                </a:path>
              </a:pathLst>
            </a:custGeom>
            <a:ln w="9485" cap="flat">
              <a:solidFill>
                <a:srgbClr val="C7C7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449608" y="3301076"/>
              <a:ext cx="1757980" cy="1757980"/>
            </a:xfrm>
            <a:custGeom>
              <a:avLst/>
              <a:pathLst>
                <a:path w="1757980" h="1757980">
                  <a:moveTo>
                    <a:pt x="0" y="0"/>
                  </a:moveTo>
                  <a:lnTo>
                    <a:pt x="60620" y="60620"/>
                  </a:lnTo>
                  <a:lnTo>
                    <a:pt x="121240" y="121240"/>
                  </a:lnTo>
                  <a:lnTo>
                    <a:pt x="181860" y="181860"/>
                  </a:lnTo>
                  <a:lnTo>
                    <a:pt x="242480" y="242480"/>
                  </a:lnTo>
                  <a:lnTo>
                    <a:pt x="303100" y="303100"/>
                  </a:lnTo>
                  <a:lnTo>
                    <a:pt x="363720" y="363720"/>
                  </a:lnTo>
                  <a:lnTo>
                    <a:pt x="424340" y="424340"/>
                  </a:lnTo>
                  <a:lnTo>
                    <a:pt x="484960" y="484960"/>
                  </a:lnTo>
                  <a:lnTo>
                    <a:pt x="545580" y="545580"/>
                  </a:lnTo>
                  <a:lnTo>
                    <a:pt x="606200" y="606200"/>
                  </a:lnTo>
                  <a:lnTo>
                    <a:pt x="666820" y="666820"/>
                  </a:lnTo>
                  <a:lnTo>
                    <a:pt x="727440" y="727440"/>
                  </a:lnTo>
                  <a:lnTo>
                    <a:pt x="788060" y="788060"/>
                  </a:lnTo>
                  <a:lnTo>
                    <a:pt x="848680" y="848680"/>
                  </a:lnTo>
                  <a:lnTo>
                    <a:pt x="909300" y="909300"/>
                  </a:lnTo>
                  <a:lnTo>
                    <a:pt x="969920" y="969920"/>
                  </a:lnTo>
                  <a:lnTo>
                    <a:pt x="1030540" y="1030540"/>
                  </a:lnTo>
                  <a:lnTo>
                    <a:pt x="1091160" y="1091160"/>
                  </a:lnTo>
                  <a:lnTo>
                    <a:pt x="1151780" y="1151780"/>
                  </a:lnTo>
                  <a:lnTo>
                    <a:pt x="1212400" y="1212400"/>
                  </a:lnTo>
                  <a:lnTo>
                    <a:pt x="1273020" y="1273020"/>
                  </a:lnTo>
                  <a:lnTo>
                    <a:pt x="1333640" y="1333640"/>
                  </a:lnTo>
                  <a:lnTo>
                    <a:pt x="1394260" y="1394260"/>
                  </a:lnTo>
                  <a:lnTo>
                    <a:pt x="1454880" y="1454880"/>
                  </a:lnTo>
                  <a:lnTo>
                    <a:pt x="1515500" y="1515500"/>
                  </a:lnTo>
                  <a:lnTo>
                    <a:pt x="1576120" y="1576120"/>
                  </a:lnTo>
                  <a:lnTo>
                    <a:pt x="1636740" y="1636740"/>
                  </a:lnTo>
                  <a:lnTo>
                    <a:pt x="1697360" y="1697360"/>
                  </a:lnTo>
                  <a:lnTo>
                    <a:pt x="1757980" y="1757980"/>
                  </a:lnTo>
                </a:path>
              </a:pathLst>
            </a:custGeom>
            <a:ln w="9485" cap="flat">
              <a:solidFill>
                <a:srgbClr val="C7C7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449608" y="3301076"/>
              <a:ext cx="0" cy="2486160"/>
            </a:xfrm>
            <a:custGeom>
              <a:avLst/>
              <a:pathLst>
                <a:path w="0" h="2486160">
                  <a:moveTo>
                    <a:pt x="0" y="0"/>
                  </a:moveTo>
                  <a:lnTo>
                    <a:pt x="0" y="85729"/>
                  </a:lnTo>
                  <a:lnTo>
                    <a:pt x="0" y="171459"/>
                  </a:lnTo>
                  <a:lnTo>
                    <a:pt x="0" y="257189"/>
                  </a:lnTo>
                  <a:lnTo>
                    <a:pt x="0" y="342918"/>
                  </a:lnTo>
                  <a:lnTo>
                    <a:pt x="0" y="428648"/>
                  </a:lnTo>
                  <a:lnTo>
                    <a:pt x="0" y="514378"/>
                  </a:lnTo>
                  <a:lnTo>
                    <a:pt x="0" y="600107"/>
                  </a:lnTo>
                  <a:lnTo>
                    <a:pt x="0" y="685837"/>
                  </a:lnTo>
                  <a:lnTo>
                    <a:pt x="0" y="771567"/>
                  </a:lnTo>
                  <a:lnTo>
                    <a:pt x="0" y="857296"/>
                  </a:lnTo>
                  <a:lnTo>
                    <a:pt x="0" y="943026"/>
                  </a:lnTo>
                  <a:lnTo>
                    <a:pt x="0" y="1028756"/>
                  </a:lnTo>
                  <a:lnTo>
                    <a:pt x="0" y="1114485"/>
                  </a:lnTo>
                  <a:lnTo>
                    <a:pt x="0" y="1200215"/>
                  </a:lnTo>
                  <a:lnTo>
                    <a:pt x="0" y="1285945"/>
                  </a:lnTo>
                  <a:lnTo>
                    <a:pt x="0" y="1371674"/>
                  </a:lnTo>
                  <a:lnTo>
                    <a:pt x="0" y="1457404"/>
                  </a:lnTo>
                  <a:lnTo>
                    <a:pt x="0" y="1543134"/>
                  </a:lnTo>
                  <a:lnTo>
                    <a:pt x="0" y="1628863"/>
                  </a:lnTo>
                  <a:lnTo>
                    <a:pt x="0" y="1714593"/>
                  </a:lnTo>
                  <a:lnTo>
                    <a:pt x="0" y="1800323"/>
                  </a:lnTo>
                  <a:lnTo>
                    <a:pt x="0" y="1886052"/>
                  </a:lnTo>
                  <a:lnTo>
                    <a:pt x="0" y="1971782"/>
                  </a:lnTo>
                  <a:lnTo>
                    <a:pt x="0" y="2057512"/>
                  </a:lnTo>
                  <a:lnTo>
                    <a:pt x="0" y="2143241"/>
                  </a:lnTo>
                  <a:lnTo>
                    <a:pt x="0" y="2228971"/>
                  </a:lnTo>
                  <a:lnTo>
                    <a:pt x="0" y="2314701"/>
                  </a:lnTo>
                  <a:lnTo>
                    <a:pt x="0" y="2400430"/>
                  </a:lnTo>
                  <a:lnTo>
                    <a:pt x="0" y="2486160"/>
                  </a:lnTo>
                </a:path>
              </a:pathLst>
            </a:custGeom>
            <a:ln w="9485" cap="flat">
              <a:solidFill>
                <a:srgbClr val="C7C7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691627" y="3301076"/>
              <a:ext cx="1757980" cy="1757980"/>
            </a:xfrm>
            <a:custGeom>
              <a:avLst/>
              <a:pathLst>
                <a:path w="1757980" h="1757980">
                  <a:moveTo>
                    <a:pt x="1757980" y="0"/>
                  </a:moveTo>
                  <a:lnTo>
                    <a:pt x="1697360" y="60620"/>
                  </a:lnTo>
                  <a:lnTo>
                    <a:pt x="1636740" y="121240"/>
                  </a:lnTo>
                  <a:lnTo>
                    <a:pt x="1576120" y="181860"/>
                  </a:lnTo>
                  <a:lnTo>
                    <a:pt x="1515500" y="242480"/>
                  </a:lnTo>
                  <a:lnTo>
                    <a:pt x="1454880" y="303100"/>
                  </a:lnTo>
                  <a:lnTo>
                    <a:pt x="1394260" y="363720"/>
                  </a:lnTo>
                  <a:lnTo>
                    <a:pt x="1333640" y="424340"/>
                  </a:lnTo>
                  <a:lnTo>
                    <a:pt x="1273020" y="484960"/>
                  </a:lnTo>
                  <a:lnTo>
                    <a:pt x="1212400" y="545580"/>
                  </a:lnTo>
                  <a:lnTo>
                    <a:pt x="1151780" y="606200"/>
                  </a:lnTo>
                  <a:lnTo>
                    <a:pt x="1091160" y="666820"/>
                  </a:lnTo>
                  <a:lnTo>
                    <a:pt x="1030540" y="727440"/>
                  </a:lnTo>
                  <a:lnTo>
                    <a:pt x="969920" y="788060"/>
                  </a:lnTo>
                  <a:lnTo>
                    <a:pt x="909300" y="848680"/>
                  </a:lnTo>
                  <a:lnTo>
                    <a:pt x="848680" y="909300"/>
                  </a:lnTo>
                  <a:lnTo>
                    <a:pt x="788060" y="969920"/>
                  </a:lnTo>
                  <a:lnTo>
                    <a:pt x="727440" y="1030540"/>
                  </a:lnTo>
                  <a:lnTo>
                    <a:pt x="666820" y="1091160"/>
                  </a:lnTo>
                  <a:lnTo>
                    <a:pt x="606200" y="1151780"/>
                  </a:lnTo>
                  <a:lnTo>
                    <a:pt x="545580" y="1212400"/>
                  </a:lnTo>
                  <a:lnTo>
                    <a:pt x="484960" y="1273020"/>
                  </a:lnTo>
                  <a:lnTo>
                    <a:pt x="424340" y="1333640"/>
                  </a:lnTo>
                  <a:lnTo>
                    <a:pt x="363720" y="1394260"/>
                  </a:lnTo>
                  <a:lnTo>
                    <a:pt x="303100" y="1454880"/>
                  </a:lnTo>
                  <a:lnTo>
                    <a:pt x="242480" y="1515500"/>
                  </a:lnTo>
                  <a:lnTo>
                    <a:pt x="181860" y="1576120"/>
                  </a:lnTo>
                  <a:lnTo>
                    <a:pt x="121240" y="1636740"/>
                  </a:lnTo>
                  <a:lnTo>
                    <a:pt x="60620" y="1697360"/>
                  </a:lnTo>
                  <a:lnTo>
                    <a:pt x="0" y="1757980"/>
                  </a:lnTo>
                </a:path>
              </a:pathLst>
            </a:custGeom>
            <a:ln w="9485" cap="flat">
              <a:solidFill>
                <a:srgbClr val="C7C7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63448" y="3301076"/>
              <a:ext cx="2486160" cy="0"/>
            </a:xfrm>
            <a:custGeom>
              <a:avLst/>
              <a:pathLst>
                <a:path w="2486160" h="0">
                  <a:moveTo>
                    <a:pt x="2486160" y="0"/>
                  </a:moveTo>
                  <a:lnTo>
                    <a:pt x="2400430" y="0"/>
                  </a:lnTo>
                  <a:lnTo>
                    <a:pt x="2314701" y="0"/>
                  </a:lnTo>
                  <a:lnTo>
                    <a:pt x="2228971" y="0"/>
                  </a:lnTo>
                  <a:lnTo>
                    <a:pt x="2143241" y="0"/>
                  </a:lnTo>
                  <a:lnTo>
                    <a:pt x="2057512" y="0"/>
                  </a:lnTo>
                  <a:lnTo>
                    <a:pt x="1971782" y="0"/>
                  </a:lnTo>
                  <a:lnTo>
                    <a:pt x="1886052" y="0"/>
                  </a:lnTo>
                  <a:lnTo>
                    <a:pt x="1800323" y="0"/>
                  </a:lnTo>
                  <a:lnTo>
                    <a:pt x="1714593" y="0"/>
                  </a:lnTo>
                  <a:lnTo>
                    <a:pt x="1628863" y="0"/>
                  </a:lnTo>
                  <a:lnTo>
                    <a:pt x="1543134" y="0"/>
                  </a:lnTo>
                  <a:lnTo>
                    <a:pt x="1457404" y="0"/>
                  </a:lnTo>
                  <a:lnTo>
                    <a:pt x="1371674" y="0"/>
                  </a:lnTo>
                  <a:lnTo>
                    <a:pt x="1285945" y="0"/>
                  </a:lnTo>
                  <a:lnTo>
                    <a:pt x="1200215" y="0"/>
                  </a:lnTo>
                  <a:lnTo>
                    <a:pt x="1114485" y="0"/>
                  </a:lnTo>
                  <a:lnTo>
                    <a:pt x="1028756" y="0"/>
                  </a:lnTo>
                  <a:lnTo>
                    <a:pt x="943026" y="0"/>
                  </a:lnTo>
                  <a:lnTo>
                    <a:pt x="857296" y="0"/>
                  </a:lnTo>
                  <a:lnTo>
                    <a:pt x="771567" y="0"/>
                  </a:lnTo>
                  <a:lnTo>
                    <a:pt x="685837" y="0"/>
                  </a:lnTo>
                  <a:lnTo>
                    <a:pt x="600107" y="0"/>
                  </a:lnTo>
                  <a:lnTo>
                    <a:pt x="514378" y="0"/>
                  </a:lnTo>
                  <a:lnTo>
                    <a:pt x="428648" y="0"/>
                  </a:lnTo>
                  <a:lnTo>
                    <a:pt x="342918" y="0"/>
                  </a:lnTo>
                  <a:lnTo>
                    <a:pt x="257189" y="0"/>
                  </a:lnTo>
                  <a:lnTo>
                    <a:pt x="171459" y="0"/>
                  </a:lnTo>
                  <a:lnTo>
                    <a:pt x="85729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C7C7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691627" y="1543096"/>
              <a:ext cx="1757980" cy="1757980"/>
            </a:xfrm>
            <a:custGeom>
              <a:avLst/>
              <a:pathLst>
                <a:path w="1757980" h="1757980">
                  <a:moveTo>
                    <a:pt x="1757980" y="1757980"/>
                  </a:moveTo>
                  <a:lnTo>
                    <a:pt x="1697360" y="1697360"/>
                  </a:lnTo>
                  <a:lnTo>
                    <a:pt x="1636740" y="1636740"/>
                  </a:lnTo>
                  <a:lnTo>
                    <a:pt x="1576120" y="1576120"/>
                  </a:lnTo>
                  <a:lnTo>
                    <a:pt x="1515500" y="1515500"/>
                  </a:lnTo>
                  <a:lnTo>
                    <a:pt x="1454880" y="1454880"/>
                  </a:lnTo>
                  <a:lnTo>
                    <a:pt x="1394260" y="1394260"/>
                  </a:lnTo>
                  <a:lnTo>
                    <a:pt x="1333640" y="1333640"/>
                  </a:lnTo>
                  <a:lnTo>
                    <a:pt x="1273020" y="1273020"/>
                  </a:lnTo>
                  <a:lnTo>
                    <a:pt x="1212400" y="1212400"/>
                  </a:lnTo>
                  <a:lnTo>
                    <a:pt x="1151780" y="1151780"/>
                  </a:lnTo>
                  <a:lnTo>
                    <a:pt x="1091160" y="1091160"/>
                  </a:lnTo>
                  <a:lnTo>
                    <a:pt x="1030540" y="1030540"/>
                  </a:lnTo>
                  <a:lnTo>
                    <a:pt x="969920" y="969920"/>
                  </a:lnTo>
                  <a:lnTo>
                    <a:pt x="909300" y="909300"/>
                  </a:lnTo>
                  <a:lnTo>
                    <a:pt x="848680" y="848680"/>
                  </a:lnTo>
                  <a:lnTo>
                    <a:pt x="788060" y="788060"/>
                  </a:lnTo>
                  <a:lnTo>
                    <a:pt x="727440" y="727440"/>
                  </a:lnTo>
                  <a:lnTo>
                    <a:pt x="666820" y="666820"/>
                  </a:lnTo>
                  <a:lnTo>
                    <a:pt x="606200" y="606200"/>
                  </a:lnTo>
                  <a:lnTo>
                    <a:pt x="545580" y="545580"/>
                  </a:lnTo>
                  <a:lnTo>
                    <a:pt x="484960" y="484960"/>
                  </a:lnTo>
                  <a:lnTo>
                    <a:pt x="424340" y="424340"/>
                  </a:lnTo>
                  <a:lnTo>
                    <a:pt x="363720" y="363720"/>
                  </a:lnTo>
                  <a:lnTo>
                    <a:pt x="303100" y="303100"/>
                  </a:lnTo>
                  <a:lnTo>
                    <a:pt x="242480" y="242480"/>
                  </a:lnTo>
                  <a:lnTo>
                    <a:pt x="181860" y="181860"/>
                  </a:lnTo>
                  <a:lnTo>
                    <a:pt x="121240" y="121240"/>
                  </a:lnTo>
                  <a:lnTo>
                    <a:pt x="60620" y="6062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C7C7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3177755" y="2530827"/>
              <a:ext cx="1895118" cy="1152142"/>
            </a:xfrm>
            <a:custGeom>
              <a:avLst/>
              <a:pathLst>
                <a:path w="1895118" h="1152142">
                  <a:moveTo>
                    <a:pt x="271852" y="481906"/>
                  </a:moveTo>
                  <a:lnTo>
                    <a:pt x="292982" y="420932"/>
                  </a:lnTo>
                  <a:lnTo>
                    <a:pt x="321461" y="361683"/>
                  </a:lnTo>
                  <a:lnTo>
                    <a:pt x="357145" y="304821"/>
                  </a:lnTo>
                  <a:lnTo>
                    <a:pt x="399836" y="250998"/>
                  </a:lnTo>
                  <a:lnTo>
                    <a:pt x="449284" y="200851"/>
                  </a:lnTo>
                  <a:lnTo>
                    <a:pt x="505187" y="154995"/>
                  </a:lnTo>
                  <a:lnTo>
                    <a:pt x="567196" y="114022"/>
                  </a:lnTo>
                  <a:lnTo>
                    <a:pt x="634912" y="78497"/>
                  </a:lnTo>
                  <a:lnTo>
                    <a:pt x="707890" y="48954"/>
                  </a:lnTo>
                  <a:lnTo>
                    <a:pt x="785645" y="25892"/>
                  </a:lnTo>
                  <a:lnTo>
                    <a:pt x="867648" y="9772"/>
                  </a:lnTo>
                  <a:lnTo>
                    <a:pt x="953334" y="1015"/>
                  </a:lnTo>
                  <a:lnTo>
                    <a:pt x="1042102" y="0"/>
                  </a:lnTo>
                  <a:lnTo>
                    <a:pt x="1107812" y="17547"/>
                  </a:lnTo>
                  <a:lnTo>
                    <a:pt x="1173725" y="39927"/>
                  </a:lnTo>
                  <a:lnTo>
                    <a:pt x="1239510" y="67204"/>
                  </a:lnTo>
                  <a:lnTo>
                    <a:pt x="1304833" y="99423"/>
                  </a:lnTo>
                  <a:lnTo>
                    <a:pt x="1369355" y="136605"/>
                  </a:lnTo>
                  <a:lnTo>
                    <a:pt x="1432731" y="178752"/>
                  </a:lnTo>
                  <a:lnTo>
                    <a:pt x="1494617" y="225839"/>
                  </a:lnTo>
                  <a:lnTo>
                    <a:pt x="1554667" y="277822"/>
                  </a:lnTo>
                  <a:lnTo>
                    <a:pt x="1612536" y="334634"/>
                  </a:lnTo>
                  <a:lnTo>
                    <a:pt x="1667882" y="396184"/>
                  </a:lnTo>
                  <a:lnTo>
                    <a:pt x="1720366" y="462358"/>
                  </a:lnTo>
                  <a:lnTo>
                    <a:pt x="1769654" y="533020"/>
                  </a:lnTo>
                  <a:lnTo>
                    <a:pt x="1815420" y="608013"/>
                  </a:lnTo>
                  <a:lnTo>
                    <a:pt x="1857345" y="687157"/>
                  </a:lnTo>
                  <a:lnTo>
                    <a:pt x="1895118" y="770249"/>
                  </a:lnTo>
                  <a:lnTo>
                    <a:pt x="1821260" y="837897"/>
                  </a:lnTo>
                  <a:lnTo>
                    <a:pt x="1744727" y="899109"/>
                  </a:lnTo>
                  <a:lnTo>
                    <a:pt x="1665941" y="953784"/>
                  </a:lnTo>
                  <a:lnTo>
                    <a:pt x="1585326" y="1001850"/>
                  </a:lnTo>
                  <a:lnTo>
                    <a:pt x="1503307" y="1043256"/>
                  </a:lnTo>
                  <a:lnTo>
                    <a:pt x="1420310" y="1077977"/>
                  </a:lnTo>
                  <a:lnTo>
                    <a:pt x="1336762" y="1106014"/>
                  </a:lnTo>
                  <a:lnTo>
                    <a:pt x="1253085" y="1127388"/>
                  </a:lnTo>
                  <a:lnTo>
                    <a:pt x="1169700" y="1142150"/>
                  </a:lnTo>
                  <a:lnTo>
                    <a:pt x="1087023" y="1150369"/>
                  </a:lnTo>
                  <a:lnTo>
                    <a:pt x="1005462" y="1152142"/>
                  </a:lnTo>
                  <a:lnTo>
                    <a:pt x="925421" y="1147587"/>
                  </a:lnTo>
                  <a:lnTo>
                    <a:pt x="847293" y="1136845"/>
                  </a:lnTo>
                  <a:lnTo>
                    <a:pt x="771462" y="1120080"/>
                  </a:lnTo>
                  <a:lnTo>
                    <a:pt x="698303" y="1097476"/>
                  </a:lnTo>
                  <a:lnTo>
                    <a:pt x="628175" y="1069239"/>
                  </a:lnTo>
                  <a:lnTo>
                    <a:pt x="561428" y="1035596"/>
                  </a:lnTo>
                  <a:lnTo>
                    <a:pt x="498396" y="996793"/>
                  </a:lnTo>
                  <a:lnTo>
                    <a:pt x="423147" y="996678"/>
                  </a:lnTo>
                  <a:lnTo>
                    <a:pt x="357676" y="977445"/>
                  </a:lnTo>
                  <a:lnTo>
                    <a:pt x="306229" y="943073"/>
                  </a:lnTo>
                  <a:lnTo>
                    <a:pt x="271852" y="898401"/>
                  </a:lnTo>
                  <a:lnTo>
                    <a:pt x="243786" y="947454"/>
                  </a:lnTo>
                  <a:lnTo>
                    <a:pt x="200570" y="989634"/>
                  </a:lnTo>
                  <a:lnTo>
                    <a:pt x="143856" y="1021455"/>
                  </a:lnTo>
                  <a:lnTo>
                    <a:pt x="76004" y="1039811"/>
                  </a:lnTo>
                  <a:lnTo>
                    <a:pt x="0" y="1042102"/>
                  </a:lnTo>
                  <a:lnTo>
                    <a:pt x="6380" y="973953"/>
                  </a:lnTo>
                  <a:lnTo>
                    <a:pt x="25222" y="912641"/>
                  </a:lnTo>
                  <a:lnTo>
                    <a:pt x="54790" y="860159"/>
                  </a:lnTo>
                  <a:lnTo>
                    <a:pt x="93050" y="818159"/>
                  </a:lnTo>
                  <a:lnTo>
                    <a:pt x="137737" y="787905"/>
                  </a:lnTo>
                  <a:lnTo>
                    <a:pt x="186417" y="770249"/>
                  </a:lnTo>
                  <a:lnTo>
                    <a:pt x="144628" y="736159"/>
                  </a:lnTo>
                  <a:lnTo>
                    <a:pt x="117709" y="681254"/>
                  </a:lnTo>
                  <a:lnTo>
                    <a:pt x="113271" y="611668"/>
                  </a:lnTo>
                  <a:lnTo>
                    <a:pt x="84400" y="643153"/>
                  </a:lnTo>
                  <a:lnTo>
                    <a:pt x="61778" y="679882"/>
                  </a:lnTo>
                  <a:lnTo>
                    <a:pt x="46355" y="720613"/>
                  </a:lnTo>
                  <a:lnTo>
                    <a:pt x="38833" y="763937"/>
                  </a:lnTo>
                  <a:lnTo>
                    <a:pt x="39637" y="808319"/>
                  </a:lnTo>
                  <a:lnTo>
                    <a:pt x="48898" y="852158"/>
                  </a:lnTo>
                  <a:lnTo>
                    <a:pt x="66435" y="893845"/>
                  </a:lnTo>
                  <a:lnTo>
                    <a:pt x="91761" y="931816"/>
                  </a:lnTo>
                  <a:lnTo>
                    <a:pt x="124097" y="964617"/>
                  </a:lnTo>
                  <a:lnTo>
                    <a:pt x="162391" y="990958"/>
                  </a:lnTo>
                  <a:lnTo>
                    <a:pt x="205352" y="1009760"/>
                  </a:lnTo>
                  <a:lnTo>
                    <a:pt x="251499" y="1020203"/>
                  </a:lnTo>
                  <a:lnTo>
                    <a:pt x="299205" y="1021757"/>
                  </a:lnTo>
                  <a:lnTo>
                    <a:pt x="346759" y="1014208"/>
                  </a:lnTo>
                  <a:lnTo>
                    <a:pt x="392425" y="997674"/>
                  </a:lnTo>
                  <a:lnTo>
                    <a:pt x="434506" y="972600"/>
                  </a:lnTo>
                  <a:lnTo>
                    <a:pt x="471408" y="939753"/>
                  </a:lnTo>
                  <a:lnTo>
                    <a:pt x="501699" y="900199"/>
                  </a:lnTo>
                  <a:lnTo>
                    <a:pt x="524163" y="855262"/>
                  </a:lnTo>
                  <a:lnTo>
                    <a:pt x="537852" y="806491"/>
                  </a:lnTo>
                  <a:lnTo>
                    <a:pt x="542122" y="755595"/>
                  </a:lnTo>
                  <a:lnTo>
                    <a:pt x="536663" y="704393"/>
                  </a:lnTo>
                  <a:lnTo>
                    <a:pt x="521514" y="654743"/>
                  </a:lnTo>
                  <a:lnTo>
                    <a:pt x="497069" y="608476"/>
                  </a:lnTo>
                  <a:lnTo>
                    <a:pt x="464068" y="567329"/>
                  </a:lnTo>
                  <a:lnTo>
                    <a:pt x="423575" y="532881"/>
                  </a:lnTo>
                  <a:lnTo>
                    <a:pt x="376943" y="506490"/>
                  </a:lnTo>
                  <a:lnTo>
                    <a:pt x="325773" y="489242"/>
                  </a:lnTo>
                  <a:close/>
                </a:path>
              </a:pathLst>
            </a:custGeom>
            <a:solidFill>
              <a:srgbClr val="00BFC4">
                <a:alpha val="20000"/>
              </a:srgbClr>
            </a:solidFill>
            <a:ln w="2439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3234655" y="2333404"/>
              <a:ext cx="1571040" cy="1319250"/>
            </a:xfrm>
            <a:custGeom>
              <a:avLst/>
              <a:pathLst>
                <a:path w="1571040" h="1319250">
                  <a:moveTo>
                    <a:pt x="214952" y="440304"/>
                  </a:moveTo>
                  <a:lnTo>
                    <a:pt x="247841" y="382033"/>
                  </a:lnTo>
                  <a:lnTo>
                    <a:pt x="287254" y="325976"/>
                  </a:lnTo>
                  <a:lnTo>
                    <a:pt x="333036" y="272681"/>
                  </a:lnTo>
                  <a:lnTo>
                    <a:pt x="384990" y="222686"/>
                  </a:lnTo>
                  <a:lnTo>
                    <a:pt x="442882" y="176511"/>
                  </a:lnTo>
                  <a:lnTo>
                    <a:pt x="506434" y="134663"/>
                  </a:lnTo>
                  <a:lnTo>
                    <a:pt x="575336" y="97629"/>
                  </a:lnTo>
                  <a:lnTo>
                    <a:pt x="649236" y="65872"/>
                  </a:lnTo>
                  <a:lnTo>
                    <a:pt x="727750" y="39833"/>
                  </a:lnTo>
                  <a:lnTo>
                    <a:pt x="810461" y="19924"/>
                  </a:lnTo>
                  <a:lnTo>
                    <a:pt x="896919" y="6529"/>
                  </a:lnTo>
                  <a:lnTo>
                    <a:pt x="986645" y="0"/>
                  </a:lnTo>
                  <a:lnTo>
                    <a:pt x="1079133" y="653"/>
                  </a:lnTo>
                  <a:lnTo>
                    <a:pt x="1173851" y="8773"/>
                  </a:lnTo>
                  <a:lnTo>
                    <a:pt x="1226108" y="64047"/>
                  </a:lnTo>
                  <a:lnTo>
                    <a:pt x="1275184" y="122165"/>
                  </a:lnTo>
                  <a:lnTo>
                    <a:pt x="1320924" y="182943"/>
                  </a:lnTo>
                  <a:lnTo>
                    <a:pt x="1363184" y="246189"/>
                  </a:lnTo>
                  <a:lnTo>
                    <a:pt x="1401832" y="311706"/>
                  </a:lnTo>
                  <a:lnTo>
                    <a:pt x="1436745" y="379287"/>
                  </a:lnTo>
                  <a:lnTo>
                    <a:pt x="1467814" y="448719"/>
                  </a:lnTo>
                  <a:lnTo>
                    <a:pt x="1494941" y="519784"/>
                  </a:lnTo>
                  <a:lnTo>
                    <a:pt x="1518040" y="592258"/>
                  </a:lnTo>
                  <a:lnTo>
                    <a:pt x="1537040" y="665914"/>
                  </a:lnTo>
                  <a:lnTo>
                    <a:pt x="1551880" y="740518"/>
                  </a:lnTo>
                  <a:lnTo>
                    <a:pt x="1562513" y="815838"/>
                  </a:lnTo>
                  <a:lnTo>
                    <a:pt x="1568906" y="891635"/>
                  </a:lnTo>
                  <a:lnTo>
                    <a:pt x="1571040" y="967671"/>
                  </a:lnTo>
                  <a:lnTo>
                    <a:pt x="1503978" y="1035226"/>
                  </a:lnTo>
                  <a:lnTo>
                    <a:pt x="1433740" y="1095771"/>
                  </a:lnTo>
                  <a:lnTo>
                    <a:pt x="1360876" y="1149168"/>
                  </a:lnTo>
                  <a:lnTo>
                    <a:pt x="1285941" y="1195317"/>
                  </a:lnTo>
                  <a:lnTo>
                    <a:pt x="1209491" y="1234157"/>
                  </a:lnTo>
                  <a:lnTo>
                    <a:pt x="1132083" y="1265666"/>
                  </a:lnTo>
                  <a:lnTo>
                    <a:pt x="1054274" y="1289857"/>
                  </a:lnTo>
                  <a:lnTo>
                    <a:pt x="976614" y="1306785"/>
                  </a:lnTo>
                  <a:lnTo>
                    <a:pt x="899646" y="1316540"/>
                  </a:lnTo>
                  <a:lnTo>
                    <a:pt x="823904" y="1319250"/>
                  </a:lnTo>
                  <a:lnTo>
                    <a:pt x="749909" y="1315077"/>
                  </a:lnTo>
                  <a:lnTo>
                    <a:pt x="678171" y="1304220"/>
                  </a:lnTo>
                  <a:lnTo>
                    <a:pt x="609181" y="1286911"/>
                  </a:lnTo>
                  <a:lnTo>
                    <a:pt x="543410" y="1263417"/>
                  </a:lnTo>
                  <a:lnTo>
                    <a:pt x="481313" y="1234032"/>
                  </a:lnTo>
                  <a:lnTo>
                    <a:pt x="416263" y="1220108"/>
                  </a:lnTo>
                  <a:lnTo>
                    <a:pt x="358103" y="1195495"/>
                  </a:lnTo>
                  <a:lnTo>
                    <a:pt x="308346" y="1161607"/>
                  </a:lnTo>
                  <a:lnTo>
                    <a:pt x="268272" y="1120051"/>
                  </a:lnTo>
                  <a:lnTo>
                    <a:pt x="238901" y="1072599"/>
                  </a:lnTo>
                  <a:lnTo>
                    <a:pt x="220977" y="1021146"/>
                  </a:lnTo>
                  <a:lnTo>
                    <a:pt x="214952" y="967671"/>
                  </a:lnTo>
                  <a:lnTo>
                    <a:pt x="207881" y="1012318"/>
                  </a:lnTo>
                  <a:lnTo>
                    <a:pt x="187015" y="1053653"/>
                  </a:lnTo>
                  <a:lnTo>
                    <a:pt x="153387" y="1088500"/>
                  </a:lnTo>
                  <a:lnTo>
                    <a:pt x="108674" y="1113951"/>
                  </a:lnTo>
                  <a:lnTo>
                    <a:pt x="55136" y="1127488"/>
                  </a:lnTo>
                  <a:lnTo>
                    <a:pt x="40966" y="1068122"/>
                  </a:lnTo>
                  <a:lnTo>
                    <a:pt x="45153" y="1013169"/>
                  </a:lnTo>
                  <a:lnTo>
                    <a:pt x="64276" y="967671"/>
                  </a:lnTo>
                  <a:lnTo>
                    <a:pt x="75745" y="910010"/>
                  </a:lnTo>
                  <a:lnTo>
                    <a:pt x="108408" y="861127"/>
                  </a:lnTo>
                  <a:lnTo>
                    <a:pt x="84345" y="872780"/>
                  </a:lnTo>
                  <a:lnTo>
                    <a:pt x="61519" y="889494"/>
                  </a:lnTo>
                  <a:lnTo>
                    <a:pt x="40943" y="911132"/>
                  </a:lnTo>
                  <a:lnTo>
                    <a:pt x="23610" y="937366"/>
                  </a:lnTo>
                  <a:lnTo>
                    <a:pt x="10463" y="967671"/>
                  </a:lnTo>
                  <a:lnTo>
                    <a:pt x="2350" y="1001344"/>
                  </a:lnTo>
                  <a:lnTo>
                    <a:pt x="0" y="1037514"/>
                  </a:lnTo>
                  <a:lnTo>
                    <a:pt x="3982" y="1075166"/>
                  </a:lnTo>
                  <a:lnTo>
                    <a:pt x="14688" y="1113172"/>
                  </a:lnTo>
                  <a:lnTo>
                    <a:pt x="32305" y="1150319"/>
                  </a:lnTo>
                  <a:lnTo>
                    <a:pt x="56800" y="1185350"/>
                  </a:lnTo>
                  <a:lnTo>
                    <a:pt x="87913" y="1217000"/>
                  </a:lnTo>
                  <a:lnTo>
                    <a:pt x="125155" y="1244039"/>
                  </a:lnTo>
                  <a:lnTo>
                    <a:pt x="167810" y="1265314"/>
                  </a:lnTo>
                  <a:lnTo>
                    <a:pt x="214952" y="1279787"/>
                  </a:lnTo>
                  <a:lnTo>
                    <a:pt x="265461" y="1286574"/>
                  </a:lnTo>
                  <a:lnTo>
                    <a:pt x="318053" y="1284983"/>
                  </a:lnTo>
                  <a:lnTo>
                    <a:pt x="371308" y="1274537"/>
                  </a:lnTo>
                  <a:lnTo>
                    <a:pt x="423713" y="1255007"/>
                  </a:lnTo>
                  <a:lnTo>
                    <a:pt x="473703" y="1226422"/>
                  </a:lnTo>
                  <a:lnTo>
                    <a:pt x="519702" y="1189085"/>
                  </a:lnTo>
                  <a:lnTo>
                    <a:pt x="560176" y="1143572"/>
                  </a:lnTo>
                  <a:lnTo>
                    <a:pt x="593678" y="1090727"/>
                  </a:lnTo>
                  <a:lnTo>
                    <a:pt x="618896" y="1031650"/>
                  </a:lnTo>
                  <a:lnTo>
                    <a:pt x="634694" y="967671"/>
                  </a:lnTo>
                  <a:lnTo>
                    <a:pt x="640156" y="900326"/>
                  </a:lnTo>
                  <a:lnTo>
                    <a:pt x="634622" y="831313"/>
                  </a:lnTo>
                  <a:lnTo>
                    <a:pt x="617713" y="762455"/>
                  </a:lnTo>
                  <a:lnTo>
                    <a:pt x="589359" y="695649"/>
                  </a:lnTo>
                  <a:lnTo>
                    <a:pt x="549806" y="632818"/>
                  </a:lnTo>
                  <a:lnTo>
                    <a:pt x="499627" y="575851"/>
                  </a:lnTo>
                  <a:lnTo>
                    <a:pt x="439714" y="526552"/>
                  </a:lnTo>
                  <a:lnTo>
                    <a:pt x="371266" y="486587"/>
                  </a:lnTo>
                  <a:lnTo>
                    <a:pt x="295767" y="457427"/>
                  </a:lnTo>
                  <a:close/>
                </a:path>
              </a:pathLst>
            </a:custGeom>
            <a:solidFill>
              <a:srgbClr val="BE84DB">
                <a:alpha val="20000"/>
              </a:srgbClr>
            </a:solidFill>
            <a:ln w="24391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3094442" y="2847794"/>
              <a:ext cx="2604549" cy="1110662"/>
            </a:xfrm>
            <a:custGeom>
              <a:avLst/>
              <a:pathLst>
                <a:path w="2604549" h="1110662">
                  <a:moveTo>
                    <a:pt x="355165" y="453282"/>
                  </a:moveTo>
                  <a:lnTo>
                    <a:pt x="365379" y="415164"/>
                  </a:lnTo>
                  <a:lnTo>
                    <a:pt x="394628" y="384931"/>
                  </a:lnTo>
                  <a:lnTo>
                    <a:pt x="438879" y="369569"/>
                  </a:lnTo>
                  <a:lnTo>
                    <a:pt x="498687" y="317877"/>
                  </a:lnTo>
                  <a:lnTo>
                    <a:pt x="561524" y="269639"/>
                  </a:lnTo>
                  <a:lnTo>
                    <a:pt x="627238" y="224986"/>
                  </a:lnTo>
                  <a:lnTo>
                    <a:pt x="695673" y="184043"/>
                  </a:lnTo>
                  <a:lnTo>
                    <a:pt x="766668" y="146930"/>
                  </a:lnTo>
                  <a:lnTo>
                    <a:pt x="840057" y="113758"/>
                  </a:lnTo>
                  <a:lnTo>
                    <a:pt x="915668" y="84634"/>
                  </a:lnTo>
                  <a:lnTo>
                    <a:pt x="993328" y="59658"/>
                  </a:lnTo>
                  <a:lnTo>
                    <a:pt x="1072858" y="38922"/>
                  </a:lnTo>
                  <a:lnTo>
                    <a:pt x="1154076" y="22513"/>
                  </a:lnTo>
                  <a:lnTo>
                    <a:pt x="1236798" y="10510"/>
                  </a:lnTo>
                  <a:lnTo>
                    <a:pt x="1320834" y="2984"/>
                  </a:lnTo>
                  <a:lnTo>
                    <a:pt x="1405993" y="0"/>
                  </a:lnTo>
                  <a:lnTo>
                    <a:pt x="1492081" y="1614"/>
                  </a:lnTo>
                  <a:lnTo>
                    <a:pt x="1578903" y="7878"/>
                  </a:lnTo>
                  <a:lnTo>
                    <a:pt x="1666259" y="18833"/>
                  </a:lnTo>
                  <a:lnTo>
                    <a:pt x="1753951" y="34513"/>
                  </a:lnTo>
                  <a:lnTo>
                    <a:pt x="1841775" y="54946"/>
                  </a:lnTo>
                  <a:lnTo>
                    <a:pt x="1929530" y="80151"/>
                  </a:lnTo>
                  <a:lnTo>
                    <a:pt x="2017011" y="110139"/>
                  </a:lnTo>
                  <a:lnTo>
                    <a:pt x="2104015" y="144913"/>
                  </a:lnTo>
                  <a:lnTo>
                    <a:pt x="2190337" y="184469"/>
                  </a:lnTo>
                  <a:lnTo>
                    <a:pt x="2275771" y="228796"/>
                  </a:lnTo>
                  <a:lnTo>
                    <a:pt x="2360113" y="277872"/>
                  </a:lnTo>
                  <a:lnTo>
                    <a:pt x="2443159" y="331671"/>
                  </a:lnTo>
                  <a:lnTo>
                    <a:pt x="2524705" y="390155"/>
                  </a:lnTo>
                  <a:lnTo>
                    <a:pt x="2604549" y="453282"/>
                  </a:lnTo>
                  <a:lnTo>
                    <a:pt x="2535372" y="534860"/>
                  </a:lnTo>
                  <a:lnTo>
                    <a:pt x="2463336" y="611268"/>
                  </a:lnTo>
                  <a:lnTo>
                    <a:pt x="2388729" y="682410"/>
                  </a:lnTo>
                  <a:lnTo>
                    <a:pt x="2311845" y="748204"/>
                  </a:lnTo>
                  <a:lnTo>
                    <a:pt x="2232978" y="808584"/>
                  </a:lnTo>
                  <a:lnTo>
                    <a:pt x="2152425" y="863495"/>
                  </a:lnTo>
                  <a:lnTo>
                    <a:pt x="2070484" y="912901"/>
                  </a:lnTo>
                  <a:lnTo>
                    <a:pt x="1987454" y="956777"/>
                  </a:lnTo>
                  <a:lnTo>
                    <a:pt x="1903632" y="995114"/>
                  </a:lnTo>
                  <a:lnTo>
                    <a:pt x="1819315" y="1027919"/>
                  </a:lnTo>
                  <a:lnTo>
                    <a:pt x="1734799" y="1055210"/>
                  </a:lnTo>
                  <a:lnTo>
                    <a:pt x="1650376" y="1077023"/>
                  </a:lnTo>
                  <a:lnTo>
                    <a:pt x="1566337" y="1093405"/>
                  </a:lnTo>
                  <a:lnTo>
                    <a:pt x="1482968" y="1104420"/>
                  </a:lnTo>
                  <a:lnTo>
                    <a:pt x="1400551" y="1110142"/>
                  </a:lnTo>
                  <a:lnTo>
                    <a:pt x="1319364" y="1110662"/>
                  </a:lnTo>
                  <a:lnTo>
                    <a:pt x="1239678" y="1106082"/>
                  </a:lnTo>
                  <a:lnTo>
                    <a:pt x="1161759" y="1096519"/>
                  </a:lnTo>
                  <a:lnTo>
                    <a:pt x="1085866" y="1082101"/>
                  </a:lnTo>
                  <a:lnTo>
                    <a:pt x="1012252" y="1062969"/>
                  </a:lnTo>
                  <a:lnTo>
                    <a:pt x="941159" y="1039276"/>
                  </a:lnTo>
                  <a:lnTo>
                    <a:pt x="854932" y="1038434"/>
                  </a:lnTo>
                  <a:lnTo>
                    <a:pt x="772688" y="1027953"/>
                  </a:lnTo>
                  <a:lnTo>
                    <a:pt x="695384" y="1008468"/>
                  </a:lnTo>
                  <a:lnTo>
                    <a:pt x="623902" y="980707"/>
                  </a:lnTo>
                  <a:lnTo>
                    <a:pt x="559039" y="945478"/>
                  </a:lnTo>
                  <a:lnTo>
                    <a:pt x="501502" y="903659"/>
                  </a:lnTo>
                  <a:lnTo>
                    <a:pt x="451896" y="856194"/>
                  </a:lnTo>
                  <a:lnTo>
                    <a:pt x="410725" y="804075"/>
                  </a:lnTo>
                  <a:lnTo>
                    <a:pt x="378387" y="748341"/>
                  </a:lnTo>
                  <a:lnTo>
                    <a:pt x="355165" y="690060"/>
                  </a:lnTo>
                  <a:lnTo>
                    <a:pt x="314421" y="710531"/>
                  </a:lnTo>
                  <a:lnTo>
                    <a:pt x="267363" y="723509"/>
                  </a:lnTo>
                  <a:lnTo>
                    <a:pt x="215422" y="727543"/>
                  </a:lnTo>
                  <a:lnTo>
                    <a:pt x="160321" y="721462"/>
                  </a:lnTo>
                  <a:lnTo>
                    <a:pt x="104025" y="704422"/>
                  </a:lnTo>
                  <a:lnTo>
                    <a:pt x="67830" y="662044"/>
                  </a:lnTo>
                  <a:lnTo>
                    <a:pt x="38710" y="614524"/>
                  </a:lnTo>
                  <a:lnTo>
                    <a:pt x="17383" y="563035"/>
                  </a:lnTo>
                  <a:lnTo>
                    <a:pt x="4372" y="508842"/>
                  </a:lnTo>
                  <a:lnTo>
                    <a:pt x="0" y="453282"/>
                  </a:lnTo>
                  <a:lnTo>
                    <a:pt x="52652" y="419197"/>
                  </a:lnTo>
                  <a:lnTo>
                    <a:pt x="107836" y="396831"/>
                  </a:lnTo>
                  <a:lnTo>
                    <a:pt x="163602" y="386252"/>
                  </a:lnTo>
                  <a:lnTo>
                    <a:pt x="218025" y="387239"/>
                  </a:lnTo>
                  <a:lnTo>
                    <a:pt x="269243" y="399294"/>
                  </a:lnTo>
                  <a:lnTo>
                    <a:pt x="315497" y="421648"/>
                  </a:lnTo>
                  <a:close/>
                </a:path>
              </a:pathLst>
            </a:custGeom>
            <a:solidFill>
              <a:srgbClr val="F8766D">
                <a:alpha val="20000"/>
              </a:srgbClr>
            </a:solidFill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174924" y="2110777"/>
              <a:ext cx="1735178" cy="1556539"/>
            </a:xfrm>
            <a:custGeom>
              <a:avLst/>
              <a:pathLst>
                <a:path w="1735178" h="1556539">
                  <a:moveTo>
                    <a:pt x="274684" y="1190299"/>
                  </a:moveTo>
                  <a:lnTo>
                    <a:pt x="276979" y="1120198"/>
                  </a:lnTo>
                  <a:lnTo>
                    <a:pt x="283859" y="1050321"/>
                  </a:lnTo>
                  <a:lnTo>
                    <a:pt x="295309" y="980895"/>
                  </a:lnTo>
                  <a:lnTo>
                    <a:pt x="311304" y="912143"/>
                  </a:lnTo>
                  <a:lnTo>
                    <a:pt x="331811" y="844288"/>
                  </a:lnTo>
                  <a:lnTo>
                    <a:pt x="356785" y="777551"/>
                  </a:lnTo>
                  <a:lnTo>
                    <a:pt x="386172" y="712151"/>
                  </a:lnTo>
                  <a:lnTo>
                    <a:pt x="419911" y="648306"/>
                  </a:lnTo>
                  <a:lnTo>
                    <a:pt x="457927" y="586229"/>
                  </a:lnTo>
                  <a:lnTo>
                    <a:pt x="500139" y="526131"/>
                  </a:lnTo>
                  <a:lnTo>
                    <a:pt x="546455" y="468220"/>
                  </a:lnTo>
                  <a:lnTo>
                    <a:pt x="596777" y="412698"/>
                  </a:lnTo>
                  <a:lnTo>
                    <a:pt x="650994" y="359766"/>
                  </a:lnTo>
                  <a:lnTo>
                    <a:pt x="708988" y="309618"/>
                  </a:lnTo>
                  <a:lnTo>
                    <a:pt x="770634" y="262442"/>
                  </a:lnTo>
                  <a:lnTo>
                    <a:pt x="835797" y="218424"/>
                  </a:lnTo>
                  <a:lnTo>
                    <a:pt x="904333" y="177741"/>
                  </a:lnTo>
                  <a:lnTo>
                    <a:pt x="976093" y="140566"/>
                  </a:lnTo>
                  <a:lnTo>
                    <a:pt x="1050919" y="107065"/>
                  </a:lnTo>
                  <a:lnTo>
                    <a:pt x="1128643" y="77398"/>
                  </a:lnTo>
                  <a:lnTo>
                    <a:pt x="1209095" y="51716"/>
                  </a:lnTo>
                  <a:lnTo>
                    <a:pt x="1292094" y="30165"/>
                  </a:lnTo>
                  <a:lnTo>
                    <a:pt x="1377454" y="12883"/>
                  </a:lnTo>
                  <a:lnTo>
                    <a:pt x="1464984" y="0"/>
                  </a:lnTo>
                  <a:lnTo>
                    <a:pt x="1509962" y="70708"/>
                  </a:lnTo>
                  <a:lnTo>
                    <a:pt x="1550898" y="142937"/>
                  </a:lnTo>
                  <a:lnTo>
                    <a:pt x="1587752" y="216462"/>
                  </a:lnTo>
                  <a:lnTo>
                    <a:pt x="1620496" y="291056"/>
                  </a:lnTo>
                  <a:lnTo>
                    <a:pt x="1649115" y="366497"/>
                  </a:lnTo>
                  <a:lnTo>
                    <a:pt x="1673607" y="442559"/>
                  </a:lnTo>
                  <a:lnTo>
                    <a:pt x="1693980" y="519022"/>
                  </a:lnTo>
                  <a:lnTo>
                    <a:pt x="1710254" y="595666"/>
                  </a:lnTo>
                  <a:lnTo>
                    <a:pt x="1722463" y="672276"/>
                  </a:lnTo>
                  <a:lnTo>
                    <a:pt x="1730648" y="748637"/>
                  </a:lnTo>
                  <a:lnTo>
                    <a:pt x="1734865" y="824543"/>
                  </a:lnTo>
                  <a:lnTo>
                    <a:pt x="1735178" y="899789"/>
                  </a:lnTo>
                  <a:lnTo>
                    <a:pt x="1731662" y="974177"/>
                  </a:lnTo>
                  <a:lnTo>
                    <a:pt x="1724404" y="1047514"/>
                  </a:lnTo>
                  <a:lnTo>
                    <a:pt x="1713498" y="1119615"/>
                  </a:lnTo>
                  <a:lnTo>
                    <a:pt x="1699047" y="1190299"/>
                  </a:lnTo>
                  <a:lnTo>
                    <a:pt x="1632665" y="1257012"/>
                  </a:lnTo>
                  <a:lnTo>
                    <a:pt x="1563324" y="1317219"/>
                  </a:lnTo>
                  <a:lnTo>
                    <a:pt x="1491501" y="1370797"/>
                  </a:lnTo>
                  <a:lnTo>
                    <a:pt x="1417679" y="1417655"/>
                  </a:lnTo>
                  <a:lnTo>
                    <a:pt x="1342343" y="1457734"/>
                  </a:lnTo>
                  <a:lnTo>
                    <a:pt x="1265979" y="1491005"/>
                  </a:lnTo>
                  <a:lnTo>
                    <a:pt x="1189071" y="1517472"/>
                  </a:lnTo>
                  <a:lnTo>
                    <a:pt x="1112100" y="1537168"/>
                  </a:lnTo>
                  <a:lnTo>
                    <a:pt x="1035544" y="1550159"/>
                  </a:lnTo>
                  <a:lnTo>
                    <a:pt x="959871" y="1556539"/>
                  </a:lnTo>
                  <a:lnTo>
                    <a:pt x="885542" y="1556433"/>
                  </a:lnTo>
                  <a:lnTo>
                    <a:pt x="813009" y="1549996"/>
                  </a:lnTo>
                  <a:lnTo>
                    <a:pt x="742708" y="1537409"/>
                  </a:lnTo>
                  <a:lnTo>
                    <a:pt x="675065" y="1518883"/>
                  </a:lnTo>
                  <a:lnTo>
                    <a:pt x="610488" y="1494654"/>
                  </a:lnTo>
                  <a:lnTo>
                    <a:pt x="549369" y="1464984"/>
                  </a:lnTo>
                  <a:lnTo>
                    <a:pt x="472572" y="1462669"/>
                  </a:lnTo>
                  <a:lnTo>
                    <a:pt x="404013" y="1444122"/>
                  </a:lnTo>
                  <a:lnTo>
                    <a:pt x="346709" y="1411969"/>
                  </a:lnTo>
                  <a:lnTo>
                    <a:pt x="303043" y="1369350"/>
                  </a:lnTo>
                  <a:lnTo>
                    <a:pt x="274684" y="1319787"/>
                  </a:lnTo>
                  <a:lnTo>
                    <a:pt x="246325" y="1369350"/>
                  </a:lnTo>
                  <a:lnTo>
                    <a:pt x="202659" y="1411969"/>
                  </a:lnTo>
                  <a:lnTo>
                    <a:pt x="145355" y="1444122"/>
                  </a:lnTo>
                  <a:lnTo>
                    <a:pt x="76796" y="1462669"/>
                  </a:lnTo>
                  <a:lnTo>
                    <a:pt x="0" y="1464984"/>
                  </a:lnTo>
                  <a:lnTo>
                    <a:pt x="2314" y="1388187"/>
                  </a:lnTo>
                  <a:lnTo>
                    <a:pt x="20861" y="1319629"/>
                  </a:lnTo>
                  <a:lnTo>
                    <a:pt x="53014" y="1262324"/>
                  </a:lnTo>
                  <a:lnTo>
                    <a:pt x="95633" y="1218658"/>
                  </a:lnTo>
                  <a:lnTo>
                    <a:pt x="145196" y="1190299"/>
                  </a:lnTo>
                  <a:lnTo>
                    <a:pt x="191300" y="1167957"/>
                  </a:lnTo>
                  <a:lnTo>
                    <a:pt x="237304" y="1168718"/>
                  </a:lnTo>
                  <a:close/>
                </a:path>
              </a:pathLst>
            </a:custGeom>
            <a:solidFill>
              <a:srgbClr val="7AD151">
                <a:alpha val="20000"/>
              </a:srgbClr>
            </a:solidFill>
            <a:ln w="24391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3021282" y="1998868"/>
              <a:ext cx="1918285" cy="1665911"/>
            </a:xfrm>
            <a:custGeom>
              <a:avLst/>
              <a:pathLst>
                <a:path w="1918285" h="1665911">
                  <a:moveTo>
                    <a:pt x="428325" y="1072008"/>
                  </a:moveTo>
                  <a:lnTo>
                    <a:pt x="439156" y="998955"/>
                  </a:lnTo>
                  <a:lnTo>
                    <a:pt x="455198" y="926476"/>
                  </a:lnTo>
                  <a:lnTo>
                    <a:pt x="476421" y="854849"/>
                  </a:lnTo>
                  <a:lnTo>
                    <a:pt x="502782" y="784351"/>
                  </a:lnTo>
                  <a:lnTo>
                    <a:pt x="534223" y="715257"/>
                  </a:lnTo>
                  <a:lnTo>
                    <a:pt x="570675" y="647839"/>
                  </a:lnTo>
                  <a:lnTo>
                    <a:pt x="612054" y="582366"/>
                  </a:lnTo>
                  <a:lnTo>
                    <a:pt x="658265" y="519104"/>
                  </a:lnTo>
                  <a:lnTo>
                    <a:pt x="709200" y="458313"/>
                  </a:lnTo>
                  <a:lnTo>
                    <a:pt x="764739" y="400249"/>
                  </a:lnTo>
                  <a:lnTo>
                    <a:pt x="824747" y="345161"/>
                  </a:lnTo>
                  <a:lnTo>
                    <a:pt x="889081" y="293293"/>
                  </a:lnTo>
                  <a:lnTo>
                    <a:pt x="957584" y="244884"/>
                  </a:lnTo>
                  <a:lnTo>
                    <a:pt x="1030088" y="200162"/>
                  </a:lnTo>
                  <a:lnTo>
                    <a:pt x="1106414" y="159350"/>
                  </a:lnTo>
                  <a:lnTo>
                    <a:pt x="1186373" y="122663"/>
                  </a:lnTo>
                  <a:lnTo>
                    <a:pt x="1269764" y="90306"/>
                  </a:lnTo>
                  <a:lnTo>
                    <a:pt x="1356378" y="62475"/>
                  </a:lnTo>
                  <a:lnTo>
                    <a:pt x="1445995" y="39357"/>
                  </a:lnTo>
                  <a:lnTo>
                    <a:pt x="1538386" y="21129"/>
                  </a:lnTo>
                  <a:lnTo>
                    <a:pt x="1633314" y="7958"/>
                  </a:lnTo>
                  <a:lnTo>
                    <a:pt x="1730533" y="0"/>
                  </a:lnTo>
                  <a:lnTo>
                    <a:pt x="1769270" y="79775"/>
                  </a:lnTo>
                  <a:lnTo>
                    <a:pt x="1803460" y="160310"/>
                  </a:lnTo>
                  <a:lnTo>
                    <a:pt x="1833118" y="241358"/>
                  </a:lnTo>
                  <a:lnTo>
                    <a:pt x="1858270" y="322673"/>
                  </a:lnTo>
                  <a:lnTo>
                    <a:pt x="1878956" y="404015"/>
                  </a:lnTo>
                  <a:lnTo>
                    <a:pt x="1895230" y="485147"/>
                  </a:lnTo>
                  <a:lnTo>
                    <a:pt x="1907156" y="565837"/>
                  </a:lnTo>
                  <a:lnTo>
                    <a:pt x="1914812" y="645860"/>
                  </a:lnTo>
                  <a:lnTo>
                    <a:pt x="1918285" y="724994"/>
                  </a:lnTo>
                  <a:lnTo>
                    <a:pt x="1917674" y="803028"/>
                  </a:lnTo>
                  <a:lnTo>
                    <a:pt x="1913090" y="879756"/>
                  </a:lnTo>
                  <a:lnTo>
                    <a:pt x="1904653" y="954978"/>
                  </a:lnTo>
                  <a:lnTo>
                    <a:pt x="1892493" y="1028507"/>
                  </a:lnTo>
                  <a:lnTo>
                    <a:pt x="1876748" y="1100161"/>
                  </a:lnTo>
                  <a:lnTo>
                    <a:pt x="1857567" y="1169769"/>
                  </a:lnTo>
                  <a:lnTo>
                    <a:pt x="1835105" y="1237168"/>
                  </a:lnTo>
                  <a:lnTo>
                    <a:pt x="1809526" y="1302208"/>
                  </a:lnTo>
                  <a:lnTo>
                    <a:pt x="1739454" y="1353722"/>
                  </a:lnTo>
                  <a:lnTo>
                    <a:pt x="1667574" y="1399739"/>
                  </a:lnTo>
                  <a:lnTo>
                    <a:pt x="1594208" y="1440199"/>
                  </a:lnTo>
                  <a:lnTo>
                    <a:pt x="1519682" y="1475061"/>
                  </a:lnTo>
                  <a:lnTo>
                    <a:pt x="1444321" y="1504302"/>
                  </a:lnTo>
                  <a:lnTo>
                    <a:pt x="1368452" y="1527912"/>
                  </a:lnTo>
                  <a:lnTo>
                    <a:pt x="1292399" y="1545901"/>
                  </a:lnTo>
                  <a:lnTo>
                    <a:pt x="1216485" y="1558296"/>
                  </a:lnTo>
                  <a:lnTo>
                    <a:pt x="1141032" y="1565139"/>
                  </a:lnTo>
                  <a:lnTo>
                    <a:pt x="1066357" y="1566489"/>
                  </a:lnTo>
                  <a:lnTo>
                    <a:pt x="992773" y="1562421"/>
                  </a:lnTo>
                  <a:lnTo>
                    <a:pt x="920589" y="1553028"/>
                  </a:lnTo>
                  <a:lnTo>
                    <a:pt x="850107" y="1538417"/>
                  </a:lnTo>
                  <a:lnTo>
                    <a:pt x="781625" y="1518710"/>
                  </a:lnTo>
                  <a:lnTo>
                    <a:pt x="715432" y="1494046"/>
                  </a:lnTo>
                  <a:lnTo>
                    <a:pt x="651808" y="1464577"/>
                  </a:lnTo>
                  <a:lnTo>
                    <a:pt x="591027" y="1430471"/>
                  </a:lnTo>
                  <a:lnTo>
                    <a:pt x="533353" y="1391909"/>
                  </a:lnTo>
                  <a:lnTo>
                    <a:pt x="479038" y="1349086"/>
                  </a:lnTo>
                  <a:lnTo>
                    <a:pt x="428325" y="1302208"/>
                  </a:lnTo>
                  <a:lnTo>
                    <a:pt x="421123" y="1347681"/>
                  </a:lnTo>
                  <a:lnTo>
                    <a:pt x="399871" y="1389781"/>
                  </a:lnTo>
                  <a:lnTo>
                    <a:pt x="365620" y="1425273"/>
                  </a:lnTo>
                  <a:lnTo>
                    <a:pt x="320079" y="1451196"/>
                  </a:lnTo>
                  <a:lnTo>
                    <a:pt x="265549" y="1464984"/>
                  </a:lnTo>
                  <a:lnTo>
                    <a:pt x="279337" y="1410454"/>
                  </a:lnTo>
                  <a:lnTo>
                    <a:pt x="305260" y="1364913"/>
                  </a:lnTo>
                  <a:lnTo>
                    <a:pt x="340752" y="1330662"/>
                  </a:lnTo>
                  <a:lnTo>
                    <a:pt x="382852" y="1309410"/>
                  </a:lnTo>
                  <a:lnTo>
                    <a:pt x="428325" y="1302208"/>
                  </a:lnTo>
                  <a:lnTo>
                    <a:pt x="377364" y="1297749"/>
                  </a:lnTo>
                  <a:lnTo>
                    <a:pt x="327569" y="1284441"/>
                  </a:lnTo>
                  <a:lnTo>
                    <a:pt x="280088" y="1262487"/>
                  </a:lnTo>
                  <a:lnTo>
                    <a:pt x="236043" y="1232223"/>
                  </a:lnTo>
                  <a:lnTo>
                    <a:pt x="196512" y="1194111"/>
                  </a:lnTo>
                  <a:lnTo>
                    <a:pt x="162513" y="1148741"/>
                  </a:lnTo>
                  <a:lnTo>
                    <a:pt x="134996" y="1096816"/>
                  </a:lnTo>
                  <a:lnTo>
                    <a:pt x="114826" y="1039150"/>
                  </a:lnTo>
                  <a:lnTo>
                    <a:pt x="102773" y="976656"/>
                  </a:lnTo>
                  <a:lnTo>
                    <a:pt x="62195" y="1033750"/>
                  </a:lnTo>
                  <a:lnTo>
                    <a:pt x="31289" y="1095524"/>
                  </a:lnTo>
                  <a:lnTo>
                    <a:pt x="10524" y="1160383"/>
                  </a:lnTo>
                  <a:lnTo>
                    <a:pt x="109" y="1226701"/>
                  </a:lnTo>
                  <a:lnTo>
                    <a:pt x="0" y="1292861"/>
                  </a:lnTo>
                  <a:lnTo>
                    <a:pt x="9903" y="1357294"/>
                  </a:lnTo>
                  <a:lnTo>
                    <a:pt x="29291" y="1418515"/>
                  </a:lnTo>
                  <a:lnTo>
                    <a:pt x="57424" y="1475162"/>
                  </a:lnTo>
                  <a:lnTo>
                    <a:pt x="93368" y="1526019"/>
                  </a:lnTo>
                  <a:lnTo>
                    <a:pt x="136028" y="1570049"/>
                  </a:lnTo>
                  <a:lnTo>
                    <a:pt x="184177" y="1606410"/>
                  </a:lnTo>
                  <a:lnTo>
                    <a:pt x="236492" y="1634473"/>
                  </a:lnTo>
                  <a:lnTo>
                    <a:pt x="291588" y="1653828"/>
                  </a:lnTo>
                  <a:lnTo>
                    <a:pt x="348053" y="1664294"/>
                  </a:lnTo>
                  <a:lnTo>
                    <a:pt x="404487" y="1665911"/>
                  </a:lnTo>
                  <a:lnTo>
                    <a:pt x="459535" y="1658934"/>
                  </a:lnTo>
                  <a:lnTo>
                    <a:pt x="511918" y="1643823"/>
                  </a:lnTo>
                  <a:lnTo>
                    <a:pt x="560466" y="1621223"/>
                  </a:lnTo>
                  <a:lnTo>
                    <a:pt x="604141" y="1591942"/>
                  </a:lnTo>
                  <a:lnTo>
                    <a:pt x="642059" y="1556926"/>
                  </a:lnTo>
                  <a:lnTo>
                    <a:pt x="673513" y="1517231"/>
                  </a:lnTo>
                  <a:lnTo>
                    <a:pt x="697976" y="1473994"/>
                  </a:lnTo>
                  <a:lnTo>
                    <a:pt x="715118" y="1428399"/>
                  </a:lnTo>
                  <a:lnTo>
                    <a:pt x="724800" y="1381648"/>
                  </a:lnTo>
                  <a:lnTo>
                    <a:pt x="727078" y="1334926"/>
                  </a:lnTo>
                  <a:lnTo>
                    <a:pt x="722190" y="1289377"/>
                  </a:lnTo>
                  <a:lnTo>
                    <a:pt x="710546" y="1246070"/>
                  </a:lnTo>
                  <a:lnTo>
                    <a:pt x="692713" y="1205978"/>
                  </a:lnTo>
                  <a:lnTo>
                    <a:pt x="669391" y="1169954"/>
                  </a:lnTo>
                  <a:lnTo>
                    <a:pt x="641394" y="1138715"/>
                  </a:lnTo>
                  <a:lnTo>
                    <a:pt x="609621" y="1112824"/>
                  </a:lnTo>
                  <a:lnTo>
                    <a:pt x="575034" y="1092687"/>
                  </a:lnTo>
                  <a:lnTo>
                    <a:pt x="538625" y="1078542"/>
                  </a:lnTo>
                  <a:lnTo>
                    <a:pt x="501394" y="1070465"/>
                  </a:lnTo>
                  <a:lnTo>
                    <a:pt x="464317" y="1068367"/>
                  </a:lnTo>
                  <a:close/>
                </a:path>
              </a:pathLst>
            </a:custGeom>
            <a:solidFill>
              <a:srgbClr val="F1B722">
                <a:alpha val="20000"/>
              </a:srgbClr>
            </a:solidFill>
            <a:ln w="24391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2900239" y="2547185"/>
              <a:ext cx="1844244" cy="1304964"/>
            </a:xfrm>
            <a:custGeom>
              <a:avLst/>
              <a:pathLst>
                <a:path w="1844244" h="1304964">
                  <a:moveTo>
                    <a:pt x="549369" y="235941"/>
                  </a:moveTo>
                  <a:lnTo>
                    <a:pt x="589678" y="190294"/>
                  </a:lnTo>
                  <a:lnTo>
                    <a:pt x="636483" y="147999"/>
                  </a:lnTo>
                  <a:lnTo>
                    <a:pt x="689494" y="109747"/>
                  </a:lnTo>
                  <a:lnTo>
                    <a:pt x="748355" y="76206"/>
                  </a:lnTo>
                  <a:lnTo>
                    <a:pt x="812649" y="48010"/>
                  </a:lnTo>
                  <a:lnTo>
                    <a:pt x="881895" y="25760"/>
                  </a:lnTo>
                  <a:lnTo>
                    <a:pt x="955558" y="10010"/>
                  </a:lnTo>
                  <a:lnTo>
                    <a:pt x="1033048" y="1271"/>
                  </a:lnTo>
                  <a:lnTo>
                    <a:pt x="1113725" y="0"/>
                  </a:lnTo>
                  <a:lnTo>
                    <a:pt x="1196904" y="6596"/>
                  </a:lnTo>
                  <a:lnTo>
                    <a:pt x="1281861" y="21399"/>
                  </a:lnTo>
                  <a:lnTo>
                    <a:pt x="1339662" y="53752"/>
                  </a:lnTo>
                  <a:lnTo>
                    <a:pt x="1396175" y="90460"/>
                  </a:lnTo>
                  <a:lnTo>
                    <a:pt x="1451082" y="131483"/>
                  </a:lnTo>
                  <a:lnTo>
                    <a:pt x="1504065" y="176757"/>
                  </a:lnTo>
                  <a:lnTo>
                    <a:pt x="1554809" y="226195"/>
                  </a:lnTo>
                  <a:lnTo>
                    <a:pt x="1603002" y="279689"/>
                  </a:lnTo>
                  <a:lnTo>
                    <a:pt x="1648338" y="337107"/>
                  </a:lnTo>
                  <a:lnTo>
                    <a:pt x="1690517" y="398295"/>
                  </a:lnTo>
                  <a:lnTo>
                    <a:pt x="1729248" y="463077"/>
                  </a:lnTo>
                  <a:lnTo>
                    <a:pt x="1764249" y="531256"/>
                  </a:lnTo>
                  <a:lnTo>
                    <a:pt x="1795251" y="602614"/>
                  </a:lnTo>
                  <a:lnTo>
                    <a:pt x="1821997" y="676911"/>
                  </a:lnTo>
                  <a:lnTo>
                    <a:pt x="1844244" y="753891"/>
                  </a:lnTo>
                  <a:lnTo>
                    <a:pt x="1773504" y="818045"/>
                  </a:lnTo>
                  <a:lnTo>
                    <a:pt x="1699787" y="874805"/>
                  </a:lnTo>
                  <a:lnTo>
                    <a:pt x="1623672" y="924044"/>
                  </a:lnTo>
                  <a:lnTo>
                    <a:pt x="1545744" y="965677"/>
                  </a:lnTo>
                  <a:lnTo>
                    <a:pt x="1466588" y="999659"/>
                  </a:lnTo>
                  <a:lnTo>
                    <a:pt x="1386788" y="1025985"/>
                  </a:lnTo>
                  <a:lnTo>
                    <a:pt x="1306927" y="1044691"/>
                  </a:lnTo>
                  <a:lnTo>
                    <a:pt x="1227580" y="1055850"/>
                  </a:lnTo>
                  <a:lnTo>
                    <a:pt x="1149315" y="1059579"/>
                  </a:lnTo>
                  <a:lnTo>
                    <a:pt x="1072686" y="1056029"/>
                  </a:lnTo>
                  <a:lnTo>
                    <a:pt x="998238" y="1045390"/>
                  </a:lnTo>
                  <a:lnTo>
                    <a:pt x="926496" y="1027890"/>
                  </a:lnTo>
                  <a:lnTo>
                    <a:pt x="857969" y="1003791"/>
                  </a:lnTo>
                  <a:lnTo>
                    <a:pt x="793146" y="973389"/>
                  </a:lnTo>
                  <a:lnTo>
                    <a:pt x="732492" y="937014"/>
                  </a:lnTo>
                  <a:lnTo>
                    <a:pt x="693247" y="969221"/>
                  </a:lnTo>
                  <a:lnTo>
                    <a:pt x="648474" y="993153"/>
                  </a:lnTo>
                  <a:lnTo>
                    <a:pt x="599892" y="1007890"/>
                  </a:lnTo>
                  <a:lnTo>
                    <a:pt x="549369" y="1012866"/>
                  </a:lnTo>
                  <a:lnTo>
                    <a:pt x="521782" y="1069212"/>
                  </a:lnTo>
                  <a:lnTo>
                    <a:pt x="484411" y="1122283"/>
                  </a:lnTo>
                  <a:lnTo>
                    <a:pt x="437656" y="1170809"/>
                  </a:lnTo>
                  <a:lnTo>
                    <a:pt x="382061" y="1213565"/>
                  </a:lnTo>
                  <a:lnTo>
                    <a:pt x="318313" y="1249392"/>
                  </a:lnTo>
                  <a:lnTo>
                    <a:pt x="247231" y="1277209"/>
                  </a:lnTo>
                  <a:lnTo>
                    <a:pt x="169761" y="1296027"/>
                  </a:lnTo>
                  <a:lnTo>
                    <a:pt x="86963" y="1304964"/>
                  </a:lnTo>
                  <a:lnTo>
                    <a:pt x="0" y="1303260"/>
                  </a:lnTo>
                  <a:lnTo>
                    <a:pt x="12565" y="1229457"/>
                  </a:lnTo>
                  <a:lnTo>
                    <a:pt x="31876" y="1159321"/>
                  </a:lnTo>
                  <a:lnTo>
                    <a:pt x="57525" y="1093386"/>
                  </a:lnTo>
                  <a:lnTo>
                    <a:pt x="89068" y="1032152"/>
                  </a:lnTo>
                  <a:lnTo>
                    <a:pt x="126025" y="976079"/>
                  </a:lnTo>
                  <a:lnTo>
                    <a:pt x="167880" y="925585"/>
                  </a:lnTo>
                  <a:lnTo>
                    <a:pt x="214090" y="881046"/>
                  </a:lnTo>
                  <a:lnTo>
                    <a:pt x="264081" y="842790"/>
                  </a:lnTo>
                  <a:lnTo>
                    <a:pt x="317261" y="811100"/>
                  </a:lnTo>
                  <a:lnTo>
                    <a:pt x="373015" y="786209"/>
                  </a:lnTo>
                  <a:lnTo>
                    <a:pt x="430713" y="768299"/>
                  </a:lnTo>
                  <a:lnTo>
                    <a:pt x="489714" y="757500"/>
                  </a:lnTo>
                  <a:lnTo>
                    <a:pt x="549369" y="753891"/>
                  </a:lnTo>
                  <a:lnTo>
                    <a:pt x="533341" y="743350"/>
                  </a:lnTo>
                  <a:lnTo>
                    <a:pt x="513713" y="739726"/>
                  </a:lnTo>
                  <a:lnTo>
                    <a:pt x="492693" y="743898"/>
                  </a:lnTo>
                  <a:lnTo>
                    <a:pt x="472668" y="756123"/>
                  </a:lnTo>
                  <a:lnTo>
                    <a:pt x="456037" y="776011"/>
                  </a:lnTo>
                  <a:lnTo>
                    <a:pt x="445052" y="802535"/>
                  </a:lnTo>
                  <a:lnTo>
                    <a:pt x="441657" y="834080"/>
                  </a:lnTo>
                  <a:lnTo>
                    <a:pt x="447345" y="868535"/>
                  </a:lnTo>
                  <a:lnTo>
                    <a:pt x="463044" y="903410"/>
                  </a:lnTo>
                  <a:lnTo>
                    <a:pt x="489028" y="935988"/>
                  </a:lnTo>
                  <a:lnTo>
                    <a:pt x="524871" y="963481"/>
                  </a:lnTo>
                  <a:lnTo>
                    <a:pt x="569432" y="983215"/>
                  </a:lnTo>
                  <a:lnTo>
                    <a:pt x="620892" y="992798"/>
                  </a:lnTo>
                  <a:lnTo>
                    <a:pt x="676830" y="990284"/>
                  </a:lnTo>
                  <a:lnTo>
                    <a:pt x="734331" y="974320"/>
                  </a:lnTo>
                  <a:lnTo>
                    <a:pt x="790132" y="944262"/>
                  </a:lnTo>
                  <a:lnTo>
                    <a:pt x="840797" y="900252"/>
                  </a:lnTo>
                  <a:lnTo>
                    <a:pt x="882903" y="843261"/>
                  </a:lnTo>
                  <a:lnTo>
                    <a:pt x="913235" y="775084"/>
                  </a:lnTo>
                  <a:lnTo>
                    <a:pt x="928984" y="698286"/>
                  </a:lnTo>
                  <a:lnTo>
                    <a:pt x="927924" y="616108"/>
                  </a:lnTo>
                  <a:lnTo>
                    <a:pt x="908568" y="532334"/>
                  </a:lnTo>
                  <a:lnTo>
                    <a:pt x="870298" y="451110"/>
                  </a:lnTo>
                  <a:lnTo>
                    <a:pt x="813443" y="376753"/>
                  </a:lnTo>
                  <a:lnTo>
                    <a:pt x="739322" y="313530"/>
                  </a:lnTo>
                  <a:lnTo>
                    <a:pt x="650228" y="265429"/>
                  </a:lnTo>
                  <a:close/>
                </a:path>
              </a:pathLst>
            </a:custGeom>
            <a:solidFill>
              <a:srgbClr val="619CFF">
                <a:alpha val="20000"/>
              </a:srgbClr>
            </a:solidFill>
            <a:ln w="24391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177755" y="2530827"/>
              <a:ext cx="1895118" cy="1152142"/>
            </a:xfrm>
            <a:custGeom>
              <a:avLst/>
              <a:pathLst>
                <a:path w="1895118" h="1152142">
                  <a:moveTo>
                    <a:pt x="271852" y="481906"/>
                  </a:moveTo>
                  <a:lnTo>
                    <a:pt x="292982" y="420932"/>
                  </a:lnTo>
                  <a:lnTo>
                    <a:pt x="321461" y="361683"/>
                  </a:lnTo>
                  <a:lnTo>
                    <a:pt x="357145" y="304821"/>
                  </a:lnTo>
                  <a:lnTo>
                    <a:pt x="399836" y="250998"/>
                  </a:lnTo>
                  <a:lnTo>
                    <a:pt x="449284" y="200851"/>
                  </a:lnTo>
                  <a:lnTo>
                    <a:pt x="505187" y="154995"/>
                  </a:lnTo>
                  <a:lnTo>
                    <a:pt x="567196" y="114022"/>
                  </a:lnTo>
                  <a:lnTo>
                    <a:pt x="634912" y="78497"/>
                  </a:lnTo>
                  <a:lnTo>
                    <a:pt x="707890" y="48954"/>
                  </a:lnTo>
                  <a:lnTo>
                    <a:pt x="785645" y="25892"/>
                  </a:lnTo>
                  <a:lnTo>
                    <a:pt x="867648" y="9772"/>
                  </a:lnTo>
                  <a:lnTo>
                    <a:pt x="953334" y="1015"/>
                  </a:lnTo>
                  <a:lnTo>
                    <a:pt x="1042102" y="0"/>
                  </a:lnTo>
                  <a:lnTo>
                    <a:pt x="1107812" y="17547"/>
                  </a:lnTo>
                  <a:lnTo>
                    <a:pt x="1173725" y="39927"/>
                  </a:lnTo>
                  <a:lnTo>
                    <a:pt x="1239510" y="67204"/>
                  </a:lnTo>
                  <a:lnTo>
                    <a:pt x="1304833" y="99423"/>
                  </a:lnTo>
                  <a:lnTo>
                    <a:pt x="1369355" y="136605"/>
                  </a:lnTo>
                  <a:lnTo>
                    <a:pt x="1432731" y="178752"/>
                  </a:lnTo>
                  <a:lnTo>
                    <a:pt x="1494617" y="225839"/>
                  </a:lnTo>
                  <a:lnTo>
                    <a:pt x="1554667" y="277822"/>
                  </a:lnTo>
                  <a:lnTo>
                    <a:pt x="1612536" y="334634"/>
                  </a:lnTo>
                  <a:lnTo>
                    <a:pt x="1667882" y="396184"/>
                  </a:lnTo>
                  <a:lnTo>
                    <a:pt x="1720366" y="462358"/>
                  </a:lnTo>
                  <a:lnTo>
                    <a:pt x="1769654" y="533020"/>
                  </a:lnTo>
                  <a:lnTo>
                    <a:pt x="1815420" y="608013"/>
                  </a:lnTo>
                  <a:lnTo>
                    <a:pt x="1857345" y="687157"/>
                  </a:lnTo>
                  <a:lnTo>
                    <a:pt x="1895118" y="770249"/>
                  </a:lnTo>
                  <a:lnTo>
                    <a:pt x="1821260" y="837897"/>
                  </a:lnTo>
                  <a:lnTo>
                    <a:pt x="1744727" y="899109"/>
                  </a:lnTo>
                  <a:lnTo>
                    <a:pt x="1665941" y="953784"/>
                  </a:lnTo>
                  <a:lnTo>
                    <a:pt x="1585326" y="1001850"/>
                  </a:lnTo>
                  <a:lnTo>
                    <a:pt x="1503307" y="1043256"/>
                  </a:lnTo>
                  <a:lnTo>
                    <a:pt x="1420310" y="1077977"/>
                  </a:lnTo>
                  <a:lnTo>
                    <a:pt x="1336762" y="1106014"/>
                  </a:lnTo>
                  <a:lnTo>
                    <a:pt x="1253085" y="1127388"/>
                  </a:lnTo>
                  <a:lnTo>
                    <a:pt x="1169700" y="1142150"/>
                  </a:lnTo>
                  <a:lnTo>
                    <a:pt x="1087023" y="1150369"/>
                  </a:lnTo>
                  <a:lnTo>
                    <a:pt x="1005462" y="1152142"/>
                  </a:lnTo>
                  <a:lnTo>
                    <a:pt x="925421" y="1147587"/>
                  </a:lnTo>
                  <a:lnTo>
                    <a:pt x="847293" y="1136845"/>
                  </a:lnTo>
                  <a:lnTo>
                    <a:pt x="771462" y="1120080"/>
                  </a:lnTo>
                  <a:lnTo>
                    <a:pt x="698303" y="1097476"/>
                  </a:lnTo>
                  <a:lnTo>
                    <a:pt x="628175" y="1069239"/>
                  </a:lnTo>
                  <a:lnTo>
                    <a:pt x="561428" y="1035596"/>
                  </a:lnTo>
                  <a:lnTo>
                    <a:pt x="498396" y="996793"/>
                  </a:lnTo>
                  <a:lnTo>
                    <a:pt x="423147" y="996678"/>
                  </a:lnTo>
                  <a:lnTo>
                    <a:pt x="357676" y="977445"/>
                  </a:lnTo>
                  <a:lnTo>
                    <a:pt x="306229" y="943073"/>
                  </a:lnTo>
                  <a:lnTo>
                    <a:pt x="271852" y="898401"/>
                  </a:lnTo>
                  <a:lnTo>
                    <a:pt x="243786" y="947454"/>
                  </a:lnTo>
                  <a:lnTo>
                    <a:pt x="200570" y="989634"/>
                  </a:lnTo>
                  <a:lnTo>
                    <a:pt x="143856" y="1021455"/>
                  </a:lnTo>
                  <a:lnTo>
                    <a:pt x="76004" y="1039811"/>
                  </a:lnTo>
                  <a:lnTo>
                    <a:pt x="0" y="1042102"/>
                  </a:lnTo>
                  <a:lnTo>
                    <a:pt x="6380" y="973953"/>
                  </a:lnTo>
                  <a:lnTo>
                    <a:pt x="25222" y="912641"/>
                  </a:lnTo>
                  <a:lnTo>
                    <a:pt x="54790" y="860159"/>
                  </a:lnTo>
                  <a:lnTo>
                    <a:pt x="93050" y="818159"/>
                  </a:lnTo>
                  <a:lnTo>
                    <a:pt x="137737" y="787905"/>
                  </a:lnTo>
                  <a:lnTo>
                    <a:pt x="186417" y="770249"/>
                  </a:lnTo>
                  <a:lnTo>
                    <a:pt x="144628" y="736159"/>
                  </a:lnTo>
                  <a:lnTo>
                    <a:pt x="117709" y="681254"/>
                  </a:lnTo>
                  <a:lnTo>
                    <a:pt x="113271" y="611668"/>
                  </a:lnTo>
                </a:path>
              </a:pathLst>
            </a:custGeom>
            <a:ln w="2439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275622" y="2333404"/>
              <a:ext cx="1530073" cy="1319250"/>
            </a:xfrm>
            <a:custGeom>
              <a:avLst/>
              <a:pathLst>
                <a:path w="1530073" h="1319250">
                  <a:moveTo>
                    <a:pt x="173986" y="440304"/>
                  </a:moveTo>
                  <a:lnTo>
                    <a:pt x="206874" y="382033"/>
                  </a:lnTo>
                  <a:lnTo>
                    <a:pt x="246287" y="325976"/>
                  </a:lnTo>
                  <a:lnTo>
                    <a:pt x="292069" y="272681"/>
                  </a:lnTo>
                  <a:lnTo>
                    <a:pt x="344024" y="222686"/>
                  </a:lnTo>
                  <a:lnTo>
                    <a:pt x="401915" y="176511"/>
                  </a:lnTo>
                  <a:lnTo>
                    <a:pt x="465468" y="134663"/>
                  </a:lnTo>
                  <a:lnTo>
                    <a:pt x="534369" y="97629"/>
                  </a:lnTo>
                  <a:lnTo>
                    <a:pt x="608269" y="65872"/>
                  </a:lnTo>
                  <a:lnTo>
                    <a:pt x="686784" y="39833"/>
                  </a:lnTo>
                  <a:lnTo>
                    <a:pt x="769495" y="19924"/>
                  </a:lnTo>
                  <a:lnTo>
                    <a:pt x="855952" y="6529"/>
                  </a:lnTo>
                  <a:lnTo>
                    <a:pt x="945678" y="0"/>
                  </a:lnTo>
                  <a:lnTo>
                    <a:pt x="1038166" y="653"/>
                  </a:lnTo>
                  <a:lnTo>
                    <a:pt x="1132884" y="8773"/>
                  </a:lnTo>
                  <a:lnTo>
                    <a:pt x="1185142" y="64047"/>
                  </a:lnTo>
                  <a:lnTo>
                    <a:pt x="1234218" y="122165"/>
                  </a:lnTo>
                  <a:lnTo>
                    <a:pt x="1279958" y="182943"/>
                  </a:lnTo>
                  <a:lnTo>
                    <a:pt x="1322218" y="246189"/>
                  </a:lnTo>
                  <a:lnTo>
                    <a:pt x="1360865" y="311706"/>
                  </a:lnTo>
                  <a:lnTo>
                    <a:pt x="1395778" y="379287"/>
                  </a:lnTo>
                  <a:lnTo>
                    <a:pt x="1426847" y="448719"/>
                  </a:lnTo>
                  <a:lnTo>
                    <a:pt x="1453974" y="519784"/>
                  </a:lnTo>
                  <a:lnTo>
                    <a:pt x="1477074" y="592258"/>
                  </a:lnTo>
                  <a:lnTo>
                    <a:pt x="1496073" y="665914"/>
                  </a:lnTo>
                  <a:lnTo>
                    <a:pt x="1510913" y="740518"/>
                  </a:lnTo>
                  <a:lnTo>
                    <a:pt x="1521546" y="815838"/>
                  </a:lnTo>
                  <a:lnTo>
                    <a:pt x="1527940" y="891635"/>
                  </a:lnTo>
                  <a:lnTo>
                    <a:pt x="1530073" y="967671"/>
                  </a:lnTo>
                  <a:lnTo>
                    <a:pt x="1463011" y="1035226"/>
                  </a:lnTo>
                  <a:lnTo>
                    <a:pt x="1392774" y="1095771"/>
                  </a:lnTo>
                  <a:lnTo>
                    <a:pt x="1319910" y="1149168"/>
                  </a:lnTo>
                  <a:lnTo>
                    <a:pt x="1244974" y="1195317"/>
                  </a:lnTo>
                  <a:lnTo>
                    <a:pt x="1168524" y="1234157"/>
                  </a:lnTo>
                  <a:lnTo>
                    <a:pt x="1091117" y="1265666"/>
                  </a:lnTo>
                  <a:lnTo>
                    <a:pt x="1013308" y="1289857"/>
                  </a:lnTo>
                  <a:lnTo>
                    <a:pt x="935647" y="1306785"/>
                  </a:lnTo>
                  <a:lnTo>
                    <a:pt x="858679" y="1316540"/>
                  </a:lnTo>
                  <a:lnTo>
                    <a:pt x="782937" y="1319250"/>
                  </a:lnTo>
                  <a:lnTo>
                    <a:pt x="708943" y="1315077"/>
                  </a:lnTo>
                  <a:lnTo>
                    <a:pt x="637205" y="1304220"/>
                  </a:lnTo>
                  <a:lnTo>
                    <a:pt x="568214" y="1286911"/>
                  </a:lnTo>
                  <a:lnTo>
                    <a:pt x="502444" y="1263417"/>
                  </a:lnTo>
                  <a:lnTo>
                    <a:pt x="440346" y="1234032"/>
                  </a:lnTo>
                  <a:lnTo>
                    <a:pt x="375297" y="1220108"/>
                  </a:lnTo>
                  <a:lnTo>
                    <a:pt x="317137" y="1195495"/>
                  </a:lnTo>
                  <a:lnTo>
                    <a:pt x="267380" y="1161607"/>
                  </a:lnTo>
                  <a:lnTo>
                    <a:pt x="227306" y="1120051"/>
                  </a:lnTo>
                  <a:lnTo>
                    <a:pt x="197935" y="1072599"/>
                  </a:lnTo>
                  <a:lnTo>
                    <a:pt x="180011" y="1021146"/>
                  </a:lnTo>
                  <a:lnTo>
                    <a:pt x="173986" y="967671"/>
                  </a:lnTo>
                  <a:lnTo>
                    <a:pt x="166914" y="1012318"/>
                  </a:lnTo>
                  <a:lnTo>
                    <a:pt x="146049" y="1053653"/>
                  </a:lnTo>
                  <a:lnTo>
                    <a:pt x="112421" y="1088500"/>
                  </a:lnTo>
                  <a:lnTo>
                    <a:pt x="67707" y="1113951"/>
                  </a:lnTo>
                  <a:lnTo>
                    <a:pt x="14169" y="1127488"/>
                  </a:lnTo>
                  <a:lnTo>
                    <a:pt x="0" y="1068122"/>
                  </a:lnTo>
                  <a:lnTo>
                    <a:pt x="4186" y="1013169"/>
                  </a:lnTo>
                  <a:lnTo>
                    <a:pt x="23309" y="967671"/>
                  </a:lnTo>
                  <a:lnTo>
                    <a:pt x="34779" y="910010"/>
                  </a:lnTo>
                  <a:lnTo>
                    <a:pt x="67441" y="861127"/>
                  </a:lnTo>
                </a:path>
              </a:pathLst>
            </a:custGeom>
            <a:ln w="24391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094442" y="2847794"/>
              <a:ext cx="2604549" cy="1110662"/>
            </a:xfrm>
            <a:custGeom>
              <a:avLst/>
              <a:pathLst>
                <a:path w="2604549" h="1110662">
                  <a:moveTo>
                    <a:pt x="355165" y="453282"/>
                  </a:moveTo>
                  <a:lnTo>
                    <a:pt x="365379" y="415164"/>
                  </a:lnTo>
                  <a:lnTo>
                    <a:pt x="394628" y="384931"/>
                  </a:lnTo>
                  <a:lnTo>
                    <a:pt x="438879" y="369569"/>
                  </a:lnTo>
                  <a:lnTo>
                    <a:pt x="498687" y="317877"/>
                  </a:lnTo>
                  <a:lnTo>
                    <a:pt x="561524" y="269639"/>
                  </a:lnTo>
                  <a:lnTo>
                    <a:pt x="627238" y="224986"/>
                  </a:lnTo>
                  <a:lnTo>
                    <a:pt x="695673" y="184043"/>
                  </a:lnTo>
                  <a:lnTo>
                    <a:pt x="766668" y="146930"/>
                  </a:lnTo>
                  <a:lnTo>
                    <a:pt x="840057" y="113758"/>
                  </a:lnTo>
                  <a:lnTo>
                    <a:pt x="915668" y="84634"/>
                  </a:lnTo>
                  <a:lnTo>
                    <a:pt x="993328" y="59658"/>
                  </a:lnTo>
                  <a:lnTo>
                    <a:pt x="1072858" y="38922"/>
                  </a:lnTo>
                  <a:lnTo>
                    <a:pt x="1154076" y="22513"/>
                  </a:lnTo>
                  <a:lnTo>
                    <a:pt x="1236798" y="10510"/>
                  </a:lnTo>
                  <a:lnTo>
                    <a:pt x="1320834" y="2984"/>
                  </a:lnTo>
                  <a:lnTo>
                    <a:pt x="1405993" y="0"/>
                  </a:lnTo>
                  <a:lnTo>
                    <a:pt x="1492081" y="1614"/>
                  </a:lnTo>
                  <a:lnTo>
                    <a:pt x="1578903" y="7878"/>
                  </a:lnTo>
                  <a:lnTo>
                    <a:pt x="1666259" y="18833"/>
                  </a:lnTo>
                  <a:lnTo>
                    <a:pt x="1753951" y="34513"/>
                  </a:lnTo>
                  <a:lnTo>
                    <a:pt x="1841775" y="54946"/>
                  </a:lnTo>
                  <a:lnTo>
                    <a:pt x="1929530" y="80151"/>
                  </a:lnTo>
                  <a:lnTo>
                    <a:pt x="2017011" y="110139"/>
                  </a:lnTo>
                  <a:lnTo>
                    <a:pt x="2104015" y="144913"/>
                  </a:lnTo>
                  <a:lnTo>
                    <a:pt x="2190337" y="184469"/>
                  </a:lnTo>
                  <a:lnTo>
                    <a:pt x="2275771" y="228796"/>
                  </a:lnTo>
                  <a:lnTo>
                    <a:pt x="2360113" y="277872"/>
                  </a:lnTo>
                  <a:lnTo>
                    <a:pt x="2443159" y="331671"/>
                  </a:lnTo>
                  <a:lnTo>
                    <a:pt x="2524705" y="390155"/>
                  </a:lnTo>
                  <a:lnTo>
                    <a:pt x="2604549" y="453282"/>
                  </a:lnTo>
                  <a:lnTo>
                    <a:pt x="2535372" y="534860"/>
                  </a:lnTo>
                  <a:lnTo>
                    <a:pt x="2463336" y="611268"/>
                  </a:lnTo>
                  <a:lnTo>
                    <a:pt x="2388729" y="682410"/>
                  </a:lnTo>
                  <a:lnTo>
                    <a:pt x="2311845" y="748204"/>
                  </a:lnTo>
                  <a:lnTo>
                    <a:pt x="2232978" y="808584"/>
                  </a:lnTo>
                  <a:lnTo>
                    <a:pt x="2152425" y="863495"/>
                  </a:lnTo>
                  <a:lnTo>
                    <a:pt x="2070484" y="912901"/>
                  </a:lnTo>
                  <a:lnTo>
                    <a:pt x="1987454" y="956777"/>
                  </a:lnTo>
                  <a:lnTo>
                    <a:pt x="1903632" y="995114"/>
                  </a:lnTo>
                  <a:lnTo>
                    <a:pt x="1819315" y="1027919"/>
                  </a:lnTo>
                  <a:lnTo>
                    <a:pt x="1734799" y="1055210"/>
                  </a:lnTo>
                  <a:lnTo>
                    <a:pt x="1650376" y="1077023"/>
                  </a:lnTo>
                  <a:lnTo>
                    <a:pt x="1566337" y="1093405"/>
                  </a:lnTo>
                  <a:lnTo>
                    <a:pt x="1482968" y="1104420"/>
                  </a:lnTo>
                  <a:lnTo>
                    <a:pt x="1400551" y="1110142"/>
                  </a:lnTo>
                  <a:lnTo>
                    <a:pt x="1319364" y="1110662"/>
                  </a:lnTo>
                  <a:lnTo>
                    <a:pt x="1239678" y="1106082"/>
                  </a:lnTo>
                  <a:lnTo>
                    <a:pt x="1161759" y="1096519"/>
                  </a:lnTo>
                  <a:lnTo>
                    <a:pt x="1085866" y="1082101"/>
                  </a:lnTo>
                  <a:lnTo>
                    <a:pt x="1012252" y="1062969"/>
                  </a:lnTo>
                  <a:lnTo>
                    <a:pt x="941159" y="1039276"/>
                  </a:lnTo>
                  <a:lnTo>
                    <a:pt x="854932" y="1038434"/>
                  </a:lnTo>
                  <a:lnTo>
                    <a:pt x="772688" y="1027953"/>
                  </a:lnTo>
                  <a:lnTo>
                    <a:pt x="695384" y="1008468"/>
                  </a:lnTo>
                  <a:lnTo>
                    <a:pt x="623902" y="980707"/>
                  </a:lnTo>
                  <a:lnTo>
                    <a:pt x="559039" y="945478"/>
                  </a:lnTo>
                  <a:lnTo>
                    <a:pt x="501502" y="903659"/>
                  </a:lnTo>
                  <a:lnTo>
                    <a:pt x="451896" y="856194"/>
                  </a:lnTo>
                  <a:lnTo>
                    <a:pt x="410725" y="804075"/>
                  </a:lnTo>
                  <a:lnTo>
                    <a:pt x="378387" y="748341"/>
                  </a:lnTo>
                  <a:lnTo>
                    <a:pt x="355165" y="690060"/>
                  </a:lnTo>
                  <a:lnTo>
                    <a:pt x="314421" y="710531"/>
                  </a:lnTo>
                  <a:lnTo>
                    <a:pt x="267363" y="723509"/>
                  </a:lnTo>
                  <a:lnTo>
                    <a:pt x="215422" y="727543"/>
                  </a:lnTo>
                  <a:lnTo>
                    <a:pt x="160321" y="721462"/>
                  </a:lnTo>
                  <a:lnTo>
                    <a:pt x="104025" y="704422"/>
                  </a:lnTo>
                  <a:lnTo>
                    <a:pt x="67830" y="662044"/>
                  </a:lnTo>
                  <a:lnTo>
                    <a:pt x="38710" y="614524"/>
                  </a:lnTo>
                  <a:lnTo>
                    <a:pt x="17383" y="563035"/>
                  </a:lnTo>
                  <a:lnTo>
                    <a:pt x="4372" y="508842"/>
                  </a:lnTo>
                  <a:lnTo>
                    <a:pt x="0" y="453282"/>
                  </a:lnTo>
                  <a:lnTo>
                    <a:pt x="52652" y="419197"/>
                  </a:lnTo>
                  <a:lnTo>
                    <a:pt x="107836" y="396831"/>
                  </a:lnTo>
                  <a:lnTo>
                    <a:pt x="163602" y="386252"/>
                  </a:lnTo>
                  <a:lnTo>
                    <a:pt x="218025" y="387239"/>
                  </a:lnTo>
                  <a:lnTo>
                    <a:pt x="269243" y="399294"/>
                  </a:lnTo>
                  <a:lnTo>
                    <a:pt x="315497" y="421648"/>
                  </a:lnTo>
                  <a:lnTo>
                    <a:pt x="355165" y="453282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174924" y="2110777"/>
              <a:ext cx="1735178" cy="1556539"/>
            </a:xfrm>
            <a:custGeom>
              <a:avLst/>
              <a:pathLst>
                <a:path w="1735178" h="1556539">
                  <a:moveTo>
                    <a:pt x="274684" y="1190299"/>
                  </a:moveTo>
                  <a:lnTo>
                    <a:pt x="276979" y="1120198"/>
                  </a:lnTo>
                  <a:lnTo>
                    <a:pt x="283859" y="1050321"/>
                  </a:lnTo>
                  <a:lnTo>
                    <a:pt x="295309" y="980895"/>
                  </a:lnTo>
                  <a:lnTo>
                    <a:pt x="311304" y="912143"/>
                  </a:lnTo>
                  <a:lnTo>
                    <a:pt x="331811" y="844288"/>
                  </a:lnTo>
                  <a:lnTo>
                    <a:pt x="356785" y="777551"/>
                  </a:lnTo>
                  <a:lnTo>
                    <a:pt x="386172" y="712151"/>
                  </a:lnTo>
                  <a:lnTo>
                    <a:pt x="419911" y="648306"/>
                  </a:lnTo>
                  <a:lnTo>
                    <a:pt x="457927" y="586229"/>
                  </a:lnTo>
                  <a:lnTo>
                    <a:pt x="500139" y="526131"/>
                  </a:lnTo>
                  <a:lnTo>
                    <a:pt x="546455" y="468220"/>
                  </a:lnTo>
                  <a:lnTo>
                    <a:pt x="596777" y="412698"/>
                  </a:lnTo>
                  <a:lnTo>
                    <a:pt x="650994" y="359766"/>
                  </a:lnTo>
                  <a:lnTo>
                    <a:pt x="708988" y="309618"/>
                  </a:lnTo>
                  <a:lnTo>
                    <a:pt x="770634" y="262442"/>
                  </a:lnTo>
                  <a:lnTo>
                    <a:pt x="835797" y="218424"/>
                  </a:lnTo>
                  <a:lnTo>
                    <a:pt x="904333" y="177741"/>
                  </a:lnTo>
                  <a:lnTo>
                    <a:pt x="976093" y="140566"/>
                  </a:lnTo>
                  <a:lnTo>
                    <a:pt x="1050919" y="107065"/>
                  </a:lnTo>
                  <a:lnTo>
                    <a:pt x="1128643" y="77398"/>
                  </a:lnTo>
                  <a:lnTo>
                    <a:pt x="1209095" y="51716"/>
                  </a:lnTo>
                  <a:lnTo>
                    <a:pt x="1292094" y="30165"/>
                  </a:lnTo>
                  <a:lnTo>
                    <a:pt x="1377454" y="12883"/>
                  </a:lnTo>
                  <a:lnTo>
                    <a:pt x="1464984" y="0"/>
                  </a:lnTo>
                  <a:lnTo>
                    <a:pt x="1509962" y="70708"/>
                  </a:lnTo>
                  <a:lnTo>
                    <a:pt x="1550898" y="142937"/>
                  </a:lnTo>
                  <a:lnTo>
                    <a:pt x="1587752" y="216462"/>
                  </a:lnTo>
                  <a:lnTo>
                    <a:pt x="1620496" y="291056"/>
                  </a:lnTo>
                  <a:lnTo>
                    <a:pt x="1649115" y="366497"/>
                  </a:lnTo>
                  <a:lnTo>
                    <a:pt x="1673607" y="442559"/>
                  </a:lnTo>
                  <a:lnTo>
                    <a:pt x="1693980" y="519022"/>
                  </a:lnTo>
                  <a:lnTo>
                    <a:pt x="1710254" y="595666"/>
                  </a:lnTo>
                  <a:lnTo>
                    <a:pt x="1722463" y="672276"/>
                  </a:lnTo>
                  <a:lnTo>
                    <a:pt x="1730648" y="748637"/>
                  </a:lnTo>
                  <a:lnTo>
                    <a:pt x="1734865" y="824543"/>
                  </a:lnTo>
                  <a:lnTo>
                    <a:pt x="1735178" y="899789"/>
                  </a:lnTo>
                  <a:lnTo>
                    <a:pt x="1731662" y="974177"/>
                  </a:lnTo>
                  <a:lnTo>
                    <a:pt x="1724404" y="1047514"/>
                  </a:lnTo>
                  <a:lnTo>
                    <a:pt x="1713498" y="1119615"/>
                  </a:lnTo>
                  <a:lnTo>
                    <a:pt x="1699047" y="1190299"/>
                  </a:lnTo>
                  <a:lnTo>
                    <a:pt x="1632665" y="1257012"/>
                  </a:lnTo>
                  <a:lnTo>
                    <a:pt x="1563324" y="1317219"/>
                  </a:lnTo>
                  <a:lnTo>
                    <a:pt x="1491501" y="1370797"/>
                  </a:lnTo>
                  <a:lnTo>
                    <a:pt x="1417679" y="1417655"/>
                  </a:lnTo>
                  <a:lnTo>
                    <a:pt x="1342343" y="1457734"/>
                  </a:lnTo>
                  <a:lnTo>
                    <a:pt x="1265979" y="1491005"/>
                  </a:lnTo>
                  <a:lnTo>
                    <a:pt x="1189071" y="1517472"/>
                  </a:lnTo>
                  <a:lnTo>
                    <a:pt x="1112100" y="1537168"/>
                  </a:lnTo>
                  <a:lnTo>
                    <a:pt x="1035544" y="1550159"/>
                  </a:lnTo>
                  <a:lnTo>
                    <a:pt x="959871" y="1556539"/>
                  </a:lnTo>
                  <a:lnTo>
                    <a:pt x="885542" y="1556433"/>
                  </a:lnTo>
                  <a:lnTo>
                    <a:pt x="813009" y="1549996"/>
                  </a:lnTo>
                  <a:lnTo>
                    <a:pt x="742708" y="1537409"/>
                  </a:lnTo>
                  <a:lnTo>
                    <a:pt x="675065" y="1518883"/>
                  </a:lnTo>
                  <a:lnTo>
                    <a:pt x="610488" y="1494654"/>
                  </a:lnTo>
                  <a:lnTo>
                    <a:pt x="549369" y="1464984"/>
                  </a:lnTo>
                  <a:lnTo>
                    <a:pt x="472572" y="1462669"/>
                  </a:lnTo>
                  <a:lnTo>
                    <a:pt x="404013" y="1444122"/>
                  </a:lnTo>
                  <a:lnTo>
                    <a:pt x="346709" y="1411969"/>
                  </a:lnTo>
                  <a:lnTo>
                    <a:pt x="303043" y="1369350"/>
                  </a:lnTo>
                  <a:lnTo>
                    <a:pt x="274684" y="1319787"/>
                  </a:lnTo>
                  <a:lnTo>
                    <a:pt x="246325" y="1369350"/>
                  </a:lnTo>
                  <a:lnTo>
                    <a:pt x="202659" y="1411969"/>
                  </a:lnTo>
                  <a:lnTo>
                    <a:pt x="145355" y="1444122"/>
                  </a:lnTo>
                  <a:lnTo>
                    <a:pt x="76796" y="1462669"/>
                  </a:lnTo>
                  <a:lnTo>
                    <a:pt x="0" y="1464984"/>
                  </a:lnTo>
                  <a:lnTo>
                    <a:pt x="2314" y="1388187"/>
                  </a:lnTo>
                  <a:lnTo>
                    <a:pt x="20861" y="1319629"/>
                  </a:lnTo>
                  <a:lnTo>
                    <a:pt x="53014" y="1262324"/>
                  </a:lnTo>
                  <a:lnTo>
                    <a:pt x="95633" y="1218658"/>
                  </a:lnTo>
                  <a:lnTo>
                    <a:pt x="145196" y="1190299"/>
                  </a:lnTo>
                  <a:lnTo>
                    <a:pt x="191300" y="1167957"/>
                  </a:lnTo>
                  <a:lnTo>
                    <a:pt x="237304" y="1168718"/>
                  </a:lnTo>
                  <a:lnTo>
                    <a:pt x="274684" y="1190299"/>
                  </a:lnTo>
                </a:path>
              </a:pathLst>
            </a:custGeom>
            <a:ln w="24391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124056" y="1998868"/>
              <a:ext cx="1815511" cy="1566489"/>
            </a:xfrm>
            <a:custGeom>
              <a:avLst/>
              <a:pathLst>
                <a:path w="1815511" h="1566489">
                  <a:moveTo>
                    <a:pt x="325552" y="1072008"/>
                  </a:moveTo>
                  <a:lnTo>
                    <a:pt x="336382" y="998955"/>
                  </a:lnTo>
                  <a:lnTo>
                    <a:pt x="352424" y="926476"/>
                  </a:lnTo>
                  <a:lnTo>
                    <a:pt x="373648" y="854849"/>
                  </a:lnTo>
                  <a:lnTo>
                    <a:pt x="400008" y="784351"/>
                  </a:lnTo>
                  <a:lnTo>
                    <a:pt x="431449" y="715257"/>
                  </a:lnTo>
                  <a:lnTo>
                    <a:pt x="467901" y="647839"/>
                  </a:lnTo>
                  <a:lnTo>
                    <a:pt x="509280" y="582366"/>
                  </a:lnTo>
                  <a:lnTo>
                    <a:pt x="555491" y="519104"/>
                  </a:lnTo>
                  <a:lnTo>
                    <a:pt x="606427" y="458313"/>
                  </a:lnTo>
                  <a:lnTo>
                    <a:pt x="661965" y="400249"/>
                  </a:lnTo>
                  <a:lnTo>
                    <a:pt x="721973" y="345161"/>
                  </a:lnTo>
                  <a:lnTo>
                    <a:pt x="786307" y="293293"/>
                  </a:lnTo>
                  <a:lnTo>
                    <a:pt x="854810" y="244884"/>
                  </a:lnTo>
                  <a:lnTo>
                    <a:pt x="927314" y="200162"/>
                  </a:lnTo>
                  <a:lnTo>
                    <a:pt x="1003640" y="159350"/>
                  </a:lnTo>
                  <a:lnTo>
                    <a:pt x="1083599" y="122663"/>
                  </a:lnTo>
                  <a:lnTo>
                    <a:pt x="1166990" y="90306"/>
                  </a:lnTo>
                  <a:lnTo>
                    <a:pt x="1253604" y="62475"/>
                  </a:lnTo>
                  <a:lnTo>
                    <a:pt x="1343221" y="39357"/>
                  </a:lnTo>
                  <a:lnTo>
                    <a:pt x="1435612" y="21129"/>
                  </a:lnTo>
                  <a:lnTo>
                    <a:pt x="1530540" y="7958"/>
                  </a:lnTo>
                  <a:lnTo>
                    <a:pt x="1627760" y="0"/>
                  </a:lnTo>
                  <a:lnTo>
                    <a:pt x="1666496" y="79775"/>
                  </a:lnTo>
                  <a:lnTo>
                    <a:pt x="1700686" y="160310"/>
                  </a:lnTo>
                  <a:lnTo>
                    <a:pt x="1730344" y="241358"/>
                  </a:lnTo>
                  <a:lnTo>
                    <a:pt x="1755496" y="322673"/>
                  </a:lnTo>
                  <a:lnTo>
                    <a:pt x="1776182" y="404015"/>
                  </a:lnTo>
                  <a:lnTo>
                    <a:pt x="1792456" y="485147"/>
                  </a:lnTo>
                  <a:lnTo>
                    <a:pt x="1804383" y="565837"/>
                  </a:lnTo>
                  <a:lnTo>
                    <a:pt x="1812038" y="645860"/>
                  </a:lnTo>
                  <a:lnTo>
                    <a:pt x="1815511" y="724994"/>
                  </a:lnTo>
                  <a:lnTo>
                    <a:pt x="1814900" y="803028"/>
                  </a:lnTo>
                  <a:lnTo>
                    <a:pt x="1810316" y="879756"/>
                  </a:lnTo>
                  <a:lnTo>
                    <a:pt x="1801879" y="954978"/>
                  </a:lnTo>
                  <a:lnTo>
                    <a:pt x="1789719" y="1028507"/>
                  </a:lnTo>
                  <a:lnTo>
                    <a:pt x="1773975" y="1100161"/>
                  </a:lnTo>
                  <a:lnTo>
                    <a:pt x="1754793" y="1169769"/>
                  </a:lnTo>
                  <a:lnTo>
                    <a:pt x="1732331" y="1237168"/>
                  </a:lnTo>
                  <a:lnTo>
                    <a:pt x="1706752" y="1302208"/>
                  </a:lnTo>
                  <a:lnTo>
                    <a:pt x="1636680" y="1353722"/>
                  </a:lnTo>
                  <a:lnTo>
                    <a:pt x="1564800" y="1399739"/>
                  </a:lnTo>
                  <a:lnTo>
                    <a:pt x="1491434" y="1440199"/>
                  </a:lnTo>
                  <a:lnTo>
                    <a:pt x="1416908" y="1475061"/>
                  </a:lnTo>
                  <a:lnTo>
                    <a:pt x="1341547" y="1504302"/>
                  </a:lnTo>
                  <a:lnTo>
                    <a:pt x="1265678" y="1527912"/>
                  </a:lnTo>
                  <a:lnTo>
                    <a:pt x="1189625" y="1545901"/>
                  </a:lnTo>
                  <a:lnTo>
                    <a:pt x="1113711" y="1558296"/>
                  </a:lnTo>
                  <a:lnTo>
                    <a:pt x="1038258" y="1565139"/>
                  </a:lnTo>
                  <a:lnTo>
                    <a:pt x="963583" y="1566489"/>
                  </a:lnTo>
                  <a:lnTo>
                    <a:pt x="889999" y="1562421"/>
                  </a:lnTo>
                  <a:lnTo>
                    <a:pt x="817815" y="1553028"/>
                  </a:lnTo>
                  <a:lnTo>
                    <a:pt x="747334" y="1538417"/>
                  </a:lnTo>
                  <a:lnTo>
                    <a:pt x="678852" y="1518710"/>
                  </a:lnTo>
                  <a:lnTo>
                    <a:pt x="612658" y="1494046"/>
                  </a:lnTo>
                  <a:lnTo>
                    <a:pt x="549034" y="1464577"/>
                  </a:lnTo>
                  <a:lnTo>
                    <a:pt x="488254" y="1430471"/>
                  </a:lnTo>
                  <a:lnTo>
                    <a:pt x="430579" y="1391909"/>
                  </a:lnTo>
                  <a:lnTo>
                    <a:pt x="376264" y="1349086"/>
                  </a:lnTo>
                  <a:lnTo>
                    <a:pt x="325552" y="1302208"/>
                  </a:lnTo>
                  <a:lnTo>
                    <a:pt x="325552" y="1302208"/>
                  </a:lnTo>
                  <a:lnTo>
                    <a:pt x="318349" y="1347681"/>
                  </a:lnTo>
                  <a:lnTo>
                    <a:pt x="297097" y="1389781"/>
                  </a:lnTo>
                  <a:lnTo>
                    <a:pt x="262846" y="1425273"/>
                  </a:lnTo>
                  <a:lnTo>
                    <a:pt x="217305" y="1451196"/>
                  </a:lnTo>
                  <a:lnTo>
                    <a:pt x="162776" y="1464984"/>
                  </a:lnTo>
                  <a:lnTo>
                    <a:pt x="176563" y="1410454"/>
                  </a:lnTo>
                  <a:lnTo>
                    <a:pt x="202486" y="1364913"/>
                  </a:lnTo>
                  <a:lnTo>
                    <a:pt x="237978" y="1330662"/>
                  </a:lnTo>
                  <a:lnTo>
                    <a:pt x="280078" y="1309410"/>
                  </a:lnTo>
                  <a:lnTo>
                    <a:pt x="325552" y="1302208"/>
                  </a:lnTo>
                  <a:lnTo>
                    <a:pt x="274591" y="1297749"/>
                  </a:lnTo>
                  <a:lnTo>
                    <a:pt x="224795" y="1284441"/>
                  </a:lnTo>
                  <a:lnTo>
                    <a:pt x="177314" y="1262487"/>
                  </a:lnTo>
                  <a:lnTo>
                    <a:pt x="133269" y="1232223"/>
                  </a:lnTo>
                  <a:lnTo>
                    <a:pt x="93738" y="1194111"/>
                  </a:lnTo>
                  <a:lnTo>
                    <a:pt x="59739" y="1148741"/>
                  </a:lnTo>
                  <a:lnTo>
                    <a:pt x="32222" y="1096816"/>
                  </a:lnTo>
                  <a:lnTo>
                    <a:pt x="12052" y="1039150"/>
                  </a:lnTo>
                  <a:lnTo>
                    <a:pt x="0" y="976656"/>
                  </a:lnTo>
                </a:path>
              </a:pathLst>
            </a:custGeom>
            <a:ln w="24391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900239" y="2547185"/>
              <a:ext cx="1844244" cy="1304964"/>
            </a:xfrm>
            <a:custGeom>
              <a:avLst/>
              <a:pathLst>
                <a:path w="1844244" h="1304964">
                  <a:moveTo>
                    <a:pt x="549369" y="235941"/>
                  </a:moveTo>
                  <a:lnTo>
                    <a:pt x="589678" y="190294"/>
                  </a:lnTo>
                  <a:lnTo>
                    <a:pt x="636483" y="147999"/>
                  </a:lnTo>
                  <a:lnTo>
                    <a:pt x="689494" y="109747"/>
                  </a:lnTo>
                  <a:lnTo>
                    <a:pt x="748355" y="76206"/>
                  </a:lnTo>
                  <a:lnTo>
                    <a:pt x="812649" y="48010"/>
                  </a:lnTo>
                  <a:lnTo>
                    <a:pt x="881895" y="25760"/>
                  </a:lnTo>
                  <a:lnTo>
                    <a:pt x="955558" y="10010"/>
                  </a:lnTo>
                  <a:lnTo>
                    <a:pt x="1033048" y="1271"/>
                  </a:lnTo>
                  <a:lnTo>
                    <a:pt x="1113725" y="0"/>
                  </a:lnTo>
                  <a:lnTo>
                    <a:pt x="1196904" y="6596"/>
                  </a:lnTo>
                  <a:lnTo>
                    <a:pt x="1281861" y="21399"/>
                  </a:lnTo>
                  <a:lnTo>
                    <a:pt x="1339662" y="53752"/>
                  </a:lnTo>
                  <a:lnTo>
                    <a:pt x="1396175" y="90460"/>
                  </a:lnTo>
                  <a:lnTo>
                    <a:pt x="1451082" y="131483"/>
                  </a:lnTo>
                  <a:lnTo>
                    <a:pt x="1504065" y="176757"/>
                  </a:lnTo>
                  <a:lnTo>
                    <a:pt x="1554809" y="226195"/>
                  </a:lnTo>
                  <a:lnTo>
                    <a:pt x="1603002" y="279689"/>
                  </a:lnTo>
                  <a:lnTo>
                    <a:pt x="1648338" y="337107"/>
                  </a:lnTo>
                  <a:lnTo>
                    <a:pt x="1690517" y="398295"/>
                  </a:lnTo>
                  <a:lnTo>
                    <a:pt x="1729248" y="463077"/>
                  </a:lnTo>
                  <a:lnTo>
                    <a:pt x="1764249" y="531256"/>
                  </a:lnTo>
                  <a:lnTo>
                    <a:pt x="1795251" y="602614"/>
                  </a:lnTo>
                  <a:lnTo>
                    <a:pt x="1821997" y="676911"/>
                  </a:lnTo>
                  <a:lnTo>
                    <a:pt x="1844244" y="753891"/>
                  </a:lnTo>
                  <a:lnTo>
                    <a:pt x="1773504" y="818045"/>
                  </a:lnTo>
                  <a:lnTo>
                    <a:pt x="1699787" y="874805"/>
                  </a:lnTo>
                  <a:lnTo>
                    <a:pt x="1623672" y="924044"/>
                  </a:lnTo>
                  <a:lnTo>
                    <a:pt x="1545744" y="965677"/>
                  </a:lnTo>
                  <a:lnTo>
                    <a:pt x="1466588" y="999659"/>
                  </a:lnTo>
                  <a:lnTo>
                    <a:pt x="1386788" y="1025985"/>
                  </a:lnTo>
                  <a:lnTo>
                    <a:pt x="1306927" y="1044691"/>
                  </a:lnTo>
                  <a:lnTo>
                    <a:pt x="1227580" y="1055850"/>
                  </a:lnTo>
                  <a:lnTo>
                    <a:pt x="1149315" y="1059579"/>
                  </a:lnTo>
                  <a:lnTo>
                    <a:pt x="1072686" y="1056029"/>
                  </a:lnTo>
                  <a:lnTo>
                    <a:pt x="998238" y="1045390"/>
                  </a:lnTo>
                  <a:lnTo>
                    <a:pt x="926496" y="1027890"/>
                  </a:lnTo>
                  <a:lnTo>
                    <a:pt x="857969" y="1003791"/>
                  </a:lnTo>
                  <a:lnTo>
                    <a:pt x="793146" y="973389"/>
                  </a:lnTo>
                  <a:lnTo>
                    <a:pt x="732492" y="937014"/>
                  </a:lnTo>
                  <a:lnTo>
                    <a:pt x="693247" y="969221"/>
                  </a:lnTo>
                  <a:lnTo>
                    <a:pt x="648474" y="993153"/>
                  </a:lnTo>
                  <a:lnTo>
                    <a:pt x="599892" y="1007890"/>
                  </a:lnTo>
                  <a:lnTo>
                    <a:pt x="549369" y="1012866"/>
                  </a:lnTo>
                  <a:lnTo>
                    <a:pt x="521782" y="1069212"/>
                  </a:lnTo>
                  <a:lnTo>
                    <a:pt x="484411" y="1122283"/>
                  </a:lnTo>
                  <a:lnTo>
                    <a:pt x="437656" y="1170809"/>
                  </a:lnTo>
                  <a:lnTo>
                    <a:pt x="382061" y="1213565"/>
                  </a:lnTo>
                  <a:lnTo>
                    <a:pt x="318313" y="1249392"/>
                  </a:lnTo>
                  <a:lnTo>
                    <a:pt x="247231" y="1277209"/>
                  </a:lnTo>
                  <a:lnTo>
                    <a:pt x="169761" y="1296027"/>
                  </a:lnTo>
                  <a:lnTo>
                    <a:pt x="86963" y="1304964"/>
                  </a:lnTo>
                  <a:lnTo>
                    <a:pt x="0" y="1303260"/>
                  </a:lnTo>
                  <a:lnTo>
                    <a:pt x="12565" y="1229457"/>
                  </a:lnTo>
                  <a:lnTo>
                    <a:pt x="31876" y="1159321"/>
                  </a:lnTo>
                  <a:lnTo>
                    <a:pt x="57525" y="1093386"/>
                  </a:lnTo>
                  <a:lnTo>
                    <a:pt x="89068" y="1032152"/>
                  </a:lnTo>
                  <a:lnTo>
                    <a:pt x="126025" y="976079"/>
                  </a:lnTo>
                  <a:lnTo>
                    <a:pt x="167880" y="925585"/>
                  </a:lnTo>
                  <a:lnTo>
                    <a:pt x="214090" y="881046"/>
                  </a:lnTo>
                  <a:lnTo>
                    <a:pt x="264081" y="842790"/>
                  </a:lnTo>
                  <a:lnTo>
                    <a:pt x="317261" y="811100"/>
                  </a:lnTo>
                  <a:lnTo>
                    <a:pt x="373015" y="786209"/>
                  </a:lnTo>
                  <a:lnTo>
                    <a:pt x="430713" y="768299"/>
                  </a:lnTo>
                  <a:lnTo>
                    <a:pt x="489714" y="757500"/>
                  </a:lnTo>
                  <a:lnTo>
                    <a:pt x="549369" y="753891"/>
                  </a:lnTo>
                  <a:lnTo>
                    <a:pt x="549369" y="753891"/>
                  </a:lnTo>
                </a:path>
              </a:pathLst>
            </a:custGeom>
            <a:ln w="24391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416652" y="2979777"/>
              <a:ext cx="65912" cy="6591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186901" y="2497871"/>
              <a:ext cx="65912" cy="6591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039918" y="3268120"/>
              <a:ext cx="65912" cy="6591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643196" y="3494664"/>
              <a:ext cx="65912" cy="6591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416652" y="3396273"/>
              <a:ext cx="65912" cy="6591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144799" y="3539973"/>
              <a:ext cx="65912" cy="6591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331217" y="3268120"/>
              <a:ext cx="65912" cy="6591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258071" y="3109539"/>
              <a:ext cx="65912" cy="6591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416652" y="2740753"/>
              <a:ext cx="65912" cy="6591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375550" y="2309221"/>
              <a:ext cx="65912" cy="6591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772739" y="3268120"/>
              <a:ext cx="65912" cy="6591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683013" y="3534481"/>
              <a:ext cx="65912" cy="6591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416652" y="3268120"/>
              <a:ext cx="65912" cy="6591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256835" y="3427937"/>
              <a:ext cx="65912" cy="6591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265975" y="3268120"/>
              <a:ext cx="65912" cy="6591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310107" y="3161576"/>
              <a:ext cx="65912" cy="6591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416652" y="3268120"/>
              <a:ext cx="65912" cy="6591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500365" y="3184407"/>
              <a:ext cx="65912" cy="6591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5666035" y="3268120"/>
              <a:ext cx="65912" cy="6591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4002645" y="3854114"/>
              <a:ext cx="65912" cy="6591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416652" y="3504897"/>
              <a:ext cx="65912" cy="6591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165512" y="3519260"/>
              <a:ext cx="65912" cy="6591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061486" y="3268120"/>
              <a:ext cx="65912" cy="6591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416652" y="3268120"/>
              <a:ext cx="65912" cy="6591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416652" y="3268120"/>
              <a:ext cx="65912" cy="6591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606951" y="2077821"/>
              <a:ext cx="65912" cy="6591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4841015" y="3268120"/>
              <a:ext cx="65912" cy="6591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691336" y="3542805"/>
              <a:ext cx="65912" cy="6591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416652" y="3397608"/>
              <a:ext cx="65912" cy="6591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141967" y="3542805"/>
              <a:ext cx="65912" cy="6591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287164" y="3268120"/>
              <a:ext cx="65912" cy="6591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416652" y="3268120"/>
              <a:ext cx="65912" cy="6591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416652" y="3037920"/>
              <a:ext cx="65912" cy="6591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4718860" y="1965912"/>
              <a:ext cx="65912" cy="6591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4797852" y="3268120"/>
              <a:ext cx="65912" cy="6591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416652" y="3268120"/>
              <a:ext cx="65912" cy="6591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416652" y="3268120"/>
              <a:ext cx="65912" cy="6591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253876" y="3430896"/>
              <a:ext cx="65912" cy="6591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416652" y="3268120"/>
              <a:ext cx="65912" cy="6591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091100" y="2942568"/>
              <a:ext cx="65912" cy="6591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416652" y="2750170"/>
              <a:ext cx="65912" cy="6591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4149144" y="2535628"/>
              <a:ext cx="65912" cy="6591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711527" y="3268120"/>
              <a:ext cx="65912" cy="6591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599775" y="3451243"/>
              <a:ext cx="65912" cy="6591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416652" y="3527095"/>
              <a:ext cx="65912" cy="6591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2867283" y="3817489"/>
              <a:ext cx="65912" cy="6591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416652" y="3268120"/>
              <a:ext cx="65912" cy="6591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416652" y="3268120"/>
              <a:ext cx="65912" cy="6591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tx78"/>
            <p:cNvSpPr/>
            <p:nvPr/>
          </p:nvSpPr>
          <p:spPr>
            <a:xfrm>
              <a:off x="3278752" y="454128"/>
              <a:ext cx="34171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124396" y="1273330"/>
              <a:ext cx="60588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106727" y="3251059"/>
              <a:ext cx="27962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112646" y="5228787"/>
              <a:ext cx="62938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3267002" y="6047989"/>
              <a:ext cx="36521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1145622" y="5228787"/>
              <a:ext cx="652515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94806" y="3251059"/>
              <a:ext cx="3157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1157372" y="1273330"/>
              <a:ext cx="629015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75915" y="2435963"/>
              <a:ext cx="20336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737373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75915" y="1607243"/>
              <a:ext cx="20336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737373">
                      <a:alpha val="100000"/>
                    </a:srgbClr>
                  </a:solidFill>
                  <a:latin typeface="Arial"/>
                  <a:cs typeface="Arial"/>
                </a:rPr>
                <a:t>40%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75915" y="778523"/>
              <a:ext cx="20336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737373">
                      <a:alpha val="100000"/>
                    </a:srgbClr>
                  </a:solidFill>
                  <a:latin typeface="Arial"/>
                  <a:cs typeface="Arial"/>
                </a:rPr>
                <a:t>60%</a:t>
              </a:r>
            </a:p>
          </p:txBody>
        </p:sp>
        <p:sp>
          <p:nvSpPr>
            <p:cNvPr id="89" name="pl89"/>
            <p:cNvSpPr/>
            <p:nvPr/>
          </p:nvSpPr>
          <p:spPr>
            <a:xfrm>
              <a:off x="6788021" y="288707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6842847" y="2854120"/>
              <a:ext cx="65912" cy="6591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6788021" y="305267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6842847" y="3019720"/>
              <a:ext cx="65912" cy="6591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6788021" y="321827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6842847" y="3185320"/>
              <a:ext cx="65912" cy="6591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6788021" y="338387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6842847" y="3350920"/>
              <a:ext cx="65912" cy="6591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6788021" y="354947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6842847" y="3516520"/>
              <a:ext cx="65912" cy="6591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6788021" y="371507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6842847" y="3682120"/>
              <a:ext cx="65912" cy="6591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tx101"/>
            <p:cNvSpPr/>
            <p:nvPr/>
          </p:nvSpPr>
          <p:spPr>
            <a:xfrm>
              <a:off x="7055121" y="2846157"/>
              <a:ext cx="1943374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Passeriformes (388 records, 222 spp.)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7055121" y="3011757"/>
              <a:ext cx="183529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Accipitriformes (55 records, 22 spp.)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7055121" y="3177357"/>
              <a:ext cx="175912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Anseriformes (35 records, 16 spp.)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7055121" y="3342957"/>
              <a:ext cx="189884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Charadriiformes (32 records, 18 spp.)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7055121" y="3508557"/>
              <a:ext cx="179085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Columbiformes (18 records, 9 spp.)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7055121" y="3674157"/>
              <a:ext cx="1587489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Gruiformes (16 records, 9 spp.)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341908" y="6570440"/>
              <a:ext cx="387778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595959">
                      <a:alpha val="100000"/>
                    </a:srgbClr>
                  </a:solidFill>
                  <a:latin typeface="Arial"/>
                  <a:cs typeface="Arial"/>
                </a:rPr>
                <a:t>Share of each order's own new records; absolute sample sizes are given in the legend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2026-09-24T14:01:42Z</dcterms:modified>
  <cp:category/>
</cp:coreProperties>
</file>