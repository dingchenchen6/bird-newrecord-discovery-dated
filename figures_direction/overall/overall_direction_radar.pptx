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1067521"/>
              <a:ext cx="9144000" cy="47229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1220" y="1168742"/>
              <a:ext cx="5650644" cy="452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791915" y="4764533"/>
              <a:ext cx="742218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598202" y="3372124"/>
              <a:ext cx="359176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818615" y="1979714"/>
              <a:ext cx="715518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2755317" y="3257769"/>
              <a:ext cx="342456" cy="342460"/>
            </a:xfrm>
            <a:custGeom>
              <a:avLst/>
              <a:pathLst>
                <a:path w="342456" h="342460">
                  <a:moveTo>
                    <a:pt x="342456" y="171230"/>
                  </a:moveTo>
                  <a:lnTo>
                    <a:pt x="342430" y="168233"/>
                  </a:lnTo>
                  <a:lnTo>
                    <a:pt x="342351" y="165237"/>
                  </a:lnTo>
                  <a:lnTo>
                    <a:pt x="342220" y="162243"/>
                  </a:lnTo>
                  <a:lnTo>
                    <a:pt x="342037" y="159252"/>
                  </a:lnTo>
                  <a:lnTo>
                    <a:pt x="341801" y="156264"/>
                  </a:lnTo>
                  <a:lnTo>
                    <a:pt x="341513" y="153281"/>
                  </a:lnTo>
                  <a:lnTo>
                    <a:pt x="341173" y="150304"/>
                  </a:lnTo>
                  <a:lnTo>
                    <a:pt x="340781" y="147333"/>
                  </a:lnTo>
                  <a:lnTo>
                    <a:pt x="340336" y="144369"/>
                  </a:lnTo>
                  <a:lnTo>
                    <a:pt x="339840" y="141413"/>
                  </a:lnTo>
                  <a:lnTo>
                    <a:pt x="339293" y="138467"/>
                  </a:lnTo>
                  <a:lnTo>
                    <a:pt x="338694" y="135531"/>
                  </a:lnTo>
                  <a:lnTo>
                    <a:pt x="338043" y="132605"/>
                  </a:lnTo>
                  <a:lnTo>
                    <a:pt x="337342" y="129692"/>
                  </a:lnTo>
                  <a:lnTo>
                    <a:pt x="336589" y="126791"/>
                  </a:lnTo>
                  <a:lnTo>
                    <a:pt x="335786" y="123904"/>
                  </a:lnTo>
                  <a:lnTo>
                    <a:pt x="334933" y="121031"/>
                  </a:lnTo>
                  <a:lnTo>
                    <a:pt x="334029" y="118174"/>
                  </a:lnTo>
                  <a:lnTo>
                    <a:pt x="333076" y="115332"/>
                  </a:lnTo>
                  <a:lnTo>
                    <a:pt x="332073" y="112508"/>
                  </a:lnTo>
                  <a:lnTo>
                    <a:pt x="331020" y="109702"/>
                  </a:lnTo>
                  <a:lnTo>
                    <a:pt x="329919" y="106915"/>
                  </a:lnTo>
                  <a:lnTo>
                    <a:pt x="328769" y="104148"/>
                  </a:lnTo>
                  <a:lnTo>
                    <a:pt x="327571" y="101401"/>
                  </a:lnTo>
                  <a:lnTo>
                    <a:pt x="326325" y="98675"/>
                  </a:lnTo>
                  <a:lnTo>
                    <a:pt x="325032" y="95972"/>
                  </a:lnTo>
                  <a:lnTo>
                    <a:pt x="323691" y="93292"/>
                  </a:lnTo>
                  <a:lnTo>
                    <a:pt x="322304" y="90635"/>
                  </a:lnTo>
                  <a:lnTo>
                    <a:pt x="320870" y="88004"/>
                  </a:lnTo>
                  <a:lnTo>
                    <a:pt x="319391" y="85398"/>
                  </a:lnTo>
                  <a:lnTo>
                    <a:pt x="317866" y="82818"/>
                  </a:lnTo>
                  <a:lnTo>
                    <a:pt x="316296" y="80265"/>
                  </a:lnTo>
                  <a:lnTo>
                    <a:pt x="314682" y="77740"/>
                  </a:lnTo>
                  <a:lnTo>
                    <a:pt x="313024" y="75243"/>
                  </a:lnTo>
                  <a:lnTo>
                    <a:pt x="311322" y="72777"/>
                  </a:lnTo>
                  <a:lnTo>
                    <a:pt x="309578" y="70340"/>
                  </a:lnTo>
                  <a:lnTo>
                    <a:pt x="307791" y="67934"/>
                  </a:lnTo>
                  <a:lnTo>
                    <a:pt x="305962" y="65560"/>
                  </a:lnTo>
                  <a:lnTo>
                    <a:pt x="304092" y="63218"/>
                  </a:lnTo>
                  <a:lnTo>
                    <a:pt x="302181" y="60909"/>
                  </a:lnTo>
                  <a:lnTo>
                    <a:pt x="300231" y="58634"/>
                  </a:lnTo>
                  <a:lnTo>
                    <a:pt x="298240" y="56394"/>
                  </a:lnTo>
                  <a:lnTo>
                    <a:pt x="296211" y="54188"/>
                  </a:lnTo>
                  <a:lnTo>
                    <a:pt x="294144" y="52019"/>
                  </a:lnTo>
                  <a:lnTo>
                    <a:pt x="292039" y="49886"/>
                  </a:lnTo>
                  <a:lnTo>
                    <a:pt x="289896" y="47790"/>
                  </a:lnTo>
                  <a:lnTo>
                    <a:pt x="287718" y="45732"/>
                  </a:lnTo>
                  <a:lnTo>
                    <a:pt x="285504" y="43713"/>
                  </a:lnTo>
                  <a:lnTo>
                    <a:pt x="283255" y="41732"/>
                  </a:lnTo>
                  <a:lnTo>
                    <a:pt x="280971" y="39791"/>
                  </a:lnTo>
                  <a:lnTo>
                    <a:pt x="278654" y="37891"/>
                  </a:lnTo>
                  <a:lnTo>
                    <a:pt x="276304" y="36031"/>
                  </a:lnTo>
                  <a:lnTo>
                    <a:pt x="273922" y="34213"/>
                  </a:lnTo>
                  <a:lnTo>
                    <a:pt x="271508" y="32436"/>
                  </a:lnTo>
                  <a:lnTo>
                    <a:pt x="269064" y="30703"/>
                  </a:lnTo>
                  <a:lnTo>
                    <a:pt x="266589" y="29012"/>
                  </a:lnTo>
                  <a:lnTo>
                    <a:pt x="264086" y="27365"/>
                  </a:lnTo>
                  <a:lnTo>
                    <a:pt x="261554" y="25762"/>
                  </a:lnTo>
                  <a:lnTo>
                    <a:pt x="258994" y="24203"/>
                  </a:lnTo>
                  <a:lnTo>
                    <a:pt x="256408" y="22689"/>
                  </a:lnTo>
                  <a:lnTo>
                    <a:pt x="253795" y="21221"/>
                  </a:lnTo>
                  <a:lnTo>
                    <a:pt x="251157" y="19799"/>
                  </a:lnTo>
                  <a:lnTo>
                    <a:pt x="248495" y="18424"/>
                  </a:lnTo>
                  <a:lnTo>
                    <a:pt x="245808" y="17095"/>
                  </a:lnTo>
                  <a:lnTo>
                    <a:pt x="243099" y="15813"/>
                  </a:lnTo>
                  <a:lnTo>
                    <a:pt x="240369" y="14579"/>
                  </a:lnTo>
                  <a:lnTo>
                    <a:pt x="237616" y="13393"/>
                  </a:lnTo>
                  <a:lnTo>
                    <a:pt x="234844" y="12255"/>
                  </a:lnTo>
                  <a:lnTo>
                    <a:pt x="232052" y="11166"/>
                  </a:lnTo>
                  <a:lnTo>
                    <a:pt x="229241" y="10126"/>
                  </a:lnTo>
                  <a:lnTo>
                    <a:pt x="226413" y="9135"/>
                  </a:lnTo>
                  <a:lnTo>
                    <a:pt x="223568" y="8194"/>
                  </a:lnTo>
                  <a:lnTo>
                    <a:pt x="220706" y="7303"/>
                  </a:lnTo>
                  <a:lnTo>
                    <a:pt x="217830" y="6462"/>
                  </a:lnTo>
                  <a:lnTo>
                    <a:pt x="214939" y="5672"/>
                  </a:lnTo>
                  <a:lnTo>
                    <a:pt x="212035" y="4932"/>
                  </a:lnTo>
                  <a:lnTo>
                    <a:pt x="209119" y="4243"/>
                  </a:lnTo>
                  <a:lnTo>
                    <a:pt x="206190" y="3606"/>
                  </a:lnTo>
                  <a:lnTo>
                    <a:pt x="203251" y="3020"/>
                  </a:lnTo>
                  <a:lnTo>
                    <a:pt x="200303" y="2485"/>
                  </a:lnTo>
                  <a:lnTo>
                    <a:pt x="197345" y="2002"/>
                  </a:lnTo>
                  <a:lnTo>
                    <a:pt x="194379" y="1571"/>
                  </a:lnTo>
                  <a:lnTo>
                    <a:pt x="191407" y="1191"/>
                  </a:lnTo>
                  <a:lnTo>
                    <a:pt x="188428" y="864"/>
                  </a:lnTo>
                  <a:lnTo>
                    <a:pt x="185443" y="589"/>
                  </a:lnTo>
                  <a:lnTo>
                    <a:pt x="182455" y="367"/>
                  </a:lnTo>
                  <a:lnTo>
                    <a:pt x="179463" y="196"/>
                  </a:lnTo>
                  <a:lnTo>
                    <a:pt x="176468" y="78"/>
                  </a:lnTo>
                  <a:lnTo>
                    <a:pt x="173472" y="13"/>
                  </a:lnTo>
                  <a:lnTo>
                    <a:pt x="170475" y="0"/>
                  </a:lnTo>
                  <a:lnTo>
                    <a:pt x="167479" y="39"/>
                  </a:lnTo>
                  <a:lnTo>
                    <a:pt x="164483" y="131"/>
                  </a:lnTo>
                  <a:lnTo>
                    <a:pt x="161490" y="275"/>
                  </a:lnTo>
                  <a:lnTo>
                    <a:pt x="158500" y="471"/>
                  </a:lnTo>
                  <a:lnTo>
                    <a:pt x="155513" y="720"/>
                  </a:lnTo>
                  <a:lnTo>
                    <a:pt x="152531" y="1021"/>
                  </a:lnTo>
                  <a:lnTo>
                    <a:pt x="149555" y="1374"/>
                  </a:lnTo>
                  <a:lnTo>
                    <a:pt x="146586" y="1780"/>
                  </a:lnTo>
                  <a:lnTo>
                    <a:pt x="143624" y="2237"/>
                  </a:lnTo>
                  <a:lnTo>
                    <a:pt x="140671" y="2746"/>
                  </a:lnTo>
                  <a:lnTo>
                    <a:pt x="137727" y="3306"/>
                  </a:lnTo>
                  <a:lnTo>
                    <a:pt x="134793" y="3918"/>
                  </a:lnTo>
                  <a:lnTo>
                    <a:pt x="131871" y="4581"/>
                  </a:lnTo>
                  <a:lnTo>
                    <a:pt x="128960" y="5296"/>
                  </a:lnTo>
                  <a:lnTo>
                    <a:pt x="126063" y="6061"/>
                  </a:lnTo>
                  <a:lnTo>
                    <a:pt x="123179" y="6876"/>
                  </a:lnTo>
                  <a:lnTo>
                    <a:pt x="120310" y="7743"/>
                  </a:lnTo>
                  <a:lnTo>
                    <a:pt x="117457" y="8659"/>
                  </a:lnTo>
                  <a:lnTo>
                    <a:pt x="114620" y="9624"/>
                  </a:lnTo>
                  <a:lnTo>
                    <a:pt x="111800" y="10640"/>
                  </a:lnTo>
                  <a:lnTo>
                    <a:pt x="108999" y="11704"/>
                  </a:lnTo>
                  <a:lnTo>
                    <a:pt x="106217" y="12818"/>
                  </a:lnTo>
                  <a:lnTo>
                    <a:pt x="103454" y="13980"/>
                  </a:lnTo>
                  <a:lnTo>
                    <a:pt x="100713" y="15190"/>
                  </a:lnTo>
                  <a:lnTo>
                    <a:pt x="97992" y="16448"/>
                  </a:lnTo>
                  <a:lnTo>
                    <a:pt x="95295" y="17753"/>
                  </a:lnTo>
                  <a:lnTo>
                    <a:pt x="92620" y="19106"/>
                  </a:lnTo>
                  <a:lnTo>
                    <a:pt x="89970" y="20505"/>
                  </a:lnTo>
                  <a:lnTo>
                    <a:pt x="87345" y="21950"/>
                  </a:lnTo>
                  <a:lnTo>
                    <a:pt x="84745" y="23441"/>
                  </a:lnTo>
                  <a:lnTo>
                    <a:pt x="82172" y="24977"/>
                  </a:lnTo>
                  <a:lnTo>
                    <a:pt x="79626" y="26558"/>
                  </a:lnTo>
                  <a:lnTo>
                    <a:pt x="77108" y="28183"/>
                  </a:lnTo>
                  <a:lnTo>
                    <a:pt x="74619" y="29852"/>
                  </a:lnTo>
                  <a:lnTo>
                    <a:pt x="72160" y="31564"/>
                  </a:lnTo>
                  <a:lnTo>
                    <a:pt x="69730" y="33319"/>
                  </a:lnTo>
                  <a:lnTo>
                    <a:pt x="67332" y="35117"/>
                  </a:lnTo>
                  <a:lnTo>
                    <a:pt x="64966" y="36956"/>
                  </a:lnTo>
                  <a:lnTo>
                    <a:pt x="62633" y="38836"/>
                  </a:lnTo>
                  <a:lnTo>
                    <a:pt x="60332" y="40757"/>
                  </a:lnTo>
                  <a:lnTo>
                    <a:pt x="58066" y="42717"/>
                  </a:lnTo>
                  <a:lnTo>
                    <a:pt x="55834" y="44717"/>
                  </a:lnTo>
                  <a:lnTo>
                    <a:pt x="53638" y="46756"/>
                  </a:lnTo>
                  <a:lnTo>
                    <a:pt x="51477" y="48833"/>
                  </a:lnTo>
                  <a:lnTo>
                    <a:pt x="49353" y="50948"/>
                  </a:lnTo>
                  <a:lnTo>
                    <a:pt x="47267" y="53099"/>
                  </a:lnTo>
                  <a:lnTo>
                    <a:pt x="45219" y="55286"/>
                  </a:lnTo>
                  <a:lnTo>
                    <a:pt x="43209" y="57509"/>
                  </a:lnTo>
                  <a:lnTo>
                    <a:pt x="41238" y="59767"/>
                  </a:lnTo>
                  <a:lnTo>
                    <a:pt x="39307" y="62059"/>
                  </a:lnTo>
                  <a:lnTo>
                    <a:pt x="37417" y="64385"/>
                  </a:lnTo>
                  <a:lnTo>
                    <a:pt x="35568" y="66743"/>
                  </a:lnTo>
                  <a:lnTo>
                    <a:pt x="33760" y="69133"/>
                  </a:lnTo>
                  <a:lnTo>
                    <a:pt x="31994" y="71554"/>
                  </a:lnTo>
                  <a:lnTo>
                    <a:pt x="30271" y="74006"/>
                  </a:lnTo>
                  <a:lnTo>
                    <a:pt x="28591" y="76488"/>
                  </a:lnTo>
                  <a:lnTo>
                    <a:pt x="26955" y="78999"/>
                  </a:lnTo>
                  <a:lnTo>
                    <a:pt x="25363" y="81538"/>
                  </a:lnTo>
                  <a:lnTo>
                    <a:pt x="23815" y="84104"/>
                  </a:lnTo>
                  <a:lnTo>
                    <a:pt x="22313" y="86697"/>
                  </a:lnTo>
                  <a:lnTo>
                    <a:pt x="20857" y="89316"/>
                  </a:lnTo>
                  <a:lnTo>
                    <a:pt x="19446" y="91961"/>
                  </a:lnTo>
                  <a:lnTo>
                    <a:pt x="18082" y="94629"/>
                  </a:lnTo>
                  <a:lnTo>
                    <a:pt x="16765" y="97321"/>
                  </a:lnTo>
                  <a:lnTo>
                    <a:pt x="15495" y="100035"/>
                  </a:lnTo>
                  <a:lnTo>
                    <a:pt x="14273" y="102772"/>
                  </a:lnTo>
                  <a:lnTo>
                    <a:pt x="13099" y="105529"/>
                  </a:lnTo>
                  <a:lnTo>
                    <a:pt x="11973" y="108306"/>
                  </a:lnTo>
                  <a:lnTo>
                    <a:pt x="10897" y="111103"/>
                  </a:lnTo>
                  <a:lnTo>
                    <a:pt x="9869" y="113918"/>
                  </a:lnTo>
                  <a:lnTo>
                    <a:pt x="8891" y="116751"/>
                  </a:lnTo>
                  <a:lnTo>
                    <a:pt x="7962" y="119600"/>
                  </a:lnTo>
                  <a:lnTo>
                    <a:pt x="7083" y="122465"/>
                  </a:lnTo>
                  <a:lnTo>
                    <a:pt x="6255" y="125346"/>
                  </a:lnTo>
                  <a:lnTo>
                    <a:pt x="5477" y="128240"/>
                  </a:lnTo>
                  <a:lnTo>
                    <a:pt x="4750" y="131147"/>
                  </a:lnTo>
                  <a:lnTo>
                    <a:pt x="4074" y="134067"/>
                  </a:lnTo>
                  <a:lnTo>
                    <a:pt x="3450" y="136998"/>
                  </a:lnTo>
                  <a:lnTo>
                    <a:pt x="2876" y="139939"/>
                  </a:lnTo>
                  <a:lnTo>
                    <a:pt x="2354" y="142890"/>
                  </a:lnTo>
                  <a:lnTo>
                    <a:pt x="1884" y="145850"/>
                  </a:lnTo>
                  <a:lnTo>
                    <a:pt x="1466" y="148817"/>
                  </a:lnTo>
                  <a:lnTo>
                    <a:pt x="1100" y="151792"/>
                  </a:lnTo>
                  <a:lnTo>
                    <a:pt x="786" y="154772"/>
                  </a:lnTo>
                  <a:lnTo>
                    <a:pt x="524" y="157758"/>
                  </a:lnTo>
                  <a:lnTo>
                    <a:pt x="314" y="160747"/>
                  </a:lnTo>
                  <a:lnTo>
                    <a:pt x="157" y="163740"/>
                  </a:lnTo>
                  <a:lnTo>
                    <a:pt x="52" y="166735"/>
                  </a:lnTo>
                  <a:lnTo>
                    <a:pt x="0" y="169731"/>
                  </a:lnTo>
                  <a:lnTo>
                    <a:pt x="0" y="172728"/>
                  </a:lnTo>
                  <a:lnTo>
                    <a:pt x="52" y="175724"/>
                  </a:lnTo>
                  <a:lnTo>
                    <a:pt x="157" y="178719"/>
                  </a:lnTo>
                  <a:lnTo>
                    <a:pt x="314" y="181712"/>
                  </a:lnTo>
                  <a:lnTo>
                    <a:pt x="524" y="184702"/>
                  </a:lnTo>
                  <a:lnTo>
                    <a:pt x="786" y="187687"/>
                  </a:lnTo>
                  <a:lnTo>
                    <a:pt x="1100" y="190667"/>
                  </a:lnTo>
                  <a:lnTo>
                    <a:pt x="1466" y="193642"/>
                  </a:lnTo>
                  <a:lnTo>
                    <a:pt x="1884" y="196609"/>
                  </a:lnTo>
                  <a:lnTo>
                    <a:pt x="2354" y="199569"/>
                  </a:lnTo>
                  <a:lnTo>
                    <a:pt x="2876" y="202520"/>
                  </a:lnTo>
                  <a:lnTo>
                    <a:pt x="3450" y="205461"/>
                  </a:lnTo>
                  <a:lnTo>
                    <a:pt x="4074" y="208392"/>
                  </a:lnTo>
                  <a:lnTo>
                    <a:pt x="4750" y="211312"/>
                  </a:lnTo>
                  <a:lnTo>
                    <a:pt x="5477" y="214219"/>
                  </a:lnTo>
                  <a:lnTo>
                    <a:pt x="6255" y="217114"/>
                  </a:lnTo>
                  <a:lnTo>
                    <a:pt x="7083" y="219994"/>
                  </a:lnTo>
                  <a:lnTo>
                    <a:pt x="7962" y="222859"/>
                  </a:lnTo>
                  <a:lnTo>
                    <a:pt x="8891" y="225708"/>
                  </a:lnTo>
                  <a:lnTo>
                    <a:pt x="9869" y="228541"/>
                  </a:lnTo>
                  <a:lnTo>
                    <a:pt x="10897" y="231356"/>
                  </a:lnTo>
                  <a:lnTo>
                    <a:pt x="11973" y="234153"/>
                  </a:lnTo>
                  <a:lnTo>
                    <a:pt x="13099" y="236930"/>
                  </a:lnTo>
                  <a:lnTo>
                    <a:pt x="14273" y="239687"/>
                  </a:lnTo>
                  <a:lnTo>
                    <a:pt x="15495" y="242424"/>
                  </a:lnTo>
                  <a:lnTo>
                    <a:pt x="16765" y="245138"/>
                  </a:lnTo>
                  <a:lnTo>
                    <a:pt x="18082" y="247830"/>
                  </a:lnTo>
                  <a:lnTo>
                    <a:pt x="19446" y="250499"/>
                  </a:lnTo>
                  <a:lnTo>
                    <a:pt x="20857" y="253143"/>
                  </a:lnTo>
                  <a:lnTo>
                    <a:pt x="22313" y="255762"/>
                  </a:lnTo>
                  <a:lnTo>
                    <a:pt x="23815" y="258355"/>
                  </a:lnTo>
                  <a:lnTo>
                    <a:pt x="25363" y="260921"/>
                  </a:lnTo>
                  <a:lnTo>
                    <a:pt x="26955" y="263460"/>
                  </a:lnTo>
                  <a:lnTo>
                    <a:pt x="28591" y="265971"/>
                  </a:lnTo>
                  <a:lnTo>
                    <a:pt x="30271" y="268453"/>
                  </a:lnTo>
                  <a:lnTo>
                    <a:pt x="31994" y="270905"/>
                  </a:lnTo>
                  <a:lnTo>
                    <a:pt x="33760" y="273326"/>
                  </a:lnTo>
                  <a:lnTo>
                    <a:pt x="35568" y="275716"/>
                  </a:lnTo>
                  <a:lnTo>
                    <a:pt x="37417" y="278074"/>
                  </a:lnTo>
                  <a:lnTo>
                    <a:pt x="39307" y="280400"/>
                  </a:lnTo>
                  <a:lnTo>
                    <a:pt x="41238" y="282692"/>
                  </a:lnTo>
                  <a:lnTo>
                    <a:pt x="43209" y="284950"/>
                  </a:lnTo>
                  <a:lnTo>
                    <a:pt x="45219" y="287173"/>
                  </a:lnTo>
                  <a:lnTo>
                    <a:pt x="47267" y="289360"/>
                  </a:lnTo>
                  <a:lnTo>
                    <a:pt x="49353" y="291511"/>
                  </a:lnTo>
                  <a:lnTo>
                    <a:pt x="51477" y="293626"/>
                  </a:lnTo>
                  <a:lnTo>
                    <a:pt x="53638" y="295703"/>
                  </a:lnTo>
                  <a:lnTo>
                    <a:pt x="55834" y="297742"/>
                  </a:lnTo>
                  <a:lnTo>
                    <a:pt x="58066" y="299742"/>
                  </a:lnTo>
                  <a:lnTo>
                    <a:pt x="60332" y="301702"/>
                  </a:lnTo>
                  <a:lnTo>
                    <a:pt x="62633" y="303623"/>
                  </a:lnTo>
                  <a:lnTo>
                    <a:pt x="64966" y="305503"/>
                  </a:lnTo>
                  <a:lnTo>
                    <a:pt x="67332" y="307342"/>
                  </a:lnTo>
                  <a:lnTo>
                    <a:pt x="69730" y="309140"/>
                  </a:lnTo>
                  <a:lnTo>
                    <a:pt x="72160" y="310895"/>
                  </a:lnTo>
                  <a:lnTo>
                    <a:pt x="74619" y="312607"/>
                  </a:lnTo>
                  <a:lnTo>
                    <a:pt x="77108" y="314276"/>
                  </a:lnTo>
                  <a:lnTo>
                    <a:pt x="79626" y="315901"/>
                  </a:lnTo>
                  <a:lnTo>
                    <a:pt x="82172" y="317482"/>
                  </a:lnTo>
                  <a:lnTo>
                    <a:pt x="84745" y="319018"/>
                  </a:lnTo>
                  <a:lnTo>
                    <a:pt x="87345" y="320509"/>
                  </a:lnTo>
                  <a:lnTo>
                    <a:pt x="89970" y="321954"/>
                  </a:lnTo>
                  <a:lnTo>
                    <a:pt x="92620" y="323353"/>
                  </a:lnTo>
                  <a:lnTo>
                    <a:pt x="95295" y="324706"/>
                  </a:lnTo>
                  <a:lnTo>
                    <a:pt x="97992" y="326011"/>
                  </a:lnTo>
                  <a:lnTo>
                    <a:pt x="100713" y="327269"/>
                  </a:lnTo>
                  <a:lnTo>
                    <a:pt x="103454" y="328479"/>
                  </a:lnTo>
                  <a:lnTo>
                    <a:pt x="106217" y="329641"/>
                  </a:lnTo>
                  <a:lnTo>
                    <a:pt x="108999" y="330755"/>
                  </a:lnTo>
                  <a:lnTo>
                    <a:pt x="111800" y="331819"/>
                  </a:lnTo>
                  <a:lnTo>
                    <a:pt x="114620" y="332835"/>
                  </a:lnTo>
                  <a:lnTo>
                    <a:pt x="117457" y="333800"/>
                  </a:lnTo>
                  <a:lnTo>
                    <a:pt x="120310" y="334717"/>
                  </a:lnTo>
                  <a:lnTo>
                    <a:pt x="123179" y="335583"/>
                  </a:lnTo>
                  <a:lnTo>
                    <a:pt x="126063" y="336398"/>
                  </a:lnTo>
                  <a:lnTo>
                    <a:pt x="128960" y="337163"/>
                  </a:lnTo>
                  <a:lnTo>
                    <a:pt x="131871" y="337878"/>
                  </a:lnTo>
                  <a:lnTo>
                    <a:pt x="134793" y="338541"/>
                  </a:lnTo>
                  <a:lnTo>
                    <a:pt x="137727" y="339153"/>
                  </a:lnTo>
                  <a:lnTo>
                    <a:pt x="140671" y="339713"/>
                  </a:lnTo>
                  <a:lnTo>
                    <a:pt x="143624" y="340222"/>
                  </a:lnTo>
                  <a:lnTo>
                    <a:pt x="146586" y="340679"/>
                  </a:lnTo>
                  <a:lnTo>
                    <a:pt x="149555" y="341085"/>
                  </a:lnTo>
                  <a:lnTo>
                    <a:pt x="152531" y="341438"/>
                  </a:lnTo>
                  <a:lnTo>
                    <a:pt x="155513" y="341739"/>
                  </a:lnTo>
                  <a:lnTo>
                    <a:pt x="158500" y="341988"/>
                  </a:lnTo>
                  <a:lnTo>
                    <a:pt x="161490" y="342184"/>
                  </a:lnTo>
                  <a:lnTo>
                    <a:pt x="164483" y="342328"/>
                  </a:lnTo>
                  <a:lnTo>
                    <a:pt x="167479" y="342420"/>
                  </a:lnTo>
                  <a:lnTo>
                    <a:pt x="170475" y="342460"/>
                  </a:lnTo>
                  <a:lnTo>
                    <a:pt x="173472" y="342446"/>
                  </a:lnTo>
                  <a:lnTo>
                    <a:pt x="176468" y="342381"/>
                  </a:lnTo>
                  <a:lnTo>
                    <a:pt x="179463" y="342263"/>
                  </a:lnTo>
                  <a:lnTo>
                    <a:pt x="182455" y="342093"/>
                  </a:lnTo>
                  <a:lnTo>
                    <a:pt x="185443" y="341870"/>
                  </a:lnTo>
                  <a:lnTo>
                    <a:pt x="188428" y="341595"/>
                  </a:lnTo>
                  <a:lnTo>
                    <a:pt x="191407" y="341268"/>
                  </a:lnTo>
                  <a:lnTo>
                    <a:pt x="194379" y="340888"/>
                  </a:lnTo>
                  <a:lnTo>
                    <a:pt x="197345" y="340457"/>
                  </a:lnTo>
                  <a:lnTo>
                    <a:pt x="200303" y="339974"/>
                  </a:lnTo>
                  <a:lnTo>
                    <a:pt x="203251" y="339439"/>
                  </a:lnTo>
                  <a:lnTo>
                    <a:pt x="206190" y="338853"/>
                  </a:lnTo>
                  <a:lnTo>
                    <a:pt x="209119" y="338216"/>
                  </a:lnTo>
                  <a:lnTo>
                    <a:pt x="212035" y="337527"/>
                  </a:lnTo>
                  <a:lnTo>
                    <a:pt x="214939" y="336787"/>
                  </a:lnTo>
                  <a:lnTo>
                    <a:pt x="217830" y="335997"/>
                  </a:lnTo>
                  <a:lnTo>
                    <a:pt x="220706" y="335156"/>
                  </a:lnTo>
                  <a:lnTo>
                    <a:pt x="223568" y="334265"/>
                  </a:lnTo>
                  <a:lnTo>
                    <a:pt x="226413" y="333324"/>
                  </a:lnTo>
                  <a:lnTo>
                    <a:pt x="229241" y="332333"/>
                  </a:lnTo>
                  <a:lnTo>
                    <a:pt x="232052" y="331293"/>
                  </a:lnTo>
                  <a:lnTo>
                    <a:pt x="234844" y="330204"/>
                  </a:lnTo>
                  <a:lnTo>
                    <a:pt x="237616" y="329066"/>
                  </a:lnTo>
                  <a:lnTo>
                    <a:pt x="240369" y="327880"/>
                  </a:lnTo>
                  <a:lnTo>
                    <a:pt x="243099" y="326646"/>
                  </a:lnTo>
                  <a:lnTo>
                    <a:pt x="245808" y="325364"/>
                  </a:lnTo>
                  <a:lnTo>
                    <a:pt x="248495" y="324035"/>
                  </a:lnTo>
                  <a:lnTo>
                    <a:pt x="251157" y="322660"/>
                  </a:lnTo>
                  <a:lnTo>
                    <a:pt x="253795" y="321238"/>
                  </a:lnTo>
                  <a:lnTo>
                    <a:pt x="256408" y="319770"/>
                  </a:lnTo>
                  <a:lnTo>
                    <a:pt x="258994" y="318256"/>
                  </a:lnTo>
                  <a:lnTo>
                    <a:pt x="261554" y="316697"/>
                  </a:lnTo>
                  <a:lnTo>
                    <a:pt x="264086" y="315094"/>
                  </a:lnTo>
                  <a:lnTo>
                    <a:pt x="266589" y="313447"/>
                  </a:lnTo>
                  <a:lnTo>
                    <a:pt x="269064" y="311756"/>
                  </a:lnTo>
                  <a:lnTo>
                    <a:pt x="271508" y="310023"/>
                  </a:lnTo>
                  <a:lnTo>
                    <a:pt x="273922" y="308246"/>
                  </a:lnTo>
                  <a:lnTo>
                    <a:pt x="276304" y="306428"/>
                  </a:lnTo>
                  <a:lnTo>
                    <a:pt x="278654" y="304568"/>
                  </a:lnTo>
                  <a:lnTo>
                    <a:pt x="280971" y="302668"/>
                  </a:lnTo>
                  <a:lnTo>
                    <a:pt x="283255" y="300727"/>
                  </a:lnTo>
                  <a:lnTo>
                    <a:pt x="285504" y="298746"/>
                  </a:lnTo>
                  <a:lnTo>
                    <a:pt x="287718" y="296727"/>
                  </a:lnTo>
                  <a:lnTo>
                    <a:pt x="289896" y="294669"/>
                  </a:lnTo>
                  <a:lnTo>
                    <a:pt x="292039" y="292573"/>
                  </a:lnTo>
                  <a:lnTo>
                    <a:pt x="294144" y="290440"/>
                  </a:lnTo>
                  <a:lnTo>
                    <a:pt x="296211" y="288271"/>
                  </a:lnTo>
                  <a:lnTo>
                    <a:pt x="298240" y="286065"/>
                  </a:lnTo>
                  <a:lnTo>
                    <a:pt x="300231" y="283825"/>
                  </a:lnTo>
                  <a:lnTo>
                    <a:pt x="302181" y="281550"/>
                  </a:lnTo>
                  <a:lnTo>
                    <a:pt x="304092" y="279241"/>
                  </a:lnTo>
                  <a:lnTo>
                    <a:pt x="305962" y="276899"/>
                  </a:lnTo>
                  <a:lnTo>
                    <a:pt x="307791" y="274525"/>
                  </a:lnTo>
                  <a:lnTo>
                    <a:pt x="309578" y="272119"/>
                  </a:lnTo>
                  <a:lnTo>
                    <a:pt x="311322" y="269683"/>
                  </a:lnTo>
                  <a:lnTo>
                    <a:pt x="313024" y="267216"/>
                  </a:lnTo>
                  <a:lnTo>
                    <a:pt x="314682" y="264719"/>
                  </a:lnTo>
                  <a:lnTo>
                    <a:pt x="316296" y="262194"/>
                  </a:lnTo>
                  <a:lnTo>
                    <a:pt x="317866" y="259641"/>
                  </a:lnTo>
                  <a:lnTo>
                    <a:pt x="319391" y="257062"/>
                  </a:lnTo>
                  <a:lnTo>
                    <a:pt x="320870" y="254455"/>
                  </a:lnTo>
                  <a:lnTo>
                    <a:pt x="322304" y="251824"/>
                  </a:lnTo>
                  <a:lnTo>
                    <a:pt x="323691" y="249167"/>
                  </a:lnTo>
                  <a:lnTo>
                    <a:pt x="325032" y="246487"/>
                  </a:lnTo>
                  <a:lnTo>
                    <a:pt x="326325" y="243784"/>
                  </a:lnTo>
                  <a:lnTo>
                    <a:pt x="327571" y="241058"/>
                  </a:lnTo>
                  <a:lnTo>
                    <a:pt x="328769" y="238311"/>
                  </a:lnTo>
                  <a:lnTo>
                    <a:pt x="329919" y="235544"/>
                  </a:lnTo>
                  <a:lnTo>
                    <a:pt x="331020" y="232757"/>
                  </a:lnTo>
                  <a:lnTo>
                    <a:pt x="332073" y="229951"/>
                  </a:lnTo>
                  <a:lnTo>
                    <a:pt x="333076" y="227127"/>
                  </a:lnTo>
                  <a:lnTo>
                    <a:pt x="334029" y="224286"/>
                  </a:lnTo>
                  <a:lnTo>
                    <a:pt x="334933" y="221428"/>
                  </a:lnTo>
                  <a:lnTo>
                    <a:pt x="335786" y="218555"/>
                  </a:lnTo>
                  <a:lnTo>
                    <a:pt x="336589" y="215668"/>
                  </a:lnTo>
                  <a:lnTo>
                    <a:pt x="337342" y="212767"/>
                  </a:lnTo>
                  <a:lnTo>
                    <a:pt x="338043" y="209854"/>
                  </a:lnTo>
                  <a:lnTo>
                    <a:pt x="338694" y="206928"/>
                  </a:lnTo>
                  <a:lnTo>
                    <a:pt x="339293" y="203992"/>
                  </a:lnTo>
                  <a:lnTo>
                    <a:pt x="339840" y="201046"/>
                  </a:lnTo>
                  <a:lnTo>
                    <a:pt x="340336" y="198090"/>
                  </a:lnTo>
                  <a:lnTo>
                    <a:pt x="340781" y="195126"/>
                  </a:lnTo>
                  <a:lnTo>
                    <a:pt x="341173" y="192155"/>
                  </a:lnTo>
                  <a:lnTo>
                    <a:pt x="341513" y="189178"/>
                  </a:lnTo>
                  <a:lnTo>
                    <a:pt x="341801" y="186195"/>
                  </a:lnTo>
                  <a:lnTo>
                    <a:pt x="342037" y="183207"/>
                  </a:lnTo>
                  <a:lnTo>
                    <a:pt x="342220" y="180216"/>
                  </a:lnTo>
                  <a:lnTo>
                    <a:pt x="342351" y="177222"/>
                  </a:lnTo>
                  <a:lnTo>
                    <a:pt x="342430" y="174226"/>
                  </a:lnTo>
                  <a:lnTo>
                    <a:pt x="342456" y="171230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84804" y="2487234"/>
              <a:ext cx="1883512" cy="1883530"/>
            </a:xfrm>
            <a:custGeom>
              <a:avLst/>
              <a:pathLst>
                <a:path w="1883512" h="1883530">
                  <a:moveTo>
                    <a:pt x="1883512" y="941765"/>
                  </a:moveTo>
                  <a:lnTo>
                    <a:pt x="1883368" y="925283"/>
                  </a:lnTo>
                  <a:lnTo>
                    <a:pt x="1882935" y="908806"/>
                  </a:lnTo>
                  <a:lnTo>
                    <a:pt x="1882214" y="892339"/>
                  </a:lnTo>
                  <a:lnTo>
                    <a:pt x="1881205" y="875887"/>
                  </a:lnTo>
                  <a:lnTo>
                    <a:pt x="1879908" y="859456"/>
                  </a:lnTo>
                  <a:lnTo>
                    <a:pt x="1878324" y="843049"/>
                  </a:lnTo>
                  <a:lnTo>
                    <a:pt x="1876453" y="826673"/>
                  </a:lnTo>
                  <a:lnTo>
                    <a:pt x="1874295" y="810332"/>
                  </a:lnTo>
                  <a:lnTo>
                    <a:pt x="1871852" y="794032"/>
                  </a:lnTo>
                  <a:lnTo>
                    <a:pt x="1869124" y="777776"/>
                  </a:lnTo>
                  <a:lnTo>
                    <a:pt x="1866112" y="761571"/>
                  </a:lnTo>
                  <a:lnTo>
                    <a:pt x="1862817" y="745421"/>
                  </a:lnTo>
                  <a:lnTo>
                    <a:pt x="1859240" y="729332"/>
                  </a:lnTo>
                  <a:lnTo>
                    <a:pt x="1855382" y="713307"/>
                  </a:lnTo>
                  <a:lnTo>
                    <a:pt x="1851244" y="697352"/>
                  </a:lnTo>
                  <a:lnTo>
                    <a:pt x="1846827" y="681472"/>
                  </a:lnTo>
                  <a:lnTo>
                    <a:pt x="1842133" y="665672"/>
                  </a:lnTo>
                  <a:lnTo>
                    <a:pt x="1837163" y="649957"/>
                  </a:lnTo>
                  <a:lnTo>
                    <a:pt x="1831919" y="634331"/>
                  </a:lnTo>
                  <a:lnTo>
                    <a:pt x="1826402" y="618799"/>
                  </a:lnTo>
                  <a:lnTo>
                    <a:pt x="1820614" y="603366"/>
                  </a:lnTo>
                  <a:lnTo>
                    <a:pt x="1814558" y="588036"/>
                  </a:lnTo>
                  <a:lnTo>
                    <a:pt x="1808233" y="572815"/>
                  </a:lnTo>
                  <a:lnTo>
                    <a:pt x="1801644" y="557707"/>
                  </a:lnTo>
                  <a:lnTo>
                    <a:pt x="1794790" y="542717"/>
                  </a:lnTo>
                  <a:lnTo>
                    <a:pt x="1787676" y="527848"/>
                  </a:lnTo>
                  <a:lnTo>
                    <a:pt x="1780303" y="513107"/>
                  </a:lnTo>
                  <a:lnTo>
                    <a:pt x="1772672" y="498497"/>
                  </a:lnTo>
                  <a:lnTo>
                    <a:pt x="1764787" y="484023"/>
                  </a:lnTo>
                  <a:lnTo>
                    <a:pt x="1756650" y="469689"/>
                  </a:lnTo>
                  <a:lnTo>
                    <a:pt x="1748264" y="455499"/>
                  </a:lnTo>
                  <a:lnTo>
                    <a:pt x="1739630" y="441458"/>
                  </a:lnTo>
                  <a:lnTo>
                    <a:pt x="1730752" y="427571"/>
                  </a:lnTo>
                  <a:lnTo>
                    <a:pt x="1721632" y="413841"/>
                  </a:lnTo>
                  <a:lnTo>
                    <a:pt x="1712274" y="400273"/>
                  </a:lnTo>
                  <a:lnTo>
                    <a:pt x="1702679" y="386871"/>
                  </a:lnTo>
                  <a:lnTo>
                    <a:pt x="1692851" y="373639"/>
                  </a:lnTo>
                  <a:lnTo>
                    <a:pt x="1682793" y="360581"/>
                  </a:lnTo>
                  <a:lnTo>
                    <a:pt x="1672509" y="347700"/>
                  </a:lnTo>
                  <a:lnTo>
                    <a:pt x="1662000" y="335002"/>
                  </a:lnTo>
                  <a:lnTo>
                    <a:pt x="1651271" y="322490"/>
                  </a:lnTo>
                  <a:lnTo>
                    <a:pt x="1640324" y="310167"/>
                  </a:lnTo>
                  <a:lnTo>
                    <a:pt x="1629163" y="298038"/>
                  </a:lnTo>
                  <a:lnTo>
                    <a:pt x="1617792" y="286106"/>
                  </a:lnTo>
                  <a:lnTo>
                    <a:pt x="1606214" y="274374"/>
                  </a:lnTo>
                  <a:lnTo>
                    <a:pt x="1594432" y="262848"/>
                  </a:lnTo>
                  <a:lnTo>
                    <a:pt x="1582451" y="251529"/>
                  </a:lnTo>
                  <a:lnTo>
                    <a:pt x="1570273" y="240421"/>
                  </a:lnTo>
                  <a:lnTo>
                    <a:pt x="1557902" y="229529"/>
                  </a:lnTo>
                  <a:lnTo>
                    <a:pt x="1545343" y="218854"/>
                  </a:lnTo>
                  <a:lnTo>
                    <a:pt x="1532599" y="208401"/>
                  </a:lnTo>
                  <a:lnTo>
                    <a:pt x="1519674" y="198173"/>
                  </a:lnTo>
                  <a:lnTo>
                    <a:pt x="1506572" y="188172"/>
                  </a:lnTo>
                  <a:lnTo>
                    <a:pt x="1493296" y="178403"/>
                  </a:lnTo>
                  <a:lnTo>
                    <a:pt x="1479852" y="168867"/>
                  </a:lnTo>
                  <a:lnTo>
                    <a:pt x="1466243" y="159568"/>
                  </a:lnTo>
                  <a:lnTo>
                    <a:pt x="1452474" y="150508"/>
                  </a:lnTo>
                  <a:lnTo>
                    <a:pt x="1438548" y="141691"/>
                  </a:lnTo>
                  <a:lnTo>
                    <a:pt x="1424470" y="133119"/>
                  </a:lnTo>
                  <a:lnTo>
                    <a:pt x="1410244" y="124794"/>
                  </a:lnTo>
                  <a:lnTo>
                    <a:pt x="1395874" y="116720"/>
                  </a:lnTo>
                  <a:lnTo>
                    <a:pt x="1381365" y="108899"/>
                  </a:lnTo>
                  <a:lnTo>
                    <a:pt x="1366722" y="101332"/>
                  </a:lnTo>
                  <a:lnTo>
                    <a:pt x="1351949" y="94023"/>
                  </a:lnTo>
                  <a:lnTo>
                    <a:pt x="1337049" y="86974"/>
                  </a:lnTo>
                  <a:lnTo>
                    <a:pt x="1322029" y="80186"/>
                  </a:lnTo>
                  <a:lnTo>
                    <a:pt x="1306892" y="73663"/>
                  </a:lnTo>
                  <a:lnTo>
                    <a:pt x="1291644" y="67405"/>
                  </a:lnTo>
                  <a:lnTo>
                    <a:pt x="1276288" y="61416"/>
                  </a:lnTo>
                  <a:lnTo>
                    <a:pt x="1260830" y="55695"/>
                  </a:lnTo>
                  <a:lnTo>
                    <a:pt x="1245274" y="50247"/>
                  </a:lnTo>
                  <a:lnTo>
                    <a:pt x="1229625" y="45071"/>
                  </a:lnTo>
                  <a:lnTo>
                    <a:pt x="1213888" y="40170"/>
                  </a:lnTo>
                  <a:lnTo>
                    <a:pt x="1198067" y="35545"/>
                  </a:lnTo>
                  <a:lnTo>
                    <a:pt x="1182168" y="31198"/>
                  </a:lnTo>
                  <a:lnTo>
                    <a:pt x="1166195" y="27130"/>
                  </a:lnTo>
                  <a:lnTo>
                    <a:pt x="1150154" y="23341"/>
                  </a:lnTo>
                  <a:lnTo>
                    <a:pt x="1134049" y="19835"/>
                  </a:lnTo>
                  <a:lnTo>
                    <a:pt x="1117885" y="16610"/>
                  </a:lnTo>
                  <a:lnTo>
                    <a:pt x="1101667" y="13669"/>
                  </a:lnTo>
                  <a:lnTo>
                    <a:pt x="1085399" y="11012"/>
                  </a:lnTo>
                  <a:lnTo>
                    <a:pt x="1069088" y="8641"/>
                  </a:lnTo>
                  <a:lnTo>
                    <a:pt x="1052738" y="6555"/>
                  </a:lnTo>
                  <a:lnTo>
                    <a:pt x="1036354" y="4755"/>
                  </a:lnTo>
                  <a:lnTo>
                    <a:pt x="1019941" y="3243"/>
                  </a:lnTo>
                  <a:lnTo>
                    <a:pt x="1003504" y="2018"/>
                  </a:lnTo>
                  <a:lnTo>
                    <a:pt x="987048" y="1081"/>
                  </a:lnTo>
                  <a:lnTo>
                    <a:pt x="970578" y="432"/>
                  </a:lnTo>
                  <a:lnTo>
                    <a:pt x="954099" y="72"/>
                  </a:lnTo>
                  <a:lnTo>
                    <a:pt x="937617" y="0"/>
                  </a:lnTo>
                  <a:lnTo>
                    <a:pt x="921136" y="216"/>
                  </a:lnTo>
                  <a:lnTo>
                    <a:pt x="904661" y="721"/>
                  </a:lnTo>
                  <a:lnTo>
                    <a:pt x="888197" y="1514"/>
                  </a:lnTo>
                  <a:lnTo>
                    <a:pt x="871750" y="2595"/>
                  </a:lnTo>
                  <a:lnTo>
                    <a:pt x="855324" y="3963"/>
                  </a:lnTo>
                  <a:lnTo>
                    <a:pt x="838925" y="5619"/>
                  </a:lnTo>
                  <a:lnTo>
                    <a:pt x="822557" y="7562"/>
                  </a:lnTo>
                  <a:lnTo>
                    <a:pt x="806226" y="9791"/>
                  </a:lnTo>
                  <a:lnTo>
                    <a:pt x="789936" y="12305"/>
                  </a:lnTo>
                  <a:lnTo>
                    <a:pt x="773693" y="15104"/>
                  </a:lnTo>
                  <a:lnTo>
                    <a:pt x="757501" y="18187"/>
                  </a:lnTo>
                  <a:lnTo>
                    <a:pt x="741366" y="21553"/>
                  </a:lnTo>
                  <a:lnTo>
                    <a:pt x="725292" y="25200"/>
                  </a:lnTo>
                  <a:lnTo>
                    <a:pt x="709284" y="29129"/>
                  </a:lnTo>
                  <a:lnTo>
                    <a:pt x="693348" y="33337"/>
                  </a:lnTo>
                  <a:lnTo>
                    <a:pt x="677488" y="37823"/>
                  </a:lnTo>
                  <a:lnTo>
                    <a:pt x="661708" y="42586"/>
                  </a:lnTo>
                  <a:lnTo>
                    <a:pt x="646015" y="47625"/>
                  </a:lnTo>
                  <a:lnTo>
                    <a:pt x="630412" y="52937"/>
                  </a:lnTo>
                  <a:lnTo>
                    <a:pt x="614904" y="58522"/>
                  </a:lnTo>
                  <a:lnTo>
                    <a:pt x="599496" y="64377"/>
                  </a:lnTo>
                  <a:lnTo>
                    <a:pt x="584193" y="70501"/>
                  </a:lnTo>
                  <a:lnTo>
                    <a:pt x="569000" y="76892"/>
                  </a:lnTo>
                  <a:lnTo>
                    <a:pt x="553921" y="83547"/>
                  </a:lnTo>
                  <a:lnTo>
                    <a:pt x="538961" y="90466"/>
                  </a:lnTo>
                  <a:lnTo>
                    <a:pt x="524124" y="97645"/>
                  </a:lnTo>
                  <a:lnTo>
                    <a:pt x="509415" y="105083"/>
                  </a:lnTo>
                  <a:lnTo>
                    <a:pt x="494838" y="112778"/>
                  </a:lnTo>
                  <a:lnTo>
                    <a:pt x="480399" y="120726"/>
                  </a:lnTo>
                  <a:lnTo>
                    <a:pt x="466100" y="128925"/>
                  </a:lnTo>
                  <a:lnTo>
                    <a:pt x="451948" y="137374"/>
                  </a:lnTo>
                  <a:lnTo>
                    <a:pt x="437945" y="146069"/>
                  </a:lnTo>
                  <a:lnTo>
                    <a:pt x="424097" y="155008"/>
                  </a:lnTo>
                  <a:lnTo>
                    <a:pt x="410407" y="164187"/>
                  </a:lnTo>
                  <a:lnTo>
                    <a:pt x="396880" y="173605"/>
                  </a:lnTo>
                  <a:lnTo>
                    <a:pt x="383520" y="183259"/>
                  </a:lnTo>
                  <a:lnTo>
                    <a:pt x="370331" y="193144"/>
                  </a:lnTo>
                  <a:lnTo>
                    <a:pt x="357317" y="203259"/>
                  </a:lnTo>
                  <a:lnTo>
                    <a:pt x="344482" y="213600"/>
                  </a:lnTo>
                  <a:lnTo>
                    <a:pt x="331829" y="224164"/>
                  </a:lnTo>
                  <a:lnTo>
                    <a:pt x="319364" y="234948"/>
                  </a:lnTo>
                  <a:lnTo>
                    <a:pt x="307089" y="245948"/>
                  </a:lnTo>
                  <a:lnTo>
                    <a:pt x="295009" y="257162"/>
                  </a:lnTo>
                  <a:lnTo>
                    <a:pt x="283127" y="268585"/>
                  </a:lnTo>
                  <a:lnTo>
                    <a:pt x="271446" y="280215"/>
                  </a:lnTo>
                  <a:lnTo>
                    <a:pt x="259971" y="292047"/>
                  </a:lnTo>
                  <a:lnTo>
                    <a:pt x="248705" y="304078"/>
                  </a:lnTo>
                  <a:lnTo>
                    <a:pt x="237651" y="316304"/>
                  </a:lnTo>
                  <a:lnTo>
                    <a:pt x="226813" y="328722"/>
                  </a:lnTo>
                  <a:lnTo>
                    <a:pt x="216193" y="341328"/>
                  </a:lnTo>
                  <a:lnTo>
                    <a:pt x="205796" y="354118"/>
                  </a:lnTo>
                  <a:lnTo>
                    <a:pt x="195624" y="367088"/>
                  </a:lnTo>
                  <a:lnTo>
                    <a:pt x="185681" y="380233"/>
                  </a:lnTo>
                  <a:lnTo>
                    <a:pt x="175970" y="393551"/>
                  </a:lnTo>
                  <a:lnTo>
                    <a:pt x="166493" y="407037"/>
                  </a:lnTo>
                  <a:lnTo>
                    <a:pt x="157253" y="420686"/>
                  </a:lnTo>
                  <a:lnTo>
                    <a:pt x="148254" y="434495"/>
                  </a:lnTo>
                  <a:lnTo>
                    <a:pt x="139498" y="448460"/>
                  </a:lnTo>
                  <a:lnTo>
                    <a:pt x="130987" y="462575"/>
                  </a:lnTo>
                  <a:lnTo>
                    <a:pt x="122725" y="476838"/>
                  </a:lnTo>
                  <a:lnTo>
                    <a:pt x="114714" y="491243"/>
                  </a:lnTo>
                  <a:lnTo>
                    <a:pt x="106956" y="505785"/>
                  </a:lnTo>
                  <a:lnTo>
                    <a:pt x="99454" y="520462"/>
                  </a:lnTo>
                  <a:lnTo>
                    <a:pt x="92209" y="535267"/>
                  </a:lnTo>
                  <a:lnTo>
                    <a:pt x="85225" y="550197"/>
                  </a:lnTo>
                  <a:lnTo>
                    <a:pt x="78504" y="565247"/>
                  </a:lnTo>
                  <a:lnTo>
                    <a:pt x="72046" y="580412"/>
                  </a:lnTo>
                  <a:lnTo>
                    <a:pt x="65856" y="595688"/>
                  </a:lnTo>
                  <a:lnTo>
                    <a:pt x="59933" y="611069"/>
                  </a:lnTo>
                  <a:lnTo>
                    <a:pt x="54281" y="626553"/>
                  </a:lnTo>
                  <a:lnTo>
                    <a:pt x="48900" y="642132"/>
                  </a:lnTo>
                  <a:lnTo>
                    <a:pt x="43793" y="657804"/>
                  </a:lnTo>
                  <a:lnTo>
                    <a:pt x="38961" y="673562"/>
                  </a:lnTo>
                  <a:lnTo>
                    <a:pt x="34405" y="689403"/>
                  </a:lnTo>
                  <a:lnTo>
                    <a:pt x="30128" y="705321"/>
                  </a:lnTo>
                  <a:lnTo>
                    <a:pt x="26129" y="721311"/>
                  </a:lnTo>
                  <a:lnTo>
                    <a:pt x="22411" y="737369"/>
                  </a:lnTo>
                  <a:lnTo>
                    <a:pt x="18975" y="753489"/>
                  </a:lnTo>
                  <a:lnTo>
                    <a:pt x="15821" y="769667"/>
                  </a:lnTo>
                  <a:lnTo>
                    <a:pt x="12951" y="785898"/>
                  </a:lnTo>
                  <a:lnTo>
                    <a:pt x="10366" y="802177"/>
                  </a:lnTo>
                  <a:lnTo>
                    <a:pt x="8065" y="818498"/>
                  </a:lnTo>
                  <a:lnTo>
                    <a:pt x="6051" y="834857"/>
                  </a:lnTo>
                  <a:lnTo>
                    <a:pt x="4323" y="851249"/>
                  </a:lnTo>
                  <a:lnTo>
                    <a:pt x="2883" y="867669"/>
                  </a:lnTo>
                  <a:lnTo>
                    <a:pt x="1730" y="884111"/>
                  </a:lnTo>
                  <a:lnTo>
                    <a:pt x="865" y="900571"/>
                  </a:lnTo>
                  <a:lnTo>
                    <a:pt x="288" y="917043"/>
                  </a:lnTo>
                  <a:lnTo>
                    <a:pt x="0" y="933523"/>
                  </a:lnTo>
                  <a:lnTo>
                    <a:pt x="0" y="950006"/>
                  </a:lnTo>
                  <a:lnTo>
                    <a:pt x="288" y="966486"/>
                  </a:lnTo>
                  <a:lnTo>
                    <a:pt x="865" y="982959"/>
                  </a:lnTo>
                  <a:lnTo>
                    <a:pt x="1730" y="999419"/>
                  </a:lnTo>
                  <a:lnTo>
                    <a:pt x="2883" y="1015861"/>
                  </a:lnTo>
                  <a:lnTo>
                    <a:pt x="4323" y="1032280"/>
                  </a:lnTo>
                  <a:lnTo>
                    <a:pt x="6051" y="1048672"/>
                  </a:lnTo>
                  <a:lnTo>
                    <a:pt x="8065" y="1065031"/>
                  </a:lnTo>
                  <a:lnTo>
                    <a:pt x="10366" y="1081353"/>
                  </a:lnTo>
                  <a:lnTo>
                    <a:pt x="12951" y="1097631"/>
                  </a:lnTo>
                  <a:lnTo>
                    <a:pt x="15821" y="1113862"/>
                  </a:lnTo>
                  <a:lnTo>
                    <a:pt x="18975" y="1130040"/>
                  </a:lnTo>
                  <a:lnTo>
                    <a:pt x="22411" y="1146161"/>
                  </a:lnTo>
                  <a:lnTo>
                    <a:pt x="26129" y="1162218"/>
                  </a:lnTo>
                  <a:lnTo>
                    <a:pt x="30128" y="1178209"/>
                  </a:lnTo>
                  <a:lnTo>
                    <a:pt x="34405" y="1194127"/>
                  </a:lnTo>
                  <a:lnTo>
                    <a:pt x="38961" y="1209967"/>
                  </a:lnTo>
                  <a:lnTo>
                    <a:pt x="43793" y="1225726"/>
                  </a:lnTo>
                  <a:lnTo>
                    <a:pt x="48900" y="1241397"/>
                  </a:lnTo>
                  <a:lnTo>
                    <a:pt x="54281" y="1256977"/>
                  </a:lnTo>
                  <a:lnTo>
                    <a:pt x="59933" y="1272460"/>
                  </a:lnTo>
                  <a:lnTo>
                    <a:pt x="65856" y="1287842"/>
                  </a:lnTo>
                  <a:lnTo>
                    <a:pt x="72046" y="1303118"/>
                  </a:lnTo>
                  <a:lnTo>
                    <a:pt x="78504" y="1318283"/>
                  </a:lnTo>
                  <a:lnTo>
                    <a:pt x="85225" y="1333333"/>
                  </a:lnTo>
                  <a:lnTo>
                    <a:pt x="92209" y="1348262"/>
                  </a:lnTo>
                  <a:lnTo>
                    <a:pt x="99454" y="1363068"/>
                  </a:lnTo>
                  <a:lnTo>
                    <a:pt x="106956" y="1377744"/>
                  </a:lnTo>
                  <a:lnTo>
                    <a:pt x="114714" y="1392287"/>
                  </a:lnTo>
                  <a:lnTo>
                    <a:pt x="122725" y="1406692"/>
                  </a:lnTo>
                  <a:lnTo>
                    <a:pt x="130987" y="1420954"/>
                  </a:lnTo>
                  <a:lnTo>
                    <a:pt x="139498" y="1435069"/>
                  </a:lnTo>
                  <a:lnTo>
                    <a:pt x="148254" y="1449034"/>
                  </a:lnTo>
                  <a:lnTo>
                    <a:pt x="157253" y="1462843"/>
                  </a:lnTo>
                  <a:lnTo>
                    <a:pt x="166493" y="1476492"/>
                  </a:lnTo>
                  <a:lnTo>
                    <a:pt x="175970" y="1489978"/>
                  </a:lnTo>
                  <a:lnTo>
                    <a:pt x="185681" y="1503296"/>
                  </a:lnTo>
                  <a:lnTo>
                    <a:pt x="195624" y="1516442"/>
                  </a:lnTo>
                  <a:lnTo>
                    <a:pt x="205796" y="1529411"/>
                  </a:lnTo>
                  <a:lnTo>
                    <a:pt x="216193" y="1542201"/>
                  </a:lnTo>
                  <a:lnTo>
                    <a:pt x="226813" y="1554807"/>
                  </a:lnTo>
                  <a:lnTo>
                    <a:pt x="237651" y="1567225"/>
                  </a:lnTo>
                  <a:lnTo>
                    <a:pt x="248705" y="1579451"/>
                  </a:lnTo>
                  <a:lnTo>
                    <a:pt x="259971" y="1591482"/>
                  </a:lnTo>
                  <a:lnTo>
                    <a:pt x="271446" y="1603315"/>
                  </a:lnTo>
                  <a:lnTo>
                    <a:pt x="283127" y="1614944"/>
                  </a:lnTo>
                  <a:lnTo>
                    <a:pt x="295009" y="1626367"/>
                  </a:lnTo>
                  <a:lnTo>
                    <a:pt x="307089" y="1637581"/>
                  </a:lnTo>
                  <a:lnTo>
                    <a:pt x="319364" y="1648581"/>
                  </a:lnTo>
                  <a:lnTo>
                    <a:pt x="331829" y="1659365"/>
                  </a:lnTo>
                  <a:lnTo>
                    <a:pt x="344482" y="1669929"/>
                  </a:lnTo>
                  <a:lnTo>
                    <a:pt x="357317" y="1680270"/>
                  </a:lnTo>
                  <a:lnTo>
                    <a:pt x="370331" y="1690385"/>
                  </a:lnTo>
                  <a:lnTo>
                    <a:pt x="383520" y="1700271"/>
                  </a:lnTo>
                  <a:lnTo>
                    <a:pt x="396880" y="1709924"/>
                  </a:lnTo>
                  <a:lnTo>
                    <a:pt x="410407" y="1719342"/>
                  </a:lnTo>
                  <a:lnTo>
                    <a:pt x="424097" y="1728522"/>
                  </a:lnTo>
                  <a:lnTo>
                    <a:pt x="437945" y="1737460"/>
                  </a:lnTo>
                  <a:lnTo>
                    <a:pt x="451948" y="1746155"/>
                  </a:lnTo>
                  <a:lnTo>
                    <a:pt x="466100" y="1754604"/>
                  </a:lnTo>
                  <a:lnTo>
                    <a:pt x="480399" y="1762804"/>
                  </a:lnTo>
                  <a:lnTo>
                    <a:pt x="494838" y="1770752"/>
                  </a:lnTo>
                  <a:lnTo>
                    <a:pt x="509415" y="1778446"/>
                  </a:lnTo>
                  <a:lnTo>
                    <a:pt x="524124" y="1785884"/>
                  </a:lnTo>
                  <a:lnTo>
                    <a:pt x="538961" y="1793063"/>
                  </a:lnTo>
                  <a:lnTo>
                    <a:pt x="553921" y="1799982"/>
                  </a:lnTo>
                  <a:lnTo>
                    <a:pt x="569000" y="1806638"/>
                  </a:lnTo>
                  <a:lnTo>
                    <a:pt x="584193" y="1813029"/>
                  </a:lnTo>
                  <a:lnTo>
                    <a:pt x="599496" y="1819152"/>
                  </a:lnTo>
                  <a:lnTo>
                    <a:pt x="614904" y="1825008"/>
                  </a:lnTo>
                  <a:lnTo>
                    <a:pt x="630412" y="1830592"/>
                  </a:lnTo>
                  <a:lnTo>
                    <a:pt x="646015" y="1835905"/>
                  </a:lnTo>
                  <a:lnTo>
                    <a:pt x="661708" y="1840943"/>
                  </a:lnTo>
                  <a:lnTo>
                    <a:pt x="677488" y="1845706"/>
                  </a:lnTo>
                  <a:lnTo>
                    <a:pt x="693348" y="1850193"/>
                  </a:lnTo>
                  <a:lnTo>
                    <a:pt x="709284" y="1854400"/>
                  </a:lnTo>
                  <a:lnTo>
                    <a:pt x="725292" y="1858329"/>
                  </a:lnTo>
                  <a:lnTo>
                    <a:pt x="741366" y="1861976"/>
                  </a:lnTo>
                  <a:lnTo>
                    <a:pt x="757501" y="1865342"/>
                  </a:lnTo>
                  <a:lnTo>
                    <a:pt x="773693" y="1868425"/>
                  </a:lnTo>
                  <a:lnTo>
                    <a:pt x="789936" y="1871224"/>
                  </a:lnTo>
                  <a:lnTo>
                    <a:pt x="806226" y="1873738"/>
                  </a:lnTo>
                  <a:lnTo>
                    <a:pt x="822557" y="1875967"/>
                  </a:lnTo>
                  <a:lnTo>
                    <a:pt x="838925" y="1877910"/>
                  </a:lnTo>
                  <a:lnTo>
                    <a:pt x="855324" y="1879566"/>
                  </a:lnTo>
                  <a:lnTo>
                    <a:pt x="871750" y="1880935"/>
                  </a:lnTo>
                  <a:lnTo>
                    <a:pt x="888197" y="1882016"/>
                  </a:lnTo>
                  <a:lnTo>
                    <a:pt x="904661" y="1882809"/>
                  </a:lnTo>
                  <a:lnTo>
                    <a:pt x="921136" y="1883313"/>
                  </a:lnTo>
                  <a:lnTo>
                    <a:pt x="937617" y="1883530"/>
                  </a:lnTo>
                  <a:lnTo>
                    <a:pt x="954099" y="1883458"/>
                  </a:lnTo>
                  <a:lnTo>
                    <a:pt x="970578" y="1883097"/>
                  </a:lnTo>
                  <a:lnTo>
                    <a:pt x="987048" y="1882448"/>
                  </a:lnTo>
                  <a:lnTo>
                    <a:pt x="1003504" y="1881511"/>
                  </a:lnTo>
                  <a:lnTo>
                    <a:pt x="1019941" y="1880286"/>
                  </a:lnTo>
                  <a:lnTo>
                    <a:pt x="1036354" y="1878774"/>
                  </a:lnTo>
                  <a:lnTo>
                    <a:pt x="1052738" y="1876974"/>
                  </a:lnTo>
                  <a:lnTo>
                    <a:pt x="1069088" y="1874889"/>
                  </a:lnTo>
                  <a:lnTo>
                    <a:pt x="1085399" y="1872517"/>
                  </a:lnTo>
                  <a:lnTo>
                    <a:pt x="1101667" y="1869860"/>
                  </a:lnTo>
                  <a:lnTo>
                    <a:pt x="1117885" y="1866919"/>
                  </a:lnTo>
                  <a:lnTo>
                    <a:pt x="1134049" y="1863695"/>
                  </a:lnTo>
                  <a:lnTo>
                    <a:pt x="1150154" y="1860188"/>
                  </a:lnTo>
                  <a:lnTo>
                    <a:pt x="1166195" y="1856400"/>
                  </a:lnTo>
                  <a:lnTo>
                    <a:pt x="1182168" y="1852331"/>
                  </a:lnTo>
                  <a:lnTo>
                    <a:pt x="1198067" y="1847984"/>
                  </a:lnTo>
                  <a:lnTo>
                    <a:pt x="1213888" y="1843359"/>
                  </a:lnTo>
                  <a:lnTo>
                    <a:pt x="1229625" y="1838458"/>
                  </a:lnTo>
                  <a:lnTo>
                    <a:pt x="1245274" y="1833283"/>
                  </a:lnTo>
                  <a:lnTo>
                    <a:pt x="1260830" y="1827834"/>
                  </a:lnTo>
                  <a:lnTo>
                    <a:pt x="1276288" y="1822114"/>
                  </a:lnTo>
                  <a:lnTo>
                    <a:pt x="1291644" y="1816124"/>
                  </a:lnTo>
                  <a:lnTo>
                    <a:pt x="1306892" y="1809866"/>
                  </a:lnTo>
                  <a:lnTo>
                    <a:pt x="1322029" y="1803343"/>
                  </a:lnTo>
                  <a:lnTo>
                    <a:pt x="1337049" y="1796555"/>
                  </a:lnTo>
                  <a:lnTo>
                    <a:pt x="1351949" y="1789506"/>
                  </a:lnTo>
                  <a:lnTo>
                    <a:pt x="1366722" y="1782197"/>
                  </a:lnTo>
                  <a:lnTo>
                    <a:pt x="1381365" y="1774631"/>
                  </a:lnTo>
                  <a:lnTo>
                    <a:pt x="1395874" y="1766809"/>
                  </a:lnTo>
                  <a:lnTo>
                    <a:pt x="1410244" y="1758735"/>
                  </a:lnTo>
                  <a:lnTo>
                    <a:pt x="1424470" y="1750411"/>
                  </a:lnTo>
                  <a:lnTo>
                    <a:pt x="1438548" y="1741838"/>
                  </a:lnTo>
                  <a:lnTo>
                    <a:pt x="1452474" y="1733021"/>
                  </a:lnTo>
                  <a:lnTo>
                    <a:pt x="1466243" y="1723962"/>
                  </a:lnTo>
                  <a:lnTo>
                    <a:pt x="1479852" y="1714663"/>
                  </a:lnTo>
                  <a:lnTo>
                    <a:pt x="1493296" y="1705127"/>
                  </a:lnTo>
                  <a:lnTo>
                    <a:pt x="1506572" y="1695357"/>
                  </a:lnTo>
                  <a:lnTo>
                    <a:pt x="1519674" y="1685356"/>
                  </a:lnTo>
                  <a:lnTo>
                    <a:pt x="1532599" y="1675128"/>
                  </a:lnTo>
                  <a:lnTo>
                    <a:pt x="1545343" y="1664675"/>
                  </a:lnTo>
                  <a:lnTo>
                    <a:pt x="1557902" y="1654000"/>
                  </a:lnTo>
                  <a:lnTo>
                    <a:pt x="1570273" y="1643108"/>
                  </a:lnTo>
                  <a:lnTo>
                    <a:pt x="1582451" y="1632000"/>
                  </a:lnTo>
                  <a:lnTo>
                    <a:pt x="1594432" y="1620682"/>
                  </a:lnTo>
                  <a:lnTo>
                    <a:pt x="1606214" y="1609155"/>
                  </a:lnTo>
                  <a:lnTo>
                    <a:pt x="1617792" y="1597424"/>
                  </a:lnTo>
                  <a:lnTo>
                    <a:pt x="1629163" y="1585492"/>
                  </a:lnTo>
                  <a:lnTo>
                    <a:pt x="1640324" y="1573362"/>
                  </a:lnTo>
                  <a:lnTo>
                    <a:pt x="1651271" y="1561040"/>
                  </a:lnTo>
                  <a:lnTo>
                    <a:pt x="1662000" y="1548527"/>
                  </a:lnTo>
                  <a:lnTo>
                    <a:pt x="1672509" y="1535829"/>
                  </a:lnTo>
                  <a:lnTo>
                    <a:pt x="1682793" y="1522949"/>
                  </a:lnTo>
                  <a:lnTo>
                    <a:pt x="1692851" y="1509891"/>
                  </a:lnTo>
                  <a:lnTo>
                    <a:pt x="1702679" y="1496658"/>
                  </a:lnTo>
                  <a:lnTo>
                    <a:pt x="1712274" y="1483256"/>
                  </a:lnTo>
                  <a:lnTo>
                    <a:pt x="1721632" y="1469688"/>
                  </a:lnTo>
                  <a:lnTo>
                    <a:pt x="1730752" y="1455958"/>
                  </a:lnTo>
                  <a:lnTo>
                    <a:pt x="1739630" y="1442071"/>
                  </a:lnTo>
                  <a:lnTo>
                    <a:pt x="1748264" y="1428030"/>
                  </a:lnTo>
                  <a:lnTo>
                    <a:pt x="1756650" y="1413841"/>
                  </a:lnTo>
                  <a:lnTo>
                    <a:pt x="1764787" y="1399507"/>
                  </a:lnTo>
                  <a:lnTo>
                    <a:pt x="1772672" y="1385032"/>
                  </a:lnTo>
                  <a:lnTo>
                    <a:pt x="1780303" y="1370422"/>
                  </a:lnTo>
                  <a:lnTo>
                    <a:pt x="1787676" y="1355681"/>
                  </a:lnTo>
                  <a:lnTo>
                    <a:pt x="1794790" y="1340813"/>
                  </a:lnTo>
                  <a:lnTo>
                    <a:pt x="1801644" y="1325822"/>
                  </a:lnTo>
                  <a:lnTo>
                    <a:pt x="1808233" y="1310714"/>
                  </a:lnTo>
                  <a:lnTo>
                    <a:pt x="1814558" y="1295493"/>
                  </a:lnTo>
                  <a:lnTo>
                    <a:pt x="1820614" y="1280164"/>
                  </a:lnTo>
                  <a:lnTo>
                    <a:pt x="1826402" y="1264731"/>
                  </a:lnTo>
                  <a:lnTo>
                    <a:pt x="1831919" y="1249199"/>
                  </a:lnTo>
                  <a:lnTo>
                    <a:pt x="1837163" y="1233573"/>
                  </a:lnTo>
                  <a:lnTo>
                    <a:pt x="1842133" y="1217857"/>
                  </a:lnTo>
                  <a:lnTo>
                    <a:pt x="1846827" y="1202057"/>
                  </a:lnTo>
                  <a:lnTo>
                    <a:pt x="1851244" y="1186177"/>
                  </a:lnTo>
                  <a:lnTo>
                    <a:pt x="1855382" y="1170222"/>
                  </a:lnTo>
                  <a:lnTo>
                    <a:pt x="1859240" y="1154198"/>
                  </a:lnTo>
                  <a:lnTo>
                    <a:pt x="1862817" y="1138108"/>
                  </a:lnTo>
                  <a:lnTo>
                    <a:pt x="1866112" y="1121958"/>
                  </a:lnTo>
                  <a:lnTo>
                    <a:pt x="1869124" y="1105753"/>
                  </a:lnTo>
                  <a:lnTo>
                    <a:pt x="1871852" y="1089498"/>
                  </a:lnTo>
                  <a:lnTo>
                    <a:pt x="1874295" y="1073197"/>
                  </a:lnTo>
                  <a:lnTo>
                    <a:pt x="1876453" y="1056856"/>
                  </a:lnTo>
                  <a:lnTo>
                    <a:pt x="1878324" y="1040480"/>
                  </a:lnTo>
                  <a:lnTo>
                    <a:pt x="1879908" y="1024074"/>
                  </a:lnTo>
                  <a:lnTo>
                    <a:pt x="1881205" y="1007642"/>
                  </a:lnTo>
                  <a:lnTo>
                    <a:pt x="1882214" y="991190"/>
                  </a:lnTo>
                  <a:lnTo>
                    <a:pt x="1882935" y="974724"/>
                  </a:lnTo>
                  <a:lnTo>
                    <a:pt x="1883368" y="958247"/>
                  </a:lnTo>
                  <a:lnTo>
                    <a:pt x="1883512" y="941765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14291" y="1716699"/>
              <a:ext cx="3424567" cy="3424600"/>
            </a:xfrm>
            <a:custGeom>
              <a:avLst/>
              <a:pathLst>
                <a:path w="3424567" h="3424600">
                  <a:moveTo>
                    <a:pt x="3424567" y="1712300"/>
                  </a:moveTo>
                  <a:lnTo>
                    <a:pt x="3424305" y="1682332"/>
                  </a:lnTo>
                  <a:lnTo>
                    <a:pt x="3423518" y="1652374"/>
                  </a:lnTo>
                  <a:lnTo>
                    <a:pt x="3422207" y="1622435"/>
                  </a:lnTo>
                  <a:lnTo>
                    <a:pt x="3420373" y="1592522"/>
                  </a:lnTo>
                  <a:lnTo>
                    <a:pt x="3418015" y="1562647"/>
                  </a:lnTo>
                  <a:lnTo>
                    <a:pt x="3415135" y="1532817"/>
                  </a:lnTo>
                  <a:lnTo>
                    <a:pt x="3411733" y="1503042"/>
                  </a:lnTo>
                  <a:lnTo>
                    <a:pt x="3407810" y="1473332"/>
                  </a:lnTo>
                  <a:lnTo>
                    <a:pt x="3403368" y="1443694"/>
                  </a:lnTo>
                  <a:lnTo>
                    <a:pt x="3398409" y="1414139"/>
                  </a:lnTo>
                  <a:lnTo>
                    <a:pt x="3392932" y="1384676"/>
                  </a:lnTo>
                  <a:lnTo>
                    <a:pt x="3386941" y="1355312"/>
                  </a:lnTo>
                  <a:lnTo>
                    <a:pt x="3380437" y="1326058"/>
                  </a:lnTo>
                  <a:lnTo>
                    <a:pt x="3373422" y="1296922"/>
                  </a:lnTo>
                  <a:lnTo>
                    <a:pt x="3365898" y="1267914"/>
                  </a:lnTo>
                  <a:lnTo>
                    <a:pt x="3357867" y="1239041"/>
                  </a:lnTo>
                  <a:lnTo>
                    <a:pt x="3349333" y="1210314"/>
                  </a:lnTo>
                  <a:lnTo>
                    <a:pt x="3340297" y="1181740"/>
                  </a:lnTo>
                  <a:lnTo>
                    <a:pt x="3330762" y="1153329"/>
                  </a:lnTo>
                  <a:lnTo>
                    <a:pt x="3320732" y="1125089"/>
                  </a:lnTo>
                  <a:lnTo>
                    <a:pt x="3310209" y="1097029"/>
                  </a:lnTo>
                  <a:lnTo>
                    <a:pt x="3299196" y="1069157"/>
                  </a:lnTo>
                  <a:lnTo>
                    <a:pt x="3287697" y="1041482"/>
                  </a:lnTo>
                  <a:lnTo>
                    <a:pt x="3275716" y="1014013"/>
                  </a:lnTo>
                  <a:lnTo>
                    <a:pt x="3263256" y="986758"/>
                  </a:lnTo>
                  <a:lnTo>
                    <a:pt x="3250321" y="959725"/>
                  </a:lnTo>
                  <a:lnTo>
                    <a:pt x="3236914" y="932922"/>
                  </a:lnTo>
                  <a:lnTo>
                    <a:pt x="3223041" y="906358"/>
                  </a:lnTo>
                  <a:lnTo>
                    <a:pt x="3208705" y="880042"/>
                  </a:lnTo>
                  <a:lnTo>
                    <a:pt x="3193910" y="853980"/>
                  </a:lnTo>
                  <a:lnTo>
                    <a:pt x="3178662" y="828180"/>
                  </a:lnTo>
                  <a:lnTo>
                    <a:pt x="3162964" y="802652"/>
                  </a:lnTo>
                  <a:lnTo>
                    <a:pt x="3146822" y="777403"/>
                  </a:lnTo>
                  <a:lnTo>
                    <a:pt x="3130241" y="752439"/>
                  </a:lnTo>
                  <a:lnTo>
                    <a:pt x="3113225" y="727770"/>
                  </a:lnTo>
                  <a:lnTo>
                    <a:pt x="3095780" y="703402"/>
                  </a:lnTo>
                  <a:lnTo>
                    <a:pt x="3077912" y="679344"/>
                  </a:lnTo>
                  <a:lnTo>
                    <a:pt x="3059625" y="655601"/>
                  </a:lnTo>
                  <a:lnTo>
                    <a:pt x="3040925" y="632183"/>
                  </a:lnTo>
                  <a:lnTo>
                    <a:pt x="3021818" y="609095"/>
                  </a:lnTo>
                  <a:lnTo>
                    <a:pt x="3002311" y="586345"/>
                  </a:lnTo>
                  <a:lnTo>
                    <a:pt x="2982408" y="563940"/>
                  </a:lnTo>
                  <a:lnTo>
                    <a:pt x="2962116" y="541887"/>
                  </a:lnTo>
                  <a:lnTo>
                    <a:pt x="2941441" y="520193"/>
                  </a:lnTo>
                  <a:lnTo>
                    <a:pt x="2920390" y="498863"/>
                  </a:lnTo>
                  <a:lnTo>
                    <a:pt x="2898968" y="477905"/>
                  </a:lnTo>
                  <a:lnTo>
                    <a:pt x="2877183" y="457326"/>
                  </a:lnTo>
                  <a:lnTo>
                    <a:pt x="2855041" y="437130"/>
                  </a:lnTo>
                  <a:lnTo>
                    <a:pt x="2832550" y="417326"/>
                  </a:lnTo>
                  <a:lnTo>
                    <a:pt x="2809715" y="397917"/>
                  </a:lnTo>
                  <a:lnTo>
                    <a:pt x="2786544" y="378912"/>
                  </a:lnTo>
                  <a:lnTo>
                    <a:pt x="2763043" y="360315"/>
                  </a:lnTo>
                  <a:lnTo>
                    <a:pt x="2739221" y="342132"/>
                  </a:lnTo>
                  <a:lnTo>
                    <a:pt x="2715085" y="324369"/>
                  </a:lnTo>
                  <a:lnTo>
                    <a:pt x="2690641" y="307031"/>
                  </a:lnTo>
                  <a:lnTo>
                    <a:pt x="2665898" y="290123"/>
                  </a:lnTo>
                  <a:lnTo>
                    <a:pt x="2640862" y="273651"/>
                  </a:lnTo>
                  <a:lnTo>
                    <a:pt x="2615542" y="257620"/>
                  </a:lnTo>
                  <a:lnTo>
                    <a:pt x="2589945" y="242034"/>
                  </a:lnTo>
                  <a:lnTo>
                    <a:pt x="2564080" y="226899"/>
                  </a:lnTo>
                  <a:lnTo>
                    <a:pt x="2537953" y="212219"/>
                  </a:lnTo>
                  <a:lnTo>
                    <a:pt x="2511574" y="197998"/>
                  </a:lnTo>
                  <a:lnTo>
                    <a:pt x="2484950" y="184241"/>
                  </a:lnTo>
                  <a:lnTo>
                    <a:pt x="2458089" y="170952"/>
                  </a:lnTo>
                  <a:lnTo>
                    <a:pt x="2430999" y="158135"/>
                  </a:lnTo>
                  <a:lnTo>
                    <a:pt x="2403690" y="145794"/>
                  </a:lnTo>
                  <a:lnTo>
                    <a:pt x="2376168" y="133933"/>
                  </a:lnTo>
                  <a:lnTo>
                    <a:pt x="2348444" y="122556"/>
                  </a:lnTo>
                  <a:lnTo>
                    <a:pt x="2320524" y="111665"/>
                  </a:lnTo>
                  <a:lnTo>
                    <a:pt x="2292418" y="101265"/>
                  </a:lnTo>
                  <a:lnTo>
                    <a:pt x="2264135" y="91358"/>
                  </a:lnTo>
                  <a:lnTo>
                    <a:pt x="2235682" y="81948"/>
                  </a:lnTo>
                  <a:lnTo>
                    <a:pt x="2207069" y="73037"/>
                  </a:lnTo>
                  <a:lnTo>
                    <a:pt x="2178304" y="64628"/>
                  </a:lnTo>
                  <a:lnTo>
                    <a:pt x="2149397" y="56724"/>
                  </a:lnTo>
                  <a:lnTo>
                    <a:pt x="2120356" y="49327"/>
                  </a:lnTo>
                  <a:lnTo>
                    <a:pt x="2091190" y="42439"/>
                  </a:lnTo>
                  <a:lnTo>
                    <a:pt x="2061907" y="36063"/>
                  </a:lnTo>
                  <a:lnTo>
                    <a:pt x="2032518" y="30201"/>
                  </a:lnTo>
                  <a:lnTo>
                    <a:pt x="2003030" y="24853"/>
                  </a:lnTo>
                  <a:lnTo>
                    <a:pt x="1973454" y="20023"/>
                  </a:lnTo>
                  <a:lnTo>
                    <a:pt x="1943797" y="15711"/>
                  </a:lnTo>
                  <a:lnTo>
                    <a:pt x="1914070" y="11918"/>
                  </a:lnTo>
                  <a:lnTo>
                    <a:pt x="1884281" y="8647"/>
                  </a:lnTo>
                  <a:lnTo>
                    <a:pt x="1854439" y="5897"/>
                  </a:lnTo>
                  <a:lnTo>
                    <a:pt x="1824553" y="3670"/>
                  </a:lnTo>
                  <a:lnTo>
                    <a:pt x="1794633" y="1966"/>
                  </a:lnTo>
                  <a:lnTo>
                    <a:pt x="1764688" y="786"/>
                  </a:lnTo>
                  <a:lnTo>
                    <a:pt x="1734727" y="131"/>
                  </a:lnTo>
                  <a:lnTo>
                    <a:pt x="1704758" y="0"/>
                  </a:lnTo>
                  <a:lnTo>
                    <a:pt x="1674793" y="393"/>
                  </a:lnTo>
                  <a:lnTo>
                    <a:pt x="1644838" y="1311"/>
                  </a:lnTo>
                  <a:lnTo>
                    <a:pt x="1614904" y="2752"/>
                  </a:lnTo>
                  <a:lnTo>
                    <a:pt x="1585001" y="4718"/>
                  </a:lnTo>
                  <a:lnTo>
                    <a:pt x="1555136" y="7206"/>
                  </a:lnTo>
                  <a:lnTo>
                    <a:pt x="1525319" y="10217"/>
                  </a:lnTo>
                  <a:lnTo>
                    <a:pt x="1495559" y="13749"/>
                  </a:lnTo>
                  <a:lnTo>
                    <a:pt x="1465866" y="17802"/>
                  </a:lnTo>
                  <a:lnTo>
                    <a:pt x="1436248" y="22373"/>
                  </a:lnTo>
                  <a:lnTo>
                    <a:pt x="1406715" y="27463"/>
                  </a:lnTo>
                  <a:lnTo>
                    <a:pt x="1377276" y="33068"/>
                  </a:lnTo>
                  <a:lnTo>
                    <a:pt x="1347939" y="39187"/>
                  </a:lnTo>
                  <a:lnTo>
                    <a:pt x="1318713" y="45819"/>
                  </a:lnTo>
                  <a:lnTo>
                    <a:pt x="1289609" y="52962"/>
                  </a:lnTo>
                  <a:lnTo>
                    <a:pt x="1260633" y="60613"/>
                  </a:lnTo>
                  <a:lnTo>
                    <a:pt x="1231796" y="68769"/>
                  </a:lnTo>
                  <a:lnTo>
                    <a:pt x="1203106" y="77430"/>
                  </a:lnTo>
                  <a:lnTo>
                    <a:pt x="1174572" y="86591"/>
                  </a:lnTo>
                  <a:lnTo>
                    <a:pt x="1146203" y="96249"/>
                  </a:lnTo>
                  <a:lnTo>
                    <a:pt x="1118007" y="106403"/>
                  </a:lnTo>
                  <a:lnTo>
                    <a:pt x="1089994" y="117049"/>
                  </a:lnTo>
                  <a:lnTo>
                    <a:pt x="1062170" y="128184"/>
                  </a:lnTo>
                  <a:lnTo>
                    <a:pt x="1034546" y="139803"/>
                  </a:lnTo>
                  <a:lnTo>
                    <a:pt x="1007130" y="151905"/>
                  </a:lnTo>
                  <a:lnTo>
                    <a:pt x="979929" y="164484"/>
                  </a:lnTo>
                  <a:lnTo>
                    <a:pt x="952953" y="177537"/>
                  </a:lnTo>
                  <a:lnTo>
                    <a:pt x="926209" y="191061"/>
                  </a:lnTo>
                  <a:lnTo>
                    <a:pt x="899707" y="205050"/>
                  </a:lnTo>
                  <a:lnTo>
                    <a:pt x="873453" y="219502"/>
                  </a:lnTo>
                  <a:lnTo>
                    <a:pt x="847456" y="234410"/>
                  </a:lnTo>
                  <a:lnTo>
                    <a:pt x="821724" y="249771"/>
                  </a:lnTo>
                  <a:lnTo>
                    <a:pt x="796264" y="265580"/>
                  </a:lnTo>
                  <a:lnTo>
                    <a:pt x="771085" y="281833"/>
                  </a:lnTo>
                  <a:lnTo>
                    <a:pt x="746195" y="298523"/>
                  </a:lnTo>
                  <a:lnTo>
                    <a:pt x="721600" y="315646"/>
                  </a:lnTo>
                  <a:lnTo>
                    <a:pt x="697309" y="333198"/>
                  </a:lnTo>
                  <a:lnTo>
                    <a:pt x="673329" y="351171"/>
                  </a:lnTo>
                  <a:lnTo>
                    <a:pt x="649667" y="369562"/>
                  </a:lnTo>
                  <a:lnTo>
                    <a:pt x="626330" y="388364"/>
                  </a:lnTo>
                  <a:lnTo>
                    <a:pt x="603327" y="407572"/>
                  </a:lnTo>
                  <a:lnTo>
                    <a:pt x="580662" y="427179"/>
                  </a:lnTo>
                  <a:lnTo>
                    <a:pt x="558345" y="447179"/>
                  </a:lnTo>
                  <a:lnTo>
                    <a:pt x="536381" y="467568"/>
                  </a:lnTo>
                  <a:lnTo>
                    <a:pt x="514777" y="488337"/>
                  </a:lnTo>
                  <a:lnTo>
                    <a:pt x="493539" y="509482"/>
                  </a:lnTo>
                  <a:lnTo>
                    <a:pt x="472675" y="530995"/>
                  </a:lnTo>
                  <a:lnTo>
                    <a:pt x="452191" y="552869"/>
                  </a:lnTo>
                  <a:lnTo>
                    <a:pt x="432093" y="575099"/>
                  </a:lnTo>
                  <a:lnTo>
                    <a:pt x="412387" y="597678"/>
                  </a:lnTo>
                  <a:lnTo>
                    <a:pt x="393079" y="620597"/>
                  </a:lnTo>
                  <a:lnTo>
                    <a:pt x="374175" y="643851"/>
                  </a:lnTo>
                  <a:lnTo>
                    <a:pt x="355681" y="667433"/>
                  </a:lnTo>
                  <a:lnTo>
                    <a:pt x="337603" y="691334"/>
                  </a:lnTo>
                  <a:lnTo>
                    <a:pt x="319945" y="715548"/>
                  </a:lnTo>
                  <a:lnTo>
                    <a:pt x="302714" y="740067"/>
                  </a:lnTo>
                  <a:lnTo>
                    <a:pt x="285915" y="764885"/>
                  </a:lnTo>
                  <a:lnTo>
                    <a:pt x="269553" y="789992"/>
                  </a:lnTo>
                  <a:lnTo>
                    <a:pt x="253632" y="815382"/>
                  </a:lnTo>
                  <a:lnTo>
                    <a:pt x="238159" y="841047"/>
                  </a:lnTo>
                  <a:lnTo>
                    <a:pt x="223137" y="866978"/>
                  </a:lnTo>
                  <a:lnTo>
                    <a:pt x="208571" y="893169"/>
                  </a:lnTo>
                  <a:lnTo>
                    <a:pt x="194466" y="919610"/>
                  </a:lnTo>
                  <a:lnTo>
                    <a:pt x="180825" y="946294"/>
                  </a:lnTo>
                  <a:lnTo>
                    <a:pt x="167654" y="973213"/>
                  </a:lnTo>
                  <a:lnTo>
                    <a:pt x="154956" y="1000358"/>
                  </a:lnTo>
                  <a:lnTo>
                    <a:pt x="142734" y="1027721"/>
                  </a:lnTo>
                  <a:lnTo>
                    <a:pt x="130994" y="1055294"/>
                  </a:lnTo>
                  <a:lnTo>
                    <a:pt x="119738" y="1083069"/>
                  </a:lnTo>
                  <a:lnTo>
                    <a:pt x="108970" y="1111036"/>
                  </a:lnTo>
                  <a:lnTo>
                    <a:pt x="98692" y="1139187"/>
                  </a:lnTo>
                  <a:lnTo>
                    <a:pt x="88910" y="1167513"/>
                  </a:lnTo>
                  <a:lnTo>
                    <a:pt x="79624" y="1196007"/>
                  </a:lnTo>
                  <a:lnTo>
                    <a:pt x="70838" y="1224659"/>
                  </a:lnTo>
                  <a:lnTo>
                    <a:pt x="62555" y="1253460"/>
                  </a:lnTo>
                  <a:lnTo>
                    <a:pt x="54778" y="1282401"/>
                  </a:lnTo>
                  <a:lnTo>
                    <a:pt x="47508" y="1311475"/>
                  </a:lnTo>
                  <a:lnTo>
                    <a:pt x="40748" y="1340671"/>
                  </a:lnTo>
                  <a:lnTo>
                    <a:pt x="34500" y="1369981"/>
                  </a:lnTo>
                  <a:lnTo>
                    <a:pt x="28766" y="1399395"/>
                  </a:lnTo>
                  <a:lnTo>
                    <a:pt x="23548" y="1428906"/>
                  </a:lnTo>
                  <a:lnTo>
                    <a:pt x="18847" y="1458503"/>
                  </a:lnTo>
                  <a:lnTo>
                    <a:pt x="14665" y="1488179"/>
                  </a:lnTo>
                  <a:lnTo>
                    <a:pt x="11002" y="1517922"/>
                  </a:lnTo>
                  <a:lnTo>
                    <a:pt x="7861" y="1547726"/>
                  </a:lnTo>
                  <a:lnTo>
                    <a:pt x="5242" y="1577580"/>
                  </a:lnTo>
                  <a:lnTo>
                    <a:pt x="3146" y="1607475"/>
                  </a:lnTo>
                  <a:lnTo>
                    <a:pt x="1573" y="1637402"/>
                  </a:lnTo>
                  <a:lnTo>
                    <a:pt x="524" y="1667352"/>
                  </a:lnTo>
                  <a:lnTo>
                    <a:pt x="0" y="1697316"/>
                  </a:lnTo>
                  <a:lnTo>
                    <a:pt x="0" y="1727284"/>
                  </a:lnTo>
                  <a:lnTo>
                    <a:pt x="524" y="1757248"/>
                  </a:lnTo>
                  <a:lnTo>
                    <a:pt x="1573" y="1787198"/>
                  </a:lnTo>
                  <a:lnTo>
                    <a:pt x="3146" y="1817125"/>
                  </a:lnTo>
                  <a:lnTo>
                    <a:pt x="5242" y="1847020"/>
                  </a:lnTo>
                  <a:lnTo>
                    <a:pt x="7861" y="1876874"/>
                  </a:lnTo>
                  <a:lnTo>
                    <a:pt x="11002" y="1906677"/>
                  </a:lnTo>
                  <a:lnTo>
                    <a:pt x="14665" y="1936421"/>
                  </a:lnTo>
                  <a:lnTo>
                    <a:pt x="18847" y="1966096"/>
                  </a:lnTo>
                  <a:lnTo>
                    <a:pt x="23548" y="1995694"/>
                  </a:lnTo>
                  <a:lnTo>
                    <a:pt x="28766" y="2025204"/>
                  </a:lnTo>
                  <a:lnTo>
                    <a:pt x="34500" y="2054619"/>
                  </a:lnTo>
                  <a:lnTo>
                    <a:pt x="40748" y="2083929"/>
                  </a:lnTo>
                  <a:lnTo>
                    <a:pt x="47508" y="2113125"/>
                  </a:lnTo>
                  <a:lnTo>
                    <a:pt x="54778" y="2142198"/>
                  </a:lnTo>
                  <a:lnTo>
                    <a:pt x="62555" y="2171140"/>
                  </a:lnTo>
                  <a:lnTo>
                    <a:pt x="70838" y="2199941"/>
                  </a:lnTo>
                  <a:lnTo>
                    <a:pt x="79624" y="2228593"/>
                  </a:lnTo>
                  <a:lnTo>
                    <a:pt x="88910" y="2257086"/>
                  </a:lnTo>
                  <a:lnTo>
                    <a:pt x="98692" y="2285413"/>
                  </a:lnTo>
                  <a:lnTo>
                    <a:pt x="108970" y="2313564"/>
                  </a:lnTo>
                  <a:lnTo>
                    <a:pt x="119738" y="2341531"/>
                  </a:lnTo>
                  <a:lnTo>
                    <a:pt x="130994" y="2369305"/>
                  </a:lnTo>
                  <a:lnTo>
                    <a:pt x="142734" y="2396878"/>
                  </a:lnTo>
                  <a:lnTo>
                    <a:pt x="154956" y="2424241"/>
                  </a:lnTo>
                  <a:lnTo>
                    <a:pt x="167654" y="2451387"/>
                  </a:lnTo>
                  <a:lnTo>
                    <a:pt x="180825" y="2478305"/>
                  </a:lnTo>
                  <a:lnTo>
                    <a:pt x="194466" y="2504990"/>
                  </a:lnTo>
                  <a:lnTo>
                    <a:pt x="208571" y="2531431"/>
                  </a:lnTo>
                  <a:lnTo>
                    <a:pt x="223137" y="2557621"/>
                  </a:lnTo>
                  <a:lnTo>
                    <a:pt x="238159" y="2583553"/>
                  </a:lnTo>
                  <a:lnTo>
                    <a:pt x="253632" y="2609218"/>
                  </a:lnTo>
                  <a:lnTo>
                    <a:pt x="269553" y="2634608"/>
                  </a:lnTo>
                  <a:lnTo>
                    <a:pt x="285915" y="2659715"/>
                  </a:lnTo>
                  <a:lnTo>
                    <a:pt x="302714" y="2684532"/>
                  </a:lnTo>
                  <a:lnTo>
                    <a:pt x="319945" y="2709052"/>
                  </a:lnTo>
                  <a:lnTo>
                    <a:pt x="337603" y="2733266"/>
                  </a:lnTo>
                  <a:lnTo>
                    <a:pt x="355681" y="2757167"/>
                  </a:lnTo>
                  <a:lnTo>
                    <a:pt x="374175" y="2780748"/>
                  </a:lnTo>
                  <a:lnTo>
                    <a:pt x="393079" y="2804002"/>
                  </a:lnTo>
                  <a:lnTo>
                    <a:pt x="412387" y="2826922"/>
                  </a:lnTo>
                  <a:lnTo>
                    <a:pt x="432093" y="2849500"/>
                  </a:lnTo>
                  <a:lnTo>
                    <a:pt x="452191" y="2871730"/>
                  </a:lnTo>
                  <a:lnTo>
                    <a:pt x="472675" y="2893605"/>
                  </a:lnTo>
                  <a:lnTo>
                    <a:pt x="493539" y="2915118"/>
                  </a:lnTo>
                  <a:lnTo>
                    <a:pt x="514777" y="2936262"/>
                  </a:lnTo>
                  <a:lnTo>
                    <a:pt x="536381" y="2957032"/>
                  </a:lnTo>
                  <a:lnTo>
                    <a:pt x="558345" y="2977420"/>
                  </a:lnTo>
                  <a:lnTo>
                    <a:pt x="580662" y="2997421"/>
                  </a:lnTo>
                  <a:lnTo>
                    <a:pt x="603327" y="3017028"/>
                  </a:lnTo>
                  <a:lnTo>
                    <a:pt x="626330" y="3036235"/>
                  </a:lnTo>
                  <a:lnTo>
                    <a:pt x="649667" y="3055037"/>
                  </a:lnTo>
                  <a:lnTo>
                    <a:pt x="673329" y="3073428"/>
                  </a:lnTo>
                  <a:lnTo>
                    <a:pt x="697309" y="3091402"/>
                  </a:lnTo>
                  <a:lnTo>
                    <a:pt x="721600" y="3108953"/>
                  </a:lnTo>
                  <a:lnTo>
                    <a:pt x="746195" y="3126077"/>
                  </a:lnTo>
                  <a:lnTo>
                    <a:pt x="771085" y="3142767"/>
                  </a:lnTo>
                  <a:lnTo>
                    <a:pt x="796264" y="3159019"/>
                  </a:lnTo>
                  <a:lnTo>
                    <a:pt x="821724" y="3174828"/>
                  </a:lnTo>
                  <a:lnTo>
                    <a:pt x="847456" y="3190189"/>
                  </a:lnTo>
                  <a:lnTo>
                    <a:pt x="873453" y="3205098"/>
                  </a:lnTo>
                  <a:lnTo>
                    <a:pt x="899707" y="3219549"/>
                  </a:lnTo>
                  <a:lnTo>
                    <a:pt x="926209" y="3233539"/>
                  </a:lnTo>
                  <a:lnTo>
                    <a:pt x="952953" y="3247062"/>
                  </a:lnTo>
                  <a:lnTo>
                    <a:pt x="979929" y="3260116"/>
                  </a:lnTo>
                  <a:lnTo>
                    <a:pt x="1007130" y="3272695"/>
                  </a:lnTo>
                  <a:lnTo>
                    <a:pt x="1034546" y="3284796"/>
                  </a:lnTo>
                  <a:lnTo>
                    <a:pt x="1062170" y="3296416"/>
                  </a:lnTo>
                  <a:lnTo>
                    <a:pt x="1089994" y="3307550"/>
                  </a:lnTo>
                  <a:lnTo>
                    <a:pt x="1118007" y="3318196"/>
                  </a:lnTo>
                  <a:lnTo>
                    <a:pt x="1146203" y="3328350"/>
                  </a:lnTo>
                  <a:lnTo>
                    <a:pt x="1174572" y="3338009"/>
                  </a:lnTo>
                  <a:lnTo>
                    <a:pt x="1203106" y="3347170"/>
                  </a:lnTo>
                  <a:lnTo>
                    <a:pt x="1231796" y="3355830"/>
                  </a:lnTo>
                  <a:lnTo>
                    <a:pt x="1260633" y="3363987"/>
                  </a:lnTo>
                  <a:lnTo>
                    <a:pt x="1289609" y="3371638"/>
                  </a:lnTo>
                  <a:lnTo>
                    <a:pt x="1318713" y="3378780"/>
                  </a:lnTo>
                  <a:lnTo>
                    <a:pt x="1347939" y="3385412"/>
                  </a:lnTo>
                  <a:lnTo>
                    <a:pt x="1377276" y="3391532"/>
                  </a:lnTo>
                  <a:lnTo>
                    <a:pt x="1406715" y="3397137"/>
                  </a:lnTo>
                  <a:lnTo>
                    <a:pt x="1436248" y="3402226"/>
                  </a:lnTo>
                  <a:lnTo>
                    <a:pt x="1465866" y="3406798"/>
                  </a:lnTo>
                  <a:lnTo>
                    <a:pt x="1495559" y="3410850"/>
                  </a:lnTo>
                  <a:lnTo>
                    <a:pt x="1525319" y="3414382"/>
                  </a:lnTo>
                  <a:lnTo>
                    <a:pt x="1555136" y="3417393"/>
                  </a:lnTo>
                  <a:lnTo>
                    <a:pt x="1585001" y="3419882"/>
                  </a:lnTo>
                  <a:lnTo>
                    <a:pt x="1614904" y="3421847"/>
                  </a:lnTo>
                  <a:lnTo>
                    <a:pt x="1644838" y="3423289"/>
                  </a:lnTo>
                  <a:lnTo>
                    <a:pt x="1674793" y="3424207"/>
                  </a:lnTo>
                  <a:lnTo>
                    <a:pt x="1704758" y="3424600"/>
                  </a:lnTo>
                  <a:lnTo>
                    <a:pt x="1734727" y="3424469"/>
                  </a:lnTo>
                  <a:lnTo>
                    <a:pt x="1764688" y="3423813"/>
                  </a:lnTo>
                  <a:lnTo>
                    <a:pt x="1794633" y="3422634"/>
                  </a:lnTo>
                  <a:lnTo>
                    <a:pt x="1824553" y="3420930"/>
                  </a:lnTo>
                  <a:lnTo>
                    <a:pt x="1854439" y="3418703"/>
                  </a:lnTo>
                  <a:lnTo>
                    <a:pt x="1884281" y="3415953"/>
                  </a:lnTo>
                  <a:lnTo>
                    <a:pt x="1914070" y="3412681"/>
                  </a:lnTo>
                  <a:lnTo>
                    <a:pt x="1943797" y="3408889"/>
                  </a:lnTo>
                  <a:lnTo>
                    <a:pt x="1973454" y="3404577"/>
                  </a:lnTo>
                  <a:lnTo>
                    <a:pt x="2003030" y="3399746"/>
                  </a:lnTo>
                  <a:lnTo>
                    <a:pt x="2032518" y="3394399"/>
                  </a:lnTo>
                  <a:lnTo>
                    <a:pt x="2061907" y="3388536"/>
                  </a:lnTo>
                  <a:lnTo>
                    <a:pt x="2091190" y="3382160"/>
                  </a:lnTo>
                  <a:lnTo>
                    <a:pt x="2120356" y="3375273"/>
                  </a:lnTo>
                  <a:lnTo>
                    <a:pt x="2149397" y="3367876"/>
                  </a:lnTo>
                  <a:lnTo>
                    <a:pt x="2178304" y="3359972"/>
                  </a:lnTo>
                  <a:lnTo>
                    <a:pt x="2207069" y="3351563"/>
                  </a:lnTo>
                  <a:lnTo>
                    <a:pt x="2235682" y="3342652"/>
                  </a:lnTo>
                  <a:lnTo>
                    <a:pt x="2264135" y="3333242"/>
                  </a:lnTo>
                  <a:lnTo>
                    <a:pt x="2292418" y="3323335"/>
                  </a:lnTo>
                  <a:lnTo>
                    <a:pt x="2320524" y="3312935"/>
                  </a:lnTo>
                  <a:lnTo>
                    <a:pt x="2348444" y="3302044"/>
                  </a:lnTo>
                  <a:lnTo>
                    <a:pt x="2376168" y="3290667"/>
                  </a:lnTo>
                  <a:lnTo>
                    <a:pt x="2403690" y="3278806"/>
                  </a:lnTo>
                  <a:lnTo>
                    <a:pt x="2430999" y="3266465"/>
                  </a:lnTo>
                  <a:lnTo>
                    <a:pt x="2458089" y="3253648"/>
                  </a:lnTo>
                  <a:lnTo>
                    <a:pt x="2484950" y="3240359"/>
                  </a:lnTo>
                  <a:lnTo>
                    <a:pt x="2511574" y="3226602"/>
                  </a:lnTo>
                  <a:lnTo>
                    <a:pt x="2537953" y="3212381"/>
                  </a:lnTo>
                  <a:lnTo>
                    <a:pt x="2564080" y="3197701"/>
                  </a:lnTo>
                  <a:lnTo>
                    <a:pt x="2589945" y="3182565"/>
                  </a:lnTo>
                  <a:lnTo>
                    <a:pt x="2615542" y="3166979"/>
                  </a:lnTo>
                  <a:lnTo>
                    <a:pt x="2640862" y="3150948"/>
                  </a:lnTo>
                  <a:lnTo>
                    <a:pt x="2665898" y="3134476"/>
                  </a:lnTo>
                  <a:lnTo>
                    <a:pt x="2690641" y="3117569"/>
                  </a:lnTo>
                  <a:lnTo>
                    <a:pt x="2715085" y="3100231"/>
                  </a:lnTo>
                  <a:lnTo>
                    <a:pt x="2739221" y="3082467"/>
                  </a:lnTo>
                  <a:lnTo>
                    <a:pt x="2763043" y="3064284"/>
                  </a:lnTo>
                  <a:lnTo>
                    <a:pt x="2786544" y="3045687"/>
                  </a:lnTo>
                  <a:lnTo>
                    <a:pt x="2809715" y="3026682"/>
                  </a:lnTo>
                  <a:lnTo>
                    <a:pt x="2832550" y="3007274"/>
                  </a:lnTo>
                  <a:lnTo>
                    <a:pt x="2855041" y="2987469"/>
                  </a:lnTo>
                  <a:lnTo>
                    <a:pt x="2877183" y="2967274"/>
                  </a:lnTo>
                  <a:lnTo>
                    <a:pt x="2898968" y="2946694"/>
                  </a:lnTo>
                  <a:lnTo>
                    <a:pt x="2920390" y="2925736"/>
                  </a:lnTo>
                  <a:lnTo>
                    <a:pt x="2941441" y="2904407"/>
                  </a:lnTo>
                  <a:lnTo>
                    <a:pt x="2962116" y="2882712"/>
                  </a:lnTo>
                  <a:lnTo>
                    <a:pt x="2982408" y="2860659"/>
                  </a:lnTo>
                  <a:lnTo>
                    <a:pt x="3002311" y="2838254"/>
                  </a:lnTo>
                  <a:lnTo>
                    <a:pt x="3021818" y="2815504"/>
                  </a:lnTo>
                  <a:lnTo>
                    <a:pt x="3040925" y="2792417"/>
                  </a:lnTo>
                  <a:lnTo>
                    <a:pt x="3059625" y="2768998"/>
                  </a:lnTo>
                  <a:lnTo>
                    <a:pt x="3077912" y="2745256"/>
                  </a:lnTo>
                  <a:lnTo>
                    <a:pt x="3095780" y="2721197"/>
                  </a:lnTo>
                  <a:lnTo>
                    <a:pt x="3113225" y="2696830"/>
                  </a:lnTo>
                  <a:lnTo>
                    <a:pt x="3130241" y="2672160"/>
                  </a:lnTo>
                  <a:lnTo>
                    <a:pt x="3146822" y="2647197"/>
                  </a:lnTo>
                  <a:lnTo>
                    <a:pt x="3162964" y="2621947"/>
                  </a:lnTo>
                  <a:lnTo>
                    <a:pt x="3178662" y="2596419"/>
                  </a:lnTo>
                  <a:lnTo>
                    <a:pt x="3193910" y="2570620"/>
                  </a:lnTo>
                  <a:lnTo>
                    <a:pt x="3208705" y="2544558"/>
                  </a:lnTo>
                  <a:lnTo>
                    <a:pt x="3223041" y="2518241"/>
                  </a:lnTo>
                  <a:lnTo>
                    <a:pt x="3236914" y="2491677"/>
                  </a:lnTo>
                  <a:lnTo>
                    <a:pt x="3250321" y="2464875"/>
                  </a:lnTo>
                  <a:lnTo>
                    <a:pt x="3263256" y="2437842"/>
                  </a:lnTo>
                  <a:lnTo>
                    <a:pt x="3275716" y="2410586"/>
                  </a:lnTo>
                  <a:lnTo>
                    <a:pt x="3287697" y="2383117"/>
                  </a:lnTo>
                  <a:lnTo>
                    <a:pt x="3299196" y="2355443"/>
                  </a:lnTo>
                  <a:lnTo>
                    <a:pt x="3310209" y="2327571"/>
                  </a:lnTo>
                  <a:lnTo>
                    <a:pt x="3320732" y="2299511"/>
                  </a:lnTo>
                  <a:lnTo>
                    <a:pt x="3330762" y="2271271"/>
                  </a:lnTo>
                  <a:lnTo>
                    <a:pt x="3340297" y="2242860"/>
                  </a:lnTo>
                  <a:lnTo>
                    <a:pt x="3349333" y="2214286"/>
                  </a:lnTo>
                  <a:lnTo>
                    <a:pt x="3357867" y="2185558"/>
                  </a:lnTo>
                  <a:lnTo>
                    <a:pt x="3365898" y="2156686"/>
                  </a:lnTo>
                  <a:lnTo>
                    <a:pt x="3373422" y="2127677"/>
                  </a:lnTo>
                  <a:lnTo>
                    <a:pt x="3380437" y="2098542"/>
                  </a:lnTo>
                  <a:lnTo>
                    <a:pt x="3386941" y="2069287"/>
                  </a:lnTo>
                  <a:lnTo>
                    <a:pt x="3392932" y="2039924"/>
                  </a:lnTo>
                  <a:lnTo>
                    <a:pt x="3398409" y="2010460"/>
                  </a:lnTo>
                  <a:lnTo>
                    <a:pt x="3403368" y="1980905"/>
                  </a:lnTo>
                  <a:lnTo>
                    <a:pt x="3407810" y="1951268"/>
                  </a:lnTo>
                  <a:lnTo>
                    <a:pt x="3411733" y="1921557"/>
                  </a:lnTo>
                  <a:lnTo>
                    <a:pt x="3415135" y="1891782"/>
                  </a:lnTo>
                  <a:lnTo>
                    <a:pt x="3418015" y="1861953"/>
                  </a:lnTo>
                  <a:lnTo>
                    <a:pt x="3420373" y="1832077"/>
                  </a:lnTo>
                  <a:lnTo>
                    <a:pt x="3422207" y="1802165"/>
                  </a:lnTo>
                  <a:lnTo>
                    <a:pt x="3423518" y="1772225"/>
                  </a:lnTo>
                  <a:lnTo>
                    <a:pt x="3424305" y="1742267"/>
                  </a:lnTo>
                  <a:lnTo>
                    <a:pt x="3424567" y="1712300"/>
                  </a:lnTo>
                </a:path>
              </a:pathLst>
            </a:custGeom>
            <a:ln w="13550" cap="flat">
              <a:solidFill>
                <a:srgbClr val="222222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2732187" y="1402960"/>
              <a:ext cx="388711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718836" y="5341288"/>
              <a:ext cx="415411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318952" y="1979714"/>
              <a:ext cx="689183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4895707" y="3372124"/>
              <a:ext cx="318028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318952" y="4764533"/>
              <a:ext cx="715883" cy="1137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1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214291" y="1716699"/>
              <a:ext cx="3424567" cy="3424600"/>
            </a:xfrm>
            <a:custGeom>
              <a:avLst/>
              <a:pathLst>
                <a:path w="3424567" h="3424600">
                  <a:moveTo>
                    <a:pt x="3424567" y="1712300"/>
                  </a:moveTo>
                  <a:lnTo>
                    <a:pt x="3424305" y="1682332"/>
                  </a:lnTo>
                  <a:lnTo>
                    <a:pt x="3423518" y="1652374"/>
                  </a:lnTo>
                  <a:lnTo>
                    <a:pt x="3422207" y="1622435"/>
                  </a:lnTo>
                  <a:lnTo>
                    <a:pt x="3420373" y="1592522"/>
                  </a:lnTo>
                  <a:lnTo>
                    <a:pt x="3418015" y="1562647"/>
                  </a:lnTo>
                  <a:lnTo>
                    <a:pt x="3415135" y="1532817"/>
                  </a:lnTo>
                  <a:lnTo>
                    <a:pt x="3411733" y="1503042"/>
                  </a:lnTo>
                  <a:lnTo>
                    <a:pt x="3407810" y="1473332"/>
                  </a:lnTo>
                  <a:lnTo>
                    <a:pt x="3403368" y="1443694"/>
                  </a:lnTo>
                  <a:lnTo>
                    <a:pt x="3398409" y="1414139"/>
                  </a:lnTo>
                  <a:lnTo>
                    <a:pt x="3392932" y="1384676"/>
                  </a:lnTo>
                  <a:lnTo>
                    <a:pt x="3386941" y="1355312"/>
                  </a:lnTo>
                  <a:lnTo>
                    <a:pt x="3380437" y="1326058"/>
                  </a:lnTo>
                  <a:lnTo>
                    <a:pt x="3373422" y="1296922"/>
                  </a:lnTo>
                  <a:lnTo>
                    <a:pt x="3365898" y="1267914"/>
                  </a:lnTo>
                  <a:lnTo>
                    <a:pt x="3357867" y="1239041"/>
                  </a:lnTo>
                  <a:lnTo>
                    <a:pt x="3349333" y="1210314"/>
                  </a:lnTo>
                  <a:lnTo>
                    <a:pt x="3340297" y="1181740"/>
                  </a:lnTo>
                  <a:lnTo>
                    <a:pt x="3330762" y="1153329"/>
                  </a:lnTo>
                  <a:lnTo>
                    <a:pt x="3320732" y="1125089"/>
                  </a:lnTo>
                  <a:lnTo>
                    <a:pt x="3310209" y="1097029"/>
                  </a:lnTo>
                  <a:lnTo>
                    <a:pt x="3299196" y="1069157"/>
                  </a:lnTo>
                  <a:lnTo>
                    <a:pt x="3287697" y="1041482"/>
                  </a:lnTo>
                  <a:lnTo>
                    <a:pt x="3275716" y="1014013"/>
                  </a:lnTo>
                  <a:lnTo>
                    <a:pt x="3263256" y="986758"/>
                  </a:lnTo>
                  <a:lnTo>
                    <a:pt x="3250321" y="959725"/>
                  </a:lnTo>
                  <a:lnTo>
                    <a:pt x="3236914" y="932922"/>
                  </a:lnTo>
                  <a:lnTo>
                    <a:pt x="3223041" y="906358"/>
                  </a:lnTo>
                  <a:lnTo>
                    <a:pt x="3208705" y="880042"/>
                  </a:lnTo>
                  <a:lnTo>
                    <a:pt x="3193910" y="853980"/>
                  </a:lnTo>
                  <a:lnTo>
                    <a:pt x="3178662" y="828180"/>
                  </a:lnTo>
                  <a:lnTo>
                    <a:pt x="3162964" y="802652"/>
                  </a:lnTo>
                  <a:lnTo>
                    <a:pt x="3146822" y="777403"/>
                  </a:lnTo>
                  <a:lnTo>
                    <a:pt x="3130241" y="752439"/>
                  </a:lnTo>
                  <a:lnTo>
                    <a:pt x="3113225" y="727770"/>
                  </a:lnTo>
                  <a:lnTo>
                    <a:pt x="3095780" y="703402"/>
                  </a:lnTo>
                  <a:lnTo>
                    <a:pt x="3077912" y="679344"/>
                  </a:lnTo>
                  <a:lnTo>
                    <a:pt x="3059625" y="655601"/>
                  </a:lnTo>
                  <a:lnTo>
                    <a:pt x="3040925" y="632183"/>
                  </a:lnTo>
                  <a:lnTo>
                    <a:pt x="3021818" y="609095"/>
                  </a:lnTo>
                  <a:lnTo>
                    <a:pt x="3002311" y="586345"/>
                  </a:lnTo>
                  <a:lnTo>
                    <a:pt x="2982408" y="563940"/>
                  </a:lnTo>
                  <a:lnTo>
                    <a:pt x="2962116" y="541887"/>
                  </a:lnTo>
                  <a:lnTo>
                    <a:pt x="2941441" y="520193"/>
                  </a:lnTo>
                  <a:lnTo>
                    <a:pt x="2920390" y="498863"/>
                  </a:lnTo>
                  <a:lnTo>
                    <a:pt x="2898968" y="477905"/>
                  </a:lnTo>
                  <a:lnTo>
                    <a:pt x="2877183" y="457326"/>
                  </a:lnTo>
                  <a:lnTo>
                    <a:pt x="2855041" y="437130"/>
                  </a:lnTo>
                  <a:lnTo>
                    <a:pt x="2832550" y="417326"/>
                  </a:lnTo>
                  <a:lnTo>
                    <a:pt x="2809715" y="397917"/>
                  </a:lnTo>
                  <a:lnTo>
                    <a:pt x="2786544" y="378912"/>
                  </a:lnTo>
                  <a:lnTo>
                    <a:pt x="2763043" y="360315"/>
                  </a:lnTo>
                  <a:lnTo>
                    <a:pt x="2739221" y="342132"/>
                  </a:lnTo>
                  <a:lnTo>
                    <a:pt x="2715085" y="324369"/>
                  </a:lnTo>
                  <a:lnTo>
                    <a:pt x="2690641" y="307031"/>
                  </a:lnTo>
                  <a:lnTo>
                    <a:pt x="2665898" y="290123"/>
                  </a:lnTo>
                  <a:lnTo>
                    <a:pt x="2640862" y="273651"/>
                  </a:lnTo>
                  <a:lnTo>
                    <a:pt x="2615542" y="257620"/>
                  </a:lnTo>
                  <a:lnTo>
                    <a:pt x="2589945" y="242034"/>
                  </a:lnTo>
                  <a:lnTo>
                    <a:pt x="2564080" y="226899"/>
                  </a:lnTo>
                  <a:lnTo>
                    <a:pt x="2537953" y="212219"/>
                  </a:lnTo>
                  <a:lnTo>
                    <a:pt x="2511574" y="197998"/>
                  </a:lnTo>
                  <a:lnTo>
                    <a:pt x="2484950" y="184241"/>
                  </a:lnTo>
                  <a:lnTo>
                    <a:pt x="2458089" y="170952"/>
                  </a:lnTo>
                  <a:lnTo>
                    <a:pt x="2430999" y="158135"/>
                  </a:lnTo>
                  <a:lnTo>
                    <a:pt x="2403690" y="145794"/>
                  </a:lnTo>
                  <a:lnTo>
                    <a:pt x="2376168" y="133933"/>
                  </a:lnTo>
                  <a:lnTo>
                    <a:pt x="2348444" y="122556"/>
                  </a:lnTo>
                  <a:lnTo>
                    <a:pt x="2320524" y="111665"/>
                  </a:lnTo>
                  <a:lnTo>
                    <a:pt x="2292418" y="101265"/>
                  </a:lnTo>
                  <a:lnTo>
                    <a:pt x="2264135" y="91358"/>
                  </a:lnTo>
                  <a:lnTo>
                    <a:pt x="2235682" y="81948"/>
                  </a:lnTo>
                  <a:lnTo>
                    <a:pt x="2207069" y="73037"/>
                  </a:lnTo>
                  <a:lnTo>
                    <a:pt x="2178304" y="64628"/>
                  </a:lnTo>
                  <a:lnTo>
                    <a:pt x="2149397" y="56724"/>
                  </a:lnTo>
                  <a:lnTo>
                    <a:pt x="2120356" y="49327"/>
                  </a:lnTo>
                  <a:lnTo>
                    <a:pt x="2091190" y="42439"/>
                  </a:lnTo>
                  <a:lnTo>
                    <a:pt x="2061907" y="36063"/>
                  </a:lnTo>
                  <a:lnTo>
                    <a:pt x="2032518" y="30201"/>
                  </a:lnTo>
                  <a:lnTo>
                    <a:pt x="2003030" y="24853"/>
                  </a:lnTo>
                  <a:lnTo>
                    <a:pt x="1973454" y="20023"/>
                  </a:lnTo>
                  <a:lnTo>
                    <a:pt x="1943797" y="15711"/>
                  </a:lnTo>
                  <a:lnTo>
                    <a:pt x="1914070" y="11918"/>
                  </a:lnTo>
                  <a:lnTo>
                    <a:pt x="1884281" y="8647"/>
                  </a:lnTo>
                  <a:lnTo>
                    <a:pt x="1854439" y="5897"/>
                  </a:lnTo>
                  <a:lnTo>
                    <a:pt x="1824553" y="3670"/>
                  </a:lnTo>
                  <a:lnTo>
                    <a:pt x="1794633" y="1966"/>
                  </a:lnTo>
                  <a:lnTo>
                    <a:pt x="1764688" y="786"/>
                  </a:lnTo>
                  <a:lnTo>
                    <a:pt x="1734727" y="131"/>
                  </a:lnTo>
                  <a:lnTo>
                    <a:pt x="1704758" y="0"/>
                  </a:lnTo>
                  <a:lnTo>
                    <a:pt x="1674793" y="393"/>
                  </a:lnTo>
                  <a:lnTo>
                    <a:pt x="1644838" y="1311"/>
                  </a:lnTo>
                  <a:lnTo>
                    <a:pt x="1614904" y="2752"/>
                  </a:lnTo>
                  <a:lnTo>
                    <a:pt x="1585001" y="4718"/>
                  </a:lnTo>
                  <a:lnTo>
                    <a:pt x="1555136" y="7206"/>
                  </a:lnTo>
                  <a:lnTo>
                    <a:pt x="1525319" y="10217"/>
                  </a:lnTo>
                  <a:lnTo>
                    <a:pt x="1495559" y="13749"/>
                  </a:lnTo>
                  <a:lnTo>
                    <a:pt x="1465866" y="17802"/>
                  </a:lnTo>
                  <a:lnTo>
                    <a:pt x="1436248" y="22373"/>
                  </a:lnTo>
                  <a:lnTo>
                    <a:pt x="1406715" y="27463"/>
                  </a:lnTo>
                  <a:lnTo>
                    <a:pt x="1377276" y="33068"/>
                  </a:lnTo>
                  <a:lnTo>
                    <a:pt x="1347939" y="39187"/>
                  </a:lnTo>
                  <a:lnTo>
                    <a:pt x="1318713" y="45819"/>
                  </a:lnTo>
                  <a:lnTo>
                    <a:pt x="1289609" y="52962"/>
                  </a:lnTo>
                  <a:lnTo>
                    <a:pt x="1260633" y="60613"/>
                  </a:lnTo>
                  <a:lnTo>
                    <a:pt x="1231796" y="68769"/>
                  </a:lnTo>
                  <a:lnTo>
                    <a:pt x="1203106" y="77430"/>
                  </a:lnTo>
                  <a:lnTo>
                    <a:pt x="1174572" y="86591"/>
                  </a:lnTo>
                  <a:lnTo>
                    <a:pt x="1146203" y="96249"/>
                  </a:lnTo>
                  <a:lnTo>
                    <a:pt x="1118007" y="106403"/>
                  </a:lnTo>
                  <a:lnTo>
                    <a:pt x="1089994" y="117049"/>
                  </a:lnTo>
                  <a:lnTo>
                    <a:pt x="1062170" y="128184"/>
                  </a:lnTo>
                  <a:lnTo>
                    <a:pt x="1034546" y="139803"/>
                  </a:lnTo>
                  <a:lnTo>
                    <a:pt x="1007130" y="151905"/>
                  </a:lnTo>
                  <a:lnTo>
                    <a:pt x="979929" y="164484"/>
                  </a:lnTo>
                  <a:lnTo>
                    <a:pt x="952953" y="177537"/>
                  </a:lnTo>
                  <a:lnTo>
                    <a:pt x="926209" y="191061"/>
                  </a:lnTo>
                  <a:lnTo>
                    <a:pt x="899707" y="205050"/>
                  </a:lnTo>
                  <a:lnTo>
                    <a:pt x="873453" y="219502"/>
                  </a:lnTo>
                  <a:lnTo>
                    <a:pt x="847456" y="234410"/>
                  </a:lnTo>
                  <a:lnTo>
                    <a:pt x="821724" y="249771"/>
                  </a:lnTo>
                  <a:lnTo>
                    <a:pt x="796264" y="265580"/>
                  </a:lnTo>
                  <a:lnTo>
                    <a:pt x="771085" y="281833"/>
                  </a:lnTo>
                  <a:lnTo>
                    <a:pt x="746195" y="298523"/>
                  </a:lnTo>
                  <a:lnTo>
                    <a:pt x="721600" y="315646"/>
                  </a:lnTo>
                  <a:lnTo>
                    <a:pt x="697309" y="333198"/>
                  </a:lnTo>
                  <a:lnTo>
                    <a:pt x="673329" y="351171"/>
                  </a:lnTo>
                  <a:lnTo>
                    <a:pt x="649667" y="369562"/>
                  </a:lnTo>
                  <a:lnTo>
                    <a:pt x="626330" y="388364"/>
                  </a:lnTo>
                  <a:lnTo>
                    <a:pt x="603327" y="407572"/>
                  </a:lnTo>
                  <a:lnTo>
                    <a:pt x="580662" y="427179"/>
                  </a:lnTo>
                  <a:lnTo>
                    <a:pt x="558345" y="447179"/>
                  </a:lnTo>
                  <a:lnTo>
                    <a:pt x="536381" y="467568"/>
                  </a:lnTo>
                  <a:lnTo>
                    <a:pt x="514777" y="488337"/>
                  </a:lnTo>
                  <a:lnTo>
                    <a:pt x="493539" y="509482"/>
                  </a:lnTo>
                  <a:lnTo>
                    <a:pt x="472675" y="530995"/>
                  </a:lnTo>
                  <a:lnTo>
                    <a:pt x="452191" y="552869"/>
                  </a:lnTo>
                  <a:lnTo>
                    <a:pt x="432093" y="575099"/>
                  </a:lnTo>
                  <a:lnTo>
                    <a:pt x="412387" y="597678"/>
                  </a:lnTo>
                  <a:lnTo>
                    <a:pt x="393079" y="620597"/>
                  </a:lnTo>
                  <a:lnTo>
                    <a:pt x="374175" y="643851"/>
                  </a:lnTo>
                  <a:lnTo>
                    <a:pt x="355681" y="667433"/>
                  </a:lnTo>
                  <a:lnTo>
                    <a:pt x="337603" y="691334"/>
                  </a:lnTo>
                  <a:lnTo>
                    <a:pt x="319945" y="715548"/>
                  </a:lnTo>
                  <a:lnTo>
                    <a:pt x="302714" y="740067"/>
                  </a:lnTo>
                  <a:lnTo>
                    <a:pt x="285915" y="764885"/>
                  </a:lnTo>
                  <a:lnTo>
                    <a:pt x="269553" y="789992"/>
                  </a:lnTo>
                  <a:lnTo>
                    <a:pt x="253632" y="815382"/>
                  </a:lnTo>
                  <a:lnTo>
                    <a:pt x="238159" y="841047"/>
                  </a:lnTo>
                  <a:lnTo>
                    <a:pt x="223137" y="866978"/>
                  </a:lnTo>
                  <a:lnTo>
                    <a:pt x="208571" y="893169"/>
                  </a:lnTo>
                  <a:lnTo>
                    <a:pt x="194466" y="919610"/>
                  </a:lnTo>
                  <a:lnTo>
                    <a:pt x="180825" y="946294"/>
                  </a:lnTo>
                  <a:lnTo>
                    <a:pt x="167654" y="973213"/>
                  </a:lnTo>
                  <a:lnTo>
                    <a:pt x="154956" y="1000358"/>
                  </a:lnTo>
                  <a:lnTo>
                    <a:pt x="142734" y="1027721"/>
                  </a:lnTo>
                  <a:lnTo>
                    <a:pt x="130994" y="1055294"/>
                  </a:lnTo>
                  <a:lnTo>
                    <a:pt x="119738" y="1083069"/>
                  </a:lnTo>
                  <a:lnTo>
                    <a:pt x="108970" y="1111036"/>
                  </a:lnTo>
                  <a:lnTo>
                    <a:pt x="98692" y="1139187"/>
                  </a:lnTo>
                  <a:lnTo>
                    <a:pt x="88910" y="1167513"/>
                  </a:lnTo>
                  <a:lnTo>
                    <a:pt x="79624" y="1196007"/>
                  </a:lnTo>
                  <a:lnTo>
                    <a:pt x="70838" y="1224659"/>
                  </a:lnTo>
                  <a:lnTo>
                    <a:pt x="62555" y="1253460"/>
                  </a:lnTo>
                  <a:lnTo>
                    <a:pt x="54778" y="1282401"/>
                  </a:lnTo>
                  <a:lnTo>
                    <a:pt x="47508" y="1311475"/>
                  </a:lnTo>
                  <a:lnTo>
                    <a:pt x="40748" y="1340671"/>
                  </a:lnTo>
                  <a:lnTo>
                    <a:pt x="34500" y="1369981"/>
                  </a:lnTo>
                  <a:lnTo>
                    <a:pt x="28766" y="1399395"/>
                  </a:lnTo>
                  <a:lnTo>
                    <a:pt x="23548" y="1428906"/>
                  </a:lnTo>
                  <a:lnTo>
                    <a:pt x="18847" y="1458503"/>
                  </a:lnTo>
                  <a:lnTo>
                    <a:pt x="14665" y="1488179"/>
                  </a:lnTo>
                  <a:lnTo>
                    <a:pt x="11002" y="1517922"/>
                  </a:lnTo>
                  <a:lnTo>
                    <a:pt x="7861" y="1547726"/>
                  </a:lnTo>
                  <a:lnTo>
                    <a:pt x="5242" y="1577580"/>
                  </a:lnTo>
                  <a:lnTo>
                    <a:pt x="3146" y="1607475"/>
                  </a:lnTo>
                  <a:lnTo>
                    <a:pt x="1573" y="1637402"/>
                  </a:lnTo>
                  <a:lnTo>
                    <a:pt x="524" y="1667352"/>
                  </a:lnTo>
                  <a:lnTo>
                    <a:pt x="0" y="1697316"/>
                  </a:lnTo>
                  <a:lnTo>
                    <a:pt x="0" y="1727284"/>
                  </a:lnTo>
                  <a:lnTo>
                    <a:pt x="524" y="1757248"/>
                  </a:lnTo>
                  <a:lnTo>
                    <a:pt x="1573" y="1787198"/>
                  </a:lnTo>
                  <a:lnTo>
                    <a:pt x="3146" y="1817125"/>
                  </a:lnTo>
                  <a:lnTo>
                    <a:pt x="5242" y="1847020"/>
                  </a:lnTo>
                  <a:lnTo>
                    <a:pt x="7861" y="1876874"/>
                  </a:lnTo>
                  <a:lnTo>
                    <a:pt x="11002" y="1906677"/>
                  </a:lnTo>
                  <a:lnTo>
                    <a:pt x="14665" y="1936421"/>
                  </a:lnTo>
                  <a:lnTo>
                    <a:pt x="18847" y="1966096"/>
                  </a:lnTo>
                  <a:lnTo>
                    <a:pt x="23548" y="1995694"/>
                  </a:lnTo>
                  <a:lnTo>
                    <a:pt x="28766" y="2025204"/>
                  </a:lnTo>
                  <a:lnTo>
                    <a:pt x="34500" y="2054619"/>
                  </a:lnTo>
                  <a:lnTo>
                    <a:pt x="40748" y="2083929"/>
                  </a:lnTo>
                  <a:lnTo>
                    <a:pt x="47508" y="2113125"/>
                  </a:lnTo>
                  <a:lnTo>
                    <a:pt x="54778" y="2142198"/>
                  </a:lnTo>
                  <a:lnTo>
                    <a:pt x="62555" y="2171140"/>
                  </a:lnTo>
                  <a:lnTo>
                    <a:pt x="70838" y="2199941"/>
                  </a:lnTo>
                  <a:lnTo>
                    <a:pt x="79624" y="2228593"/>
                  </a:lnTo>
                  <a:lnTo>
                    <a:pt x="88910" y="2257086"/>
                  </a:lnTo>
                  <a:lnTo>
                    <a:pt x="98692" y="2285413"/>
                  </a:lnTo>
                  <a:lnTo>
                    <a:pt x="108970" y="2313564"/>
                  </a:lnTo>
                  <a:lnTo>
                    <a:pt x="119738" y="2341531"/>
                  </a:lnTo>
                  <a:lnTo>
                    <a:pt x="130994" y="2369305"/>
                  </a:lnTo>
                  <a:lnTo>
                    <a:pt x="142734" y="2396878"/>
                  </a:lnTo>
                  <a:lnTo>
                    <a:pt x="154956" y="2424241"/>
                  </a:lnTo>
                  <a:lnTo>
                    <a:pt x="167654" y="2451387"/>
                  </a:lnTo>
                  <a:lnTo>
                    <a:pt x="180825" y="2478305"/>
                  </a:lnTo>
                  <a:lnTo>
                    <a:pt x="194466" y="2504990"/>
                  </a:lnTo>
                  <a:lnTo>
                    <a:pt x="208571" y="2531431"/>
                  </a:lnTo>
                  <a:lnTo>
                    <a:pt x="223137" y="2557621"/>
                  </a:lnTo>
                  <a:lnTo>
                    <a:pt x="238159" y="2583553"/>
                  </a:lnTo>
                  <a:lnTo>
                    <a:pt x="253632" y="2609218"/>
                  </a:lnTo>
                  <a:lnTo>
                    <a:pt x="269553" y="2634608"/>
                  </a:lnTo>
                  <a:lnTo>
                    <a:pt x="285915" y="2659715"/>
                  </a:lnTo>
                  <a:lnTo>
                    <a:pt x="302714" y="2684532"/>
                  </a:lnTo>
                  <a:lnTo>
                    <a:pt x="319945" y="2709052"/>
                  </a:lnTo>
                  <a:lnTo>
                    <a:pt x="337603" y="2733266"/>
                  </a:lnTo>
                  <a:lnTo>
                    <a:pt x="355681" y="2757167"/>
                  </a:lnTo>
                  <a:lnTo>
                    <a:pt x="374175" y="2780748"/>
                  </a:lnTo>
                  <a:lnTo>
                    <a:pt x="393079" y="2804002"/>
                  </a:lnTo>
                  <a:lnTo>
                    <a:pt x="412387" y="2826922"/>
                  </a:lnTo>
                  <a:lnTo>
                    <a:pt x="432093" y="2849500"/>
                  </a:lnTo>
                  <a:lnTo>
                    <a:pt x="452191" y="2871730"/>
                  </a:lnTo>
                  <a:lnTo>
                    <a:pt x="472675" y="2893605"/>
                  </a:lnTo>
                  <a:lnTo>
                    <a:pt x="493539" y="2915118"/>
                  </a:lnTo>
                  <a:lnTo>
                    <a:pt x="514777" y="2936262"/>
                  </a:lnTo>
                  <a:lnTo>
                    <a:pt x="536381" y="2957032"/>
                  </a:lnTo>
                  <a:lnTo>
                    <a:pt x="558345" y="2977420"/>
                  </a:lnTo>
                  <a:lnTo>
                    <a:pt x="580662" y="2997421"/>
                  </a:lnTo>
                  <a:lnTo>
                    <a:pt x="603327" y="3017028"/>
                  </a:lnTo>
                  <a:lnTo>
                    <a:pt x="626330" y="3036235"/>
                  </a:lnTo>
                  <a:lnTo>
                    <a:pt x="649667" y="3055037"/>
                  </a:lnTo>
                  <a:lnTo>
                    <a:pt x="673329" y="3073428"/>
                  </a:lnTo>
                  <a:lnTo>
                    <a:pt x="697309" y="3091402"/>
                  </a:lnTo>
                  <a:lnTo>
                    <a:pt x="721600" y="3108953"/>
                  </a:lnTo>
                  <a:lnTo>
                    <a:pt x="746195" y="3126077"/>
                  </a:lnTo>
                  <a:lnTo>
                    <a:pt x="771085" y="3142767"/>
                  </a:lnTo>
                  <a:lnTo>
                    <a:pt x="796264" y="3159019"/>
                  </a:lnTo>
                  <a:lnTo>
                    <a:pt x="821724" y="3174828"/>
                  </a:lnTo>
                  <a:lnTo>
                    <a:pt x="847456" y="3190189"/>
                  </a:lnTo>
                  <a:lnTo>
                    <a:pt x="873453" y="3205098"/>
                  </a:lnTo>
                  <a:lnTo>
                    <a:pt x="899707" y="3219549"/>
                  </a:lnTo>
                  <a:lnTo>
                    <a:pt x="926209" y="3233539"/>
                  </a:lnTo>
                  <a:lnTo>
                    <a:pt x="952953" y="3247062"/>
                  </a:lnTo>
                  <a:lnTo>
                    <a:pt x="979929" y="3260116"/>
                  </a:lnTo>
                  <a:lnTo>
                    <a:pt x="1007130" y="3272695"/>
                  </a:lnTo>
                  <a:lnTo>
                    <a:pt x="1034546" y="3284796"/>
                  </a:lnTo>
                  <a:lnTo>
                    <a:pt x="1062170" y="3296416"/>
                  </a:lnTo>
                  <a:lnTo>
                    <a:pt x="1089994" y="3307550"/>
                  </a:lnTo>
                  <a:lnTo>
                    <a:pt x="1118007" y="3318196"/>
                  </a:lnTo>
                  <a:lnTo>
                    <a:pt x="1146203" y="3328350"/>
                  </a:lnTo>
                  <a:lnTo>
                    <a:pt x="1174572" y="3338009"/>
                  </a:lnTo>
                  <a:lnTo>
                    <a:pt x="1203106" y="3347170"/>
                  </a:lnTo>
                  <a:lnTo>
                    <a:pt x="1231796" y="3355830"/>
                  </a:lnTo>
                  <a:lnTo>
                    <a:pt x="1260633" y="3363987"/>
                  </a:lnTo>
                  <a:lnTo>
                    <a:pt x="1289609" y="3371638"/>
                  </a:lnTo>
                  <a:lnTo>
                    <a:pt x="1318713" y="3378780"/>
                  </a:lnTo>
                  <a:lnTo>
                    <a:pt x="1347939" y="3385412"/>
                  </a:lnTo>
                  <a:lnTo>
                    <a:pt x="1377276" y="3391532"/>
                  </a:lnTo>
                  <a:lnTo>
                    <a:pt x="1406715" y="3397137"/>
                  </a:lnTo>
                  <a:lnTo>
                    <a:pt x="1436248" y="3402226"/>
                  </a:lnTo>
                  <a:lnTo>
                    <a:pt x="1465866" y="3406798"/>
                  </a:lnTo>
                  <a:lnTo>
                    <a:pt x="1495559" y="3410850"/>
                  </a:lnTo>
                  <a:lnTo>
                    <a:pt x="1525319" y="3414382"/>
                  </a:lnTo>
                  <a:lnTo>
                    <a:pt x="1555136" y="3417393"/>
                  </a:lnTo>
                  <a:lnTo>
                    <a:pt x="1585001" y="3419882"/>
                  </a:lnTo>
                  <a:lnTo>
                    <a:pt x="1614904" y="3421847"/>
                  </a:lnTo>
                  <a:lnTo>
                    <a:pt x="1644838" y="3423289"/>
                  </a:lnTo>
                  <a:lnTo>
                    <a:pt x="1674793" y="3424207"/>
                  </a:lnTo>
                  <a:lnTo>
                    <a:pt x="1704758" y="3424600"/>
                  </a:lnTo>
                  <a:lnTo>
                    <a:pt x="1734727" y="3424469"/>
                  </a:lnTo>
                  <a:lnTo>
                    <a:pt x="1764688" y="3423813"/>
                  </a:lnTo>
                  <a:lnTo>
                    <a:pt x="1794633" y="3422634"/>
                  </a:lnTo>
                  <a:lnTo>
                    <a:pt x="1824553" y="3420930"/>
                  </a:lnTo>
                  <a:lnTo>
                    <a:pt x="1854439" y="3418703"/>
                  </a:lnTo>
                  <a:lnTo>
                    <a:pt x="1884281" y="3415953"/>
                  </a:lnTo>
                  <a:lnTo>
                    <a:pt x="1914070" y="3412681"/>
                  </a:lnTo>
                  <a:lnTo>
                    <a:pt x="1943797" y="3408889"/>
                  </a:lnTo>
                  <a:lnTo>
                    <a:pt x="1973454" y="3404577"/>
                  </a:lnTo>
                  <a:lnTo>
                    <a:pt x="2003030" y="3399746"/>
                  </a:lnTo>
                  <a:lnTo>
                    <a:pt x="2032518" y="3394399"/>
                  </a:lnTo>
                  <a:lnTo>
                    <a:pt x="2061907" y="3388536"/>
                  </a:lnTo>
                  <a:lnTo>
                    <a:pt x="2091190" y="3382160"/>
                  </a:lnTo>
                  <a:lnTo>
                    <a:pt x="2120356" y="3375273"/>
                  </a:lnTo>
                  <a:lnTo>
                    <a:pt x="2149397" y="3367876"/>
                  </a:lnTo>
                  <a:lnTo>
                    <a:pt x="2178304" y="3359972"/>
                  </a:lnTo>
                  <a:lnTo>
                    <a:pt x="2207069" y="3351563"/>
                  </a:lnTo>
                  <a:lnTo>
                    <a:pt x="2235682" y="3342652"/>
                  </a:lnTo>
                  <a:lnTo>
                    <a:pt x="2264135" y="3333242"/>
                  </a:lnTo>
                  <a:lnTo>
                    <a:pt x="2292418" y="3323335"/>
                  </a:lnTo>
                  <a:lnTo>
                    <a:pt x="2320524" y="3312935"/>
                  </a:lnTo>
                  <a:lnTo>
                    <a:pt x="2348444" y="3302044"/>
                  </a:lnTo>
                  <a:lnTo>
                    <a:pt x="2376168" y="3290667"/>
                  </a:lnTo>
                  <a:lnTo>
                    <a:pt x="2403690" y="3278806"/>
                  </a:lnTo>
                  <a:lnTo>
                    <a:pt x="2430999" y="3266465"/>
                  </a:lnTo>
                  <a:lnTo>
                    <a:pt x="2458089" y="3253648"/>
                  </a:lnTo>
                  <a:lnTo>
                    <a:pt x="2484950" y="3240359"/>
                  </a:lnTo>
                  <a:lnTo>
                    <a:pt x="2511574" y="3226602"/>
                  </a:lnTo>
                  <a:lnTo>
                    <a:pt x="2537953" y="3212381"/>
                  </a:lnTo>
                  <a:lnTo>
                    <a:pt x="2564080" y="3197701"/>
                  </a:lnTo>
                  <a:lnTo>
                    <a:pt x="2589945" y="3182565"/>
                  </a:lnTo>
                  <a:lnTo>
                    <a:pt x="2615542" y="3166979"/>
                  </a:lnTo>
                  <a:lnTo>
                    <a:pt x="2640862" y="3150948"/>
                  </a:lnTo>
                  <a:lnTo>
                    <a:pt x="2665898" y="3134476"/>
                  </a:lnTo>
                  <a:lnTo>
                    <a:pt x="2690641" y="3117569"/>
                  </a:lnTo>
                  <a:lnTo>
                    <a:pt x="2715085" y="3100231"/>
                  </a:lnTo>
                  <a:lnTo>
                    <a:pt x="2739221" y="3082467"/>
                  </a:lnTo>
                  <a:lnTo>
                    <a:pt x="2763043" y="3064284"/>
                  </a:lnTo>
                  <a:lnTo>
                    <a:pt x="2786544" y="3045687"/>
                  </a:lnTo>
                  <a:lnTo>
                    <a:pt x="2809715" y="3026682"/>
                  </a:lnTo>
                  <a:lnTo>
                    <a:pt x="2832550" y="3007274"/>
                  </a:lnTo>
                  <a:lnTo>
                    <a:pt x="2855041" y="2987469"/>
                  </a:lnTo>
                  <a:lnTo>
                    <a:pt x="2877183" y="2967274"/>
                  </a:lnTo>
                  <a:lnTo>
                    <a:pt x="2898968" y="2946694"/>
                  </a:lnTo>
                  <a:lnTo>
                    <a:pt x="2920390" y="2925736"/>
                  </a:lnTo>
                  <a:lnTo>
                    <a:pt x="2941441" y="2904407"/>
                  </a:lnTo>
                  <a:lnTo>
                    <a:pt x="2962116" y="2882712"/>
                  </a:lnTo>
                  <a:lnTo>
                    <a:pt x="2982408" y="2860659"/>
                  </a:lnTo>
                  <a:lnTo>
                    <a:pt x="3002311" y="2838254"/>
                  </a:lnTo>
                  <a:lnTo>
                    <a:pt x="3021818" y="2815504"/>
                  </a:lnTo>
                  <a:lnTo>
                    <a:pt x="3040925" y="2792417"/>
                  </a:lnTo>
                  <a:lnTo>
                    <a:pt x="3059625" y="2768998"/>
                  </a:lnTo>
                  <a:lnTo>
                    <a:pt x="3077912" y="2745256"/>
                  </a:lnTo>
                  <a:lnTo>
                    <a:pt x="3095780" y="2721197"/>
                  </a:lnTo>
                  <a:lnTo>
                    <a:pt x="3113225" y="2696830"/>
                  </a:lnTo>
                  <a:lnTo>
                    <a:pt x="3130241" y="2672160"/>
                  </a:lnTo>
                  <a:lnTo>
                    <a:pt x="3146822" y="2647197"/>
                  </a:lnTo>
                  <a:lnTo>
                    <a:pt x="3162964" y="2621947"/>
                  </a:lnTo>
                  <a:lnTo>
                    <a:pt x="3178662" y="2596419"/>
                  </a:lnTo>
                  <a:lnTo>
                    <a:pt x="3193910" y="2570620"/>
                  </a:lnTo>
                  <a:lnTo>
                    <a:pt x="3208705" y="2544558"/>
                  </a:lnTo>
                  <a:lnTo>
                    <a:pt x="3223041" y="2518241"/>
                  </a:lnTo>
                  <a:lnTo>
                    <a:pt x="3236914" y="2491677"/>
                  </a:lnTo>
                  <a:lnTo>
                    <a:pt x="3250321" y="2464875"/>
                  </a:lnTo>
                  <a:lnTo>
                    <a:pt x="3263256" y="2437842"/>
                  </a:lnTo>
                  <a:lnTo>
                    <a:pt x="3275716" y="2410586"/>
                  </a:lnTo>
                  <a:lnTo>
                    <a:pt x="3287697" y="2383117"/>
                  </a:lnTo>
                  <a:lnTo>
                    <a:pt x="3299196" y="2355443"/>
                  </a:lnTo>
                  <a:lnTo>
                    <a:pt x="3310209" y="2327571"/>
                  </a:lnTo>
                  <a:lnTo>
                    <a:pt x="3320732" y="2299511"/>
                  </a:lnTo>
                  <a:lnTo>
                    <a:pt x="3330762" y="2271271"/>
                  </a:lnTo>
                  <a:lnTo>
                    <a:pt x="3340297" y="2242860"/>
                  </a:lnTo>
                  <a:lnTo>
                    <a:pt x="3349333" y="2214286"/>
                  </a:lnTo>
                  <a:lnTo>
                    <a:pt x="3357867" y="2185558"/>
                  </a:lnTo>
                  <a:lnTo>
                    <a:pt x="3365898" y="2156686"/>
                  </a:lnTo>
                  <a:lnTo>
                    <a:pt x="3373422" y="2127677"/>
                  </a:lnTo>
                  <a:lnTo>
                    <a:pt x="3380437" y="2098542"/>
                  </a:lnTo>
                  <a:lnTo>
                    <a:pt x="3386941" y="2069287"/>
                  </a:lnTo>
                  <a:lnTo>
                    <a:pt x="3392932" y="2039924"/>
                  </a:lnTo>
                  <a:lnTo>
                    <a:pt x="3398409" y="2010460"/>
                  </a:lnTo>
                  <a:lnTo>
                    <a:pt x="3403368" y="1980905"/>
                  </a:lnTo>
                  <a:lnTo>
                    <a:pt x="3407810" y="1951268"/>
                  </a:lnTo>
                  <a:lnTo>
                    <a:pt x="3411733" y="1921557"/>
                  </a:lnTo>
                  <a:lnTo>
                    <a:pt x="3415135" y="1891782"/>
                  </a:lnTo>
                  <a:lnTo>
                    <a:pt x="3418015" y="1861953"/>
                  </a:lnTo>
                  <a:lnTo>
                    <a:pt x="3420373" y="1832077"/>
                  </a:lnTo>
                  <a:lnTo>
                    <a:pt x="3422207" y="1802165"/>
                  </a:lnTo>
                  <a:lnTo>
                    <a:pt x="3423518" y="1772225"/>
                  </a:lnTo>
                  <a:lnTo>
                    <a:pt x="3424305" y="1742267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26542" y="1716683"/>
              <a:ext cx="0" cy="1541084"/>
            </a:xfrm>
            <a:custGeom>
              <a:avLst/>
              <a:pathLst>
                <a:path w="0" h="1541084">
                  <a:moveTo>
                    <a:pt x="0" y="154108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047621" y="2218209"/>
              <a:ext cx="1089711" cy="1089711"/>
            </a:xfrm>
            <a:custGeom>
              <a:avLst/>
              <a:pathLst>
                <a:path w="1089711" h="1089711">
                  <a:moveTo>
                    <a:pt x="0" y="1089711"/>
                  </a:moveTo>
                  <a:lnTo>
                    <a:pt x="108971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097774" y="3429000"/>
              <a:ext cx="1541084" cy="0"/>
            </a:xfrm>
            <a:custGeom>
              <a:avLst/>
              <a:pathLst>
                <a:path w="1541084" h="0">
                  <a:moveTo>
                    <a:pt x="0" y="0"/>
                  </a:moveTo>
                  <a:lnTo>
                    <a:pt x="154108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47621" y="3550079"/>
              <a:ext cx="1089711" cy="1089711"/>
            </a:xfrm>
            <a:custGeom>
              <a:avLst/>
              <a:pathLst>
                <a:path w="1089711" h="1089711">
                  <a:moveTo>
                    <a:pt x="0" y="0"/>
                  </a:moveTo>
                  <a:lnTo>
                    <a:pt x="1089711" y="108971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26542" y="3600231"/>
              <a:ext cx="0" cy="1541084"/>
            </a:xfrm>
            <a:custGeom>
              <a:avLst/>
              <a:pathLst>
                <a:path w="0" h="1541084">
                  <a:moveTo>
                    <a:pt x="0" y="0"/>
                  </a:moveTo>
                  <a:lnTo>
                    <a:pt x="0" y="154108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715752" y="3550079"/>
              <a:ext cx="1089711" cy="1089711"/>
            </a:xfrm>
            <a:custGeom>
              <a:avLst/>
              <a:pathLst>
                <a:path w="1089711" h="1089711">
                  <a:moveTo>
                    <a:pt x="1089711" y="0"/>
                  </a:moveTo>
                  <a:lnTo>
                    <a:pt x="0" y="108971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14226" y="3429000"/>
              <a:ext cx="1541084" cy="0"/>
            </a:xfrm>
            <a:custGeom>
              <a:avLst/>
              <a:pathLst>
                <a:path w="1541084" h="0">
                  <a:moveTo>
                    <a:pt x="154108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715752" y="2218209"/>
              <a:ext cx="1089711" cy="1089711"/>
            </a:xfrm>
            <a:custGeom>
              <a:avLst/>
              <a:pathLst>
                <a:path w="1089711" h="1089711">
                  <a:moveTo>
                    <a:pt x="1089711" y="108971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99271" y="2951288"/>
              <a:ext cx="902857" cy="697855"/>
            </a:xfrm>
            <a:custGeom>
              <a:avLst/>
              <a:pathLst>
                <a:path w="902857" h="697855">
                  <a:moveTo>
                    <a:pt x="227271" y="110342"/>
                  </a:moveTo>
                  <a:lnTo>
                    <a:pt x="704983" y="0"/>
                  </a:lnTo>
                  <a:lnTo>
                    <a:pt x="902857" y="477711"/>
                  </a:lnTo>
                  <a:lnTo>
                    <a:pt x="447414" y="697855"/>
                  </a:lnTo>
                  <a:lnTo>
                    <a:pt x="227271" y="648943"/>
                  </a:lnTo>
                  <a:lnTo>
                    <a:pt x="46753" y="658229"/>
                  </a:lnTo>
                  <a:lnTo>
                    <a:pt x="0" y="477711"/>
                  </a:lnTo>
                  <a:lnTo>
                    <a:pt x="66566" y="317007"/>
                  </a:lnTo>
                  <a:lnTo>
                    <a:pt x="227271" y="110342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23218" y="3257768"/>
              <a:ext cx="1311145" cy="510253"/>
            </a:xfrm>
            <a:custGeom>
              <a:avLst/>
              <a:pathLst>
                <a:path w="1311145" h="510253">
                  <a:moveTo>
                    <a:pt x="303324" y="0"/>
                  </a:moveTo>
                  <a:lnTo>
                    <a:pt x="455538" y="19017"/>
                  </a:lnTo>
                  <a:lnTo>
                    <a:pt x="1311145" y="171231"/>
                  </a:lnTo>
                  <a:lnTo>
                    <a:pt x="642346" y="510253"/>
                  </a:lnTo>
                  <a:lnTo>
                    <a:pt x="303324" y="430525"/>
                  </a:lnTo>
                  <a:lnTo>
                    <a:pt x="88841" y="385714"/>
                  </a:lnTo>
                  <a:lnTo>
                    <a:pt x="0" y="171231"/>
                  </a:lnTo>
                  <a:lnTo>
                    <a:pt x="182245" y="50152"/>
                  </a:lnTo>
                  <a:lnTo>
                    <a:pt x="303324" y="0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03303" y="2865225"/>
              <a:ext cx="924219" cy="787013"/>
            </a:xfrm>
            <a:custGeom>
              <a:avLst/>
              <a:pathLst>
                <a:path w="924219" h="787013">
                  <a:moveTo>
                    <a:pt x="223239" y="392542"/>
                  </a:moveTo>
                  <a:lnTo>
                    <a:pt x="787013" y="0"/>
                  </a:lnTo>
                  <a:lnTo>
                    <a:pt x="924219" y="563774"/>
                  </a:lnTo>
                  <a:lnTo>
                    <a:pt x="446479" y="787013"/>
                  </a:lnTo>
                  <a:lnTo>
                    <a:pt x="223239" y="783165"/>
                  </a:lnTo>
                  <a:lnTo>
                    <a:pt x="0" y="787013"/>
                  </a:lnTo>
                  <a:lnTo>
                    <a:pt x="3848" y="563774"/>
                  </a:lnTo>
                  <a:lnTo>
                    <a:pt x="102160" y="442695"/>
                  </a:lnTo>
                  <a:lnTo>
                    <a:pt x="223239" y="392542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4384" y="2823604"/>
              <a:ext cx="927084" cy="787013"/>
            </a:xfrm>
            <a:custGeom>
              <a:avLst/>
              <a:pathLst>
                <a:path w="927084" h="787013">
                  <a:moveTo>
                    <a:pt x="242158" y="348547"/>
                  </a:moveTo>
                  <a:lnTo>
                    <a:pt x="847553" y="0"/>
                  </a:lnTo>
                  <a:lnTo>
                    <a:pt x="927084" y="605395"/>
                  </a:lnTo>
                  <a:lnTo>
                    <a:pt x="363237" y="726474"/>
                  </a:lnTo>
                  <a:lnTo>
                    <a:pt x="242158" y="776627"/>
                  </a:lnTo>
                  <a:lnTo>
                    <a:pt x="60539" y="787013"/>
                  </a:lnTo>
                  <a:lnTo>
                    <a:pt x="70926" y="605395"/>
                  </a:lnTo>
                  <a:lnTo>
                    <a:pt x="0" y="363237"/>
                  </a:lnTo>
                  <a:lnTo>
                    <a:pt x="242158" y="348547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01142" y="3035493"/>
              <a:ext cx="978220" cy="718906"/>
            </a:xfrm>
            <a:custGeom>
              <a:avLst/>
              <a:pathLst>
                <a:path w="978220" h="718906">
                  <a:moveTo>
                    <a:pt x="325400" y="29639"/>
                  </a:moveTo>
                  <a:lnTo>
                    <a:pt x="718906" y="0"/>
                  </a:lnTo>
                  <a:lnTo>
                    <a:pt x="978220" y="393506"/>
                  </a:lnTo>
                  <a:lnTo>
                    <a:pt x="514586" y="582693"/>
                  </a:lnTo>
                  <a:lnTo>
                    <a:pt x="325400" y="661056"/>
                  </a:lnTo>
                  <a:lnTo>
                    <a:pt x="0" y="718906"/>
                  </a:lnTo>
                  <a:lnTo>
                    <a:pt x="154168" y="393506"/>
                  </a:lnTo>
                  <a:lnTo>
                    <a:pt x="204320" y="272427"/>
                  </a:lnTo>
                  <a:lnTo>
                    <a:pt x="325400" y="29639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04356" y="3021450"/>
              <a:ext cx="997142" cy="629735"/>
            </a:xfrm>
            <a:custGeom>
              <a:avLst/>
              <a:pathLst>
                <a:path w="997142" h="629735">
                  <a:moveTo>
                    <a:pt x="222186" y="129077"/>
                  </a:moveTo>
                  <a:lnTo>
                    <a:pt x="629735" y="0"/>
                  </a:lnTo>
                  <a:lnTo>
                    <a:pt x="997142" y="407549"/>
                  </a:lnTo>
                  <a:lnTo>
                    <a:pt x="427521" y="612884"/>
                  </a:lnTo>
                  <a:lnTo>
                    <a:pt x="222186" y="626443"/>
                  </a:lnTo>
                  <a:lnTo>
                    <a:pt x="0" y="629735"/>
                  </a:lnTo>
                  <a:lnTo>
                    <a:pt x="19179" y="407549"/>
                  </a:lnTo>
                  <a:lnTo>
                    <a:pt x="42128" y="227491"/>
                  </a:lnTo>
                  <a:lnTo>
                    <a:pt x="222186" y="129077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79754" y="301484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357466" y="2904499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555341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099898" y="3602355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9754" y="3553443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99236" y="3562729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652483" y="33822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719049" y="3221506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879754" y="3014842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879754" y="3210980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031968" y="3229998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887575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218776" y="3721233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879754" y="3641505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665271" y="3596694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576430" y="338221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758675" y="3261132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879754" y="3210980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879754" y="3210980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43529" y="2818437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80734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102994" y="360545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879754" y="3601602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656515" y="360545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660364" y="338221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758675" y="3261132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879754" y="3210980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879754" y="312536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485150" y="2776816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64681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000833" y="3503290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879754" y="3553443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698136" y="3563830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708523" y="338221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637596" y="3140053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879754" y="3125364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879754" y="3018344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273261" y="2988704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32575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68940" y="3571397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879754" y="364976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54354" y="37076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708523" y="338221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758675" y="3261132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879754" y="3018344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879754" y="3103739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87304" y="2974662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654710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085089" y="3587546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879754" y="3601105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657568" y="3604398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676748" y="33822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699696" y="3202153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879754" y="3103739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941653" y="2236825"/>
              <a:ext cx="3101125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6036547" y="233172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091411" y="25146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264079" y="2467811"/>
              <a:ext cx="93576" cy="93576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6036547" y="269748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091411" y="288036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264079" y="2833571"/>
              <a:ext cx="93576" cy="93576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036547" y="306324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091411" y="324612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264079" y="3199331"/>
              <a:ext cx="93576" cy="93576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036547" y="342900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091411" y="361188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264079" y="3565091"/>
              <a:ext cx="93576" cy="93576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036547" y="379476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091411" y="397764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264079" y="3930851"/>
              <a:ext cx="93576" cy="93576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036547" y="4160520"/>
              <a:ext cx="548639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091411" y="4343400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252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264079" y="4296611"/>
              <a:ext cx="93576" cy="93576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6680081" y="2466868"/>
              <a:ext cx="2141616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 (55 records, 22 spp.)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6680081" y="2832628"/>
              <a:ext cx="2052827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 (35 records, 16 spp.)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6680081" y="3198388"/>
              <a:ext cx="2215956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 (32 records, 18 spp.)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6680081" y="3564148"/>
              <a:ext cx="2089861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Columbiformes (18 records, 9 spp.)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680081" y="3929908"/>
              <a:ext cx="1852665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Gruiformes (16 records, 9 spp.)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680081" y="4295668"/>
              <a:ext cx="2267803" cy="95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 (388 records, 222 spp.)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2026-09-24T14:01:41Z</dcterms:modified>
  <cp:category/>
</cp:coreProperties>
</file>