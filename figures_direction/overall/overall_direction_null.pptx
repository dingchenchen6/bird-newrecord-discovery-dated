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9144000" y="0"/>
              <a:ext cx="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3905668"/>
              <a:ext cx="9004821" cy="288274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69589"/>
              <a:ext cx="3501486" cy="38360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571075" y="69589"/>
              <a:ext cx="5503335" cy="38360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769112" y="1290600"/>
              <a:ext cx="400984" cy="400934"/>
            </a:xfrm>
            <a:custGeom>
              <a:avLst/>
              <a:pathLst>
                <a:path w="400984" h="400934">
                  <a:moveTo>
                    <a:pt x="200492" y="0"/>
                  </a:moveTo>
                  <a:lnTo>
                    <a:pt x="213210" y="403"/>
                  </a:lnTo>
                  <a:lnTo>
                    <a:pt x="225876" y="1613"/>
                  </a:lnTo>
                  <a:lnTo>
                    <a:pt x="238440" y="3623"/>
                  </a:lnTo>
                  <a:lnTo>
                    <a:pt x="250851" y="6426"/>
                  </a:lnTo>
                  <a:lnTo>
                    <a:pt x="263060" y="10011"/>
                  </a:lnTo>
                  <a:lnTo>
                    <a:pt x="275017" y="14363"/>
                  </a:lnTo>
                  <a:lnTo>
                    <a:pt x="286673" y="19464"/>
                  </a:lnTo>
                  <a:lnTo>
                    <a:pt x="297983" y="25295"/>
                  </a:lnTo>
                  <a:lnTo>
                    <a:pt x="308900" y="31831"/>
                  </a:lnTo>
                  <a:lnTo>
                    <a:pt x="319380" y="39046"/>
                  </a:lnTo>
                  <a:lnTo>
                    <a:pt x="329382" y="46912"/>
                  </a:lnTo>
                  <a:lnTo>
                    <a:pt x="338865" y="55396"/>
                  </a:lnTo>
                  <a:lnTo>
                    <a:pt x="347790" y="64464"/>
                  </a:lnTo>
                  <a:lnTo>
                    <a:pt x="356123" y="74080"/>
                  </a:lnTo>
                  <a:lnTo>
                    <a:pt x="363829" y="84205"/>
                  </a:lnTo>
                  <a:lnTo>
                    <a:pt x="370877" y="94799"/>
                  </a:lnTo>
                  <a:lnTo>
                    <a:pt x="377239" y="105818"/>
                  </a:lnTo>
                  <a:lnTo>
                    <a:pt x="382889" y="117219"/>
                  </a:lnTo>
                  <a:lnTo>
                    <a:pt x="387805" y="128955"/>
                  </a:lnTo>
                  <a:lnTo>
                    <a:pt x="391967" y="140979"/>
                  </a:lnTo>
                  <a:lnTo>
                    <a:pt x="395357" y="153243"/>
                  </a:lnTo>
                  <a:lnTo>
                    <a:pt x="397963" y="165698"/>
                  </a:lnTo>
                  <a:lnTo>
                    <a:pt x="399774" y="178292"/>
                  </a:lnTo>
                  <a:lnTo>
                    <a:pt x="400782" y="190976"/>
                  </a:lnTo>
                  <a:lnTo>
                    <a:pt x="400984" y="203699"/>
                  </a:lnTo>
                  <a:lnTo>
                    <a:pt x="400379" y="216408"/>
                  </a:lnTo>
                  <a:lnTo>
                    <a:pt x="398969" y="229054"/>
                  </a:lnTo>
                  <a:lnTo>
                    <a:pt x="396759" y="241584"/>
                  </a:lnTo>
                  <a:lnTo>
                    <a:pt x="393759" y="253950"/>
                  </a:lnTo>
                  <a:lnTo>
                    <a:pt x="389981" y="266100"/>
                  </a:lnTo>
                  <a:lnTo>
                    <a:pt x="385440" y="277986"/>
                  </a:lnTo>
                  <a:lnTo>
                    <a:pt x="380154" y="289560"/>
                  </a:lnTo>
                  <a:lnTo>
                    <a:pt x="374145" y="300776"/>
                  </a:lnTo>
                  <a:lnTo>
                    <a:pt x="367437" y="311588"/>
                  </a:lnTo>
                  <a:lnTo>
                    <a:pt x="360056" y="321953"/>
                  </a:lnTo>
                  <a:lnTo>
                    <a:pt x="352033" y="331828"/>
                  </a:lnTo>
                  <a:lnTo>
                    <a:pt x="343400" y="341175"/>
                  </a:lnTo>
                  <a:lnTo>
                    <a:pt x="334191" y="349956"/>
                  </a:lnTo>
                  <a:lnTo>
                    <a:pt x="324444" y="358135"/>
                  </a:lnTo>
                  <a:lnTo>
                    <a:pt x="314197" y="365679"/>
                  </a:lnTo>
                  <a:lnTo>
                    <a:pt x="303493" y="372558"/>
                  </a:lnTo>
                  <a:lnTo>
                    <a:pt x="292374" y="378744"/>
                  </a:lnTo>
                  <a:lnTo>
                    <a:pt x="280886" y="384213"/>
                  </a:lnTo>
                  <a:lnTo>
                    <a:pt x="269073" y="388942"/>
                  </a:lnTo>
                  <a:lnTo>
                    <a:pt x="256984" y="392912"/>
                  </a:lnTo>
                  <a:lnTo>
                    <a:pt x="244668" y="396108"/>
                  </a:lnTo>
                  <a:lnTo>
                    <a:pt x="232174" y="398516"/>
                  </a:lnTo>
                  <a:lnTo>
                    <a:pt x="219552" y="400127"/>
                  </a:lnTo>
                  <a:lnTo>
                    <a:pt x="206854" y="400934"/>
                  </a:lnTo>
                  <a:lnTo>
                    <a:pt x="194130" y="400934"/>
                  </a:lnTo>
                  <a:lnTo>
                    <a:pt x="181431" y="400127"/>
                  </a:lnTo>
                  <a:lnTo>
                    <a:pt x="168810" y="398516"/>
                  </a:lnTo>
                  <a:lnTo>
                    <a:pt x="156316" y="396108"/>
                  </a:lnTo>
                  <a:lnTo>
                    <a:pt x="144000" y="392912"/>
                  </a:lnTo>
                  <a:lnTo>
                    <a:pt x="131911" y="388942"/>
                  </a:lnTo>
                  <a:lnTo>
                    <a:pt x="120098" y="384213"/>
                  </a:lnTo>
                  <a:lnTo>
                    <a:pt x="108609" y="378744"/>
                  </a:lnTo>
                  <a:lnTo>
                    <a:pt x="97491" y="372558"/>
                  </a:lnTo>
                  <a:lnTo>
                    <a:pt x="86786" y="365679"/>
                  </a:lnTo>
                  <a:lnTo>
                    <a:pt x="76540" y="358135"/>
                  </a:lnTo>
                  <a:lnTo>
                    <a:pt x="66793" y="349956"/>
                  </a:lnTo>
                  <a:lnTo>
                    <a:pt x="57584" y="341175"/>
                  </a:lnTo>
                  <a:lnTo>
                    <a:pt x="48951" y="331828"/>
                  </a:lnTo>
                  <a:lnTo>
                    <a:pt x="40928" y="321953"/>
                  </a:lnTo>
                  <a:lnTo>
                    <a:pt x="33547" y="311588"/>
                  </a:lnTo>
                  <a:lnTo>
                    <a:pt x="26839" y="300776"/>
                  </a:lnTo>
                  <a:lnTo>
                    <a:pt x="20829" y="289560"/>
                  </a:lnTo>
                  <a:lnTo>
                    <a:pt x="15544" y="277986"/>
                  </a:lnTo>
                  <a:lnTo>
                    <a:pt x="11003" y="266100"/>
                  </a:lnTo>
                  <a:lnTo>
                    <a:pt x="7225" y="253950"/>
                  </a:lnTo>
                  <a:lnTo>
                    <a:pt x="4225" y="241584"/>
                  </a:lnTo>
                  <a:lnTo>
                    <a:pt x="2015" y="229054"/>
                  </a:lnTo>
                  <a:lnTo>
                    <a:pt x="605" y="216408"/>
                  </a:lnTo>
                  <a:lnTo>
                    <a:pt x="0" y="203699"/>
                  </a:lnTo>
                  <a:lnTo>
                    <a:pt x="201" y="190976"/>
                  </a:lnTo>
                  <a:lnTo>
                    <a:pt x="1210" y="178292"/>
                  </a:lnTo>
                  <a:lnTo>
                    <a:pt x="3021" y="165698"/>
                  </a:lnTo>
                  <a:lnTo>
                    <a:pt x="5627" y="153243"/>
                  </a:lnTo>
                  <a:lnTo>
                    <a:pt x="9017" y="140979"/>
                  </a:lnTo>
                  <a:lnTo>
                    <a:pt x="13179" y="128955"/>
                  </a:lnTo>
                  <a:lnTo>
                    <a:pt x="18095" y="117219"/>
                  </a:lnTo>
                  <a:lnTo>
                    <a:pt x="23745" y="105818"/>
                  </a:lnTo>
                  <a:lnTo>
                    <a:pt x="30107" y="94799"/>
                  </a:lnTo>
                  <a:lnTo>
                    <a:pt x="37155" y="84205"/>
                  </a:lnTo>
                  <a:lnTo>
                    <a:pt x="44861" y="74080"/>
                  </a:lnTo>
                  <a:lnTo>
                    <a:pt x="53193" y="64464"/>
                  </a:lnTo>
                  <a:lnTo>
                    <a:pt x="62119" y="55396"/>
                  </a:lnTo>
                  <a:lnTo>
                    <a:pt x="71602" y="46912"/>
                  </a:lnTo>
                  <a:lnTo>
                    <a:pt x="81603" y="39046"/>
                  </a:lnTo>
                  <a:lnTo>
                    <a:pt x="92084" y="31831"/>
                  </a:lnTo>
                  <a:lnTo>
                    <a:pt x="103001" y="25295"/>
                  </a:lnTo>
                  <a:lnTo>
                    <a:pt x="114310" y="19464"/>
                  </a:lnTo>
                  <a:lnTo>
                    <a:pt x="125967" y="14363"/>
                  </a:lnTo>
                  <a:lnTo>
                    <a:pt x="137924" y="10011"/>
                  </a:lnTo>
                  <a:lnTo>
                    <a:pt x="150132" y="6426"/>
                  </a:lnTo>
                  <a:lnTo>
                    <a:pt x="162544" y="3623"/>
                  </a:lnTo>
                  <a:lnTo>
                    <a:pt x="175108" y="1613"/>
                  </a:lnTo>
                  <a:lnTo>
                    <a:pt x="187774" y="403"/>
                  </a:lnTo>
                  <a:lnTo>
                    <a:pt x="200492" y="0"/>
                  </a:lnTo>
                </a:path>
              </a:pathLst>
            </a:custGeom>
            <a:ln w="8130" cap="flat">
              <a:solidFill>
                <a:srgbClr val="D1D1D1">
                  <a:alpha val="100000"/>
                </a:srgbClr>
              </a:solidFill>
              <a:custDash>
                <a:ds d="0" sp="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568620" y="1090082"/>
              <a:ext cx="801969" cy="801868"/>
            </a:xfrm>
            <a:custGeom>
              <a:avLst/>
              <a:pathLst>
                <a:path w="801969" h="801868">
                  <a:moveTo>
                    <a:pt x="400984" y="0"/>
                  </a:moveTo>
                  <a:lnTo>
                    <a:pt x="426420" y="807"/>
                  </a:lnTo>
                  <a:lnTo>
                    <a:pt x="451752" y="3226"/>
                  </a:lnTo>
                  <a:lnTo>
                    <a:pt x="476881" y="7247"/>
                  </a:lnTo>
                  <a:lnTo>
                    <a:pt x="501703" y="12853"/>
                  </a:lnTo>
                  <a:lnTo>
                    <a:pt x="526121" y="20023"/>
                  </a:lnTo>
                  <a:lnTo>
                    <a:pt x="550034" y="28726"/>
                  </a:lnTo>
                  <a:lnTo>
                    <a:pt x="573347" y="38929"/>
                  </a:lnTo>
                  <a:lnTo>
                    <a:pt x="595966" y="50590"/>
                  </a:lnTo>
                  <a:lnTo>
                    <a:pt x="617800" y="63662"/>
                  </a:lnTo>
                  <a:lnTo>
                    <a:pt x="638761" y="78093"/>
                  </a:lnTo>
                  <a:lnTo>
                    <a:pt x="658765" y="93824"/>
                  </a:lnTo>
                  <a:lnTo>
                    <a:pt x="677730" y="110792"/>
                  </a:lnTo>
                  <a:lnTo>
                    <a:pt x="695581" y="128929"/>
                  </a:lnTo>
                  <a:lnTo>
                    <a:pt x="712246" y="148161"/>
                  </a:lnTo>
                  <a:lnTo>
                    <a:pt x="727658" y="168411"/>
                  </a:lnTo>
                  <a:lnTo>
                    <a:pt x="741754" y="189599"/>
                  </a:lnTo>
                  <a:lnTo>
                    <a:pt x="754478" y="211637"/>
                  </a:lnTo>
                  <a:lnTo>
                    <a:pt x="765779" y="234439"/>
                  </a:lnTo>
                  <a:lnTo>
                    <a:pt x="775610" y="257911"/>
                  </a:lnTo>
                  <a:lnTo>
                    <a:pt x="783934" y="281959"/>
                  </a:lnTo>
                  <a:lnTo>
                    <a:pt x="790715" y="306487"/>
                  </a:lnTo>
                  <a:lnTo>
                    <a:pt x="795927" y="331396"/>
                  </a:lnTo>
                  <a:lnTo>
                    <a:pt x="799549" y="356585"/>
                  </a:lnTo>
                  <a:lnTo>
                    <a:pt x="801565" y="381953"/>
                  </a:lnTo>
                  <a:lnTo>
                    <a:pt x="801969" y="407398"/>
                  </a:lnTo>
                  <a:lnTo>
                    <a:pt x="800758" y="432817"/>
                  </a:lnTo>
                  <a:lnTo>
                    <a:pt x="797938" y="458108"/>
                  </a:lnTo>
                  <a:lnTo>
                    <a:pt x="793519" y="483169"/>
                  </a:lnTo>
                  <a:lnTo>
                    <a:pt x="787519" y="507900"/>
                  </a:lnTo>
                  <a:lnTo>
                    <a:pt x="779963" y="532201"/>
                  </a:lnTo>
                  <a:lnTo>
                    <a:pt x="770881" y="555973"/>
                  </a:lnTo>
                  <a:lnTo>
                    <a:pt x="760309" y="579121"/>
                  </a:lnTo>
                  <a:lnTo>
                    <a:pt x="748291" y="601552"/>
                  </a:lnTo>
                  <a:lnTo>
                    <a:pt x="734874" y="623176"/>
                  </a:lnTo>
                  <a:lnTo>
                    <a:pt x="720113" y="643906"/>
                  </a:lnTo>
                  <a:lnTo>
                    <a:pt x="704066" y="663657"/>
                  </a:lnTo>
                  <a:lnTo>
                    <a:pt x="686800" y="682351"/>
                  </a:lnTo>
                  <a:lnTo>
                    <a:pt x="668382" y="699912"/>
                  </a:lnTo>
                  <a:lnTo>
                    <a:pt x="648888" y="716270"/>
                  </a:lnTo>
                  <a:lnTo>
                    <a:pt x="628395" y="731358"/>
                  </a:lnTo>
                  <a:lnTo>
                    <a:pt x="606987" y="745116"/>
                  </a:lnTo>
                  <a:lnTo>
                    <a:pt x="584749" y="757489"/>
                  </a:lnTo>
                  <a:lnTo>
                    <a:pt x="561772" y="768427"/>
                  </a:lnTo>
                  <a:lnTo>
                    <a:pt x="538146" y="777885"/>
                  </a:lnTo>
                  <a:lnTo>
                    <a:pt x="513969" y="785825"/>
                  </a:lnTo>
                  <a:lnTo>
                    <a:pt x="489337" y="792216"/>
                  </a:lnTo>
                  <a:lnTo>
                    <a:pt x="464348" y="797033"/>
                  </a:lnTo>
                  <a:lnTo>
                    <a:pt x="439105" y="800254"/>
                  </a:lnTo>
                  <a:lnTo>
                    <a:pt x="413708" y="801868"/>
                  </a:lnTo>
                  <a:lnTo>
                    <a:pt x="388260" y="801868"/>
                  </a:lnTo>
                  <a:lnTo>
                    <a:pt x="362863" y="800254"/>
                  </a:lnTo>
                  <a:lnTo>
                    <a:pt x="337620" y="797033"/>
                  </a:lnTo>
                  <a:lnTo>
                    <a:pt x="312632" y="792216"/>
                  </a:lnTo>
                  <a:lnTo>
                    <a:pt x="288000" y="785825"/>
                  </a:lnTo>
                  <a:lnTo>
                    <a:pt x="263822" y="777885"/>
                  </a:lnTo>
                  <a:lnTo>
                    <a:pt x="240197" y="768427"/>
                  </a:lnTo>
                  <a:lnTo>
                    <a:pt x="217219" y="757489"/>
                  </a:lnTo>
                  <a:lnTo>
                    <a:pt x="194982" y="745116"/>
                  </a:lnTo>
                  <a:lnTo>
                    <a:pt x="173573" y="731358"/>
                  </a:lnTo>
                  <a:lnTo>
                    <a:pt x="153081" y="716270"/>
                  </a:lnTo>
                  <a:lnTo>
                    <a:pt x="133586" y="699912"/>
                  </a:lnTo>
                  <a:lnTo>
                    <a:pt x="115169" y="682351"/>
                  </a:lnTo>
                  <a:lnTo>
                    <a:pt x="97902" y="663657"/>
                  </a:lnTo>
                  <a:lnTo>
                    <a:pt x="81856" y="643906"/>
                  </a:lnTo>
                  <a:lnTo>
                    <a:pt x="67094" y="623176"/>
                  </a:lnTo>
                  <a:lnTo>
                    <a:pt x="53678" y="601552"/>
                  </a:lnTo>
                  <a:lnTo>
                    <a:pt x="41659" y="579121"/>
                  </a:lnTo>
                  <a:lnTo>
                    <a:pt x="31088" y="555973"/>
                  </a:lnTo>
                  <a:lnTo>
                    <a:pt x="22006" y="532201"/>
                  </a:lnTo>
                  <a:lnTo>
                    <a:pt x="14450" y="507900"/>
                  </a:lnTo>
                  <a:lnTo>
                    <a:pt x="8450" y="483169"/>
                  </a:lnTo>
                  <a:lnTo>
                    <a:pt x="4031" y="458108"/>
                  </a:lnTo>
                  <a:lnTo>
                    <a:pt x="1210" y="432817"/>
                  </a:lnTo>
                  <a:lnTo>
                    <a:pt x="0" y="407398"/>
                  </a:lnTo>
                  <a:lnTo>
                    <a:pt x="403" y="381953"/>
                  </a:lnTo>
                  <a:lnTo>
                    <a:pt x="2420" y="356585"/>
                  </a:lnTo>
                  <a:lnTo>
                    <a:pt x="6042" y="331396"/>
                  </a:lnTo>
                  <a:lnTo>
                    <a:pt x="11254" y="306487"/>
                  </a:lnTo>
                  <a:lnTo>
                    <a:pt x="18035" y="281959"/>
                  </a:lnTo>
                  <a:lnTo>
                    <a:pt x="26358" y="257911"/>
                  </a:lnTo>
                  <a:lnTo>
                    <a:pt x="36190" y="234439"/>
                  </a:lnTo>
                  <a:lnTo>
                    <a:pt x="47490" y="211637"/>
                  </a:lnTo>
                  <a:lnTo>
                    <a:pt x="60214" y="189599"/>
                  </a:lnTo>
                  <a:lnTo>
                    <a:pt x="74311" y="168411"/>
                  </a:lnTo>
                  <a:lnTo>
                    <a:pt x="89722" y="148161"/>
                  </a:lnTo>
                  <a:lnTo>
                    <a:pt x="106387" y="128929"/>
                  </a:lnTo>
                  <a:lnTo>
                    <a:pt x="124238" y="110792"/>
                  </a:lnTo>
                  <a:lnTo>
                    <a:pt x="143204" y="93824"/>
                  </a:lnTo>
                  <a:lnTo>
                    <a:pt x="163207" y="78093"/>
                  </a:lnTo>
                  <a:lnTo>
                    <a:pt x="184168" y="63662"/>
                  </a:lnTo>
                  <a:lnTo>
                    <a:pt x="206002" y="50590"/>
                  </a:lnTo>
                  <a:lnTo>
                    <a:pt x="228621" y="38929"/>
                  </a:lnTo>
                  <a:lnTo>
                    <a:pt x="251935" y="28726"/>
                  </a:lnTo>
                  <a:lnTo>
                    <a:pt x="275848" y="20023"/>
                  </a:lnTo>
                  <a:lnTo>
                    <a:pt x="300265" y="12853"/>
                  </a:lnTo>
                  <a:lnTo>
                    <a:pt x="325088" y="7247"/>
                  </a:lnTo>
                  <a:lnTo>
                    <a:pt x="350216" y="3226"/>
                  </a:lnTo>
                  <a:lnTo>
                    <a:pt x="375549" y="807"/>
                  </a:lnTo>
                  <a:lnTo>
                    <a:pt x="400984" y="0"/>
                  </a:lnTo>
                </a:path>
              </a:pathLst>
            </a:custGeom>
            <a:ln w="8130" cap="flat">
              <a:solidFill>
                <a:srgbClr val="D1D1D1">
                  <a:alpha val="100000"/>
                </a:srgbClr>
              </a:solidFill>
              <a:custDash>
                <a:ds d="0" sp="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368127" y="889564"/>
              <a:ext cx="1202954" cy="1202802"/>
            </a:xfrm>
            <a:custGeom>
              <a:avLst/>
              <a:pathLst>
                <a:path w="1202954" h="1202802">
                  <a:moveTo>
                    <a:pt x="601477" y="0"/>
                  </a:moveTo>
                  <a:lnTo>
                    <a:pt x="639630" y="1211"/>
                  </a:lnTo>
                  <a:lnTo>
                    <a:pt x="677629" y="4839"/>
                  </a:lnTo>
                  <a:lnTo>
                    <a:pt x="715321" y="10870"/>
                  </a:lnTo>
                  <a:lnTo>
                    <a:pt x="752555" y="19280"/>
                  </a:lnTo>
                  <a:lnTo>
                    <a:pt x="789181" y="30034"/>
                  </a:lnTo>
                  <a:lnTo>
                    <a:pt x="825051" y="43090"/>
                  </a:lnTo>
                  <a:lnTo>
                    <a:pt x="860021" y="58394"/>
                  </a:lnTo>
                  <a:lnTo>
                    <a:pt x="893950" y="75886"/>
                  </a:lnTo>
                  <a:lnTo>
                    <a:pt x="926701" y="95494"/>
                  </a:lnTo>
                  <a:lnTo>
                    <a:pt x="958142" y="117140"/>
                  </a:lnTo>
                  <a:lnTo>
                    <a:pt x="988147" y="140736"/>
                  </a:lnTo>
                  <a:lnTo>
                    <a:pt x="1016596" y="166188"/>
                  </a:lnTo>
                  <a:lnTo>
                    <a:pt x="1043372" y="193393"/>
                  </a:lnTo>
                  <a:lnTo>
                    <a:pt x="1068370" y="222242"/>
                  </a:lnTo>
                  <a:lnTo>
                    <a:pt x="1091487" y="252617"/>
                  </a:lnTo>
                  <a:lnTo>
                    <a:pt x="1112631" y="284398"/>
                  </a:lnTo>
                  <a:lnTo>
                    <a:pt x="1131717" y="317456"/>
                  </a:lnTo>
                  <a:lnTo>
                    <a:pt x="1148668" y="351658"/>
                  </a:lnTo>
                  <a:lnTo>
                    <a:pt x="1163416" y="386866"/>
                  </a:lnTo>
                  <a:lnTo>
                    <a:pt x="1175901" y="422939"/>
                  </a:lnTo>
                  <a:lnTo>
                    <a:pt x="1186073" y="459731"/>
                  </a:lnTo>
                  <a:lnTo>
                    <a:pt x="1193891" y="497094"/>
                  </a:lnTo>
                  <a:lnTo>
                    <a:pt x="1199323" y="534877"/>
                  </a:lnTo>
                  <a:lnTo>
                    <a:pt x="1202348" y="572929"/>
                  </a:lnTo>
                  <a:lnTo>
                    <a:pt x="1202954" y="611097"/>
                  </a:lnTo>
                  <a:lnTo>
                    <a:pt x="1201138" y="649225"/>
                  </a:lnTo>
                  <a:lnTo>
                    <a:pt x="1196907" y="687162"/>
                  </a:lnTo>
                  <a:lnTo>
                    <a:pt x="1190278" y="724754"/>
                  </a:lnTo>
                  <a:lnTo>
                    <a:pt x="1181279" y="761850"/>
                  </a:lnTo>
                  <a:lnTo>
                    <a:pt x="1169945" y="798301"/>
                  </a:lnTo>
                  <a:lnTo>
                    <a:pt x="1156322" y="833959"/>
                  </a:lnTo>
                  <a:lnTo>
                    <a:pt x="1140464" y="868682"/>
                  </a:lnTo>
                  <a:lnTo>
                    <a:pt x="1122437" y="902329"/>
                  </a:lnTo>
                  <a:lnTo>
                    <a:pt x="1102311" y="934765"/>
                  </a:lnTo>
                  <a:lnTo>
                    <a:pt x="1080169" y="965859"/>
                  </a:lnTo>
                  <a:lnTo>
                    <a:pt x="1056100" y="995486"/>
                  </a:lnTo>
                  <a:lnTo>
                    <a:pt x="1030200" y="1023527"/>
                  </a:lnTo>
                  <a:lnTo>
                    <a:pt x="1002573" y="1049868"/>
                  </a:lnTo>
                  <a:lnTo>
                    <a:pt x="973332" y="1074405"/>
                  </a:lnTo>
                  <a:lnTo>
                    <a:pt x="942593" y="1097037"/>
                  </a:lnTo>
                  <a:lnTo>
                    <a:pt x="910481" y="1117675"/>
                  </a:lnTo>
                  <a:lnTo>
                    <a:pt x="877124" y="1136234"/>
                  </a:lnTo>
                  <a:lnTo>
                    <a:pt x="842658" y="1152640"/>
                  </a:lnTo>
                  <a:lnTo>
                    <a:pt x="807220" y="1166827"/>
                  </a:lnTo>
                  <a:lnTo>
                    <a:pt x="770954" y="1178738"/>
                  </a:lnTo>
                  <a:lnTo>
                    <a:pt x="734005" y="1188325"/>
                  </a:lnTo>
                  <a:lnTo>
                    <a:pt x="696523" y="1195549"/>
                  </a:lnTo>
                  <a:lnTo>
                    <a:pt x="658658" y="1200381"/>
                  </a:lnTo>
                  <a:lnTo>
                    <a:pt x="620563" y="1202802"/>
                  </a:lnTo>
                  <a:lnTo>
                    <a:pt x="582391" y="1202802"/>
                  </a:lnTo>
                  <a:lnTo>
                    <a:pt x="544295" y="1200381"/>
                  </a:lnTo>
                  <a:lnTo>
                    <a:pt x="506430" y="1195549"/>
                  </a:lnTo>
                  <a:lnTo>
                    <a:pt x="468948" y="1188325"/>
                  </a:lnTo>
                  <a:lnTo>
                    <a:pt x="432000" y="1178738"/>
                  </a:lnTo>
                  <a:lnTo>
                    <a:pt x="395733" y="1166827"/>
                  </a:lnTo>
                  <a:lnTo>
                    <a:pt x="360296" y="1152640"/>
                  </a:lnTo>
                  <a:lnTo>
                    <a:pt x="325829" y="1136234"/>
                  </a:lnTo>
                  <a:lnTo>
                    <a:pt x="292473" y="1117675"/>
                  </a:lnTo>
                  <a:lnTo>
                    <a:pt x="260360" y="1097037"/>
                  </a:lnTo>
                  <a:lnTo>
                    <a:pt x="229621" y="1074405"/>
                  </a:lnTo>
                  <a:lnTo>
                    <a:pt x="200380" y="1049868"/>
                  </a:lnTo>
                  <a:lnTo>
                    <a:pt x="172753" y="1023527"/>
                  </a:lnTo>
                  <a:lnTo>
                    <a:pt x="146853" y="995486"/>
                  </a:lnTo>
                  <a:lnTo>
                    <a:pt x="122784" y="965859"/>
                  </a:lnTo>
                  <a:lnTo>
                    <a:pt x="100642" y="934765"/>
                  </a:lnTo>
                  <a:lnTo>
                    <a:pt x="80517" y="902329"/>
                  </a:lnTo>
                  <a:lnTo>
                    <a:pt x="62489" y="868682"/>
                  </a:lnTo>
                  <a:lnTo>
                    <a:pt x="46632" y="833959"/>
                  </a:lnTo>
                  <a:lnTo>
                    <a:pt x="33009" y="798301"/>
                  </a:lnTo>
                  <a:lnTo>
                    <a:pt x="21675" y="761850"/>
                  </a:lnTo>
                  <a:lnTo>
                    <a:pt x="12675" y="724754"/>
                  </a:lnTo>
                  <a:lnTo>
                    <a:pt x="6047" y="687162"/>
                  </a:lnTo>
                  <a:lnTo>
                    <a:pt x="1816" y="649225"/>
                  </a:lnTo>
                  <a:lnTo>
                    <a:pt x="0" y="611097"/>
                  </a:lnTo>
                  <a:lnTo>
                    <a:pt x="605" y="572929"/>
                  </a:lnTo>
                  <a:lnTo>
                    <a:pt x="3630" y="534877"/>
                  </a:lnTo>
                  <a:lnTo>
                    <a:pt x="9063" y="497094"/>
                  </a:lnTo>
                  <a:lnTo>
                    <a:pt x="16881" y="459731"/>
                  </a:lnTo>
                  <a:lnTo>
                    <a:pt x="27052" y="422939"/>
                  </a:lnTo>
                  <a:lnTo>
                    <a:pt x="39537" y="386866"/>
                  </a:lnTo>
                  <a:lnTo>
                    <a:pt x="54285" y="351658"/>
                  </a:lnTo>
                  <a:lnTo>
                    <a:pt x="71236" y="317456"/>
                  </a:lnTo>
                  <a:lnTo>
                    <a:pt x="90322" y="284398"/>
                  </a:lnTo>
                  <a:lnTo>
                    <a:pt x="111466" y="252617"/>
                  </a:lnTo>
                  <a:lnTo>
                    <a:pt x="134584" y="222242"/>
                  </a:lnTo>
                  <a:lnTo>
                    <a:pt x="159581" y="193393"/>
                  </a:lnTo>
                  <a:lnTo>
                    <a:pt x="186358" y="166188"/>
                  </a:lnTo>
                  <a:lnTo>
                    <a:pt x="214806" y="140736"/>
                  </a:lnTo>
                  <a:lnTo>
                    <a:pt x="244811" y="117140"/>
                  </a:lnTo>
                  <a:lnTo>
                    <a:pt x="276253" y="95494"/>
                  </a:lnTo>
                  <a:lnTo>
                    <a:pt x="309004" y="75886"/>
                  </a:lnTo>
                  <a:lnTo>
                    <a:pt x="342932" y="58394"/>
                  </a:lnTo>
                  <a:lnTo>
                    <a:pt x="377902" y="43090"/>
                  </a:lnTo>
                  <a:lnTo>
                    <a:pt x="413772" y="30034"/>
                  </a:lnTo>
                  <a:lnTo>
                    <a:pt x="450398" y="19280"/>
                  </a:lnTo>
                  <a:lnTo>
                    <a:pt x="487632" y="10870"/>
                  </a:lnTo>
                  <a:lnTo>
                    <a:pt x="525325" y="4839"/>
                  </a:lnTo>
                  <a:lnTo>
                    <a:pt x="563324" y="1211"/>
                  </a:lnTo>
                  <a:lnTo>
                    <a:pt x="601477" y="0"/>
                  </a:lnTo>
                </a:path>
              </a:pathLst>
            </a:custGeom>
            <a:ln w="8130" cap="flat">
              <a:solidFill>
                <a:srgbClr val="D1D1D1">
                  <a:alpha val="100000"/>
                </a:srgbClr>
              </a:solidFill>
              <a:custDash>
                <a:ds d="0" sp="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167635" y="689047"/>
              <a:ext cx="1603939" cy="1603737"/>
            </a:xfrm>
            <a:custGeom>
              <a:avLst/>
              <a:pathLst>
                <a:path w="1603939" h="1603737">
                  <a:moveTo>
                    <a:pt x="801969" y="0"/>
                  </a:moveTo>
                  <a:lnTo>
                    <a:pt x="852840" y="1614"/>
                  </a:lnTo>
                  <a:lnTo>
                    <a:pt x="903505" y="6452"/>
                  </a:lnTo>
                  <a:lnTo>
                    <a:pt x="953762" y="14494"/>
                  </a:lnTo>
                  <a:lnTo>
                    <a:pt x="1003407" y="25707"/>
                  </a:lnTo>
                  <a:lnTo>
                    <a:pt x="1052242" y="40046"/>
                  </a:lnTo>
                  <a:lnTo>
                    <a:pt x="1100069" y="57453"/>
                  </a:lnTo>
                  <a:lnTo>
                    <a:pt x="1146695" y="77859"/>
                  </a:lnTo>
                  <a:lnTo>
                    <a:pt x="1191933" y="101181"/>
                  </a:lnTo>
                  <a:lnTo>
                    <a:pt x="1235601" y="127325"/>
                  </a:lnTo>
                  <a:lnTo>
                    <a:pt x="1277523" y="156186"/>
                  </a:lnTo>
                  <a:lnTo>
                    <a:pt x="1317530" y="187648"/>
                  </a:lnTo>
                  <a:lnTo>
                    <a:pt x="1355461" y="221584"/>
                  </a:lnTo>
                  <a:lnTo>
                    <a:pt x="1391163" y="257858"/>
                  </a:lnTo>
                  <a:lnTo>
                    <a:pt x="1424493" y="296322"/>
                  </a:lnTo>
                  <a:lnTo>
                    <a:pt x="1455316" y="336823"/>
                  </a:lnTo>
                  <a:lnTo>
                    <a:pt x="1483509" y="379198"/>
                  </a:lnTo>
                  <a:lnTo>
                    <a:pt x="1508957" y="423275"/>
                  </a:lnTo>
                  <a:lnTo>
                    <a:pt x="1531558" y="468878"/>
                  </a:lnTo>
                  <a:lnTo>
                    <a:pt x="1551221" y="515822"/>
                  </a:lnTo>
                  <a:lnTo>
                    <a:pt x="1567868" y="563919"/>
                  </a:lnTo>
                  <a:lnTo>
                    <a:pt x="1581430" y="612975"/>
                  </a:lnTo>
                  <a:lnTo>
                    <a:pt x="1591854" y="662792"/>
                  </a:lnTo>
                  <a:lnTo>
                    <a:pt x="1599098" y="713170"/>
                  </a:lnTo>
                  <a:lnTo>
                    <a:pt x="1603131" y="763906"/>
                  </a:lnTo>
                  <a:lnTo>
                    <a:pt x="1603939" y="814796"/>
                  </a:lnTo>
                  <a:lnTo>
                    <a:pt x="1601517" y="865634"/>
                  </a:lnTo>
                  <a:lnTo>
                    <a:pt x="1595876" y="916217"/>
                  </a:lnTo>
                  <a:lnTo>
                    <a:pt x="1587038" y="966339"/>
                  </a:lnTo>
                  <a:lnTo>
                    <a:pt x="1575038" y="1015801"/>
                  </a:lnTo>
                  <a:lnTo>
                    <a:pt x="1559926" y="1064402"/>
                  </a:lnTo>
                  <a:lnTo>
                    <a:pt x="1541762" y="1111946"/>
                  </a:lnTo>
                  <a:lnTo>
                    <a:pt x="1520619" y="1158243"/>
                  </a:lnTo>
                  <a:lnTo>
                    <a:pt x="1496582" y="1203105"/>
                  </a:lnTo>
                  <a:lnTo>
                    <a:pt x="1469749" y="1246353"/>
                  </a:lnTo>
                  <a:lnTo>
                    <a:pt x="1440226" y="1287812"/>
                  </a:lnTo>
                  <a:lnTo>
                    <a:pt x="1408133" y="1327314"/>
                  </a:lnTo>
                  <a:lnTo>
                    <a:pt x="1373600" y="1364702"/>
                  </a:lnTo>
                  <a:lnTo>
                    <a:pt x="1336765" y="1399825"/>
                  </a:lnTo>
                  <a:lnTo>
                    <a:pt x="1297776" y="1432540"/>
                  </a:lnTo>
                  <a:lnTo>
                    <a:pt x="1256791" y="1462717"/>
                  </a:lnTo>
                  <a:lnTo>
                    <a:pt x="1213975" y="1490233"/>
                  </a:lnTo>
                  <a:lnTo>
                    <a:pt x="1169499" y="1514979"/>
                  </a:lnTo>
                  <a:lnTo>
                    <a:pt x="1123544" y="1536854"/>
                  </a:lnTo>
                  <a:lnTo>
                    <a:pt x="1076293" y="1555770"/>
                  </a:lnTo>
                  <a:lnTo>
                    <a:pt x="1027938" y="1571651"/>
                  </a:lnTo>
                  <a:lnTo>
                    <a:pt x="978674" y="1584433"/>
                  </a:lnTo>
                  <a:lnTo>
                    <a:pt x="928697" y="1594066"/>
                  </a:lnTo>
                  <a:lnTo>
                    <a:pt x="878211" y="1600509"/>
                  </a:lnTo>
                  <a:lnTo>
                    <a:pt x="827417" y="1603737"/>
                  </a:lnTo>
                  <a:lnTo>
                    <a:pt x="776521" y="1603737"/>
                  </a:lnTo>
                  <a:lnTo>
                    <a:pt x="725727" y="1600509"/>
                  </a:lnTo>
                  <a:lnTo>
                    <a:pt x="675241" y="1594066"/>
                  </a:lnTo>
                  <a:lnTo>
                    <a:pt x="625264" y="1584433"/>
                  </a:lnTo>
                  <a:lnTo>
                    <a:pt x="576000" y="1571651"/>
                  </a:lnTo>
                  <a:lnTo>
                    <a:pt x="527645" y="1555770"/>
                  </a:lnTo>
                  <a:lnTo>
                    <a:pt x="480394" y="1536854"/>
                  </a:lnTo>
                  <a:lnTo>
                    <a:pt x="434439" y="1514979"/>
                  </a:lnTo>
                  <a:lnTo>
                    <a:pt x="389964" y="1490233"/>
                  </a:lnTo>
                  <a:lnTo>
                    <a:pt x="347147" y="1462717"/>
                  </a:lnTo>
                  <a:lnTo>
                    <a:pt x="306162" y="1432540"/>
                  </a:lnTo>
                  <a:lnTo>
                    <a:pt x="267173" y="1399825"/>
                  </a:lnTo>
                  <a:lnTo>
                    <a:pt x="230338" y="1364702"/>
                  </a:lnTo>
                  <a:lnTo>
                    <a:pt x="195805" y="1327314"/>
                  </a:lnTo>
                  <a:lnTo>
                    <a:pt x="163712" y="1287812"/>
                  </a:lnTo>
                  <a:lnTo>
                    <a:pt x="134189" y="1246353"/>
                  </a:lnTo>
                  <a:lnTo>
                    <a:pt x="107356" y="1203105"/>
                  </a:lnTo>
                  <a:lnTo>
                    <a:pt x="83319" y="1158243"/>
                  </a:lnTo>
                  <a:lnTo>
                    <a:pt x="62176" y="1111946"/>
                  </a:lnTo>
                  <a:lnTo>
                    <a:pt x="44012" y="1064402"/>
                  </a:lnTo>
                  <a:lnTo>
                    <a:pt x="28900" y="1015801"/>
                  </a:lnTo>
                  <a:lnTo>
                    <a:pt x="16900" y="966339"/>
                  </a:lnTo>
                  <a:lnTo>
                    <a:pt x="8062" y="916217"/>
                  </a:lnTo>
                  <a:lnTo>
                    <a:pt x="2421" y="865634"/>
                  </a:lnTo>
                  <a:lnTo>
                    <a:pt x="0" y="814796"/>
                  </a:lnTo>
                  <a:lnTo>
                    <a:pt x="807" y="763906"/>
                  </a:lnTo>
                  <a:lnTo>
                    <a:pt x="4841" y="713170"/>
                  </a:lnTo>
                  <a:lnTo>
                    <a:pt x="12084" y="662792"/>
                  </a:lnTo>
                  <a:lnTo>
                    <a:pt x="22508" y="612975"/>
                  </a:lnTo>
                  <a:lnTo>
                    <a:pt x="36070" y="563919"/>
                  </a:lnTo>
                  <a:lnTo>
                    <a:pt x="52717" y="515822"/>
                  </a:lnTo>
                  <a:lnTo>
                    <a:pt x="72380" y="468878"/>
                  </a:lnTo>
                  <a:lnTo>
                    <a:pt x="94981" y="423275"/>
                  </a:lnTo>
                  <a:lnTo>
                    <a:pt x="120429" y="379198"/>
                  </a:lnTo>
                  <a:lnTo>
                    <a:pt x="148622" y="336823"/>
                  </a:lnTo>
                  <a:lnTo>
                    <a:pt x="179445" y="296322"/>
                  </a:lnTo>
                  <a:lnTo>
                    <a:pt x="212775" y="257858"/>
                  </a:lnTo>
                  <a:lnTo>
                    <a:pt x="248477" y="221584"/>
                  </a:lnTo>
                  <a:lnTo>
                    <a:pt x="286408" y="187648"/>
                  </a:lnTo>
                  <a:lnTo>
                    <a:pt x="326415" y="156186"/>
                  </a:lnTo>
                  <a:lnTo>
                    <a:pt x="368337" y="127325"/>
                  </a:lnTo>
                  <a:lnTo>
                    <a:pt x="412005" y="101181"/>
                  </a:lnTo>
                  <a:lnTo>
                    <a:pt x="457243" y="77859"/>
                  </a:lnTo>
                  <a:lnTo>
                    <a:pt x="503870" y="57453"/>
                  </a:lnTo>
                  <a:lnTo>
                    <a:pt x="551696" y="40046"/>
                  </a:lnTo>
                  <a:lnTo>
                    <a:pt x="600531" y="25707"/>
                  </a:lnTo>
                  <a:lnTo>
                    <a:pt x="650176" y="14494"/>
                  </a:lnTo>
                  <a:lnTo>
                    <a:pt x="700433" y="6452"/>
                  </a:lnTo>
                  <a:lnTo>
                    <a:pt x="751099" y="1614"/>
                  </a:lnTo>
                  <a:lnTo>
                    <a:pt x="801969" y="0"/>
                  </a:lnTo>
                </a:path>
              </a:pathLst>
            </a:custGeom>
            <a:ln w="8130" cap="flat">
              <a:solidFill>
                <a:srgbClr val="D1D1D1">
                  <a:alpha val="100000"/>
                </a:srgbClr>
              </a:solidFill>
              <a:custDash>
                <a:ds d="0" sp="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67142" y="488529"/>
              <a:ext cx="2004923" cy="2004671"/>
            </a:xfrm>
            <a:custGeom>
              <a:avLst/>
              <a:pathLst>
                <a:path w="2004923" h="2004671">
                  <a:moveTo>
                    <a:pt x="1002461" y="0"/>
                  </a:moveTo>
                  <a:lnTo>
                    <a:pt x="1066050" y="2018"/>
                  </a:lnTo>
                  <a:lnTo>
                    <a:pt x="1129382" y="8066"/>
                  </a:lnTo>
                  <a:lnTo>
                    <a:pt x="1192202" y="18118"/>
                  </a:lnTo>
                  <a:lnTo>
                    <a:pt x="1254259" y="32134"/>
                  </a:lnTo>
                  <a:lnTo>
                    <a:pt x="1315302" y="50058"/>
                  </a:lnTo>
                  <a:lnTo>
                    <a:pt x="1375086" y="71817"/>
                  </a:lnTo>
                  <a:lnTo>
                    <a:pt x="1433369" y="97324"/>
                  </a:lnTo>
                  <a:lnTo>
                    <a:pt x="1489917" y="126477"/>
                  </a:lnTo>
                  <a:lnTo>
                    <a:pt x="1544501" y="159157"/>
                  </a:lnTo>
                  <a:lnTo>
                    <a:pt x="1596904" y="195233"/>
                  </a:lnTo>
                  <a:lnTo>
                    <a:pt x="1646913" y="234561"/>
                  </a:lnTo>
                  <a:lnTo>
                    <a:pt x="1694326" y="276980"/>
                  </a:lnTo>
                  <a:lnTo>
                    <a:pt x="1738954" y="322322"/>
                  </a:lnTo>
                  <a:lnTo>
                    <a:pt x="1780617" y="370403"/>
                  </a:lnTo>
                  <a:lnTo>
                    <a:pt x="1819146" y="421029"/>
                  </a:lnTo>
                  <a:lnTo>
                    <a:pt x="1854386" y="473998"/>
                  </a:lnTo>
                  <a:lnTo>
                    <a:pt x="1886196" y="529094"/>
                  </a:lnTo>
                  <a:lnTo>
                    <a:pt x="1914448" y="586097"/>
                  </a:lnTo>
                  <a:lnTo>
                    <a:pt x="1939027" y="644778"/>
                  </a:lnTo>
                  <a:lnTo>
                    <a:pt x="1959835" y="704899"/>
                  </a:lnTo>
                  <a:lnTo>
                    <a:pt x="1976788" y="766219"/>
                  </a:lnTo>
                  <a:lnTo>
                    <a:pt x="1989818" y="828490"/>
                  </a:lnTo>
                  <a:lnTo>
                    <a:pt x="1998872" y="891463"/>
                  </a:lnTo>
                  <a:lnTo>
                    <a:pt x="2003914" y="954883"/>
                  </a:lnTo>
                  <a:lnTo>
                    <a:pt x="2004923" y="1018495"/>
                  </a:lnTo>
                  <a:lnTo>
                    <a:pt x="2001896" y="1082043"/>
                  </a:lnTo>
                  <a:lnTo>
                    <a:pt x="1994845" y="1145271"/>
                  </a:lnTo>
                  <a:lnTo>
                    <a:pt x="1983797" y="1207924"/>
                  </a:lnTo>
                  <a:lnTo>
                    <a:pt x="1968798" y="1269751"/>
                  </a:lnTo>
                  <a:lnTo>
                    <a:pt x="1949908" y="1330502"/>
                  </a:lnTo>
                  <a:lnTo>
                    <a:pt x="1927203" y="1389933"/>
                  </a:lnTo>
                  <a:lnTo>
                    <a:pt x="1900774" y="1447804"/>
                  </a:lnTo>
                  <a:lnTo>
                    <a:pt x="1870728" y="1503882"/>
                  </a:lnTo>
                  <a:lnTo>
                    <a:pt x="1837186" y="1557941"/>
                  </a:lnTo>
                  <a:lnTo>
                    <a:pt x="1800283" y="1609765"/>
                  </a:lnTo>
                  <a:lnTo>
                    <a:pt x="1760167" y="1659143"/>
                  </a:lnTo>
                  <a:lnTo>
                    <a:pt x="1717000" y="1705878"/>
                  </a:lnTo>
                  <a:lnTo>
                    <a:pt x="1670956" y="1749781"/>
                  </a:lnTo>
                  <a:lnTo>
                    <a:pt x="1622220" y="1790675"/>
                  </a:lnTo>
                  <a:lnTo>
                    <a:pt x="1570989" y="1828396"/>
                  </a:lnTo>
                  <a:lnTo>
                    <a:pt x="1517468" y="1862792"/>
                  </a:lnTo>
                  <a:lnTo>
                    <a:pt x="1461874" y="1893724"/>
                  </a:lnTo>
                  <a:lnTo>
                    <a:pt x="1404430" y="1921067"/>
                  </a:lnTo>
                  <a:lnTo>
                    <a:pt x="1345367" y="1944712"/>
                  </a:lnTo>
                  <a:lnTo>
                    <a:pt x="1284923" y="1964564"/>
                  </a:lnTo>
                  <a:lnTo>
                    <a:pt x="1223342" y="1980542"/>
                  </a:lnTo>
                  <a:lnTo>
                    <a:pt x="1160872" y="1992582"/>
                  </a:lnTo>
                  <a:lnTo>
                    <a:pt x="1097763" y="2000636"/>
                  </a:lnTo>
                  <a:lnTo>
                    <a:pt x="1034271" y="2004671"/>
                  </a:lnTo>
                  <a:lnTo>
                    <a:pt x="970651" y="2004671"/>
                  </a:lnTo>
                  <a:lnTo>
                    <a:pt x="907159" y="2000636"/>
                  </a:lnTo>
                  <a:lnTo>
                    <a:pt x="844051" y="1992582"/>
                  </a:lnTo>
                  <a:lnTo>
                    <a:pt x="781581" y="1980542"/>
                  </a:lnTo>
                  <a:lnTo>
                    <a:pt x="720000" y="1964564"/>
                  </a:lnTo>
                  <a:lnTo>
                    <a:pt x="659556" y="1944712"/>
                  </a:lnTo>
                  <a:lnTo>
                    <a:pt x="600493" y="1921067"/>
                  </a:lnTo>
                  <a:lnTo>
                    <a:pt x="543049" y="1893724"/>
                  </a:lnTo>
                  <a:lnTo>
                    <a:pt x="487455" y="1862792"/>
                  </a:lnTo>
                  <a:lnTo>
                    <a:pt x="433934" y="1828396"/>
                  </a:lnTo>
                  <a:lnTo>
                    <a:pt x="382703" y="1790675"/>
                  </a:lnTo>
                  <a:lnTo>
                    <a:pt x="333967" y="1749781"/>
                  </a:lnTo>
                  <a:lnTo>
                    <a:pt x="287923" y="1705878"/>
                  </a:lnTo>
                  <a:lnTo>
                    <a:pt x="244756" y="1659143"/>
                  </a:lnTo>
                  <a:lnTo>
                    <a:pt x="204640" y="1609765"/>
                  </a:lnTo>
                  <a:lnTo>
                    <a:pt x="167737" y="1557941"/>
                  </a:lnTo>
                  <a:lnTo>
                    <a:pt x="134195" y="1503882"/>
                  </a:lnTo>
                  <a:lnTo>
                    <a:pt x="104149" y="1447804"/>
                  </a:lnTo>
                  <a:lnTo>
                    <a:pt x="77720" y="1389933"/>
                  </a:lnTo>
                  <a:lnTo>
                    <a:pt x="55015" y="1330502"/>
                  </a:lnTo>
                  <a:lnTo>
                    <a:pt x="36125" y="1269751"/>
                  </a:lnTo>
                  <a:lnTo>
                    <a:pt x="21126" y="1207924"/>
                  </a:lnTo>
                  <a:lnTo>
                    <a:pt x="10078" y="1145271"/>
                  </a:lnTo>
                  <a:lnTo>
                    <a:pt x="3027" y="1082043"/>
                  </a:lnTo>
                  <a:lnTo>
                    <a:pt x="0" y="1018495"/>
                  </a:lnTo>
                  <a:lnTo>
                    <a:pt x="1009" y="954883"/>
                  </a:lnTo>
                  <a:lnTo>
                    <a:pt x="6051" y="891463"/>
                  </a:lnTo>
                  <a:lnTo>
                    <a:pt x="15105" y="828490"/>
                  </a:lnTo>
                  <a:lnTo>
                    <a:pt x="28135" y="766219"/>
                  </a:lnTo>
                  <a:lnTo>
                    <a:pt x="45088" y="704899"/>
                  </a:lnTo>
                  <a:lnTo>
                    <a:pt x="65896" y="644778"/>
                  </a:lnTo>
                  <a:lnTo>
                    <a:pt x="90475" y="586097"/>
                  </a:lnTo>
                  <a:lnTo>
                    <a:pt x="118727" y="529094"/>
                  </a:lnTo>
                  <a:lnTo>
                    <a:pt x="150537" y="473998"/>
                  </a:lnTo>
                  <a:lnTo>
                    <a:pt x="185777" y="421029"/>
                  </a:lnTo>
                  <a:lnTo>
                    <a:pt x="224306" y="370403"/>
                  </a:lnTo>
                  <a:lnTo>
                    <a:pt x="265969" y="322322"/>
                  </a:lnTo>
                  <a:lnTo>
                    <a:pt x="310596" y="276980"/>
                  </a:lnTo>
                  <a:lnTo>
                    <a:pt x="358010" y="234561"/>
                  </a:lnTo>
                  <a:lnTo>
                    <a:pt x="408019" y="195233"/>
                  </a:lnTo>
                  <a:lnTo>
                    <a:pt x="460421" y="159157"/>
                  </a:lnTo>
                  <a:lnTo>
                    <a:pt x="515006" y="126477"/>
                  </a:lnTo>
                  <a:lnTo>
                    <a:pt x="571554" y="97324"/>
                  </a:lnTo>
                  <a:lnTo>
                    <a:pt x="629837" y="71817"/>
                  </a:lnTo>
                  <a:lnTo>
                    <a:pt x="689620" y="50058"/>
                  </a:lnTo>
                  <a:lnTo>
                    <a:pt x="750663" y="32134"/>
                  </a:lnTo>
                  <a:lnTo>
                    <a:pt x="812720" y="18118"/>
                  </a:lnTo>
                  <a:lnTo>
                    <a:pt x="875541" y="8066"/>
                  </a:lnTo>
                  <a:lnTo>
                    <a:pt x="938873" y="2018"/>
                  </a:lnTo>
                  <a:lnTo>
                    <a:pt x="1002461" y="0"/>
                  </a:lnTo>
                </a:path>
              </a:pathLst>
            </a:custGeom>
            <a:ln w="8130" cap="flat">
              <a:solidFill>
                <a:srgbClr val="D1D1D1">
                  <a:alpha val="100000"/>
                </a:srgbClr>
              </a:solidFill>
              <a:custDash>
                <a:ds d="0" sp="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41835" y="363206"/>
              <a:ext cx="2255539" cy="2255255"/>
            </a:xfrm>
            <a:custGeom>
              <a:avLst/>
              <a:pathLst>
                <a:path w="2255539" h="2255255">
                  <a:moveTo>
                    <a:pt x="1127769" y="0"/>
                  </a:moveTo>
                  <a:lnTo>
                    <a:pt x="1199306" y="2270"/>
                  </a:lnTo>
                  <a:lnTo>
                    <a:pt x="1270554" y="9074"/>
                  </a:lnTo>
                  <a:lnTo>
                    <a:pt x="1341228" y="20382"/>
                  </a:lnTo>
                  <a:lnTo>
                    <a:pt x="1411042" y="36151"/>
                  </a:lnTo>
                  <a:lnTo>
                    <a:pt x="1479715" y="56315"/>
                  </a:lnTo>
                  <a:lnTo>
                    <a:pt x="1546972" y="80794"/>
                  </a:lnTo>
                  <a:lnTo>
                    <a:pt x="1612540" y="109490"/>
                  </a:lnTo>
                  <a:lnTo>
                    <a:pt x="1676156" y="142286"/>
                  </a:lnTo>
                  <a:lnTo>
                    <a:pt x="1737564" y="179051"/>
                  </a:lnTo>
                  <a:lnTo>
                    <a:pt x="1796517" y="219637"/>
                  </a:lnTo>
                  <a:lnTo>
                    <a:pt x="1852777" y="263881"/>
                  </a:lnTo>
                  <a:lnTo>
                    <a:pt x="1906117" y="311603"/>
                  </a:lnTo>
                  <a:lnTo>
                    <a:pt x="1956324" y="362612"/>
                  </a:lnTo>
                  <a:lnTo>
                    <a:pt x="2003194" y="416703"/>
                  </a:lnTo>
                  <a:lnTo>
                    <a:pt x="2046539" y="473658"/>
                  </a:lnTo>
                  <a:lnTo>
                    <a:pt x="2086184" y="533247"/>
                  </a:lnTo>
                  <a:lnTo>
                    <a:pt x="2121971" y="595231"/>
                  </a:lnTo>
                  <a:lnTo>
                    <a:pt x="2153754" y="659360"/>
                  </a:lnTo>
                  <a:lnTo>
                    <a:pt x="2181405" y="725375"/>
                  </a:lnTo>
                  <a:lnTo>
                    <a:pt x="2204815" y="793011"/>
                  </a:lnTo>
                  <a:lnTo>
                    <a:pt x="2223887" y="861996"/>
                  </a:lnTo>
                  <a:lnTo>
                    <a:pt x="2238545" y="932051"/>
                  </a:lnTo>
                  <a:lnTo>
                    <a:pt x="2248731" y="1002895"/>
                  </a:lnTo>
                  <a:lnTo>
                    <a:pt x="2254403" y="1074243"/>
                  </a:lnTo>
                  <a:lnTo>
                    <a:pt x="2255539" y="1145807"/>
                  </a:lnTo>
                  <a:lnTo>
                    <a:pt x="2252133" y="1217298"/>
                  </a:lnTo>
                  <a:lnTo>
                    <a:pt x="2244200" y="1288430"/>
                  </a:lnTo>
                  <a:lnTo>
                    <a:pt x="2231772" y="1358915"/>
                  </a:lnTo>
                  <a:lnTo>
                    <a:pt x="2214898" y="1428470"/>
                  </a:lnTo>
                  <a:lnTo>
                    <a:pt x="2193647" y="1496815"/>
                  </a:lnTo>
                  <a:lnTo>
                    <a:pt x="2168103" y="1563674"/>
                  </a:lnTo>
                  <a:lnTo>
                    <a:pt x="2138371" y="1628779"/>
                  </a:lnTo>
                  <a:lnTo>
                    <a:pt x="2104569" y="1691867"/>
                  </a:lnTo>
                  <a:lnTo>
                    <a:pt x="2066834" y="1752684"/>
                  </a:lnTo>
                  <a:lnTo>
                    <a:pt x="2025318" y="1810985"/>
                  </a:lnTo>
                  <a:lnTo>
                    <a:pt x="1980188" y="1866536"/>
                  </a:lnTo>
                  <a:lnTo>
                    <a:pt x="1931625" y="1919113"/>
                  </a:lnTo>
                  <a:lnTo>
                    <a:pt x="1879826" y="1968504"/>
                  </a:lnTo>
                  <a:lnTo>
                    <a:pt x="1824998" y="2014510"/>
                  </a:lnTo>
                  <a:lnTo>
                    <a:pt x="1767363" y="2056946"/>
                  </a:lnTo>
                  <a:lnTo>
                    <a:pt x="1707152" y="2095641"/>
                  </a:lnTo>
                  <a:lnTo>
                    <a:pt x="1644608" y="2130439"/>
                  </a:lnTo>
                  <a:lnTo>
                    <a:pt x="1579983" y="2161201"/>
                  </a:lnTo>
                  <a:lnTo>
                    <a:pt x="1513538" y="2187801"/>
                  </a:lnTo>
                  <a:lnTo>
                    <a:pt x="1445539" y="2210134"/>
                  </a:lnTo>
                  <a:lnTo>
                    <a:pt x="1376260" y="2228110"/>
                  </a:lnTo>
                  <a:lnTo>
                    <a:pt x="1305981" y="2241655"/>
                  </a:lnTo>
                  <a:lnTo>
                    <a:pt x="1234984" y="2250716"/>
                  </a:lnTo>
                  <a:lnTo>
                    <a:pt x="1163555" y="2255255"/>
                  </a:lnTo>
                  <a:lnTo>
                    <a:pt x="1091983" y="2255255"/>
                  </a:lnTo>
                  <a:lnTo>
                    <a:pt x="1020554" y="2250716"/>
                  </a:lnTo>
                  <a:lnTo>
                    <a:pt x="949558" y="2241655"/>
                  </a:lnTo>
                  <a:lnTo>
                    <a:pt x="879278" y="2228110"/>
                  </a:lnTo>
                  <a:lnTo>
                    <a:pt x="810000" y="2210134"/>
                  </a:lnTo>
                  <a:lnTo>
                    <a:pt x="742001" y="2187801"/>
                  </a:lnTo>
                  <a:lnTo>
                    <a:pt x="675555" y="2161201"/>
                  </a:lnTo>
                  <a:lnTo>
                    <a:pt x="610930" y="2130439"/>
                  </a:lnTo>
                  <a:lnTo>
                    <a:pt x="548386" y="2095641"/>
                  </a:lnTo>
                  <a:lnTo>
                    <a:pt x="488176" y="2056946"/>
                  </a:lnTo>
                  <a:lnTo>
                    <a:pt x="430540" y="2014510"/>
                  </a:lnTo>
                  <a:lnTo>
                    <a:pt x="375713" y="1968504"/>
                  </a:lnTo>
                  <a:lnTo>
                    <a:pt x="323913" y="1919113"/>
                  </a:lnTo>
                  <a:lnTo>
                    <a:pt x="275350" y="1866536"/>
                  </a:lnTo>
                  <a:lnTo>
                    <a:pt x="230220" y="1810985"/>
                  </a:lnTo>
                  <a:lnTo>
                    <a:pt x="188704" y="1752684"/>
                  </a:lnTo>
                  <a:lnTo>
                    <a:pt x="150969" y="1691867"/>
                  </a:lnTo>
                  <a:lnTo>
                    <a:pt x="117167" y="1628779"/>
                  </a:lnTo>
                  <a:lnTo>
                    <a:pt x="87435" y="1563674"/>
                  </a:lnTo>
                  <a:lnTo>
                    <a:pt x="61892" y="1496815"/>
                  </a:lnTo>
                  <a:lnTo>
                    <a:pt x="40640" y="1428470"/>
                  </a:lnTo>
                  <a:lnTo>
                    <a:pt x="23766" y="1358915"/>
                  </a:lnTo>
                  <a:lnTo>
                    <a:pt x="11338" y="1288430"/>
                  </a:lnTo>
                  <a:lnTo>
                    <a:pt x="3405" y="1217298"/>
                  </a:lnTo>
                  <a:lnTo>
                    <a:pt x="0" y="1145807"/>
                  </a:lnTo>
                  <a:lnTo>
                    <a:pt x="1135" y="1074243"/>
                  </a:lnTo>
                  <a:lnTo>
                    <a:pt x="6807" y="1002895"/>
                  </a:lnTo>
                  <a:lnTo>
                    <a:pt x="16993" y="932051"/>
                  </a:lnTo>
                  <a:lnTo>
                    <a:pt x="31652" y="861996"/>
                  </a:lnTo>
                  <a:lnTo>
                    <a:pt x="50724" y="793011"/>
                  </a:lnTo>
                  <a:lnTo>
                    <a:pt x="74133" y="725375"/>
                  </a:lnTo>
                  <a:lnTo>
                    <a:pt x="101785" y="659360"/>
                  </a:lnTo>
                  <a:lnTo>
                    <a:pt x="133568" y="595231"/>
                  </a:lnTo>
                  <a:lnTo>
                    <a:pt x="169354" y="533247"/>
                  </a:lnTo>
                  <a:lnTo>
                    <a:pt x="208999" y="473658"/>
                  </a:lnTo>
                  <a:lnTo>
                    <a:pt x="252345" y="416703"/>
                  </a:lnTo>
                  <a:lnTo>
                    <a:pt x="299215" y="362612"/>
                  </a:lnTo>
                  <a:lnTo>
                    <a:pt x="349421" y="311603"/>
                  </a:lnTo>
                  <a:lnTo>
                    <a:pt x="402762" y="263881"/>
                  </a:lnTo>
                  <a:lnTo>
                    <a:pt x="459021" y="219637"/>
                  </a:lnTo>
                  <a:lnTo>
                    <a:pt x="517974" y="179051"/>
                  </a:lnTo>
                  <a:lnTo>
                    <a:pt x="579382" y="142286"/>
                  </a:lnTo>
                  <a:lnTo>
                    <a:pt x="642998" y="109490"/>
                  </a:lnTo>
                  <a:lnTo>
                    <a:pt x="708567" y="80794"/>
                  </a:lnTo>
                  <a:lnTo>
                    <a:pt x="775823" y="56315"/>
                  </a:lnTo>
                  <a:lnTo>
                    <a:pt x="844496" y="36151"/>
                  </a:lnTo>
                  <a:lnTo>
                    <a:pt x="914310" y="20382"/>
                  </a:lnTo>
                  <a:lnTo>
                    <a:pt x="984984" y="9074"/>
                  </a:lnTo>
                  <a:lnTo>
                    <a:pt x="1056233" y="2270"/>
                  </a:lnTo>
                  <a:lnTo>
                    <a:pt x="1127769" y="0"/>
                  </a:lnTo>
                </a:path>
              </a:pathLst>
            </a:custGeom>
            <a:ln w="8130" cap="flat">
              <a:solidFill>
                <a:srgbClr val="D1D1D1">
                  <a:alpha val="100000"/>
                </a:srgbClr>
              </a:solidFill>
              <a:custDash>
                <a:ds d="0" sp="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969604" y="488529"/>
              <a:ext cx="0" cy="1002588"/>
            </a:xfrm>
            <a:custGeom>
              <a:avLst/>
              <a:pathLst>
                <a:path w="0" h="1002588">
                  <a:moveTo>
                    <a:pt x="0" y="1002588"/>
                  </a:moveTo>
                  <a:lnTo>
                    <a:pt x="0" y="968016"/>
                  </a:lnTo>
                  <a:lnTo>
                    <a:pt x="0" y="933444"/>
                  </a:lnTo>
                  <a:lnTo>
                    <a:pt x="0" y="898872"/>
                  </a:lnTo>
                  <a:lnTo>
                    <a:pt x="0" y="864300"/>
                  </a:lnTo>
                  <a:lnTo>
                    <a:pt x="0" y="829728"/>
                  </a:lnTo>
                  <a:lnTo>
                    <a:pt x="0" y="795156"/>
                  </a:lnTo>
                  <a:lnTo>
                    <a:pt x="0" y="760584"/>
                  </a:lnTo>
                  <a:lnTo>
                    <a:pt x="0" y="726012"/>
                  </a:lnTo>
                  <a:lnTo>
                    <a:pt x="0" y="691440"/>
                  </a:lnTo>
                  <a:lnTo>
                    <a:pt x="0" y="656868"/>
                  </a:lnTo>
                  <a:lnTo>
                    <a:pt x="0" y="622296"/>
                  </a:lnTo>
                  <a:lnTo>
                    <a:pt x="0" y="587724"/>
                  </a:lnTo>
                  <a:lnTo>
                    <a:pt x="0" y="553152"/>
                  </a:lnTo>
                  <a:lnTo>
                    <a:pt x="0" y="518580"/>
                  </a:lnTo>
                  <a:lnTo>
                    <a:pt x="0" y="484008"/>
                  </a:lnTo>
                  <a:lnTo>
                    <a:pt x="0" y="449436"/>
                  </a:lnTo>
                  <a:lnTo>
                    <a:pt x="0" y="414864"/>
                  </a:lnTo>
                  <a:lnTo>
                    <a:pt x="0" y="380292"/>
                  </a:lnTo>
                  <a:lnTo>
                    <a:pt x="0" y="345720"/>
                  </a:lnTo>
                  <a:lnTo>
                    <a:pt x="0" y="311148"/>
                  </a:lnTo>
                  <a:lnTo>
                    <a:pt x="0" y="276576"/>
                  </a:lnTo>
                  <a:lnTo>
                    <a:pt x="0" y="242004"/>
                  </a:lnTo>
                  <a:lnTo>
                    <a:pt x="0" y="207432"/>
                  </a:lnTo>
                  <a:lnTo>
                    <a:pt x="0" y="172860"/>
                  </a:lnTo>
                  <a:lnTo>
                    <a:pt x="0" y="138288"/>
                  </a:lnTo>
                  <a:lnTo>
                    <a:pt x="0" y="103716"/>
                  </a:lnTo>
                  <a:lnTo>
                    <a:pt x="0" y="69144"/>
                  </a:lnTo>
                  <a:lnTo>
                    <a:pt x="0" y="34572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969604" y="782180"/>
              <a:ext cx="708936" cy="708936"/>
            </a:xfrm>
            <a:custGeom>
              <a:avLst/>
              <a:pathLst>
                <a:path w="708936" h="708936">
                  <a:moveTo>
                    <a:pt x="0" y="708936"/>
                  </a:moveTo>
                  <a:lnTo>
                    <a:pt x="24446" y="684490"/>
                  </a:lnTo>
                  <a:lnTo>
                    <a:pt x="48892" y="660044"/>
                  </a:lnTo>
                  <a:lnTo>
                    <a:pt x="73338" y="635598"/>
                  </a:lnTo>
                  <a:lnTo>
                    <a:pt x="97784" y="611152"/>
                  </a:lnTo>
                  <a:lnTo>
                    <a:pt x="122230" y="586706"/>
                  </a:lnTo>
                  <a:lnTo>
                    <a:pt x="146676" y="562260"/>
                  </a:lnTo>
                  <a:lnTo>
                    <a:pt x="171122" y="537814"/>
                  </a:lnTo>
                  <a:lnTo>
                    <a:pt x="195568" y="513368"/>
                  </a:lnTo>
                  <a:lnTo>
                    <a:pt x="220014" y="488921"/>
                  </a:lnTo>
                  <a:lnTo>
                    <a:pt x="244460" y="464475"/>
                  </a:lnTo>
                  <a:lnTo>
                    <a:pt x="268907" y="440029"/>
                  </a:lnTo>
                  <a:lnTo>
                    <a:pt x="293353" y="415583"/>
                  </a:lnTo>
                  <a:lnTo>
                    <a:pt x="317799" y="391137"/>
                  </a:lnTo>
                  <a:lnTo>
                    <a:pt x="342245" y="366691"/>
                  </a:lnTo>
                  <a:lnTo>
                    <a:pt x="366691" y="342245"/>
                  </a:lnTo>
                  <a:lnTo>
                    <a:pt x="391137" y="317799"/>
                  </a:lnTo>
                  <a:lnTo>
                    <a:pt x="415583" y="293353"/>
                  </a:lnTo>
                  <a:lnTo>
                    <a:pt x="440029" y="268907"/>
                  </a:lnTo>
                  <a:lnTo>
                    <a:pt x="464475" y="244460"/>
                  </a:lnTo>
                  <a:lnTo>
                    <a:pt x="488921" y="220014"/>
                  </a:lnTo>
                  <a:lnTo>
                    <a:pt x="513368" y="195568"/>
                  </a:lnTo>
                  <a:lnTo>
                    <a:pt x="537814" y="171122"/>
                  </a:lnTo>
                  <a:lnTo>
                    <a:pt x="562260" y="146676"/>
                  </a:lnTo>
                  <a:lnTo>
                    <a:pt x="586706" y="122230"/>
                  </a:lnTo>
                  <a:lnTo>
                    <a:pt x="611152" y="97784"/>
                  </a:lnTo>
                  <a:lnTo>
                    <a:pt x="635598" y="73338"/>
                  </a:lnTo>
                  <a:lnTo>
                    <a:pt x="660044" y="48892"/>
                  </a:lnTo>
                  <a:lnTo>
                    <a:pt x="684490" y="24446"/>
                  </a:lnTo>
                  <a:lnTo>
                    <a:pt x="708936" y="0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969604" y="1491117"/>
              <a:ext cx="1002588" cy="0"/>
            </a:xfrm>
            <a:custGeom>
              <a:avLst/>
              <a:pathLst>
                <a:path w="1002588" h="0">
                  <a:moveTo>
                    <a:pt x="0" y="0"/>
                  </a:moveTo>
                  <a:lnTo>
                    <a:pt x="34572" y="0"/>
                  </a:lnTo>
                  <a:lnTo>
                    <a:pt x="69144" y="0"/>
                  </a:lnTo>
                  <a:lnTo>
                    <a:pt x="103716" y="0"/>
                  </a:lnTo>
                  <a:lnTo>
                    <a:pt x="138288" y="0"/>
                  </a:lnTo>
                  <a:lnTo>
                    <a:pt x="172860" y="0"/>
                  </a:lnTo>
                  <a:lnTo>
                    <a:pt x="207432" y="0"/>
                  </a:lnTo>
                  <a:lnTo>
                    <a:pt x="242004" y="0"/>
                  </a:lnTo>
                  <a:lnTo>
                    <a:pt x="276576" y="0"/>
                  </a:lnTo>
                  <a:lnTo>
                    <a:pt x="311148" y="0"/>
                  </a:lnTo>
                  <a:lnTo>
                    <a:pt x="345720" y="0"/>
                  </a:lnTo>
                  <a:lnTo>
                    <a:pt x="380292" y="0"/>
                  </a:lnTo>
                  <a:lnTo>
                    <a:pt x="414864" y="0"/>
                  </a:lnTo>
                  <a:lnTo>
                    <a:pt x="449436" y="0"/>
                  </a:lnTo>
                  <a:lnTo>
                    <a:pt x="484008" y="0"/>
                  </a:lnTo>
                  <a:lnTo>
                    <a:pt x="518580" y="0"/>
                  </a:lnTo>
                  <a:lnTo>
                    <a:pt x="553152" y="0"/>
                  </a:lnTo>
                  <a:lnTo>
                    <a:pt x="587724" y="0"/>
                  </a:lnTo>
                  <a:lnTo>
                    <a:pt x="622296" y="0"/>
                  </a:lnTo>
                  <a:lnTo>
                    <a:pt x="656868" y="0"/>
                  </a:lnTo>
                  <a:lnTo>
                    <a:pt x="691440" y="0"/>
                  </a:lnTo>
                  <a:lnTo>
                    <a:pt x="726012" y="0"/>
                  </a:lnTo>
                  <a:lnTo>
                    <a:pt x="760584" y="0"/>
                  </a:lnTo>
                  <a:lnTo>
                    <a:pt x="795156" y="0"/>
                  </a:lnTo>
                  <a:lnTo>
                    <a:pt x="829728" y="0"/>
                  </a:lnTo>
                  <a:lnTo>
                    <a:pt x="864300" y="0"/>
                  </a:lnTo>
                  <a:lnTo>
                    <a:pt x="898872" y="0"/>
                  </a:lnTo>
                  <a:lnTo>
                    <a:pt x="933444" y="0"/>
                  </a:lnTo>
                  <a:lnTo>
                    <a:pt x="968016" y="0"/>
                  </a:lnTo>
                  <a:lnTo>
                    <a:pt x="1002588" y="0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969604" y="1491117"/>
              <a:ext cx="708936" cy="708936"/>
            </a:xfrm>
            <a:custGeom>
              <a:avLst/>
              <a:pathLst>
                <a:path w="708936" h="708936">
                  <a:moveTo>
                    <a:pt x="0" y="0"/>
                  </a:moveTo>
                  <a:lnTo>
                    <a:pt x="24446" y="24446"/>
                  </a:lnTo>
                  <a:lnTo>
                    <a:pt x="48892" y="48892"/>
                  </a:lnTo>
                  <a:lnTo>
                    <a:pt x="73338" y="73338"/>
                  </a:lnTo>
                  <a:lnTo>
                    <a:pt x="97784" y="97784"/>
                  </a:lnTo>
                  <a:lnTo>
                    <a:pt x="122230" y="122230"/>
                  </a:lnTo>
                  <a:lnTo>
                    <a:pt x="146676" y="146676"/>
                  </a:lnTo>
                  <a:lnTo>
                    <a:pt x="171122" y="171122"/>
                  </a:lnTo>
                  <a:lnTo>
                    <a:pt x="195568" y="195568"/>
                  </a:lnTo>
                  <a:lnTo>
                    <a:pt x="220014" y="220014"/>
                  </a:lnTo>
                  <a:lnTo>
                    <a:pt x="244460" y="244460"/>
                  </a:lnTo>
                  <a:lnTo>
                    <a:pt x="268907" y="268907"/>
                  </a:lnTo>
                  <a:lnTo>
                    <a:pt x="293353" y="293353"/>
                  </a:lnTo>
                  <a:lnTo>
                    <a:pt x="317799" y="317799"/>
                  </a:lnTo>
                  <a:lnTo>
                    <a:pt x="342245" y="342245"/>
                  </a:lnTo>
                  <a:lnTo>
                    <a:pt x="366691" y="366691"/>
                  </a:lnTo>
                  <a:lnTo>
                    <a:pt x="391137" y="391137"/>
                  </a:lnTo>
                  <a:lnTo>
                    <a:pt x="415583" y="415583"/>
                  </a:lnTo>
                  <a:lnTo>
                    <a:pt x="440029" y="440029"/>
                  </a:lnTo>
                  <a:lnTo>
                    <a:pt x="464475" y="464475"/>
                  </a:lnTo>
                  <a:lnTo>
                    <a:pt x="488921" y="488921"/>
                  </a:lnTo>
                  <a:lnTo>
                    <a:pt x="513368" y="513368"/>
                  </a:lnTo>
                  <a:lnTo>
                    <a:pt x="537814" y="537814"/>
                  </a:lnTo>
                  <a:lnTo>
                    <a:pt x="562260" y="562260"/>
                  </a:lnTo>
                  <a:lnTo>
                    <a:pt x="586706" y="586706"/>
                  </a:lnTo>
                  <a:lnTo>
                    <a:pt x="611152" y="611152"/>
                  </a:lnTo>
                  <a:lnTo>
                    <a:pt x="635598" y="635598"/>
                  </a:lnTo>
                  <a:lnTo>
                    <a:pt x="660044" y="660044"/>
                  </a:lnTo>
                  <a:lnTo>
                    <a:pt x="684490" y="684490"/>
                  </a:lnTo>
                  <a:lnTo>
                    <a:pt x="708936" y="708936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969604" y="1491117"/>
              <a:ext cx="0" cy="1002588"/>
            </a:xfrm>
            <a:custGeom>
              <a:avLst/>
              <a:pathLst>
                <a:path w="0" h="1002588">
                  <a:moveTo>
                    <a:pt x="0" y="0"/>
                  </a:moveTo>
                  <a:lnTo>
                    <a:pt x="0" y="34572"/>
                  </a:lnTo>
                  <a:lnTo>
                    <a:pt x="0" y="69144"/>
                  </a:lnTo>
                  <a:lnTo>
                    <a:pt x="0" y="103716"/>
                  </a:lnTo>
                  <a:lnTo>
                    <a:pt x="0" y="138288"/>
                  </a:lnTo>
                  <a:lnTo>
                    <a:pt x="0" y="172860"/>
                  </a:lnTo>
                  <a:lnTo>
                    <a:pt x="0" y="207432"/>
                  </a:lnTo>
                  <a:lnTo>
                    <a:pt x="0" y="242004"/>
                  </a:lnTo>
                  <a:lnTo>
                    <a:pt x="0" y="276576"/>
                  </a:lnTo>
                  <a:lnTo>
                    <a:pt x="0" y="311148"/>
                  </a:lnTo>
                  <a:lnTo>
                    <a:pt x="0" y="345720"/>
                  </a:lnTo>
                  <a:lnTo>
                    <a:pt x="0" y="380292"/>
                  </a:lnTo>
                  <a:lnTo>
                    <a:pt x="0" y="414864"/>
                  </a:lnTo>
                  <a:lnTo>
                    <a:pt x="0" y="449436"/>
                  </a:lnTo>
                  <a:lnTo>
                    <a:pt x="0" y="484008"/>
                  </a:lnTo>
                  <a:lnTo>
                    <a:pt x="0" y="518580"/>
                  </a:lnTo>
                  <a:lnTo>
                    <a:pt x="0" y="553152"/>
                  </a:lnTo>
                  <a:lnTo>
                    <a:pt x="0" y="587724"/>
                  </a:lnTo>
                  <a:lnTo>
                    <a:pt x="0" y="622296"/>
                  </a:lnTo>
                  <a:lnTo>
                    <a:pt x="0" y="656868"/>
                  </a:lnTo>
                  <a:lnTo>
                    <a:pt x="0" y="691440"/>
                  </a:lnTo>
                  <a:lnTo>
                    <a:pt x="0" y="726012"/>
                  </a:lnTo>
                  <a:lnTo>
                    <a:pt x="0" y="760584"/>
                  </a:lnTo>
                  <a:lnTo>
                    <a:pt x="0" y="795156"/>
                  </a:lnTo>
                  <a:lnTo>
                    <a:pt x="0" y="829728"/>
                  </a:lnTo>
                  <a:lnTo>
                    <a:pt x="0" y="864300"/>
                  </a:lnTo>
                  <a:lnTo>
                    <a:pt x="0" y="898872"/>
                  </a:lnTo>
                  <a:lnTo>
                    <a:pt x="0" y="933444"/>
                  </a:lnTo>
                  <a:lnTo>
                    <a:pt x="0" y="968016"/>
                  </a:lnTo>
                  <a:lnTo>
                    <a:pt x="0" y="1002588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260667" y="1491117"/>
              <a:ext cx="708936" cy="708936"/>
            </a:xfrm>
            <a:custGeom>
              <a:avLst/>
              <a:pathLst>
                <a:path w="708936" h="708936">
                  <a:moveTo>
                    <a:pt x="708936" y="0"/>
                  </a:moveTo>
                  <a:lnTo>
                    <a:pt x="684490" y="24446"/>
                  </a:lnTo>
                  <a:lnTo>
                    <a:pt x="660044" y="48892"/>
                  </a:lnTo>
                  <a:lnTo>
                    <a:pt x="635598" y="73338"/>
                  </a:lnTo>
                  <a:lnTo>
                    <a:pt x="611152" y="97784"/>
                  </a:lnTo>
                  <a:lnTo>
                    <a:pt x="586706" y="122230"/>
                  </a:lnTo>
                  <a:lnTo>
                    <a:pt x="562260" y="146676"/>
                  </a:lnTo>
                  <a:lnTo>
                    <a:pt x="537814" y="171122"/>
                  </a:lnTo>
                  <a:lnTo>
                    <a:pt x="513368" y="195568"/>
                  </a:lnTo>
                  <a:lnTo>
                    <a:pt x="488921" y="220014"/>
                  </a:lnTo>
                  <a:lnTo>
                    <a:pt x="464475" y="244460"/>
                  </a:lnTo>
                  <a:lnTo>
                    <a:pt x="440029" y="268907"/>
                  </a:lnTo>
                  <a:lnTo>
                    <a:pt x="415583" y="293353"/>
                  </a:lnTo>
                  <a:lnTo>
                    <a:pt x="391137" y="317799"/>
                  </a:lnTo>
                  <a:lnTo>
                    <a:pt x="366691" y="342245"/>
                  </a:lnTo>
                  <a:lnTo>
                    <a:pt x="342245" y="366691"/>
                  </a:lnTo>
                  <a:lnTo>
                    <a:pt x="317799" y="391137"/>
                  </a:lnTo>
                  <a:lnTo>
                    <a:pt x="293353" y="415583"/>
                  </a:lnTo>
                  <a:lnTo>
                    <a:pt x="268907" y="440029"/>
                  </a:lnTo>
                  <a:lnTo>
                    <a:pt x="244460" y="464475"/>
                  </a:lnTo>
                  <a:lnTo>
                    <a:pt x="220014" y="488921"/>
                  </a:lnTo>
                  <a:lnTo>
                    <a:pt x="195568" y="513368"/>
                  </a:lnTo>
                  <a:lnTo>
                    <a:pt x="171122" y="537814"/>
                  </a:lnTo>
                  <a:lnTo>
                    <a:pt x="146676" y="562260"/>
                  </a:lnTo>
                  <a:lnTo>
                    <a:pt x="122230" y="586706"/>
                  </a:lnTo>
                  <a:lnTo>
                    <a:pt x="97784" y="611152"/>
                  </a:lnTo>
                  <a:lnTo>
                    <a:pt x="73338" y="635598"/>
                  </a:lnTo>
                  <a:lnTo>
                    <a:pt x="48892" y="660044"/>
                  </a:lnTo>
                  <a:lnTo>
                    <a:pt x="24446" y="684490"/>
                  </a:lnTo>
                  <a:lnTo>
                    <a:pt x="0" y="708936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967016" y="1491117"/>
              <a:ext cx="1002588" cy="0"/>
            </a:xfrm>
            <a:custGeom>
              <a:avLst/>
              <a:pathLst>
                <a:path w="1002588" h="0">
                  <a:moveTo>
                    <a:pt x="1002588" y="0"/>
                  </a:moveTo>
                  <a:lnTo>
                    <a:pt x="968016" y="0"/>
                  </a:lnTo>
                  <a:lnTo>
                    <a:pt x="933444" y="0"/>
                  </a:lnTo>
                  <a:lnTo>
                    <a:pt x="898872" y="0"/>
                  </a:lnTo>
                  <a:lnTo>
                    <a:pt x="864300" y="0"/>
                  </a:lnTo>
                  <a:lnTo>
                    <a:pt x="829728" y="0"/>
                  </a:lnTo>
                  <a:lnTo>
                    <a:pt x="795156" y="0"/>
                  </a:lnTo>
                  <a:lnTo>
                    <a:pt x="760584" y="0"/>
                  </a:lnTo>
                  <a:lnTo>
                    <a:pt x="726012" y="0"/>
                  </a:lnTo>
                  <a:lnTo>
                    <a:pt x="691440" y="0"/>
                  </a:lnTo>
                  <a:lnTo>
                    <a:pt x="656868" y="0"/>
                  </a:lnTo>
                  <a:lnTo>
                    <a:pt x="622296" y="0"/>
                  </a:lnTo>
                  <a:lnTo>
                    <a:pt x="587724" y="0"/>
                  </a:lnTo>
                  <a:lnTo>
                    <a:pt x="553152" y="0"/>
                  </a:lnTo>
                  <a:lnTo>
                    <a:pt x="518580" y="0"/>
                  </a:lnTo>
                  <a:lnTo>
                    <a:pt x="484008" y="0"/>
                  </a:lnTo>
                  <a:lnTo>
                    <a:pt x="449436" y="0"/>
                  </a:lnTo>
                  <a:lnTo>
                    <a:pt x="414864" y="0"/>
                  </a:lnTo>
                  <a:lnTo>
                    <a:pt x="380292" y="0"/>
                  </a:lnTo>
                  <a:lnTo>
                    <a:pt x="345720" y="0"/>
                  </a:lnTo>
                  <a:lnTo>
                    <a:pt x="311148" y="0"/>
                  </a:lnTo>
                  <a:lnTo>
                    <a:pt x="276576" y="0"/>
                  </a:lnTo>
                  <a:lnTo>
                    <a:pt x="242004" y="0"/>
                  </a:lnTo>
                  <a:lnTo>
                    <a:pt x="207432" y="0"/>
                  </a:lnTo>
                  <a:lnTo>
                    <a:pt x="172860" y="0"/>
                  </a:lnTo>
                  <a:lnTo>
                    <a:pt x="138288" y="0"/>
                  </a:lnTo>
                  <a:lnTo>
                    <a:pt x="103716" y="0"/>
                  </a:lnTo>
                  <a:lnTo>
                    <a:pt x="69144" y="0"/>
                  </a:lnTo>
                  <a:lnTo>
                    <a:pt x="34572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260667" y="782180"/>
              <a:ext cx="708936" cy="708936"/>
            </a:xfrm>
            <a:custGeom>
              <a:avLst/>
              <a:pathLst>
                <a:path w="708936" h="708936">
                  <a:moveTo>
                    <a:pt x="708936" y="708936"/>
                  </a:moveTo>
                  <a:lnTo>
                    <a:pt x="684490" y="684490"/>
                  </a:lnTo>
                  <a:lnTo>
                    <a:pt x="660044" y="660044"/>
                  </a:lnTo>
                  <a:lnTo>
                    <a:pt x="635598" y="635598"/>
                  </a:lnTo>
                  <a:lnTo>
                    <a:pt x="611152" y="611152"/>
                  </a:lnTo>
                  <a:lnTo>
                    <a:pt x="586706" y="586706"/>
                  </a:lnTo>
                  <a:lnTo>
                    <a:pt x="562260" y="562260"/>
                  </a:lnTo>
                  <a:lnTo>
                    <a:pt x="537814" y="537814"/>
                  </a:lnTo>
                  <a:lnTo>
                    <a:pt x="513368" y="513368"/>
                  </a:lnTo>
                  <a:lnTo>
                    <a:pt x="488921" y="488921"/>
                  </a:lnTo>
                  <a:lnTo>
                    <a:pt x="464475" y="464475"/>
                  </a:lnTo>
                  <a:lnTo>
                    <a:pt x="440029" y="440029"/>
                  </a:lnTo>
                  <a:lnTo>
                    <a:pt x="415583" y="415583"/>
                  </a:lnTo>
                  <a:lnTo>
                    <a:pt x="391137" y="391137"/>
                  </a:lnTo>
                  <a:lnTo>
                    <a:pt x="366691" y="366691"/>
                  </a:lnTo>
                  <a:lnTo>
                    <a:pt x="342245" y="342245"/>
                  </a:lnTo>
                  <a:lnTo>
                    <a:pt x="317799" y="317799"/>
                  </a:lnTo>
                  <a:lnTo>
                    <a:pt x="293353" y="293353"/>
                  </a:lnTo>
                  <a:lnTo>
                    <a:pt x="268907" y="268907"/>
                  </a:lnTo>
                  <a:lnTo>
                    <a:pt x="244460" y="244460"/>
                  </a:lnTo>
                  <a:lnTo>
                    <a:pt x="220014" y="220014"/>
                  </a:lnTo>
                  <a:lnTo>
                    <a:pt x="195568" y="195568"/>
                  </a:lnTo>
                  <a:lnTo>
                    <a:pt x="171122" y="171122"/>
                  </a:lnTo>
                  <a:lnTo>
                    <a:pt x="146676" y="146676"/>
                  </a:lnTo>
                  <a:lnTo>
                    <a:pt x="122230" y="122230"/>
                  </a:lnTo>
                  <a:lnTo>
                    <a:pt x="97784" y="97784"/>
                  </a:lnTo>
                  <a:lnTo>
                    <a:pt x="73338" y="73338"/>
                  </a:lnTo>
                  <a:lnTo>
                    <a:pt x="48892" y="48892"/>
                  </a:lnTo>
                  <a:lnTo>
                    <a:pt x="24446" y="24446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845927" y="1095791"/>
              <a:ext cx="863906" cy="573989"/>
            </a:xfrm>
            <a:custGeom>
              <a:avLst/>
              <a:pathLst>
                <a:path w="863906" h="573989">
                  <a:moveTo>
                    <a:pt x="123677" y="245406"/>
                  </a:moveTo>
                  <a:lnTo>
                    <a:pt x="132951" y="218372"/>
                  </a:lnTo>
                  <a:lnTo>
                    <a:pt x="145050" y="191972"/>
                  </a:lnTo>
                  <a:lnTo>
                    <a:pt x="159931" y="166428"/>
                  </a:lnTo>
                  <a:lnTo>
                    <a:pt x="177532" y="141958"/>
                  </a:lnTo>
                  <a:lnTo>
                    <a:pt x="197778" y="118776"/>
                  </a:lnTo>
                  <a:lnTo>
                    <a:pt x="220579" y="97091"/>
                  </a:lnTo>
                  <a:lnTo>
                    <a:pt x="245830" y="77106"/>
                  </a:lnTo>
                  <a:lnTo>
                    <a:pt x="273411" y="59017"/>
                  </a:lnTo>
                  <a:lnTo>
                    <a:pt x="303191" y="43010"/>
                  </a:lnTo>
                  <a:lnTo>
                    <a:pt x="335022" y="29265"/>
                  </a:lnTo>
                  <a:lnTo>
                    <a:pt x="368747" y="17951"/>
                  </a:lnTo>
                  <a:lnTo>
                    <a:pt x="404194" y="9227"/>
                  </a:lnTo>
                  <a:lnTo>
                    <a:pt x="441183" y="3239"/>
                  </a:lnTo>
                  <a:lnTo>
                    <a:pt x="479520" y="122"/>
                  </a:lnTo>
                  <a:lnTo>
                    <a:pt x="519003" y="0"/>
                  </a:lnTo>
                  <a:lnTo>
                    <a:pt x="544714" y="11500"/>
                  </a:lnTo>
                  <a:lnTo>
                    <a:pt x="570189" y="24547"/>
                  </a:lnTo>
                  <a:lnTo>
                    <a:pt x="595340" y="39142"/>
                  </a:lnTo>
                  <a:lnTo>
                    <a:pt x="620078" y="55283"/>
                  </a:lnTo>
                  <a:lnTo>
                    <a:pt x="644312" y="72962"/>
                  </a:lnTo>
                  <a:lnTo>
                    <a:pt x="667954" y="92165"/>
                  </a:lnTo>
                  <a:lnTo>
                    <a:pt x="690913" y="112876"/>
                  </a:lnTo>
                  <a:lnTo>
                    <a:pt x="713101" y="135070"/>
                  </a:lnTo>
                  <a:lnTo>
                    <a:pt x="734428" y="158720"/>
                  </a:lnTo>
                  <a:lnTo>
                    <a:pt x="754807" y="183792"/>
                  </a:lnTo>
                  <a:lnTo>
                    <a:pt x="774152" y="210250"/>
                  </a:lnTo>
                  <a:lnTo>
                    <a:pt x="792379" y="238048"/>
                  </a:lnTo>
                  <a:lnTo>
                    <a:pt x="809403" y="267141"/>
                  </a:lnTo>
                  <a:lnTo>
                    <a:pt x="825145" y="297475"/>
                  </a:lnTo>
                  <a:lnTo>
                    <a:pt x="839527" y="328992"/>
                  </a:lnTo>
                  <a:lnTo>
                    <a:pt x="852471" y="361631"/>
                  </a:lnTo>
                  <a:lnTo>
                    <a:pt x="863906" y="395326"/>
                  </a:lnTo>
                  <a:lnTo>
                    <a:pt x="834466" y="423253"/>
                  </a:lnTo>
                  <a:lnTo>
                    <a:pt x="804020" y="448870"/>
                  </a:lnTo>
                  <a:lnTo>
                    <a:pt x="772703" y="472143"/>
                  </a:lnTo>
                  <a:lnTo>
                    <a:pt x="740652" y="493045"/>
                  </a:lnTo>
                  <a:lnTo>
                    <a:pt x="708004" y="511556"/>
                  </a:lnTo>
                  <a:lnTo>
                    <a:pt x="674898" y="527662"/>
                  </a:lnTo>
                  <a:lnTo>
                    <a:pt x="641471" y="541359"/>
                  </a:lnTo>
                  <a:lnTo>
                    <a:pt x="607862" y="552647"/>
                  </a:lnTo>
                  <a:lnTo>
                    <a:pt x="574207" y="561535"/>
                  </a:lnTo>
                  <a:lnTo>
                    <a:pt x="540643" y="568039"/>
                  </a:lnTo>
                  <a:lnTo>
                    <a:pt x="507304" y="572180"/>
                  </a:lnTo>
                  <a:lnTo>
                    <a:pt x="474323" y="573989"/>
                  </a:lnTo>
                  <a:lnTo>
                    <a:pt x="441831" y="573501"/>
                  </a:lnTo>
                  <a:lnTo>
                    <a:pt x="409957" y="570759"/>
                  </a:lnTo>
                  <a:lnTo>
                    <a:pt x="378827" y="565812"/>
                  </a:lnTo>
                  <a:lnTo>
                    <a:pt x="348564" y="558716"/>
                  </a:lnTo>
                  <a:lnTo>
                    <a:pt x="319288" y="549533"/>
                  </a:lnTo>
                  <a:lnTo>
                    <a:pt x="291114" y="538331"/>
                  </a:lnTo>
                  <a:lnTo>
                    <a:pt x="264156" y="525183"/>
                  </a:lnTo>
                  <a:lnTo>
                    <a:pt x="238520" y="510169"/>
                  </a:lnTo>
                  <a:lnTo>
                    <a:pt x="207392" y="510549"/>
                  </a:lnTo>
                  <a:lnTo>
                    <a:pt x="179261" y="504416"/>
                  </a:lnTo>
                  <a:lnTo>
                    <a:pt x="155334" y="492757"/>
                  </a:lnTo>
                  <a:lnTo>
                    <a:pt x="136576" y="476766"/>
                  </a:lnTo>
                  <a:lnTo>
                    <a:pt x="123677" y="457792"/>
                  </a:lnTo>
                  <a:lnTo>
                    <a:pt x="113077" y="475837"/>
                  </a:lnTo>
                  <a:lnTo>
                    <a:pt x="97809" y="491867"/>
                  </a:lnTo>
                  <a:lnTo>
                    <a:pt x="78258" y="504978"/>
                  </a:lnTo>
                  <a:lnTo>
                    <a:pt x="54964" y="514340"/>
                  </a:lnTo>
                  <a:lnTo>
                    <a:pt x="28609" y="519221"/>
                  </a:lnTo>
                  <a:lnTo>
                    <a:pt x="0" y="519003"/>
                  </a:lnTo>
                  <a:lnTo>
                    <a:pt x="195" y="490077"/>
                  </a:lnTo>
                  <a:lnTo>
                    <a:pt x="5564" y="463518"/>
                  </a:lnTo>
                  <a:lnTo>
                    <a:pt x="15468" y="440147"/>
                  </a:lnTo>
                  <a:lnTo>
                    <a:pt x="29147" y="420655"/>
                  </a:lnTo>
                  <a:lnTo>
                    <a:pt x="45746" y="405586"/>
                  </a:lnTo>
                  <a:lnTo>
                    <a:pt x="64334" y="395326"/>
                  </a:lnTo>
                  <a:lnTo>
                    <a:pt x="54288" y="376733"/>
                  </a:lnTo>
                  <a:lnTo>
                    <a:pt x="50645" y="353161"/>
                  </a:lnTo>
                  <a:lnTo>
                    <a:pt x="55213" y="326861"/>
                  </a:lnTo>
                  <a:lnTo>
                    <a:pt x="43497" y="338229"/>
                  </a:lnTo>
                  <a:lnTo>
                    <a:pt x="33691" y="351613"/>
                  </a:lnTo>
                  <a:lnTo>
                    <a:pt x="26144" y="366688"/>
                  </a:lnTo>
                  <a:lnTo>
                    <a:pt x="21148" y="383067"/>
                  </a:lnTo>
                  <a:lnTo>
                    <a:pt x="18928" y="400315"/>
                  </a:lnTo>
                  <a:lnTo>
                    <a:pt x="19633" y="417959"/>
                  </a:lnTo>
                  <a:lnTo>
                    <a:pt x="23333" y="435497"/>
                  </a:lnTo>
                  <a:lnTo>
                    <a:pt x="30010" y="452418"/>
                  </a:lnTo>
                  <a:lnTo>
                    <a:pt x="39559" y="468214"/>
                  </a:lnTo>
                  <a:lnTo>
                    <a:pt x="51786" y="482395"/>
                  </a:lnTo>
                  <a:lnTo>
                    <a:pt x="66416" y="494505"/>
                  </a:lnTo>
                  <a:lnTo>
                    <a:pt x="83093" y="504135"/>
                  </a:lnTo>
                  <a:lnTo>
                    <a:pt x="101395" y="510938"/>
                  </a:lnTo>
                  <a:lnTo>
                    <a:pt x="120837" y="514641"/>
                  </a:lnTo>
                  <a:lnTo>
                    <a:pt x="140891" y="515052"/>
                  </a:lnTo>
                  <a:lnTo>
                    <a:pt x="160997" y="512073"/>
                  </a:lnTo>
                  <a:lnTo>
                    <a:pt x="180578" y="505698"/>
                  </a:lnTo>
                  <a:lnTo>
                    <a:pt x="199057" y="496022"/>
                  </a:lnTo>
                  <a:lnTo>
                    <a:pt x="215876" y="483238"/>
                  </a:lnTo>
                  <a:lnTo>
                    <a:pt x="230511" y="467633"/>
                  </a:lnTo>
                  <a:lnTo>
                    <a:pt x="242486" y="449584"/>
                  </a:lnTo>
                  <a:lnTo>
                    <a:pt x="251393" y="429547"/>
                  </a:lnTo>
                  <a:lnTo>
                    <a:pt x="256901" y="408047"/>
                  </a:lnTo>
                  <a:lnTo>
                    <a:pt x="258771" y="385664"/>
                  </a:lnTo>
                  <a:lnTo>
                    <a:pt x="256862" y="363015"/>
                  </a:lnTo>
                  <a:lnTo>
                    <a:pt x="251139" y="340743"/>
                  </a:lnTo>
                  <a:lnTo>
                    <a:pt x="241676" y="319492"/>
                  </a:lnTo>
                  <a:lnTo>
                    <a:pt x="228657" y="299892"/>
                  </a:lnTo>
                  <a:lnTo>
                    <a:pt x="212373" y="282540"/>
                  </a:lnTo>
                  <a:lnTo>
                    <a:pt x="193213" y="267981"/>
                  </a:lnTo>
                  <a:lnTo>
                    <a:pt x="171658" y="256692"/>
                  </a:lnTo>
                  <a:lnTo>
                    <a:pt x="148271" y="249068"/>
                  </a:lnTo>
                  <a:close/>
                </a:path>
              </a:pathLst>
            </a:custGeom>
            <a:noFill/>
            <a:ln w="20325" cap="flat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1850584" y="1139987"/>
              <a:ext cx="852389" cy="540698"/>
            </a:xfrm>
            <a:custGeom>
              <a:avLst/>
              <a:pathLst>
                <a:path w="852389" h="540698">
                  <a:moveTo>
                    <a:pt x="119020" y="196627"/>
                  </a:moveTo>
                  <a:lnTo>
                    <a:pt x="129048" y="172569"/>
                  </a:lnTo>
                  <a:lnTo>
                    <a:pt x="141769" y="149226"/>
                  </a:lnTo>
                  <a:lnTo>
                    <a:pt x="157131" y="126824"/>
                  </a:lnTo>
                  <a:lnTo>
                    <a:pt x="175064" y="105585"/>
                  </a:lnTo>
                  <a:lnTo>
                    <a:pt x="195481" y="85726"/>
                  </a:lnTo>
                  <a:lnTo>
                    <a:pt x="218281" y="67458"/>
                  </a:lnTo>
                  <a:lnTo>
                    <a:pt x="243344" y="50984"/>
                  </a:lnTo>
                  <a:lnTo>
                    <a:pt x="270539" y="36498"/>
                  </a:lnTo>
                  <a:lnTo>
                    <a:pt x="299715" y="24187"/>
                  </a:lnTo>
                  <a:lnTo>
                    <a:pt x="330712" y="14224"/>
                  </a:lnTo>
                  <a:lnTo>
                    <a:pt x="363353" y="6774"/>
                  </a:lnTo>
                  <a:lnTo>
                    <a:pt x="397452" y="1987"/>
                  </a:lnTo>
                  <a:lnTo>
                    <a:pt x="432809" y="0"/>
                  </a:lnTo>
                  <a:lnTo>
                    <a:pt x="469214" y="936"/>
                  </a:lnTo>
                  <a:lnTo>
                    <a:pt x="495365" y="8046"/>
                  </a:lnTo>
                  <a:lnTo>
                    <a:pt x="521584" y="16845"/>
                  </a:lnTo>
                  <a:lnTo>
                    <a:pt x="547771" y="27352"/>
                  </a:lnTo>
                  <a:lnTo>
                    <a:pt x="573822" y="39583"/>
                  </a:lnTo>
                  <a:lnTo>
                    <a:pt x="599634" y="53546"/>
                  </a:lnTo>
                  <a:lnTo>
                    <a:pt x="625102" y="69244"/>
                  </a:lnTo>
                  <a:lnTo>
                    <a:pt x="650119" y="86674"/>
                  </a:lnTo>
                  <a:lnTo>
                    <a:pt x="674579" y="105826"/>
                  </a:lnTo>
                  <a:lnTo>
                    <a:pt x="698377" y="126686"/>
                  </a:lnTo>
                  <a:lnTo>
                    <a:pt x="721405" y="149231"/>
                  </a:lnTo>
                  <a:lnTo>
                    <a:pt x="743559" y="173433"/>
                  </a:lnTo>
                  <a:lnTo>
                    <a:pt x="764734" y="199259"/>
                  </a:lnTo>
                  <a:lnTo>
                    <a:pt x="784828" y="226669"/>
                  </a:lnTo>
                  <a:lnTo>
                    <a:pt x="803738" y="255616"/>
                  </a:lnTo>
                  <a:lnTo>
                    <a:pt x="821366" y="286048"/>
                  </a:lnTo>
                  <a:lnTo>
                    <a:pt x="837614" y="317907"/>
                  </a:lnTo>
                  <a:lnTo>
                    <a:pt x="852389" y="351130"/>
                  </a:lnTo>
                  <a:lnTo>
                    <a:pt x="823861" y="380282"/>
                  </a:lnTo>
                  <a:lnTo>
                    <a:pt x="794223" y="407079"/>
                  </a:lnTo>
                  <a:lnTo>
                    <a:pt x="763623" y="431480"/>
                  </a:lnTo>
                  <a:lnTo>
                    <a:pt x="732207" y="453453"/>
                  </a:lnTo>
                  <a:lnTo>
                    <a:pt x="700123" y="472974"/>
                  </a:lnTo>
                  <a:lnTo>
                    <a:pt x="667520" y="490029"/>
                  </a:lnTo>
                  <a:lnTo>
                    <a:pt x="634547" y="504609"/>
                  </a:lnTo>
                  <a:lnTo>
                    <a:pt x="601351" y="516715"/>
                  </a:lnTo>
                  <a:lnTo>
                    <a:pt x="568081" y="526354"/>
                  </a:lnTo>
                  <a:lnTo>
                    <a:pt x="534883" y="533544"/>
                  </a:lnTo>
                  <a:lnTo>
                    <a:pt x="501901" y="538309"/>
                  </a:lnTo>
                  <a:lnTo>
                    <a:pt x="469278" y="540680"/>
                  </a:lnTo>
                  <a:lnTo>
                    <a:pt x="437156" y="540698"/>
                  </a:lnTo>
                  <a:lnTo>
                    <a:pt x="405672" y="538409"/>
                  </a:lnTo>
                  <a:lnTo>
                    <a:pt x="374961" y="533868"/>
                  </a:lnTo>
                  <a:lnTo>
                    <a:pt x="345153" y="527136"/>
                  </a:lnTo>
                  <a:lnTo>
                    <a:pt x="316376" y="518282"/>
                  </a:lnTo>
                  <a:lnTo>
                    <a:pt x="288755" y="507382"/>
                  </a:lnTo>
                  <a:lnTo>
                    <a:pt x="262406" y="494516"/>
                  </a:lnTo>
                  <a:lnTo>
                    <a:pt x="231350" y="497522"/>
                  </a:lnTo>
                  <a:lnTo>
                    <a:pt x="202154" y="495122"/>
                  </a:lnTo>
                  <a:lnTo>
                    <a:pt x="175662" y="487876"/>
                  </a:lnTo>
                  <a:lnTo>
                    <a:pt x="152603" y="476466"/>
                  </a:lnTo>
                  <a:lnTo>
                    <a:pt x="133574" y="461678"/>
                  </a:lnTo>
                  <a:lnTo>
                    <a:pt x="119020" y="444376"/>
                  </a:lnTo>
                  <a:lnTo>
                    <a:pt x="102207" y="457283"/>
                  </a:lnTo>
                  <a:lnTo>
                    <a:pt x="81411" y="466879"/>
                  </a:lnTo>
                  <a:lnTo>
                    <a:pt x="57306" y="472250"/>
                  </a:lnTo>
                  <a:lnTo>
                    <a:pt x="30755" y="472616"/>
                  </a:lnTo>
                  <a:lnTo>
                    <a:pt x="2775" y="467375"/>
                  </a:lnTo>
                  <a:lnTo>
                    <a:pt x="0" y="437603"/>
                  </a:lnTo>
                  <a:lnTo>
                    <a:pt x="3332" y="410076"/>
                  </a:lnTo>
                  <a:lnTo>
                    <a:pt x="11968" y="385913"/>
                  </a:lnTo>
                  <a:lnTo>
                    <a:pt x="24910" y="366035"/>
                  </a:lnTo>
                  <a:lnTo>
                    <a:pt x="41015" y="351130"/>
                  </a:lnTo>
                  <a:lnTo>
                    <a:pt x="41862" y="330455"/>
                  </a:lnTo>
                  <a:lnTo>
                    <a:pt x="48218" y="310253"/>
                  </a:lnTo>
                  <a:lnTo>
                    <a:pt x="59885" y="291995"/>
                  </a:lnTo>
                  <a:lnTo>
                    <a:pt x="48835" y="301700"/>
                  </a:lnTo>
                  <a:lnTo>
                    <a:pt x="39415" y="313480"/>
                  </a:lnTo>
                  <a:lnTo>
                    <a:pt x="32016" y="327053"/>
                  </a:lnTo>
                  <a:lnTo>
                    <a:pt x="26976" y="342064"/>
                  </a:lnTo>
                  <a:lnTo>
                    <a:pt x="24573" y="358097"/>
                  </a:lnTo>
                  <a:lnTo>
                    <a:pt x="25006" y="374679"/>
                  </a:lnTo>
                  <a:lnTo>
                    <a:pt x="28391" y="391303"/>
                  </a:lnTo>
                  <a:lnTo>
                    <a:pt x="34752" y="407436"/>
                  </a:lnTo>
                  <a:lnTo>
                    <a:pt x="44015" y="422541"/>
                  </a:lnTo>
                  <a:lnTo>
                    <a:pt x="56008" y="436091"/>
                  </a:lnTo>
                  <a:lnTo>
                    <a:pt x="70465" y="447591"/>
                  </a:lnTo>
                  <a:lnTo>
                    <a:pt x="87028" y="456592"/>
                  </a:lnTo>
                  <a:lnTo>
                    <a:pt x="105258" y="462706"/>
                  </a:lnTo>
                  <a:lnTo>
                    <a:pt x="124645" y="465629"/>
                  </a:lnTo>
                  <a:lnTo>
                    <a:pt x="144622" y="465142"/>
                  </a:lnTo>
                  <a:lnTo>
                    <a:pt x="164584" y="461133"/>
                  </a:lnTo>
                  <a:lnTo>
                    <a:pt x="183905" y="453595"/>
                  </a:lnTo>
                  <a:lnTo>
                    <a:pt x="201955" y="442634"/>
                  </a:lnTo>
                  <a:lnTo>
                    <a:pt x="218123" y="428471"/>
                  </a:lnTo>
                  <a:lnTo>
                    <a:pt x="231840" y="411434"/>
                  </a:lnTo>
                  <a:lnTo>
                    <a:pt x="242592" y="391953"/>
                  </a:lnTo>
                  <a:lnTo>
                    <a:pt x="249942" y="370550"/>
                  </a:lnTo>
                  <a:lnTo>
                    <a:pt x="253549" y="347827"/>
                  </a:lnTo>
                  <a:lnTo>
                    <a:pt x="253176" y="324445"/>
                  </a:lnTo>
                  <a:lnTo>
                    <a:pt x="248705" y="301105"/>
                  </a:lnTo>
                  <a:lnTo>
                    <a:pt x="240143" y="278531"/>
                  </a:lnTo>
                  <a:lnTo>
                    <a:pt x="227626" y="257446"/>
                  </a:lnTo>
                  <a:lnTo>
                    <a:pt x="211415" y="238546"/>
                  </a:lnTo>
                  <a:lnTo>
                    <a:pt x="191899" y="222480"/>
                  </a:lnTo>
                  <a:lnTo>
                    <a:pt x="169578" y="209829"/>
                  </a:lnTo>
                  <a:lnTo>
                    <a:pt x="145055" y="201084"/>
                  </a:lnTo>
                  <a:close/>
                </a:path>
              </a:pathLst>
            </a:custGeom>
            <a:noFill/>
            <a:ln w="20325" cap="flat">
              <a:solidFill>
                <a:srgbClr val="0072B2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859450" y="1152850"/>
              <a:ext cx="934309" cy="543388"/>
            </a:xfrm>
            <a:custGeom>
              <a:avLst/>
              <a:pathLst>
                <a:path w="934309" h="543388">
                  <a:moveTo>
                    <a:pt x="110154" y="210038"/>
                  </a:moveTo>
                  <a:lnTo>
                    <a:pt x="118746" y="185268"/>
                  </a:lnTo>
                  <a:lnTo>
                    <a:pt x="130112" y="161137"/>
                  </a:lnTo>
                  <a:lnTo>
                    <a:pt x="144201" y="137877"/>
                  </a:lnTo>
                  <a:lnTo>
                    <a:pt x="160949" y="115718"/>
                  </a:lnTo>
                  <a:lnTo>
                    <a:pt x="180272" y="94882"/>
                  </a:lnTo>
                  <a:lnTo>
                    <a:pt x="202069" y="75589"/>
                  </a:lnTo>
                  <a:lnTo>
                    <a:pt x="226224" y="58049"/>
                  </a:lnTo>
                  <a:lnTo>
                    <a:pt x="252605" y="42464"/>
                  </a:lnTo>
                  <a:lnTo>
                    <a:pt x="281065" y="29026"/>
                  </a:lnTo>
                  <a:lnTo>
                    <a:pt x="311442" y="17919"/>
                  </a:lnTo>
                  <a:lnTo>
                    <a:pt x="343560" y="9311"/>
                  </a:lnTo>
                  <a:lnTo>
                    <a:pt x="377232" y="3361"/>
                  </a:lnTo>
                  <a:lnTo>
                    <a:pt x="412256" y="214"/>
                  </a:lnTo>
                  <a:lnTo>
                    <a:pt x="448421" y="0"/>
                  </a:lnTo>
                  <a:lnTo>
                    <a:pt x="477017" y="2099"/>
                  </a:lnTo>
                  <a:lnTo>
                    <a:pt x="506047" y="6073"/>
                  </a:lnTo>
                  <a:lnTo>
                    <a:pt x="535400" y="11964"/>
                  </a:lnTo>
                  <a:lnTo>
                    <a:pt x="564964" y="19805"/>
                  </a:lnTo>
                  <a:lnTo>
                    <a:pt x="594623" y="29626"/>
                  </a:lnTo>
                  <a:lnTo>
                    <a:pt x="624261" y="41447"/>
                  </a:lnTo>
                  <a:lnTo>
                    <a:pt x="653758" y="55284"/>
                  </a:lnTo>
                  <a:lnTo>
                    <a:pt x="682994" y="71147"/>
                  </a:lnTo>
                  <a:lnTo>
                    <a:pt x="711848" y="89037"/>
                  </a:lnTo>
                  <a:lnTo>
                    <a:pt x="740197" y="108950"/>
                  </a:lnTo>
                  <a:lnTo>
                    <a:pt x="767921" y="130873"/>
                  </a:lnTo>
                  <a:lnTo>
                    <a:pt x="794896" y="154790"/>
                  </a:lnTo>
                  <a:lnTo>
                    <a:pt x="821002" y="180675"/>
                  </a:lnTo>
                  <a:lnTo>
                    <a:pt x="846117" y="208496"/>
                  </a:lnTo>
                  <a:lnTo>
                    <a:pt x="870122" y="238215"/>
                  </a:lnTo>
                  <a:lnTo>
                    <a:pt x="892900" y="269785"/>
                  </a:lnTo>
                  <a:lnTo>
                    <a:pt x="914333" y="303155"/>
                  </a:lnTo>
                  <a:lnTo>
                    <a:pt x="934309" y="338267"/>
                  </a:lnTo>
                  <a:lnTo>
                    <a:pt x="904125" y="367975"/>
                  </a:lnTo>
                  <a:lnTo>
                    <a:pt x="872913" y="395427"/>
                  </a:lnTo>
                  <a:lnTo>
                    <a:pt x="840799" y="420591"/>
                  </a:lnTo>
                  <a:lnTo>
                    <a:pt x="807912" y="443437"/>
                  </a:lnTo>
                  <a:lnTo>
                    <a:pt x="774380" y="463945"/>
                  </a:lnTo>
                  <a:lnTo>
                    <a:pt x="740330" y="482100"/>
                  </a:lnTo>
                  <a:lnTo>
                    <a:pt x="705892" y="497894"/>
                  </a:lnTo>
                  <a:lnTo>
                    <a:pt x="671194" y="511325"/>
                  </a:lnTo>
                  <a:lnTo>
                    <a:pt x="636365" y="522396"/>
                  </a:lnTo>
                  <a:lnTo>
                    <a:pt x="601531" y="531118"/>
                  </a:lnTo>
                  <a:lnTo>
                    <a:pt x="566820" y="537508"/>
                  </a:lnTo>
                  <a:lnTo>
                    <a:pt x="532356" y="541589"/>
                  </a:lnTo>
                  <a:lnTo>
                    <a:pt x="498263" y="543388"/>
                  </a:lnTo>
                  <a:lnTo>
                    <a:pt x="464663" y="542942"/>
                  </a:lnTo>
                  <a:lnTo>
                    <a:pt x="431675" y="540291"/>
                  </a:lnTo>
                  <a:lnTo>
                    <a:pt x="399415" y="535482"/>
                  </a:lnTo>
                  <a:lnTo>
                    <a:pt x="368000" y="528565"/>
                  </a:lnTo>
                  <a:lnTo>
                    <a:pt x="337539" y="519600"/>
                  </a:lnTo>
                  <a:lnTo>
                    <a:pt x="308142" y="508649"/>
                  </a:lnTo>
                  <a:lnTo>
                    <a:pt x="279913" y="495780"/>
                  </a:lnTo>
                  <a:lnTo>
                    <a:pt x="252954" y="481067"/>
                  </a:lnTo>
                  <a:lnTo>
                    <a:pt x="222778" y="485042"/>
                  </a:lnTo>
                  <a:lnTo>
                    <a:pt x="194185" y="483812"/>
                  </a:lnTo>
                  <a:lnTo>
                    <a:pt x="167984" y="477881"/>
                  </a:lnTo>
                  <a:lnTo>
                    <a:pt x="144880" y="467868"/>
                  </a:lnTo>
                  <a:lnTo>
                    <a:pt x="125455" y="454492"/>
                  </a:lnTo>
                  <a:lnTo>
                    <a:pt x="110154" y="438551"/>
                  </a:lnTo>
                  <a:lnTo>
                    <a:pt x="92760" y="448086"/>
                  </a:lnTo>
                  <a:lnTo>
                    <a:pt x="72425" y="454384"/>
                  </a:lnTo>
                  <a:lnTo>
                    <a:pt x="49774" y="456768"/>
                  </a:lnTo>
                  <a:lnTo>
                    <a:pt x="25570" y="454686"/>
                  </a:lnTo>
                  <a:lnTo>
                    <a:pt x="689" y="447731"/>
                  </a:lnTo>
                  <a:lnTo>
                    <a:pt x="0" y="418298"/>
                  </a:lnTo>
                  <a:lnTo>
                    <a:pt x="5451" y="391615"/>
                  </a:lnTo>
                  <a:lnTo>
                    <a:pt x="16130" y="368817"/>
                  </a:lnTo>
                  <a:lnTo>
                    <a:pt x="30927" y="350815"/>
                  </a:lnTo>
                  <a:lnTo>
                    <a:pt x="48588" y="338267"/>
                  </a:lnTo>
                  <a:lnTo>
                    <a:pt x="55936" y="315809"/>
                  </a:lnTo>
                  <a:lnTo>
                    <a:pt x="70694" y="298807"/>
                  </a:lnTo>
                  <a:lnTo>
                    <a:pt x="60952" y="306455"/>
                  </a:lnTo>
                  <a:lnTo>
                    <a:pt x="52767" y="316503"/>
                  </a:lnTo>
                  <a:lnTo>
                    <a:pt x="46724" y="328613"/>
                  </a:lnTo>
                  <a:lnTo>
                    <a:pt x="43330" y="342309"/>
                  </a:lnTo>
                  <a:lnTo>
                    <a:pt x="42983" y="356992"/>
                  </a:lnTo>
                  <a:lnTo>
                    <a:pt x="45943" y="371967"/>
                  </a:lnTo>
                  <a:lnTo>
                    <a:pt x="52306" y="386476"/>
                  </a:lnTo>
                  <a:lnTo>
                    <a:pt x="61995" y="399737"/>
                  </a:lnTo>
                  <a:lnTo>
                    <a:pt x="74750" y="410979"/>
                  </a:lnTo>
                  <a:lnTo>
                    <a:pt x="90133" y="419495"/>
                  </a:lnTo>
                  <a:lnTo>
                    <a:pt x="107543" y="424672"/>
                  </a:lnTo>
                  <a:lnTo>
                    <a:pt x="126238" y="426036"/>
                  </a:lnTo>
                  <a:lnTo>
                    <a:pt x="145367" y="423278"/>
                  </a:lnTo>
                  <a:lnTo>
                    <a:pt x="164007" y="416287"/>
                  </a:lnTo>
                  <a:lnTo>
                    <a:pt x="181211" y="405156"/>
                  </a:lnTo>
                  <a:lnTo>
                    <a:pt x="196051" y="390193"/>
                  </a:lnTo>
                  <a:lnTo>
                    <a:pt x="207670" y="371917"/>
                  </a:lnTo>
                  <a:lnTo>
                    <a:pt x="215325" y="351037"/>
                  </a:lnTo>
                  <a:lnTo>
                    <a:pt x="218437" y="328427"/>
                  </a:lnTo>
                  <a:lnTo>
                    <a:pt x="216620" y="305090"/>
                  </a:lnTo>
                  <a:lnTo>
                    <a:pt x="209712" y="282116"/>
                  </a:lnTo>
                  <a:lnTo>
                    <a:pt x="197794" y="260624"/>
                  </a:lnTo>
                  <a:lnTo>
                    <a:pt x="181197" y="241716"/>
                  </a:lnTo>
                  <a:lnTo>
                    <a:pt x="160494" y="226415"/>
                  </a:lnTo>
                  <a:lnTo>
                    <a:pt x="136482" y="215618"/>
                  </a:lnTo>
                  <a:close/>
                </a:path>
              </a:pathLst>
            </a:custGeom>
            <a:noFill/>
            <a:ln w="20325" cap="flat">
              <a:solidFill>
                <a:srgbClr val="D55E00">
                  <a:alpha val="100000"/>
                </a:srgbClr>
              </a:solidFill>
              <a:custDash>
                <a:ds d="2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1948716" y="1320309"/>
              <a:ext cx="41777" cy="41777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6545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2344042" y="1074902"/>
              <a:ext cx="41777" cy="41777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6545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2688944" y="1470229"/>
              <a:ext cx="41777" cy="41777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6545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2063559" y="1585072"/>
              <a:ext cx="41777" cy="41777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6545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1948716" y="1532695"/>
              <a:ext cx="41777" cy="41777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6545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1825038" y="1593906"/>
              <a:ext cx="41777" cy="41777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6545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1889373" y="1470229"/>
              <a:ext cx="41777" cy="41777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6545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1880251" y="1401764"/>
              <a:ext cx="41777" cy="41777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6545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1948716" y="1315726"/>
              <a:ext cx="41777" cy="41777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6545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2298910" y="1120035"/>
              <a:ext cx="41777" cy="41777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6545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2682085" y="1470229"/>
              <a:ext cx="41777" cy="41777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6545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2092102" y="1613615"/>
              <a:ext cx="41777" cy="41777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6545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1948716" y="1563475"/>
              <a:ext cx="41777" cy="41777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6545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1832471" y="1586474"/>
              <a:ext cx="41777" cy="41777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6545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1870711" y="1470229"/>
              <a:ext cx="41777" cy="41777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6545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1889581" y="1411094"/>
              <a:ext cx="41777" cy="41777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6545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1948716" y="1342000"/>
              <a:ext cx="41777" cy="41777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545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2286983" y="1131962"/>
              <a:ext cx="41777" cy="41777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545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2772871" y="1470229"/>
              <a:ext cx="41777" cy="41777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545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2091516" y="1613029"/>
              <a:ext cx="41777" cy="41777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545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1948716" y="1570513"/>
              <a:ext cx="41777" cy="41777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545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1839251" y="1579693"/>
              <a:ext cx="41777" cy="41777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545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1887150" y="1470229"/>
              <a:ext cx="41777" cy="41777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545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1909256" y="1430769"/>
              <a:ext cx="41777" cy="41777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545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tx49"/>
            <p:cNvSpPr/>
            <p:nvPr/>
          </p:nvSpPr>
          <p:spPr>
            <a:xfrm>
              <a:off x="1853018" y="329098"/>
              <a:ext cx="233172" cy="682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2560458" y="659456"/>
              <a:ext cx="413400" cy="682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002144" y="1457010"/>
              <a:ext cx="190743" cy="682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552457" y="2254564"/>
              <a:ext cx="429402" cy="682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845017" y="2584922"/>
              <a:ext cx="249174" cy="682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949440" y="2254564"/>
              <a:ext cx="445221" cy="682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734022" y="1457010"/>
              <a:ext cx="215341" cy="682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957441" y="659456"/>
              <a:ext cx="429219" cy="682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505588" y="1261019"/>
              <a:ext cx="165232" cy="59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50" i="0" b="0">
                  <a:solidFill>
                    <a:srgbClr val="666666">
                      <a:alpha val="100000"/>
                    </a:srgbClr>
                  </a:solidFill>
                  <a:latin typeface="Arial"/>
                  <a:cs typeface="Arial"/>
                </a:rPr>
                <a:t>10%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505588" y="1060501"/>
              <a:ext cx="165232" cy="59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50" i="0" b="0">
                  <a:solidFill>
                    <a:srgbClr val="666666">
                      <a:alpha val="100000"/>
                    </a:srgbClr>
                  </a:solidFill>
                  <a:latin typeface="Arial"/>
                  <a:cs typeface="Arial"/>
                </a:rPr>
                <a:t>20%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505588" y="859983"/>
              <a:ext cx="165232" cy="59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50" i="0" b="0">
                  <a:solidFill>
                    <a:srgbClr val="666666">
                      <a:alpha val="100000"/>
                    </a:srgbClr>
                  </a:solidFill>
                  <a:latin typeface="Arial"/>
                  <a:cs typeface="Arial"/>
                </a:rPr>
                <a:t>30%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505588" y="659466"/>
              <a:ext cx="165232" cy="59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50" i="0" b="0">
                  <a:solidFill>
                    <a:srgbClr val="666666">
                      <a:alpha val="100000"/>
                    </a:srgbClr>
                  </a:solidFill>
                  <a:latin typeface="Arial"/>
                  <a:cs typeface="Arial"/>
                </a:rPr>
                <a:t>40%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505588" y="458948"/>
              <a:ext cx="165232" cy="59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50" i="0" b="0">
                  <a:solidFill>
                    <a:srgbClr val="666666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62" name="pl62"/>
            <p:cNvSpPr/>
            <p:nvPr/>
          </p:nvSpPr>
          <p:spPr>
            <a:xfrm>
              <a:off x="1268162" y="3435486"/>
              <a:ext cx="259199" cy="0"/>
            </a:xfrm>
            <a:custGeom>
              <a:avLst/>
              <a:pathLst>
                <a:path w="259199" h="0">
                  <a:moveTo>
                    <a:pt x="0" y="0"/>
                  </a:moveTo>
                  <a:lnTo>
                    <a:pt x="259199" y="0"/>
                  </a:lnTo>
                </a:path>
              </a:pathLst>
            </a:custGeom>
            <a:ln w="20325" cap="flat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268162" y="3550686"/>
              <a:ext cx="259199" cy="0"/>
            </a:xfrm>
            <a:custGeom>
              <a:avLst/>
              <a:pathLst>
                <a:path w="259199" h="0">
                  <a:moveTo>
                    <a:pt x="0" y="0"/>
                  </a:moveTo>
                  <a:lnTo>
                    <a:pt x="259199" y="0"/>
                  </a:lnTo>
                </a:path>
              </a:pathLst>
            </a:custGeom>
            <a:ln w="20325" cap="flat">
              <a:solidFill>
                <a:srgbClr val="0072B2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1268162" y="3665886"/>
              <a:ext cx="259199" cy="0"/>
            </a:xfrm>
            <a:custGeom>
              <a:avLst/>
              <a:pathLst>
                <a:path w="259199" h="0">
                  <a:moveTo>
                    <a:pt x="0" y="0"/>
                  </a:moveTo>
                  <a:lnTo>
                    <a:pt x="259199" y="0"/>
                  </a:lnTo>
                </a:path>
              </a:pathLst>
            </a:custGeom>
            <a:ln w="20325" cap="flat">
              <a:solidFill>
                <a:srgbClr val="D55E00">
                  <a:alpha val="100000"/>
                </a:srgbClr>
              </a:solidFill>
              <a:custDash>
                <a:ds d="2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5" name="tx65"/>
            <p:cNvSpPr/>
            <p:nvPr/>
          </p:nvSpPr>
          <p:spPr>
            <a:xfrm>
              <a:off x="1610373" y="3403665"/>
              <a:ext cx="3855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1610373" y="3518865"/>
              <a:ext cx="790773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Expected: geometry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1610373" y="3634065"/>
              <a:ext cx="1093073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Expected: geometry + effort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272029" y="133549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69" name="rc69"/>
            <p:cNvSpPr/>
            <p:nvPr/>
          </p:nvSpPr>
          <p:spPr>
            <a:xfrm>
              <a:off x="4006111" y="237882"/>
              <a:ext cx="2937962" cy="250647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006111" y="1550656"/>
              <a:ext cx="2937962" cy="0"/>
            </a:xfrm>
            <a:custGeom>
              <a:avLst/>
              <a:pathLst>
                <a:path w="2937962" h="0">
                  <a:moveTo>
                    <a:pt x="0" y="0"/>
                  </a:moveTo>
                  <a:lnTo>
                    <a:pt x="2937962" y="0"/>
                  </a:lnTo>
                  <a:lnTo>
                    <a:pt x="2937962" y="0"/>
                  </a:lnTo>
                </a:path>
              </a:pathLst>
            </a:custGeom>
            <a:ln w="9485" cap="flat">
              <a:solidFill>
                <a:srgbClr val="8C8C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4171819" y="1094739"/>
              <a:ext cx="0" cy="973174"/>
            </a:xfrm>
            <a:custGeom>
              <a:avLst/>
              <a:pathLst>
                <a:path w="0" h="973174">
                  <a:moveTo>
                    <a:pt x="0" y="973174"/>
                  </a:moveTo>
                  <a:lnTo>
                    <a:pt x="0" y="0"/>
                  </a:lnTo>
                </a:path>
              </a:pathLst>
            </a:custGeom>
            <a:ln w="70463" cap="flat">
              <a:solidFill>
                <a:srgbClr val="0072B2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4530107" y="1323692"/>
              <a:ext cx="0" cy="467008"/>
            </a:xfrm>
            <a:custGeom>
              <a:avLst/>
              <a:pathLst>
                <a:path w="0" h="467008">
                  <a:moveTo>
                    <a:pt x="0" y="467008"/>
                  </a:moveTo>
                  <a:lnTo>
                    <a:pt x="0" y="0"/>
                  </a:lnTo>
                </a:path>
              </a:pathLst>
            </a:custGeom>
            <a:ln w="70463" cap="flat">
              <a:solidFill>
                <a:srgbClr val="0072B2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4888395" y="1396887"/>
              <a:ext cx="0" cy="315818"/>
            </a:xfrm>
            <a:custGeom>
              <a:avLst/>
              <a:pathLst>
                <a:path w="0" h="315818">
                  <a:moveTo>
                    <a:pt x="0" y="315818"/>
                  </a:moveTo>
                  <a:lnTo>
                    <a:pt x="0" y="0"/>
                  </a:lnTo>
                </a:path>
              </a:pathLst>
            </a:custGeom>
            <a:ln w="70463" cap="flat">
              <a:solidFill>
                <a:srgbClr val="0072B2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246683" y="1151448"/>
              <a:ext cx="0" cy="840690"/>
            </a:xfrm>
            <a:custGeom>
              <a:avLst/>
              <a:pathLst>
                <a:path w="0" h="840690">
                  <a:moveTo>
                    <a:pt x="0" y="840690"/>
                  </a:moveTo>
                  <a:lnTo>
                    <a:pt x="0" y="0"/>
                  </a:lnTo>
                </a:path>
              </a:pathLst>
            </a:custGeom>
            <a:ln w="70463" cap="flat">
              <a:solidFill>
                <a:srgbClr val="0072B2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604971" y="969303"/>
              <a:ext cx="0" cy="1245575"/>
            </a:xfrm>
            <a:custGeom>
              <a:avLst/>
              <a:pathLst>
                <a:path w="0" h="1245575">
                  <a:moveTo>
                    <a:pt x="0" y="1245575"/>
                  </a:moveTo>
                  <a:lnTo>
                    <a:pt x="0" y="0"/>
                  </a:lnTo>
                </a:path>
              </a:pathLst>
            </a:custGeom>
            <a:ln w="70463" cap="flat">
              <a:solidFill>
                <a:srgbClr val="0072B2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963259" y="1229755"/>
              <a:ext cx="0" cy="710735"/>
            </a:xfrm>
            <a:custGeom>
              <a:avLst/>
              <a:pathLst>
                <a:path w="0" h="710735">
                  <a:moveTo>
                    <a:pt x="0" y="710735"/>
                  </a:moveTo>
                  <a:lnTo>
                    <a:pt x="0" y="0"/>
                  </a:lnTo>
                </a:path>
              </a:pathLst>
            </a:custGeom>
            <a:ln w="70463" cap="flat">
              <a:solidFill>
                <a:srgbClr val="0072B2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6321547" y="816446"/>
              <a:ext cx="0" cy="1571079"/>
            </a:xfrm>
            <a:custGeom>
              <a:avLst/>
              <a:pathLst>
                <a:path w="0" h="1571079">
                  <a:moveTo>
                    <a:pt x="0" y="1571079"/>
                  </a:moveTo>
                  <a:lnTo>
                    <a:pt x="0" y="0"/>
                  </a:lnTo>
                </a:path>
              </a:pathLst>
            </a:custGeom>
            <a:ln w="70463" cap="flat">
              <a:solidFill>
                <a:srgbClr val="0072B2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6679835" y="906630"/>
              <a:ext cx="0" cy="1508013"/>
            </a:xfrm>
            <a:custGeom>
              <a:avLst/>
              <a:pathLst>
                <a:path w="0" h="1508013">
                  <a:moveTo>
                    <a:pt x="0" y="1508013"/>
                  </a:moveTo>
                  <a:lnTo>
                    <a:pt x="0" y="0"/>
                  </a:lnTo>
                </a:path>
              </a:pathLst>
            </a:custGeom>
            <a:ln w="70463" cap="flat">
              <a:solidFill>
                <a:srgbClr val="0072B2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4270348" y="1119650"/>
              <a:ext cx="0" cy="973118"/>
            </a:xfrm>
            <a:custGeom>
              <a:avLst/>
              <a:pathLst>
                <a:path w="0" h="973118">
                  <a:moveTo>
                    <a:pt x="0" y="973118"/>
                  </a:moveTo>
                  <a:lnTo>
                    <a:pt x="0" y="0"/>
                  </a:lnTo>
                </a:path>
              </a:pathLst>
            </a:custGeom>
            <a:ln w="70463" cap="flat">
              <a:solidFill>
                <a:srgbClr val="D55E00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4628636" y="1336602"/>
              <a:ext cx="0" cy="425166"/>
            </a:xfrm>
            <a:custGeom>
              <a:avLst/>
              <a:pathLst>
                <a:path w="0" h="425166">
                  <a:moveTo>
                    <a:pt x="0" y="425166"/>
                  </a:moveTo>
                  <a:lnTo>
                    <a:pt x="0" y="0"/>
                  </a:lnTo>
                </a:path>
              </a:pathLst>
            </a:custGeom>
            <a:ln w="70463" cap="flat">
              <a:solidFill>
                <a:srgbClr val="D55E00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4986924" y="1406093"/>
              <a:ext cx="0" cy="297134"/>
            </a:xfrm>
            <a:custGeom>
              <a:avLst/>
              <a:pathLst>
                <a:path w="0" h="297134">
                  <a:moveTo>
                    <a:pt x="0" y="297134"/>
                  </a:moveTo>
                  <a:lnTo>
                    <a:pt x="0" y="0"/>
                  </a:lnTo>
                </a:path>
              </a:pathLst>
            </a:custGeom>
            <a:ln w="70463" cap="flat">
              <a:solidFill>
                <a:srgbClr val="D55E00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5345212" y="1226420"/>
              <a:ext cx="0" cy="756811"/>
            </a:xfrm>
            <a:custGeom>
              <a:avLst/>
              <a:pathLst>
                <a:path w="0" h="756811">
                  <a:moveTo>
                    <a:pt x="0" y="756811"/>
                  </a:moveTo>
                  <a:lnTo>
                    <a:pt x="0" y="0"/>
                  </a:lnTo>
                </a:path>
              </a:pathLst>
            </a:custGeom>
            <a:ln w="70463" cap="flat">
              <a:solidFill>
                <a:srgbClr val="D55E00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703500" y="1072521"/>
              <a:ext cx="0" cy="1111354"/>
            </a:xfrm>
            <a:custGeom>
              <a:avLst/>
              <a:pathLst>
                <a:path w="0" h="1111354">
                  <a:moveTo>
                    <a:pt x="0" y="1111354"/>
                  </a:moveTo>
                  <a:lnTo>
                    <a:pt x="0" y="0"/>
                  </a:lnTo>
                </a:path>
              </a:pathLst>
            </a:custGeom>
            <a:ln w="70463" cap="flat">
              <a:solidFill>
                <a:srgbClr val="D55E00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6061789" y="1206848"/>
              <a:ext cx="0" cy="704101"/>
            </a:xfrm>
            <a:custGeom>
              <a:avLst/>
              <a:pathLst>
                <a:path w="0" h="704101">
                  <a:moveTo>
                    <a:pt x="0" y="704101"/>
                  </a:moveTo>
                  <a:lnTo>
                    <a:pt x="0" y="0"/>
                  </a:lnTo>
                </a:path>
              </a:pathLst>
            </a:custGeom>
            <a:ln w="70463" cap="flat">
              <a:solidFill>
                <a:srgbClr val="D55E00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6420077" y="866159"/>
              <a:ext cx="0" cy="1764263"/>
            </a:xfrm>
            <a:custGeom>
              <a:avLst/>
              <a:pathLst>
                <a:path w="0" h="1764263">
                  <a:moveTo>
                    <a:pt x="0" y="1764263"/>
                  </a:moveTo>
                  <a:lnTo>
                    <a:pt x="0" y="0"/>
                  </a:lnTo>
                </a:path>
              </a:pathLst>
            </a:custGeom>
            <a:ln w="70463" cap="flat">
              <a:solidFill>
                <a:srgbClr val="D55E00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6778365" y="734481"/>
              <a:ext cx="0" cy="1871457"/>
            </a:xfrm>
            <a:custGeom>
              <a:avLst/>
              <a:pathLst>
                <a:path w="0" h="1871457">
                  <a:moveTo>
                    <a:pt x="0" y="1871457"/>
                  </a:moveTo>
                  <a:lnTo>
                    <a:pt x="0" y="0"/>
                  </a:lnTo>
                </a:path>
              </a:pathLst>
            </a:custGeom>
            <a:ln w="70463" cap="flat">
              <a:solidFill>
                <a:srgbClr val="D55E00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4140673" y="1585026"/>
              <a:ext cx="62292" cy="6229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08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4498961" y="1255774"/>
              <a:ext cx="62292" cy="6229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08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4857249" y="1499255"/>
              <a:ext cx="62292" cy="6229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08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5215537" y="2002434"/>
              <a:ext cx="62292" cy="6229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08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5573825" y="2391090"/>
              <a:ext cx="62292" cy="6229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08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5932113" y="1384671"/>
              <a:ext cx="62292" cy="6229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08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6290401" y="2114397"/>
              <a:ext cx="62292" cy="6229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08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6648689" y="1200806"/>
              <a:ext cx="62292" cy="6229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08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4239202" y="1179491"/>
              <a:ext cx="62292" cy="6229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0800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4597490" y="1180386"/>
              <a:ext cx="62292" cy="62292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4955778" y="1753169"/>
              <a:ext cx="62292" cy="62292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5314066" y="1993527"/>
              <a:ext cx="62292" cy="6229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0800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5672354" y="2549389"/>
              <a:ext cx="62292" cy="62292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6030642" y="1253922"/>
              <a:ext cx="62292" cy="6229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0800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6388930" y="1599515"/>
              <a:ext cx="62292" cy="6229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0800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6747218" y="320666"/>
              <a:ext cx="62292" cy="62292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4006111" y="237882"/>
              <a:ext cx="0" cy="2506470"/>
            </a:xfrm>
            <a:custGeom>
              <a:avLst/>
              <a:pathLst>
                <a:path w="0" h="2506470">
                  <a:moveTo>
                    <a:pt x="0" y="2506470"/>
                  </a:moveTo>
                  <a:lnTo>
                    <a:pt x="0" y="0"/>
                  </a:lnTo>
                </a:path>
              </a:pathLst>
            </a:custGeom>
            <a:ln w="985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tx104"/>
            <p:cNvSpPr/>
            <p:nvPr/>
          </p:nvSpPr>
          <p:spPr>
            <a:xfrm>
              <a:off x="3787466" y="2144717"/>
              <a:ext cx="173095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3911093" y="1518835"/>
              <a:ext cx="49469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3836935" y="636703"/>
              <a:ext cx="123626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1.5</a:t>
              </a:r>
            </a:p>
          </p:txBody>
        </p:sp>
        <p:sp>
          <p:nvSpPr>
            <p:cNvPr id="107" name="pl107"/>
            <p:cNvSpPr/>
            <p:nvPr/>
          </p:nvSpPr>
          <p:spPr>
            <a:xfrm>
              <a:off x="3980806" y="2176538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985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3980806" y="1550656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985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3980806" y="668524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985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4006111" y="2744352"/>
              <a:ext cx="2937962" cy="0"/>
            </a:xfrm>
            <a:custGeom>
              <a:avLst/>
              <a:pathLst>
                <a:path w="2937962" h="0">
                  <a:moveTo>
                    <a:pt x="0" y="0"/>
                  </a:moveTo>
                  <a:lnTo>
                    <a:pt x="2937962" y="0"/>
                  </a:lnTo>
                </a:path>
              </a:pathLst>
            </a:custGeom>
            <a:ln w="985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4221084" y="274435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985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4579372" y="274435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985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4937660" y="274435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985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295948" y="274435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985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5654236" y="274435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985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6012524" y="274435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985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6370812" y="274435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985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6729100" y="274435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985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tx119"/>
            <p:cNvSpPr/>
            <p:nvPr/>
          </p:nvSpPr>
          <p:spPr>
            <a:xfrm rot="-2400000">
              <a:off x="4049530" y="2852342"/>
              <a:ext cx="217444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120" name="tx120"/>
            <p:cNvSpPr/>
            <p:nvPr/>
          </p:nvSpPr>
          <p:spPr>
            <a:xfrm rot="-2400000">
              <a:off x="4259411" y="2906358"/>
              <a:ext cx="3855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121" name="tx121"/>
            <p:cNvSpPr/>
            <p:nvPr/>
          </p:nvSpPr>
          <p:spPr>
            <a:xfrm rot="-2400000">
              <a:off x="4801068" y="2839617"/>
              <a:ext cx="177850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122" name="tx122"/>
            <p:cNvSpPr/>
            <p:nvPr/>
          </p:nvSpPr>
          <p:spPr>
            <a:xfrm rot="-2400000">
              <a:off x="4962826" y="2911148"/>
              <a:ext cx="400415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123" name="tx123"/>
            <p:cNvSpPr/>
            <p:nvPr/>
          </p:nvSpPr>
          <p:spPr>
            <a:xfrm rot="-2400000">
              <a:off x="5469521" y="2857132"/>
              <a:ext cx="232349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124" name="tx124"/>
            <p:cNvSpPr/>
            <p:nvPr/>
          </p:nvSpPr>
          <p:spPr>
            <a:xfrm rot="-2400000">
              <a:off x="5666402" y="2915879"/>
              <a:ext cx="415137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125" name="tx125"/>
            <p:cNvSpPr/>
            <p:nvPr/>
          </p:nvSpPr>
          <p:spPr>
            <a:xfrm rot="-2400000">
              <a:off x="6213953" y="2846993"/>
              <a:ext cx="20080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126" name="tx126"/>
            <p:cNvSpPr/>
            <p:nvPr/>
          </p:nvSpPr>
          <p:spPr>
            <a:xfrm rot="-2400000">
              <a:off x="6396140" y="2911089"/>
              <a:ext cx="40023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127" name="tx127"/>
            <p:cNvSpPr/>
            <p:nvPr/>
          </p:nvSpPr>
          <p:spPr>
            <a:xfrm rot="-5400000">
              <a:off x="3095929" y="1457010"/>
              <a:ext cx="1224198" cy="682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/ expected records</a:t>
              </a:r>
            </a:p>
          </p:txBody>
        </p:sp>
        <p:sp>
          <p:nvSpPr>
            <p:cNvPr id="128" name="rc128"/>
            <p:cNvSpPr/>
            <p:nvPr/>
          </p:nvSpPr>
          <p:spPr>
            <a:xfrm>
              <a:off x="4187187" y="3221010"/>
              <a:ext cx="2575809" cy="3206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4237797" y="327162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4347525" y="3293565"/>
              <a:ext cx="0" cy="175564"/>
            </a:xfrm>
            <a:custGeom>
              <a:avLst/>
              <a:pathLst>
                <a:path w="0" h="175564">
                  <a:moveTo>
                    <a:pt x="0" y="175564"/>
                  </a:moveTo>
                  <a:lnTo>
                    <a:pt x="0" y="0"/>
                  </a:lnTo>
                </a:path>
              </a:pathLst>
            </a:custGeom>
            <a:ln w="70463" cap="flat">
              <a:solidFill>
                <a:srgbClr val="0072B2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4316379" y="3350202"/>
              <a:ext cx="62292" cy="6229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108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rc132"/>
            <p:cNvSpPr/>
            <p:nvPr/>
          </p:nvSpPr>
          <p:spPr>
            <a:xfrm>
              <a:off x="5349247" y="327162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5458975" y="3293565"/>
              <a:ext cx="0" cy="175564"/>
            </a:xfrm>
            <a:custGeom>
              <a:avLst/>
              <a:pathLst>
                <a:path w="0" h="175564">
                  <a:moveTo>
                    <a:pt x="0" y="175564"/>
                  </a:moveTo>
                  <a:lnTo>
                    <a:pt x="0" y="0"/>
                  </a:lnTo>
                </a:path>
              </a:pathLst>
            </a:custGeom>
            <a:ln w="70463" cap="flat">
              <a:solidFill>
                <a:srgbClr val="D55E00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5427828" y="3350202"/>
              <a:ext cx="62292" cy="62292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10800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tx135"/>
            <p:cNvSpPr/>
            <p:nvPr/>
          </p:nvSpPr>
          <p:spPr>
            <a:xfrm>
              <a:off x="4507863" y="3349527"/>
              <a:ext cx="790773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Expected: geometry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5619313" y="3349527"/>
              <a:ext cx="1093073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Expected: geometry + effort</a:t>
              </a:r>
            </a:p>
          </p:txBody>
        </p:sp>
        <p:sp>
          <p:nvSpPr>
            <p:cNvPr id="137" name="rc137"/>
            <p:cNvSpPr/>
            <p:nvPr/>
          </p:nvSpPr>
          <p:spPr>
            <a:xfrm>
              <a:off x="4566526" y="3559686"/>
              <a:ext cx="1817132" cy="3206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4617136" y="3610296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4695718" y="3688878"/>
              <a:ext cx="62292" cy="6229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08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rc140"/>
            <p:cNvSpPr/>
            <p:nvPr/>
          </p:nvSpPr>
          <p:spPr>
            <a:xfrm>
              <a:off x="5498797" y="3610296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5577379" y="3688878"/>
              <a:ext cx="62292" cy="6229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" name="tx142"/>
            <p:cNvSpPr/>
            <p:nvPr/>
          </p:nvSpPr>
          <p:spPr>
            <a:xfrm>
              <a:off x="4887202" y="3688203"/>
              <a:ext cx="560984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Holm P ≥ 0.05</a:t>
              </a:r>
            </a:p>
          </p:txBody>
        </p:sp>
        <p:sp>
          <p:nvSpPr>
            <p:cNvPr id="143" name="tx143"/>
            <p:cNvSpPr/>
            <p:nvPr/>
          </p:nvSpPr>
          <p:spPr>
            <a:xfrm>
              <a:off x="5768863" y="3688203"/>
              <a:ext cx="564184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Holm P &lt; 0.05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3596380" y="133549"/>
              <a:ext cx="77541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45" name="rc145"/>
            <p:cNvSpPr/>
            <p:nvPr/>
          </p:nvSpPr>
          <p:spPr>
            <a:xfrm>
              <a:off x="2441427" y="4048656"/>
              <a:ext cx="2631793" cy="263179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3406462" y="5013647"/>
              <a:ext cx="701723" cy="701635"/>
            </a:xfrm>
            <a:custGeom>
              <a:avLst/>
              <a:pathLst>
                <a:path w="701723" h="701635">
                  <a:moveTo>
                    <a:pt x="350861" y="0"/>
                  </a:moveTo>
                  <a:lnTo>
                    <a:pt x="373117" y="706"/>
                  </a:lnTo>
                  <a:lnTo>
                    <a:pt x="395283" y="2823"/>
                  </a:lnTo>
                  <a:lnTo>
                    <a:pt x="417271" y="6341"/>
                  </a:lnTo>
                  <a:lnTo>
                    <a:pt x="438990" y="11246"/>
                  </a:lnTo>
                  <a:lnTo>
                    <a:pt x="460356" y="17520"/>
                  </a:lnTo>
                  <a:lnTo>
                    <a:pt x="481280" y="25136"/>
                  </a:lnTo>
                  <a:lnTo>
                    <a:pt x="501679" y="34063"/>
                  </a:lnTo>
                  <a:lnTo>
                    <a:pt x="521470" y="44266"/>
                  </a:lnTo>
                  <a:lnTo>
                    <a:pt x="540575" y="55705"/>
                  </a:lnTo>
                  <a:lnTo>
                    <a:pt x="558916" y="68331"/>
                  </a:lnTo>
                  <a:lnTo>
                    <a:pt x="576419" y="82096"/>
                  </a:lnTo>
                  <a:lnTo>
                    <a:pt x="593014" y="96943"/>
                  </a:lnTo>
                  <a:lnTo>
                    <a:pt x="608634" y="112812"/>
                  </a:lnTo>
                  <a:lnTo>
                    <a:pt x="623216" y="129641"/>
                  </a:lnTo>
                  <a:lnTo>
                    <a:pt x="636701" y="147360"/>
                  </a:lnTo>
                  <a:lnTo>
                    <a:pt x="649035" y="165899"/>
                  </a:lnTo>
                  <a:lnTo>
                    <a:pt x="660168" y="185183"/>
                  </a:lnTo>
                  <a:lnTo>
                    <a:pt x="670056" y="205134"/>
                  </a:lnTo>
                  <a:lnTo>
                    <a:pt x="678659" y="225672"/>
                  </a:lnTo>
                  <a:lnTo>
                    <a:pt x="685942" y="246714"/>
                  </a:lnTo>
                  <a:lnTo>
                    <a:pt x="691876" y="268176"/>
                  </a:lnTo>
                  <a:lnTo>
                    <a:pt x="696436" y="289971"/>
                  </a:lnTo>
                  <a:lnTo>
                    <a:pt x="699605" y="312012"/>
                  </a:lnTo>
                  <a:lnTo>
                    <a:pt x="701370" y="334209"/>
                  </a:lnTo>
                  <a:lnTo>
                    <a:pt x="701723" y="356473"/>
                  </a:lnTo>
                  <a:lnTo>
                    <a:pt x="700663" y="378715"/>
                  </a:lnTo>
                  <a:lnTo>
                    <a:pt x="698195" y="400844"/>
                  </a:lnTo>
                  <a:lnTo>
                    <a:pt x="694329" y="422773"/>
                  </a:lnTo>
                  <a:lnTo>
                    <a:pt x="689079" y="444413"/>
                  </a:lnTo>
                  <a:lnTo>
                    <a:pt x="682467" y="465675"/>
                  </a:lnTo>
                  <a:lnTo>
                    <a:pt x="674521" y="486476"/>
                  </a:lnTo>
                  <a:lnTo>
                    <a:pt x="665271" y="506731"/>
                  </a:lnTo>
                  <a:lnTo>
                    <a:pt x="654755" y="526358"/>
                  </a:lnTo>
                  <a:lnTo>
                    <a:pt x="643015" y="545279"/>
                  </a:lnTo>
                  <a:lnTo>
                    <a:pt x="630099" y="563417"/>
                  </a:lnTo>
                  <a:lnTo>
                    <a:pt x="616058" y="580700"/>
                  </a:lnTo>
                  <a:lnTo>
                    <a:pt x="600950" y="597057"/>
                  </a:lnTo>
                  <a:lnTo>
                    <a:pt x="584834" y="612423"/>
                  </a:lnTo>
                  <a:lnTo>
                    <a:pt x="567777" y="626736"/>
                  </a:lnTo>
                  <a:lnTo>
                    <a:pt x="549846" y="639938"/>
                  </a:lnTo>
                  <a:lnTo>
                    <a:pt x="531114" y="651977"/>
                  </a:lnTo>
                  <a:lnTo>
                    <a:pt x="511656" y="662803"/>
                  </a:lnTo>
                  <a:lnTo>
                    <a:pt x="491550" y="672373"/>
                  </a:lnTo>
                  <a:lnTo>
                    <a:pt x="470878" y="680649"/>
                  </a:lnTo>
                  <a:lnTo>
                    <a:pt x="449723" y="687597"/>
                  </a:lnTo>
                  <a:lnTo>
                    <a:pt x="428169" y="693189"/>
                  </a:lnTo>
                  <a:lnTo>
                    <a:pt x="406305" y="697403"/>
                  </a:lnTo>
                  <a:lnTo>
                    <a:pt x="384217" y="700222"/>
                  </a:lnTo>
                  <a:lnTo>
                    <a:pt x="361995" y="701635"/>
                  </a:lnTo>
                  <a:lnTo>
                    <a:pt x="339728" y="701635"/>
                  </a:lnTo>
                  <a:lnTo>
                    <a:pt x="317505" y="700222"/>
                  </a:lnTo>
                  <a:lnTo>
                    <a:pt x="295418" y="697403"/>
                  </a:lnTo>
                  <a:lnTo>
                    <a:pt x="273553" y="693189"/>
                  </a:lnTo>
                  <a:lnTo>
                    <a:pt x="252000" y="687597"/>
                  </a:lnTo>
                  <a:lnTo>
                    <a:pt x="230844" y="680649"/>
                  </a:lnTo>
                  <a:lnTo>
                    <a:pt x="210172" y="672373"/>
                  </a:lnTo>
                  <a:lnTo>
                    <a:pt x="190067" y="662803"/>
                  </a:lnTo>
                  <a:lnTo>
                    <a:pt x="170609" y="651977"/>
                  </a:lnTo>
                  <a:lnTo>
                    <a:pt x="151877" y="639938"/>
                  </a:lnTo>
                  <a:lnTo>
                    <a:pt x="133946" y="626736"/>
                  </a:lnTo>
                  <a:lnTo>
                    <a:pt x="116888" y="612423"/>
                  </a:lnTo>
                  <a:lnTo>
                    <a:pt x="100773" y="597057"/>
                  </a:lnTo>
                  <a:lnTo>
                    <a:pt x="85664" y="580700"/>
                  </a:lnTo>
                  <a:lnTo>
                    <a:pt x="71624" y="563417"/>
                  </a:lnTo>
                  <a:lnTo>
                    <a:pt x="58708" y="545279"/>
                  </a:lnTo>
                  <a:lnTo>
                    <a:pt x="46968" y="526358"/>
                  </a:lnTo>
                  <a:lnTo>
                    <a:pt x="36452" y="506731"/>
                  </a:lnTo>
                  <a:lnTo>
                    <a:pt x="27202" y="486476"/>
                  </a:lnTo>
                  <a:lnTo>
                    <a:pt x="19255" y="465675"/>
                  </a:lnTo>
                  <a:lnTo>
                    <a:pt x="12643" y="444413"/>
                  </a:lnTo>
                  <a:lnTo>
                    <a:pt x="7394" y="422773"/>
                  </a:lnTo>
                  <a:lnTo>
                    <a:pt x="3527" y="400844"/>
                  </a:lnTo>
                  <a:lnTo>
                    <a:pt x="1059" y="378715"/>
                  </a:lnTo>
                  <a:lnTo>
                    <a:pt x="0" y="356473"/>
                  </a:lnTo>
                  <a:lnTo>
                    <a:pt x="353" y="334209"/>
                  </a:lnTo>
                  <a:lnTo>
                    <a:pt x="2117" y="312012"/>
                  </a:lnTo>
                  <a:lnTo>
                    <a:pt x="5286" y="289971"/>
                  </a:lnTo>
                  <a:lnTo>
                    <a:pt x="9847" y="268176"/>
                  </a:lnTo>
                  <a:lnTo>
                    <a:pt x="15780" y="246714"/>
                  </a:lnTo>
                  <a:lnTo>
                    <a:pt x="23063" y="225672"/>
                  </a:lnTo>
                  <a:lnTo>
                    <a:pt x="31666" y="205134"/>
                  </a:lnTo>
                  <a:lnTo>
                    <a:pt x="41554" y="185183"/>
                  </a:lnTo>
                  <a:lnTo>
                    <a:pt x="52688" y="165899"/>
                  </a:lnTo>
                  <a:lnTo>
                    <a:pt x="65022" y="147360"/>
                  </a:lnTo>
                  <a:lnTo>
                    <a:pt x="78507" y="129641"/>
                  </a:lnTo>
                  <a:lnTo>
                    <a:pt x="93089" y="112812"/>
                  </a:lnTo>
                  <a:lnTo>
                    <a:pt x="108708" y="96943"/>
                  </a:lnTo>
                  <a:lnTo>
                    <a:pt x="125303" y="82096"/>
                  </a:lnTo>
                  <a:lnTo>
                    <a:pt x="142806" y="68331"/>
                  </a:lnTo>
                  <a:lnTo>
                    <a:pt x="161147" y="55705"/>
                  </a:lnTo>
                  <a:lnTo>
                    <a:pt x="180252" y="44266"/>
                  </a:lnTo>
                  <a:lnTo>
                    <a:pt x="200044" y="34063"/>
                  </a:lnTo>
                  <a:lnTo>
                    <a:pt x="220443" y="25136"/>
                  </a:lnTo>
                  <a:lnTo>
                    <a:pt x="241367" y="17520"/>
                  </a:lnTo>
                  <a:lnTo>
                    <a:pt x="262732" y="11246"/>
                  </a:lnTo>
                  <a:lnTo>
                    <a:pt x="284452" y="6341"/>
                  </a:lnTo>
                  <a:lnTo>
                    <a:pt x="306439" y="2823"/>
                  </a:lnTo>
                  <a:lnTo>
                    <a:pt x="328605" y="706"/>
                  </a:lnTo>
                  <a:lnTo>
                    <a:pt x="350861" y="0"/>
                  </a:lnTo>
                </a:path>
              </a:pathLst>
            </a:custGeom>
            <a:ln w="9485" cap="flat">
              <a:solidFill>
                <a:srgbClr val="CCCCCC">
                  <a:alpha val="100000"/>
                </a:srgbClr>
              </a:solidFill>
              <a:custDash>
                <a:ds d="0" sp="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3055600" y="4662741"/>
              <a:ext cx="1403446" cy="1403270"/>
            </a:xfrm>
            <a:custGeom>
              <a:avLst/>
              <a:pathLst>
                <a:path w="1403446" h="1403270">
                  <a:moveTo>
                    <a:pt x="701723" y="0"/>
                  </a:moveTo>
                  <a:lnTo>
                    <a:pt x="746235" y="1412"/>
                  </a:lnTo>
                  <a:lnTo>
                    <a:pt x="790567" y="5646"/>
                  </a:lnTo>
                  <a:lnTo>
                    <a:pt x="834542" y="12682"/>
                  </a:lnTo>
                  <a:lnTo>
                    <a:pt x="877981" y="22493"/>
                  </a:lnTo>
                  <a:lnTo>
                    <a:pt x="920712" y="35040"/>
                  </a:lnTo>
                  <a:lnTo>
                    <a:pt x="962560" y="50272"/>
                  </a:lnTo>
                  <a:lnTo>
                    <a:pt x="1003358" y="68127"/>
                  </a:lnTo>
                  <a:lnTo>
                    <a:pt x="1042941" y="88533"/>
                  </a:lnTo>
                  <a:lnTo>
                    <a:pt x="1081151" y="111410"/>
                  </a:lnTo>
                  <a:lnTo>
                    <a:pt x="1117833" y="136663"/>
                  </a:lnTo>
                  <a:lnTo>
                    <a:pt x="1152839" y="164192"/>
                  </a:lnTo>
                  <a:lnTo>
                    <a:pt x="1186028" y="193886"/>
                  </a:lnTo>
                  <a:lnTo>
                    <a:pt x="1217268" y="225625"/>
                  </a:lnTo>
                  <a:lnTo>
                    <a:pt x="1246432" y="259282"/>
                  </a:lnTo>
                  <a:lnTo>
                    <a:pt x="1273402" y="294720"/>
                  </a:lnTo>
                  <a:lnTo>
                    <a:pt x="1298070" y="331798"/>
                  </a:lnTo>
                  <a:lnTo>
                    <a:pt x="1320337" y="370366"/>
                  </a:lnTo>
                  <a:lnTo>
                    <a:pt x="1340113" y="410268"/>
                  </a:lnTo>
                  <a:lnTo>
                    <a:pt x="1357319" y="451344"/>
                  </a:lnTo>
                  <a:lnTo>
                    <a:pt x="1371884" y="493429"/>
                  </a:lnTo>
                  <a:lnTo>
                    <a:pt x="1383752" y="536353"/>
                  </a:lnTo>
                  <a:lnTo>
                    <a:pt x="1392872" y="579943"/>
                  </a:lnTo>
                  <a:lnTo>
                    <a:pt x="1399210" y="624024"/>
                  </a:lnTo>
                  <a:lnTo>
                    <a:pt x="1402740" y="668418"/>
                  </a:lnTo>
                  <a:lnTo>
                    <a:pt x="1403446" y="712946"/>
                  </a:lnTo>
                  <a:lnTo>
                    <a:pt x="1401327" y="757430"/>
                  </a:lnTo>
                  <a:lnTo>
                    <a:pt x="1396391" y="801689"/>
                  </a:lnTo>
                  <a:lnTo>
                    <a:pt x="1388658" y="845547"/>
                  </a:lnTo>
                  <a:lnTo>
                    <a:pt x="1378159" y="888826"/>
                  </a:lnTo>
                  <a:lnTo>
                    <a:pt x="1364935" y="931351"/>
                  </a:lnTo>
                  <a:lnTo>
                    <a:pt x="1349042" y="972953"/>
                  </a:lnTo>
                  <a:lnTo>
                    <a:pt x="1330542" y="1013462"/>
                  </a:lnTo>
                  <a:lnTo>
                    <a:pt x="1309510" y="1052717"/>
                  </a:lnTo>
                  <a:lnTo>
                    <a:pt x="1286030" y="1090559"/>
                  </a:lnTo>
                  <a:lnTo>
                    <a:pt x="1260198" y="1126835"/>
                  </a:lnTo>
                  <a:lnTo>
                    <a:pt x="1232117" y="1161400"/>
                  </a:lnTo>
                  <a:lnTo>
                    <a:pt x="1201900" y="1194114"/>
                  </a:lnTo>
                  <a:lnTo>
                    <a:pt x="1169669" y="1224846"/>
                  </a:lnTo>
                  <a:lnTo>
                    <a:pt x="1135554" y="1253472"/>
                  </a:lnTo>
                  <a:lnTo>
                    <a:pt x="1099692" y="1279877"/>
                  </a:lnTo>
                  <a:lnTo>
                    <a:pt x="1062228" y="1303954"/>
                  </a:lnTo>
                  <a:lnTo>
                    <a:pt x="1023312" y="1325606"/>
                  </a:lnTo>
                  <a:lnTo>
                    <a:pt x="983101" y="1344747"/>
                  </a:lnTo>
                  <a:lnTo>
                    <a:pt x="941757" y="1361298"/>
                  </a:lnTo>
                  <a:lnTo>
                    <a:pt x="899446" y="1375195"/>
                  </a:lnTo>
                  <a:lnTo>
                    <a:pt x="856339" y="1386379"/>
                  </a:lnTo>
                  <a:lnTo>
                    <a:pt x="812610" y="1394807"/>
                  </a:lnTo>
                  <a:lnTo>
                    <a:pt x="768434" y="1400445"/>
                  </a:lnTo>
                  <a:lnTo>
                    <a:pt x="723990" y="1403270"/>
                  </a:lnTo>
                  <a:lnTo>
                    <a:pt x="679456" y="1403270"/>
                  </a:lnTo>
                  <a:lnTo>
                    <a:pt x="635011" y="1400445"/>
                  </a:lnTo>
                  <a:lnTo>
                    <a:pt x="590836" y="1394807"/>
                  </a:lnTo>
                  <a:lnTo>
                    <a:pt x="547106" y="1386379"/>
                  </a:lnTo>
                  <a:lnTo>
                    <a:pt x="504000" y="1375195"/>
                  </a:lnTo>
                  <a:lnTo>
                    <a:pt x="461689" y="1361298"/>
                  </a:lnTo>
                  <a:lnTo>
                    <a:pt x="420345" y="1344747"/>
                  </a:lnTo>
                  <a:lnTo>
                    <a:pt x="380134" y="1325606"/>
                  </a:lnTo>
                  <a:lnTo>
                    <a:pt x="341218" y="1303954"/>
                  </a:lnTo>
                  <a:lnTo>
                    <a:pt x="303754" y="1279877"/>
                  </a:lnTo>
                  <a:lnTo>
                    <a:pt x="267892" y="1253472"/>
                  </a:lnTo>
                  <a:lnTo>
                    <a:pt x="233777" y="1224846"/>
                  </a:lnTo>
                  <a:lnTo>
                    <a:pt x="201546" y="1194114"/>
                  </a:lnTo>
                  <a:lnTo>
                    <a:pt x="171329" y="1161400"/>
                  </a:lnTo>
                  <a:lnTo>
                    <a:pt x="143248" y="1126835"/>
                  </a:lnTo>
                  <a:lnTo>
                    <a:pt x="117416" y="1090559"/>
                  </a:lnTo>
                  <a:lnTo>
                    <a:pt x="93936" y="1052717"/>
                  </a:lnTo>
                  <a:lnTo>
                    <a:pt x="72904" y="1013462"/>
                  </a:lnTo>
                  <a:lnTo>
                    <a:pt x="54404" y="972953"/>
                  </a:lnTo>
                  <a:lnTo>
                    <a:pt x="38510" y="931351"/>
                  </a:lnTo>
                  <a:lnTo>
                    <a:pt x="25287" y="888826"/>
                  </a:lnTo>
                  <a:lnTo>
                    <a:pt x="14788" y="845547"/>
                  </a:lnTo>
                  <a:lnTo>
                    <a:pt x="7055" y="801689"/>
                  </a:lnTo>
                  <a:lnTo>
                    <a:pt x="2119" y="757430"/>
                  </a:lnTo>
                  <a:lnTo>
                    <a:pt x="0" y="712946"/>
                  </a:lnTo>
                  <a:lnTo>
                    <a:pt x="706" y="668418"/>
                  </a:lnTo>
                  <a:lnTo>
                    <a:pt x="4235" y="624024"/>
                  </a:lnTo>
                  <a:lnTo>
                    <a:pt x="10573" y="579943"/>
                  </a:lnTo>
                  <a:lnTo>
                    <a:pt x="19694" y="536353"/>
                  </a:lnTo>
                  <a:lnTo>
                    <a:pt x="31561" y="493429"/>
                  </a:lnTo>
                  <a:lnTo>
                    <a:pt x="46127" y="451344"/>
                  </a:lnTo>
                  <a:lnTo>
                    <a:pt x="63332" y="410268"/>
                  </a:lnTo>
                  <a:lnTo>
                    <a:pt x="83109" y="370366"/>
                  </a:lnTo>
                  <a:lnTo>
                    <a:pt x="105376" y="331798"/>
                  </a:lnTo>
                  <a:lnTo>
                    <a:pt x="130044" y="294720"/>
                  </a:lnTo>
                  <a:lnTo>
                    <a:pt x="157014" y="259282"/>
                  </a:lnTo>
                  <a:lnTo>
                    <a:pt x="186178" y="225625"/>
                  </a:lnTo>
                  <a:lnTo>
                    <a:pt x="217417" y="193886"/>
                  </a:lnTo>
                  <a:lnTo>
                    <a:pt x="250607" y="164192"/>
                  </a:lnTo>
                  <a:lnTo>
                    <a:pt x="285613" y="136663"/>
                  </a:lnTo>
                  <a:lnTo>
                    <a:pt x="322295" y="111410"/>
                  </a:lnTo>
                  <a:lnTo>
                    <a:pt x="360504" y="88533"/>
                  </a:lnTo>
                  <a:lnTo>
                    <a:pt x="400088" y="68127"/>
                  </a:lnTo>
                  <a:lnTo>
                    <a:pt x="440886" y="50272"/>
                  </a:lnTo>
                  <a:lnTo>
                    <a:pt x="482734" y="35040"/>
                  </a:lnTo>
                  <a:lnTo>
                    <a:pt x="525464" y="22493"/>
                  </a:lnTo>
                  <a:lnTo>
                    <a:pt x="568904" y="12682"/>
                  </a:lnTo>
                  <a:lnTo>
                    <a:pt x="612879" y="5646"/>
                  </a:lnTo>
                  <a:lnTo>
                    <a:pt x="657211" y="1412"/>
                  </a:lnTo>
                  <a:lnTo>
                    <a:pt x="701723" y="0"/>
                  </a:lnTo>
                </a:path>
              </a:pathLst>
            </a:custGeom>
            <a:ln w="9485" cap="flat">
              <a:solidFill>
                <a:srgbClr val="CCCCCC">
                  <a:alpha val="100000"/>
                </a:srgbClr>
              </a:solidFill>
              <a:custDash>
                <a:ds d="0" sp="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2704739" y="4311835"/>
              <a:ext cx="2105170" cy="2104905"/>
            </a:xfrm>
            <a:custGeom>
              <a:avLst/>
              <a:pathLst>
                <a:path w="2105170" h="2104905">
                  <a:moveTo>
                    <a:pt x="1052585" y="0"/>
                  </a:moveTo>
                  <a:lnTo>
                    <a:pt x="1119352" y="2119"/>
                  </a:lnTo>
                  <a:lnTo>
                    <a:pt x="1185851" y="8469"/>
                  </a:lnTo>
                  <a:lnTo>
                    <a:pt x="1251813" y="19023"/>
                  </a:lnTo>
                  <a:lnTo>
                    <a:pt x="1316972" y="33740"/>
                  </a:lnTo>
                  <a:lnTo>
                    <a:pt x="1381068" y="52561"/>
                  </a:lnTo>
                  <a:lnTo>
                    <a:pt x="1443840" y="75408"/>
                  </a:lnTo>
                  <a:lnTo>
                    <a:pt x="1505037" y="102190"/>
                  </a:lnTo>
                  <a:lnTo>
                    <a:pt x="1564412" y="132800"/>
                  </a:lnTo>
                  <a:lnTo>
                    <a:pt x="1621727" y="167115"/>
                  </a:lnTo>
                  <a:lnTo>
                    <a:pt x="1676749" y="204995"/>
                  </a:lnTo>
                  <a:lnTo>
                    <a:pt x="1729258" y="246289"/>
                  </a:lnTo>
                  <a:lnTo>
                    <a:pt x="1779043" y="290830"/>
                  </a:lnTo>
                  <a:lnTo>
                    <a:pt x="1825902" y="338438"/>
                  </a:lnTo>
                  <a:lnTo>
                    <a:pt x="1869648" y="388923"/>
                  </a:lnTo>
                  <a:lnTo>
                    <a:pt x="1910103" y="442081"/>
                  </a:lnTo>
                  <a:lnTo>
                    <a:pt x="1947105" y="497698"/>
                  </a:lnTo>
                  <a:lnTo>
                    <a:pt x="1980506" y="555549"/>
                  </a:lnTo>
                  <a:lnTo>
                    <a:pt x="2010170" y="615402"/>
                  </a:lnTo>
                  <a:lnTo>
                    <a:pt x="2035978" y="677017"/>
                  </a:lnTo>
                  <a:lnTo>
                    <a:pt x="2057827" y="740144"/>
                  </a:lnTo>
                  <a:lnTo>
                    <a:pt x="2075628" y="804529"/>
                  </a:lnTo>
                  <a:lnTo>
                    <a:pt x="2089309" y="869915"/>
                  </a:lnTo>
                  <a:lnTo>
                    <a:pt x="2098816" y="936036"/>
                  </a:lnTo>
                  <a:lnTo>
                    <a:pt x="2104110" y="1002627"/>
                  </a:lnTo>
                  <a:lnTo>
                    <a:pt x="2105170" y="1069419"/>
                  </a:lnTo>
                  <a:lnTo>
                    <a:pt x="2101991" y="1136145"/>
                  </a:lnTo>
                  <a:lnTo>
                    <a:pt x="2094587" y="1202534"/>
                  </a:lnTo>
                  <a:lnTo>
                    <a:pt x="2082987" y="1268321"/>
                  </a:lnTo>
                  <a:lnTo>
                    <a:pt x="2067238" y="1333239"/>
                  </a:lnTo>
                  <a:lnTo>
                    <a:pt x="2047403" y="1397027"/>
                  </a:lnTo>
                  <a:lnTo>
                    <a:pt x="2023563" y="1459429"/>
                  </a:lnTo>
                  <a:lnTo>
                    <a:pt x="1995813" y="1520194"/>
                  </a:lnTo>
                  <a:lnTo>
                    <a:pt x="1964265" y="1579076"/>
                  </a:lnTo>
                  <a:lnTo>
                    <a:pt x="1929045" y="1635838"/>
                  </a:lnTo>
                  <a:lnTo>
                    <a:pt x="1890297" y="1690253"/>
                  </a:lnTo>
                  <a:lnTo>
                    <a:pt x="1848175" y="1742100"/>
                  </a:lnTo>
                  <a:lnTo>
                    <a:pt x="1802850" y="1791172"/>
                  </a:lnTo>
                  <a:lnTo>
                    <a:pt x="1754504" y="1837270"/>
                  </a:lnTo>
                  <a:lnTo>
                    <a:pt x="1703331" y="1880209"/>
                  </a:lnTo>
                  <a:lnTo>
                    <a:pt x="1649538" y="1919816"/>
                  </a:lnTo>
                  <a:lnTo>
                    <a:pt x="1593342" y="1955931"/>
                  </a:lnTo>
                  <a:lnTo>
                    <a:pt x="1534968" y="1988410"/>
                  </a:lnTo>
                  <a:lnTo>
                    <a:pt x="1474651" y="2017120"/>
                  </a:lnTo>
                  <a:lnTo>
                    <a:pt x="1412635" y="2041948"/>
                  </a:lnTo>
                  <a:lnTo>
                    <a:pt x="1349169" y="2062792"/>
                  </a:lnTo>
                  <a:lnTo>
                    <a:pt x="1284509" y="2079569"/>
                  </a:lnTo>
                  <a:lnTo>
                    <a:pt x="1218915" y="2092211"/>
                  </a:lnTo>
                  <a:lnTo>
                    <a:pt x="1152652" y="2100668"/>
                  </a:lnTo>
                  <a:lnTo>
                    <a:pt x="1085985" y="2104905"/>
                  </a:lnTo>
                  <a:lnTo>
                    <a:pt x="1019184" y="2104905"/>
                  </a:lnTo>
                  <a:lnTo>
                    <a:pt x="952517" y="2100668"/>
                  </a:lnTo>
                  <a:lnTo>
                    <a:pt x="886254" y="2092211"/>
                  </a:lnTo>
                  <a:lnTo>
                    <a:pt x="820660" y="2079569"/>
                  </a:lnTo>
                  <a:lnTo>
                    <a:pt x="756000" y="2062792"/>
                  </a:lnTo>
                  <a:lnTo>
                    <a:pt x="692534" y="2041948"/>
                  </a:lnTo>
                  <a:lnTo>
                    <a:pt x="630518" y="2017120"/>
                  </a:lnTo>
                  <a:lnTo>
                    <a:pt x="570201" y="1988410"/>
                  </a:lnTo>
                  <a:lnTo>
                    <a:pt x="511827" y="1955931"/>
                  </a:lnTo>
                  <a:lnTo>
                    <a:pt x="455631" y="1919816"/>
                  </a:lnTo>
                  <a:lnTo>
                    <a:pt x="401838" y="1880209"/>
                  </a:lnTo>
                  <a:lnTo>
                    <a:pt x="350665" y="1837270"/>
                  </a:lnTo>
                  <a:lnTo>
                    <a:pt x="302319" y="1791172"/>
                  </a:lnTo>
                  <a:lnTo>
                    <a:pt x="256994" y="1742100"/>
                  </a:lnTo>
                  <a:lnTo>
                    <a:pt x="214872" y="1690253"/>
                  </a:lnTo>
                  <a:lnTo>
                    <a:pt x="176124" y="1635838"/>
                  </a:lnTo>
                  <a:lnTo>
                    <a:pt x="140904" y="1579076"/>
                  </a:lnTo>
                  <a:lnTo>
                    <a:pt x="109356" y="1520194"/>
                  </a:lnTo>
                  <a:lnTo>
                    <a:pt x="81606" y="1459429"/>
                  </a:lnTo>
                  <a:lnTo>
                    <a:pt x="57766" y="1397027"/>
                  </a:lnTo>
                  <a:lnTo>
                    <a:pt x="37931" y="1333239"/>
                  </a:lnTo>
                  <a:lnTo>
                    <a:pt x="22182" y="1268321"/>
                  </a:lnTo>
                  <a:lnTo>
                    <a:pt x="10582" y="1202534"/>
                  </a:lnTo>
                  <a:lnTo>
                    <a:pt x="3178" y="1136145"/>
                  </a:lnTo>
                  <a:lnTo>
                    <a:pt x="0" y="1069419"/>
                  </a:lnTo>
                  <a:lnTo>
                    <a:pt x="1059" y="1002627"/>
                  </a:lnTo>
                  <a:lnTo>
                    <a:pt x="6353" y="936036"/>
                  </a:lnTo>
                  <a:lnTo>
                    <a:pt x="15860" y="869915"/>
                  </a:lnTo>
                  <a:lnTo>
                    <a:pt x="29541" y="804529"/>
                  </a:lnTo>
                  <a:lnTo>
                    <a:pt x="47342" y="740144"/>
                  </a:lnTo>
                  <a:lnTo>
                    <a:pt x="69191" y="677017"/>
                  </a:lnTo>
                  <a:lnTo>
                    <a:pt x="94999" y="615402"/>
                  </a:lnTo>
                  <a:lnTo>
                    <a:pt x="124663" y="555549"/>
                  </a:lnTo>
                  <a:lnTo>
                    <a:pt x="158064" y="497698"/>
                  </a:lnTo>
                  <a:lnTo>
                    <a:pt x="195066" y="442081"/>
                  </a:lnTo>
                  <a:lnTo>
                    <a:pt x="235522" y="388923"/>
                  </a:lnTo>
                  <a:lnTo>
                    <a:pt x="279267" y="338438"/>
                  </a:lnTo>
                  <a:lnTo>
                    <a:pt x="326126" y="290830"/>
                  </a:lnTo>
                  <a:lnTo>
                    <a:pt x="375911" y="246289"/>
                  </a:lnTo>
                  <a:lnTo>
                    <a:pt x="428420" y="204995"/>
                  </a:lnTo>
                  <a:lnTo>
                    <a:pt x="483442" y="167115"/>
                  </a:lnTo>
                  <a:lnTo>
                    <a:pt x="540757" y="132800"/>
                  </a:lnTo>
                  <a:lnTo>
                    <a:pt x="600132" y="102190"/>
                  </a:lnTo>
                  <a:lnTo>
                    <a:pt x="661329" y="75408"/>
                  </a:lnTo>
                  <a:lnTo>
                    <a:pt x="724101" y="52561"/>
                  </a:lnTo>
                  <a:lnTo>
                    <a:pt x="788197" y="33740"/>
                  </a:lnTo>
                  <a:lnTo>
                    <a:pt x="853356" y="19023"/>
                  </a:lnTo>
                  <a:lnTo>
                    <a:pt x="919318" y="8469"/>
                  </a:lnTo>
                  <a:lnTo>
                    <a:pt x="985817" y="2119"/>
                  </a:lnTo>
                  <a:lnTo>
                    <a:pt x="1052585" y="0"/>
                  </a:lnTo>
                </a:path>
              </a:pathLst>
            </a:custGeom>
            <a:ln w="9485" cap="flat">
              <a:solidFill>
                <a:srgbClr val="CCCCCC">
                  <a:alpha val="100000"/>
                </a:srgbClr>
              </a:solidFill>
              <a:custDash>
                <a:ds d="0" sp="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2573166" y="4180246"/>
              <a:ext cx="2368316" cy="2368018"/>
            </a:xfrm>
            <a:custGeom>
              <a:avLst/>
              <a:pathLst>
                <a:path w="2368316" h="2368018">
                  <a:moveTo>
                    <a:pt x="1184158" y="0"/>
                  </a:moveTo>
                  <a:lnTo>
                    <a:pt x="1259271" y="2384"/>
                  </a:lnTo>
                  <a:lnTo>
                    <a:pt x="1334082" y="9527"/>
                  </a:lnTo>
                  <a:lnTo>
                    <a:pt x="1408289" y="21401"/>
                  </a:lnTo>
                  <a:lnTo>
                    <a:pt x="1481594" y="37958"/>
                  </a:lnTo>
                  <a:lnTo>
                    <a:pt x="1553701" y="59131"/>
                  </a:lnTo>
                  <a:lnTo>
                    <a:pt x="1624320" y="84834"/>
                  </a:lnTo>
                  <a:lnTo>
                    <a:pt x="1693167" y="114964"/>
                  </a:lnTo>
                  <a:lnTo>
                    <a:pt x="1759964" y="149401"/>
                  </a:lnTo>
                  <a:lnTo>
                    <a:pt x="1824442" y="188004"/>
                  </a:lnTo>
                  <a:lnTo>
                    <a:pt x="1886343" y="230619"/>
                  </a:lnTo>
                  <a:lnTo>
                    <a:pt x="1945416" y="277075"/>
                  </a:lnTo>
                  <a:lnTo>
                    <a:pt x="2001423" y="327183"/>
                  </a:lnTo>
                  <a:lnTo>
                    <a:pt x="2054140" y="380743"/>
                  </a:lnTo>
                  <a:lnTo>
                    <a:pt x="2103354" y="437539"/>
                  </a:lnTo>
                  <a:lnTo>
                    <a:pt x="2148866" y="497341"/>
                  </a:lnTo>
                  <a:lnTo>
                    <a:pt x="2190494" y="559910"/>
                  </a:lnTo>
                  <a:lnTo>
                    <a:pt x="2228069" y="624993"/>
                  </a:lnTo>
                  <a:lnTo>
                    <a:pt x="2261441" y="692328"/>
                  </a:lnTo>
                  <a:lnTo>
                    <a:pt x="2290476" y="761644"/>
                  </a:lnTo>
                  <a:lnTo>
                    <a:pt x="2315055" y="832662"/>
                  </a:lnTo>
                  <a:lnTo>
                    <a:pt x="2335081" y="905096"/>
                  </a:lnTo>
                  <a:lnTo>
                    <a:pt x="2350473" y="978654"/>
                  </a:lnTo>
                  <a:lnTo>
                    <a:pt x="2361168" y="1053040"/>
                  </a:lnTo>
                  <a:lnTo>
                    <a:pt x="2367123" y="1127955"/>
                  </a:lnTo>
                  <a:lnTo>
                    <a:pt x="2368316" y="1203097"/>
                  </a:lnTo>
                  <a:lnTo>
                    <a:pt x="2364740" y="1278163"/>
                  </a:lnTo>
                  <a:lnTo>
                    <a:pt x="2356410" y="1352851"/>
                  </a:lnTo>
                  <a:lnTo>
                    <a:pt x="2343360" y="1426861"/>
                  </a:lnTo>
                  <a:lnTo>
                    <a:pt x="2325643" y="1499894"/>
                  </a:lnTo>
                  <a:lnTo>
                    <a:pt x="2303329" y="1571656"/>
                  </a:lnTo>
                  <a:lnTo>
                    <a:pt x="2276509" y="1641858"/>
                  </a:lnTo>
                  <a:lnTo>
                    <a:pt x="2245290" y="1710218"/>
                  </a:lnTo>
                  <a:lnTo>
                    <a:pt x="2209798" y="1776460"/>
                  </a:lnTo>
                  <a:lnTo>
                    <a:pt x="2170176" y="1840318"/>
                  </a:lnTo>
                  <a:lnTo>
                    <a:pt x="2126584" y="1901535"/>
                  </a:lnTo>
                  <a:lnTo>
                    <a:pt x="2079197" y="1959863"/>
                  </a:lnTo>
                  <a:lnTo>
                    <a:pt x="2028207" y="2015069"/>
                  </a:lnTo>
                  <a:lnTo>
                    <a:pt x="1973817" y="2066929"/>
                  </a:lnTo>
                  <a:lnTo>
                    <a:pt x="1916248" y="2115235"/>
                  </a:lnTo>
                  <a:lnTo>
                    <a:pt x="1855731" y="2159793"/>
                  </a:lnTo>
                  <a:lnTo>
                    <a:pt x="1792510" y="2200423"/>
                  </a:lnTo>
                  <a:lnTo>
                    <a:pt x="1726839" y="2236961"/>
                  </a:lnTo>
                  <a:lnTo>
                    <a:pt x="1658983" y="2269261"/>
                  </a:lnTo>
                  <a:lnTo>
                    <a:pt x="1589215" y="2297191"/>
                  </a:lnTo>
                  <a:lnTo>
                    <a:pt x="1517816" y="2320641"/>
                  </a:lnTo>
                  <a:lnTo>
                    <a:pt x="1445073" y="2339515"/>
                  </a:lnTo>
                  <a:lnTo>
                    <a:pt x="1371280" y="2353738"/>
                  </a:lnTo>
                  <a:lnTo>
                    <a:pt x="1296733" y="2363251"/>
                  </a:lnTo>
                  <a:lnTo>
                    <a:pt x="1221733" y="2368018"/>
                  </a:lnTo>
                  <a:lnTo>
                    <a:pt x="1146582" y="2368018"/>
                  </a:lnTo>
                  <a:lnTo>
                    <a:pt x="1071582" y="2363251"/>
                  </a:lnTo>
                  <a:lnTo>
                    <a:pt x="997035" y="2353738"/>
                  </a:lnTo>
                  <a:lnTo>
                    <a:pt x="923242" y="2339515"/>
                  </a:lnTo>
                  <a:lnTo>
                    <a:pt x="850500" y="2320641"/>
                  </a:lnTo>
                  <a:lnTo>
                    <a:pt x="779101" y="2297191"/>
                  </a:lnTo>
                  <a:lnTo>
                    <a:pt x="709333" y="2269261"/>
                  </a:lnTo>
                  <a:lnTo>
                    <a:pt x="641477" y="2236961"/>
                  </a:lnTo>
                  <a:lnTo>
                    <a:pt x="575806" y="2200423"/>
                  </a:lnTo>
                  <a:lnTo>
                    <a:pt x="512585" y="2159793"/>
                  </a:lnTo>
                  <a:lnTo>
                    <a:pt x="452068" y="2115235"/>
                  </a:lnTo>
                  <a:lnTo>
                    <a:pt x="394498" y="2066929"/>
                  </a:lnTo>
                  <a:lnTo>
                    <a:pt x="340109" y="2015069"/>
                  </a:lnTo>
                  <a:lnTo>
                    <a:pt x="289118" y="1959863"/>
                  </a:lnTo>
                  <a:lnTo>
                    <a:pt x="241731" y="1901535"/>
                  </a:lnTo>
                  <a:lnTo>
                    <a:pt x="198139" y="1840318"/>
                  </a:lnTo>
                  <a:lnTo>
                    <a:pt x="158518" y="1776460"/>
                  </a:lnTo>
                  <a:lnTo>
                    <a:pt x="123026" y="1710218"/>
                  </a:lnTo>
                  <a:lnTo>
                    <a:pt x="91807" y="1641858"/>
                  </a:lnTo>
                  <a:lnTo>
                    <a:pt x="64986" y="1571656"/>
                  </a:lnTo>
                  <a:lnTo>
                    <a:pt x="42672" y="1499894"/>
                  </a:lnTo>
                  <a:lnTo>
                    <a:pt x="24955" y="1426861"/>
                  </a:lnTo>
                  <a:lnTo>
                    <a:pt x="11905" y="1352851"/>
                  </a:lnTo>
                  <a:lnTo>
                    <a:pt x="3575" y="1278163"/>
                  </a:lnTo>
                  <a:lnTo>
                    <a:pt x="0" y="1203097"/>
                  </a:lnTo>
                  <a:lnTo>
                    <a:pt x="1192" y="1127955"/>
                  </a:lnTo>
                  <a:lnTo>
                    <a:pt x="7148" y="1053040"/>
                  </a:lnTo>
                  <a:lnTo>
                    <a:pt x="17843" y="978654"/>
                  </a:lnTo>
                  <a:lnTo>
                    <a:pt x="33234" y="905096"/>
                  </a:lnTo>
                  <a:lnTo>
                    <a:pt x="53260" y="832662"/>
                  </a:lnTo>
                  <a:lnTo>
                    <a:pt x="77840" y="761644"/>
                  </a:lnTo>
                  <a:lnTo>
                    <a:pt x="106874" y="692328"/>
                  </a:lnTo>
                  <a:lnTo>
                    <a:pt x="140246" y="624993"/>
                  </a:lnTo>
                  <a:lnTo>
                    <a:pt x="177822" y="559910"/>
                  </a:lnTo>
                  <a:lnTo>
                    <a:pt x="219449" y="497341"/>
                  </a:lnTo>
                  <a:lnTo>
                    <a:pt x="264962" y="437539"/>
                  </a:lnTo>
                  <a:lnTo>
                    <a:pt x="314175" y="380743"/>
                  </a:lnTo>
                  <a:lnTo>
                    <a:pt x="366892" y="327183"/>
                  </a:lnTo>
                  <a:lnTo>
                    <a:pt x="422900" y="277075"/>
                  </a:lnTo>
                  <a:lnTo>
                    <a:pt x="481973" y="230619"/>
                  </a:lnTo>
                  <a:lnTo>
                    <a:pt x="543873" y="188004"/>
                  </a:lnTo>
                  <a:lnTo>
                    <a:pt x="608351" y="149401"/>
                  </a:lnTo>
                  <a:lnTo>
                    <a:pt x="675148" y="114964"/>
                  </a:lnTo>
                  <a:lnTo>
                    <a:pt x="743995" y="84834"/>
                  </a:lnTo>
                  <a:lnTo>
                    <a:pt x="814614" y="59131"/>
                  </a:lnTo>
                  <a:lnTo>
                    <a:pt x="886721" y="37958"/>
                  </a:lnTo>
                  <a:lnTo>
                    <a:pt x="960026" y="21401"/>
                  </a:lnTo>
                  <a:lnTo>
                    <a:pt x="1034233" y="9527"/>
                  </a:lnTo>
                  <a:lnTo>
                    <a:pt x="1109044" y="2384"/>
                  </a:lnTo>
                  <a:lnTo>
                    <a:pt x="1184158" y="0"/>
                  </a:lnTo>
                </a:path>
              </a:pathLst>
            </a:custGeom>
            <a:ln w="9485" cap="flat">
              <a:solidFill>
                <a:srgbClr val="CCCCCC">
                  <a:alpha val="100000"/>
                </a:srgbClr>
              </a:solidFill>
              <a:custDash>
                <a:ds d="0" sp="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3757324" y="4311835"/>
              <a:ext cx="0" cy="1052717"/>
            </a:xfrm>
            <a:custGeom>
              <a:avLst/>
              <a:pathLst>
                <a:path w="0" h="1052717">
                  <a:moveTo>
                    <a:pt x="0" y="1052717"/>
                  </a:moveTo>
                  <a:lnTo>
                    <a:pt x="0" y="1016416"/>
                  </a:lnTo>
                  <a:lnTo>
                    <a:pt x="0" y="980116"/>
                  </a:lnTo>
                  <a:lnTo>
                    <a:pt x="0" y="943815"/>
                  </a:lnTo>
                  <a:lnTo>
                    <a:pt x="0" y="907515"/>
                  </a:lnTo>
                  <a:lnTo>
                    <a:pt x="0" y="871214"/>
                  </a:lnTo>
                  <a:lnTo>
                    <a:pt x="0" y="834913"/>
                  </a:lnTo>
                  <a:lnTo>
                    <a:pt x="0" y="798613"/>
                  </a:lnTo>
                  <a:lnTo>
                    <a:pt x="0" y="762312"/>
                  </a:lnTo>
                  <a:lnTo>
                    <a:pt x="0" y="726012"/>
                  </a:lnTo>
                  <a:lnTo>
                    <a:pt x="0" y="689711"/>
                  </a:lnTo>
                  <a:lnTo>
                    <a:pt x="0" y="653410"/>
                  </a:lnTo>
                  <a:lnTo>
                    <a:pt x="0" y="617110"/>
                  </a:lnTo>
                  <a:lnTo>
                    <a:pt x="0" y="580809"/>
                  </a:lnTo>
                  <a:lnTo>
                    <a:pt x="0" y="544509"/>
                  </a:lnTo>
                  <a:lnTo>
                    <a:pt x="0" y="508208"/>
                  </a:lnTo>
                  <a:lnTo>
                    <a:pt x="0" y="471907"/>
                  </a:lnTo>
                  <a:lnTo>
                    <a:pt x="0" y="435607"/>
                  </a:lnTo>
                  <a:lnTo>
                    <a:pt x="0" y="399306"/>
                  </a:lnTo>
                  <a:lnTo>
                    <a:pt x="0" y="363006"/>
                  </a:lnTo>
                  <a:lnTo>
                    <a:pt x="0" y="326705"/>
                  </a:lnTo>
                  <a:lnTo>
                    <a:pt x="0" y="290404"/>
                  </a:lnTo>
                  <a:lnTo>
                    <a:pt x="0" y="254104"/>
                  </a:lnTo>
                  <a:lnTo>
                    <a:pt x="0" y="217803"/>
                  </a:lnTo>
                  <a:lnTo>
                    <a:pt x="0" y="181503"/>
                  </a:lnTo>
                  <a:lnTo>
                    <a:pt x="0" y="145202"/>
                  </a:lnTo>
                  <a:lnTo>
                    <a:pt x="0" y="108901"/>
                  </a:lnTo>
                  <a:lnTo>
                    <a:pt x="0" y="72601"/>
                  </a:lnTo>
                  <a:lnTo>
                    <a:pt x="0" y="3630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C7C7C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3757324" y="4620169"/>
              <a:ext cx="744383" cy="744383"/>
            </a:xfrm>
            <a:custGeom>
              <a:avLst/>
              <a:pathLst>
                <a:path w="744383" h="744383">
                  <a:moveTo>
                    <a:pt x="0" y="744383"/>
                  </a:moveTo>
                  <a:lnTo>
                    <a:pt x="25668" y="718715"/>
                  </a:lnTo>
                  <a:lnTo>
                    <a:pt x="51336" y="693046"/>
                  </a:lnTo>
                  <a:lnTo>
                    <a:pt x="77005" y="667378"/>
                  </a:lnTo>
                  <a:lnTo>
                    <a:pt x="102673" y="641710"/>
                  </a:lnTo>
                  <a:lnTo>
                    <a:pt x="128342" y="616041"/>
                  </a:lnTo>
                  <a:lnTo>
                    <a:pt x="154010" y="590373"/>
                  </a:lnTo>
                  <a:lnTo>
                    <a:pt x="179678" y="564704"/>
                  </a:lnTo>
                  <a:lnTo>
                    <a:pt x="205347" y="539036"/>
                  </a:lnTo>
                  <a:lnTo>
                    <a:pt x="231015" y="513368"/>
                  </a:lnTo>
                  <a:lnTo>
                    <a:pt x="256684" y="487699"/>
                  </a:lnTo>
                  <a:lnTo>
                    <a:pt x="282352" y="462031"/>
                  </a:lnTo>
                  <a:lnTo>
                    <a:pt x="308020" y="436362"/>
                  </a:lnTo>
                  <a:lnTo>
                    <a:pt x="333689" y="410694"/>
                  </a:lnTo>
                  <a:lnTo>
                    <a:pt x="359357" y="385026"/>
                  </a:lnTo>
                  <a:lnTo>
                    <a:pt x="385026" y="359357"/>
                  </a:lnTo>
                  <a:lnTo>
                    <a:pt x="410694" y="333689"/>
                  </a:lnTo>
                  <a:lnTo>
                    <a:pt x="436362" y="308020"/>
                  </a:lnTo>
                  <a:lnTo>
                    <a:pt x="462031" y="282352"/>
                  </a:lnTo>
                  <a:lnTo>
                    <a:pt x="487699" y="256684"/>
                  </a:lnTo>
                  <a:lnTo>
                    <a:pt x="513368" y="231015"/>
                  </a:lnTo>
                  <a:lnTo>
                    <a:pt x="539036" y="205347"/>
                  </a:lnTo>
                  <a:lnTo>
                    <a:pt x="564704" y="179678"/>
                  </a:lnTo>
                  <a:lnTo>
                    <a:pt x="590373" y="154010"/>
                  </a:lnTo>
                  <a:lnTo>
                    <a:pt x="616041" y="128342"/>
                  </a:lnTo>
                  <a:lnTo>
                    <a:pt x="641710" y="102673"/>
                  </a:lnTo>
                  <a:lnTo>
                    <a:pt x="667378" y="77005"/>
                  </a:lnTo>
                  <a:lnTo>
                    <a:pt x="693046" y="51336"/>
                  </a:lnTo>
                  <a:lnTo>
                    <a:pt x="718715" y="25668"/>
                  </a:lnTo>
                  <a:lnTo>
                    <a:pt x="744383" y="0"/>
                  </a:lnTo>
                </a:path>
              </a:pathLst>
            </a:custGeom>
            <a:ln w="9485" cap="flat">
              <a:solidFill>
                <a:srgbClr val="C7C7C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3757324" y="5364553"/>
              <a:ext cx="1052717" cy="0"/>
            </a:xfrm>
            <a:custGeom>
              <a:avLst/>
              <a:pathLst>
                <a:path w="1052717" h="0">
                  <a:moveTo>
                    <a:pt x="0" y="0"/>
                  </a:moveTo>
                  <a:lnTo>
                    <a:pt x="36300" y="0"/>
                  </a:lnTo>
                  <a:lnTo>
                    <a:pt x="72601" y="0"/>
                  </a:lnTo>
                  <a:lnTo>
                    <a:pt x="108901" y="0"/>
                  </a:lnTo>
                  <a:lnTo>
                    <a:pt x="145202" y="0"/>
                  </a:lnTo>
                  <a:lnTo>
                    <a:pt x="181503" y="0"/>
                  </a:lnTo>
                  <a:lnTo>
                    <a:pt x="217803" y="0"/>
                  </a:lnTo>
                  <a:lnTo>
                    <a:pt x="254104" y="0"/>
                  </a:lnTo>
                  <a:lnTo>
                    <a:pt x="290404" y="0"/>
                  </a:lnTo>
                  <a:lnTo>
                    <a:pt x="326705" y="0"/>
                  </a:lnTo>
                  <a:lnTo>
                    <a:pt x="363006" y="0"/>
                  </a:lnTo>
                  <a:lnTo>
                    <a:pt x="399306" y="0"/>
                  </a:lnTo>
                  <a:lnTo>
                    <a:pt x="435607" y="0"/>
                  </a:lnTo>
                  <a:lnTo>
                    <a:pt x="471907" y="0"/>
                  </a:lnTo>
                  <a:lnTo>
                    <a:pt x="508208" y="0"/>
                  </a:lnTo>
                  <a:lnTo>
                    <a:pt x="544509" y="0"/>
                  </a:lnTo>
                  <a:lnTo>
                    <a:pt x="580809" y="0"/>
                  </a:lnTo>
                  <a:lnTo>
                    <a:pt x="617110" y="0"/>
                  </a:lnTo>
                  <a:lnTo>
                    <a:pt x="653410" y="0"/>
                  </a:lnTo>
                  <a:lnTo>
                    <a:pt x="689711" y="0"/>
                  </a:lnTo>
                  <a:lnTo>
                    <a:pt x="726012" y="0"/>
                  </a:lnTo>
                  <a:lnTo>
                    <a:pt x="762312" y="0"/>
                  </a:lnTo>
                  <a:lnTo>
                    <a:pt x="798613" y="0"/>
                  </a:lnTo>
                  <a:lnTo>
                    <a:pt x="834913" y="0"/>
                  </a:lnTo>
                  <a:lnTo>
                    <a:pt x="871214" y="0"/>
                  </a:lnTo>
                  <a:lnTo>
                    <a:pt x="907515" y="0"/>
                  </a:lnTo>
                  <a:lnTo>
                    <a:pt x="943815" y="0"/>
                  </a:lnTo>
                  <a:lnTo>
                    <a:pt x="980116" y="0"/>
                  </a:lnTo>
                  <a:lnTo>
                    <a:pt x="1016416" y="0"/>
                  </a:lnTo>
                  <a:lnTo>
                    <a:pt x="1052717" y="0"/>
                  </a:lnTo>
                </a:path>
              </a:pathLst>
            </a:custGeom>
            <a:ln w="9485" cap="flat">
              <a:solidFill>
                <a:srgbClr val="C7C7C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3757324" y="5364553"/>
              <a:ext cx="744383" cy="744383"/>
            </a:xfrm>
            <a:custGeom>
              <a:avLst/>
              <a:pathLst>
                <a:path w="744383" h="744383">
                  <a:moveTo>
                    <a:pt x="0" y="0"/>
                  </a:moveTo>
                  <a:lnTo>
                    <a:pt x="25668" y="25668"/>
                  </a:lnTo>
                  <a:lnTo>
                    <a:pt x="51336" y="51336"/>
                  </a:lnTo>
                  <a:lnTo>
                    <a:pt x="77005" y="77005"/>
                  </a:lnTo>
                  <a:lnTo>
                    <a:pt x="102673" y="102673"/>
                  </a:lnTo>
                  <a:lnTo>
                    <a:pt x="128342" y="128342"/>
                  </a:lnTo>
                  <a:lnTo>
                    <a:pt x="154010" y="154010"/>
                  </a:lnTo>
                  <a:lnTo>
                    <a:pt x="179678" y="179678"/>
                  </a:lnTo>
                  <a:lnTo>
                    <a:pt x="205347" y="205347"/>
                  </a:lnTo>
                  <a:lnTo>
                    <a:pt x="231015" y="231015"/>
                  </a:lnTo>
                  <a:lnTo>
                    <a:pt x="256684" y="256684"/>
                  </a:lnTo>
                  <a:lnTo>
                    <a:pt x="282352" y="282352"/>
                  </a:lnTo>
                  <a:lnTo>
                    <a:pt x="308020" y="308020"/>
                  </a:lnTo>
                  <a:lnTo>
                    <a:pt x="333689" y="333689"/>
                  </a:lnTo>
                  <a:lnTo>
                    <a:pt x="359357" y="359357"/>
                  </a:lnTo>
                  <a:lnTo>
                    <a:pt x="385026" y="385026"/>
                  </a:lnTo>
                  <a:lnTo>
                    <a:pt x="410694" y="410694"/>
                  </a:lnTo>
                  <a:lnTo>
                    <a:pt x="436362" y="436362"/>
                  </a:lnTo>
                  <a:lnTo>
                    <a:pt x="462031" y="462031"/>
                  </a:lnTo>
                  <a:lnTo>
                    <a:pt x="487699" y="487699"/>
                  </a:lnTo>
                  <a:lnTo>
                    <a:pt x="513368" y="513368"/>
                  </a:lnTo>
                  <a:lnTo>
                    <a:pt x="539036" y="539036"/>
                  </a:lnTo>
                  <a:lnTo>
                    <a:pt x="564704" y="564704"/>
                  </a:lnTo>
                  <a:lnTo>
                    <a:pt x="590373" y="590373"/>
                  </a:lnTo>
                  <a:lnTo>
                    <a:pt x="616041" y="616041"/>
                  </a:lnTo>
                  <a:lnTo>
                    <a:pt x="641710" y="641710"/>
                  </a:lnTo>
                  <a:lnTo>
                    <a:pt x="667378" y="667378"/>
                  </a:lnTo>
                  <a:lnTo>
                    <a:pt x="693046" y="693046"/>
                  </a:lnTo>
                  <a:lnTo>
                    <a:pt x="718715" y="718715"/>
                  </a:lnTo>
                  <a:lnTo>
                    <a:pt x="744383" y="744383"/>
                  </a:lnTo>
                </a:path>
              </a:pathLst>
            </a:custGeom>
            <a:ln w="9485" cap="flat">
              <a:solidFill>
                <a:srgbClr val="C7C7C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3757324" y="5364553"/>
              <a:ext cx="0" cy="1052717"/>
            </a:xfrm>
            <a:custGeom>
              <a:avLst/>
              <a:pathLst>
                <a:path w="0" h="1052717">
                  <a:moveTo>
                    <a:pt x="0" y="0"/>
                  </a:moveTo>
                  <a:lnTo>
                    <a:pt x="0" y="36300"/>
                  </a:lnTo>
                  <a:lnTo>
                    <a:pt x="0" y="72601"/>
                  </a:lnTo>
                  <a:lnTo>
                    <a:pt x="0" y="108901"/>
                  </a:lnTo>
                  <a:lnTo>
                    <a:pt x="0" y="145202"/>
                  </a:lnTo>
                  <a:lnTo>
                    <a:pt x="0" y="181503"/>
                  </a:lnTo>
                  <a:lnTo>
                    <a:pt x="0" y="217803"/>
                  </a:lnTo>
                  <a:lnTo>
                    <a:pt x="0" y="254104"/>
                  </a:lnTo>
                  <a:lnTo>
                    <a:pt x="0" y="290404"/>
                  </a:lnTo>
                  <a:lnTo>
                    <a:pt x="0" y="326705"/>
                  </a:lnTo>
                  <a:lnTo>
                    <a:pt x="0" y="363006"/>
                  </a:lnTo>
                  <a:lnTo>
                    <a:pt x="0" y="399306"/>
                  </a:lnTo>
                  <a:lnTo>
                    <a:pt x="0" y="435607"/>
                  </a:lnTo>
                  <a:lnTo>
                    <a:pt x="0" y="471907"/>
                  </a:lnTo>
                  <a:lnTo>
                    <a:pt x="0" y="508208"/>
                  </a:lnTo>
                  <a:lnTo>
                    <a:pt x="0" y="544509"/>
                  </a:lnTo>
                  <a:lnTo>
                    <a:pt x="0" y="580809"/>
                  </a:lnTo>
                  <a:lnTo>
                    <a:pt x="0" y="617110"/>
                  </a:lnTo>
                  <a:lnTo>
                    <a:pt x="0" y="653410"/>
                  </a:lnTo>
                  <a:lnTo>
                    <a:pt x="0" y="689711"/>
                  </a:lnTo>
                  <a:lnTo>
                    <a:pt x="0" y="726012"/>
                  </a:lnTo>
                  <a:lnTo>
                    <a:pt x="0" y="762312"/>
                  </a:lnTo>
                  <a:lnTo>
                    <a:pt x="0" y="798613"/>
                  </a:lnTo>
                  <a:lnTo>
                    <a:pt x="0" y="834913"/>
                  </a:lnTo>
                  <a:lnTo>
                    <a:pt x="0" y="871214"/>
                  </a:lnTo>
                  <a:lnTo>
                    <a:pt x="0" y="907515"/>
                  </a:lnTo>
                  <a:lnTo>
                    <a:pt x="0" y="943815"/>
                  </a:lnTo>
                  <a:lnTo>
                    <a:pt x="0" y="980116"/>
                  </a:lnTo>
                  <a:lnTo>
                    <a:pt x="0" y="1016416"/>
                  </a:lnTo>
                  <a:lnTo>
                    <a:pt x="0" y="1052717"/>
                  </a:lnTo>
                </a:path>
              </a:pathLst>
            </a:custGeom>
            <a:ln w="9485" cap="flat">
              <a:solidFill>
                <a:srgbClr val="C7C7C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3012940" y="5364553"/>
              <a:ext cx="744383" cy="744383"/>
            </a:xfrm>
            <a:custGeom>
              <a:avLst/>
              <a:pathLst>
                <a:path w="744383" h="744383">
                  <a:moveTo>
                    <a:pt x="744383" y="0"/>
                  </a:moveTo>
                  <a:lnTo>
                    <a:pt x="718715" y="25668"/>
                  </a:lnTo>
                  <a:lnTo>
                    <a:pt x="693046" y="51336"/>
                  </a:lnTo>
                  <a:lnTo>
                    <a:pt x="667378" y="77005"/>
                  </a:lnTo>
                  <a:lnTo>
                    <a:pt x="641710" y="102673"/>
                  </a:lnTo>
                  <a:lnTo>
                    <a:pt x="616041" y="128342"/>
                  </a:lnTo>
                  <a:lnTo>
                    <a:pt x="590373" y="154010"/>
                  </a:lnTo>
                  <a:lnTo>
                    <a:pt x="564704" y="179678"/>
                  </a:lnTo>
                  <a:lnTo>
                    <a:pt x="539036" y="205347"/>
                  </a:lnTo>
                  <a:lnTo>
                    <a:pt x="513368" y="231015"/>
                  </a:lnTo>
                  <a:lnTo>
                    <a:pt x="487699" y="256684"/>
                  </a:lnTo>
                  <a:lnTo>
                    <a:pt x="462031" y="282352"/>
                  </a:lnTo>
                  <a:lnTo>
                    <a:pt x="436362" y="308020"/>
                  </a:lnTo>
                  <a:lnTo>
                    <a:pt x="410694" y="333689"/>
                  </a:lnTo>
                  <a:lnTo>
                    <a:pt x="385026" y="359357"/>
                  </a:lnTo>
                  <a:lnTo>
                    <a:pt x="359357" y="385026"/>
                  </a:lnTo>
                  <a:lnTo>
                    <a:pt x="333689" y="410694"/>
                  </a:lnTo>
                  <a:lnTo>
                    <a:pt x="308020" y="436362"/>
                  </a:lnTo>
                  <a:lnTo>
                    <a:pt x="282352" y="462031"/>
                  </a:lnTo>
                  <a:lnTo>
                    <a:pt x="256684" y="487699"/>
                  </a:lnTo>
                  <a:lnTo>
                    <a:pt x="231015" y="513368"/>
                  </a:lnTo>
                  <a:lnTo>
                    <a:pt x="205347" y="539036"/>
                  </a:lnTo>
                  <a:lnTo>
                    <a:pt x="179678" y="564704"/>
                  </a:lnTo>
                  <a:lnTo>
                    <a:pt x="154010" y="590373"/>
                  </a:lnTo>
                  <a:lnTo>
                    <a:pt x="128342" y="616041"/>
                  </a:lnTo>
                  <a:lnTo>
                    <a:pt x="102673" y="641710"/>
                  </a:lnTo>
                  <a:lnTo>
                    <a:pt x="77005" y="667378"/>
                  </a:lnTo>
                  <a:lnTo>
                    <a:pt x="51336" y="693046"/>
                  </a:lnTo>
                  <a:lnTo>
                    <a:pt x="25668" y="718715"/>
                  </a:lnTo>
                  <a:lnTo>
                    <a:pt x="0" y="744383"/>
                  </a:lnTo>
                </a:path>
              </a:pathLst>
            </a:custGeom>
            <a:ln w="9485" cap="flat">
              <a:solidFill>
                <a:srgbClr val="C7C7C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2704606" y="5364553"/>
              <a:ext cx="1052717" cy="0"/>
            </a:xfrm>
            <a:custGeom>
              <a:avLst/>
              <a:pathLst>
                <a:path w="1052717" h="0">
                  <a:moveTo>
                    <a:pt x="1052717" y="0"/>
                  </a:moveTo>
                  <a:lnTo>
                    <a:pt x="1016416" y="0"/>
                  </a:lnTo>
                  <a:lnTo>
                    <a:pt x="980116" y="0"/>
                  </a:lnTo>
                  <a:lnTo>
                    <a:pt x="943815" y="0"/>
                  </a:lnTo>
                  <a:lnTo>
                    <a:pt x="907515" y="0"/>
                  </a:lnTo>
                  <a:lnTo>
                    <a:pt x="871214" y="0"/>
                  </a:lnTo>
                  <a:lnTo>
                    <a:pt x="834913" y="0"/>
                  </a:lnTo>
                  <a:lnTo>
                    <a:pt x="798613" y="0"/>
                  </a:lnTo>
                  <a:lnTo>
                    <a:pt x="762312" y="0"/>
                  </a:lnTo>
                  <a:lnTo>
                    <a:pt x="726012" y="0"/>
                  </a:lnTo>
                  <a:lnTo>
                    <a:pt x="689711" y="0"/>
                  </a:lnTo>
                  <a:lnTo>
                    <a:pt x="653410" y="0"/>
                  </a:lnTo>
                  <a:lnTo>
                    <a:pt x="617110" y="0"/>
                  </a:lnTo>
                  <a:lnTo>
                    <a:pt x="580809" y="0"/>
                  </a:lnTo>
                  <a:lnTo>
                    <a:pt x="544509" y="0"/>
                  </a:lnTo>
                  <a:lnTo>
                    <a:pt x="508208" y="0"/>
                  </a:lnTo>
                  <a:lnTo>
                    <a:pt x="471907" y="0"/>
                  </a:lnTo>
                  <a:lnTo>
                    <a:pt x="435607" y="0"/>
                  </a:lnTo>
                  <a:lnTo>
                    <a:pt x="399306" y="0"/>
                  </a:lnTo>
                  <a:lnTo>
                    <a:pt x="363006" y="0"/>
                  </a:lnTo>
                  <a:lnTo>
                    <a:pt x="326705" y="0"/>
                  </a:lnTo>
                  <a:lnTo>
                    <a:pt x="290404" y="0"/>
                  </a:lnTo>
                  <a:lnTo>
                    <a:pt x="254104" y="0"/>
                  </a:lnTo>
                  <a:lnTo>
                    <a:pt x="217803" y="0"/>
                  </a:lnTo>
                  <a:lnTo>
                    <a:pt x="181503" y="0"/>
                  </a:lnTo>
                  <a:lnTo>
                    <a:pt x="145202" y="0"/>
                  </a:lnTo>
                  <a:lnTo>
                    <a:pt x="108901" y="0"/>
                  </a:lnTo>
                  <a:lnTo>
                    <a:pt x="72601" y="0"/>
                  </a:lnTo>
                  <a:lnTo>
                    <a:pt x="36300" y="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C7C7C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3012940" y="4620169"/>
              <a:ext cx="744383" cy="744383"/>
            </a:xfrm>
            <a:custGeom>
              <a:avLst/>
              <a:pathLst>
                <a:path w="744383" h="744383">
                  <a:moveTo>
                    <a:pt x="744383" y="744383"/>
                  </a:moveTo>
                  <a:lnTo>
                    <a:pt x="718715" y="718715"/>
                  </a:lnTo>
                  <a:lnTo>
                    <a:pt x="693046" y="693046"/>
                  </a:lnTo>
                  <a:lnTo>
                    <a:pt x="667378" y="667378"/>
                  </a:lnTo>
                  <a:lnTo>
                    <a:pt x="641710" y="641710"/>
                  </a:lnTo>
                  <a:lnTo>
                    <a:pt x="616041" y="616041"/>
                  </a:lnTo>
                  <a:lnTo>
                    <a:pt x="590373" y="590373"/>
                  </a:lnTo>
                  <a:lnTo>
                    <a:pt x="564704" y="564704"/>
                  </a:lnTo>
                  <a:lnTo>
                    <a:pt x="539036" y="539036"/>
                  </a:lnTo>
                  <a:lnTo>
                    <a:pt x="513368" y="513368"/>
                  </a:lnTo>
                  <a:lnTo>
                    <a:pt x="487699" y="487699"/>
                  </a:lnTo>
                  <a:lnTo>
                    <a:pt x="462031" y="462031"/>
                  </a:lnTo>
                  <a:lnTo>
                    <a:pt x="436362" y="436362"/>
                  </a:lnTo>
                  <a:lnTo>
                    <a:pt x="410694" y="410694"/>
                  </a:lnTo>
                  <a:lnTo>
                    <a:pt x="385026" y="385026"/>
                  </a:lnTo>
                  <a:lnTo>
                    <a:pt x="359357" y="359357"/>
                  </a:lnTo>
                  <a:lnTo>
                    <a:pt x="333689" y="333689"/>
                  </a:lnTo>
                  <a:lnTo>
                    <a:pt x="308020" y="308020"/>
                  </a:lnTo>
                  <a:lnTo>
                    <a:pt x="282352" y="282352"/>
                  </a:lnTo>
                  <a:lnTo>
                    <a:pt x="256684" y="256684"/>
                  </a:lnTo>
                  <a:lnTo>
                    <a:pt x="231015" y="231015"/>
                  </a:lnTo>
                  <a:lnTo>
                    <a:pt x="205347" y="205347"/>
                  </a:lnTo>
                  <a:lnTo>
                    <a:pt x="179678" y="179678"/>
                  </a:lnTo>
                  <a:lnTo>
                    <a:pt x="154010" y="154010"/>
                  </a:lnTo>
                  <a:lnTo>
                    <a:pt x="128342" y="128342"/>
                  </a:lnTo>
                  <a:lnTo>
                    <a:pt x="102673" y="102673"/>
                  </a:lnTo>
                  <a:lnTo>
                    <a:pt x="77005" y="77005"/>
                  </a:lnTo>
                  <a:lnTo>
                    <a:pt x="51336" y="51336"/>
                  </a:lnTo>
                  <a:lnTo>
                    <a:pt x="25668" y="25668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C7C7C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3642213" y="5038405"/>
              <a:ext cx="802452" cy="487852"/>
            </a:xfrm>
            <a:custGeom>
              <a:avLst/>
              <a:pathLst>
                <a:path w="802452" h="487852">
                  <a:moveTo>
                    <a:pt x="115110" y="204053"/>
                  </a:moveTo>
                  <a:lnTo>
                    <a:pt x="124057" y="178235"/>
                  </a:lnTo>
                  <a:lnTo>
                    <a:pt x="136116" y="153147"/>
                  </a:lnTo>
                  <a:lnTo>
                    <a:pt x="151226" y="129070"/>
                  </a:lnTo>
                  <a:lnTo>
                    <a:pt x="169303" y="106280"/>
                  </a:lnTo>
                  <a:lnTo>
                    <a:pt x="190240" y="85046"/>
                  </a:lnTo>
                  <a:lnTo>
                    <a:pt x="213912" y="65629"/>
                  </a:lnTo>
                  <a:lnTo>
                    <a:pt x="240168" y="48280"/>
                  </a:lnTo>
                  <a:lnTo>
                    <a:pt x="268841" y="33238"/>
                  </a:lnTo>
                  <a:lnTo>
                    <a:pt x="299742" y="20728"/>
                  </a:lnTo>
                  <a:lnTo>
                    <a:pt x="332666" y="10963"/>
                  </a:lnTo>
                  <a:lnTo>
                    <a:pt x="367389" y="4137"/>
                  </a:lnTo>
                  <a:lnTo>
                    <a:pt x="403671" y="430"/>
                  </a:lnTo>
                  <a:lnTo>
                    <a:pt x="441258" y="0"/>
                  </a:lnTo>
                  <a:lnTo>
                    <a:pt x="469082" y="7430"/>
                  </a:lnTo>
                  <a:lnTo>
                    <a:pt x="496991" y="16906"/>
                  </a:lnTo>
                  <a:lnTo>
                    <a:pt x="524847" y="28456"/>
                  </a:lnTo>
                  <a:lnTo>
                    <a:pt x="552507" y="42099"/>
                  </a:lnTo>
                  <a:lnTo>
                    <a:pt x="579827" y="57843"/>
                  </a:lnTo>
                  <a:lnTo>
                    <a:pt x="606663" y="75689"/>
                  </a:lnTo>
                  <a:lnTo>
                    <a:pt x="632867" y="95627"/>
                  </a:lnTo>
                  <a:lnTo>
                    <a:pt x="658294" y="117638"/>
                  </a:lnTo>
                  <a:lnTo>
                    <a:pt x="682798" y="141694"/>
                  </a:lnTo>
                  <a:lnTo>
                    <a:pt x="706233" y="167756"/>
                  </a:lnTo>
                  <a:lnTo>
                    <a:pt x="728456" y="195776"/>
                  </a:lnTo>
                  <a:lnTo>
                    <a:pt x="749326" y="225697"/>
                  </a:lnTo>
                  <a:lnTo>
                    <a:pt x="768705" y="257451"/>
                  </a:lnTo>
                  <a:lnTo>
                    <a:pt x="786457" y="290963"/>
                  </a:lnTo>
                  <a:lnTo>
                    <a:pt x="802452" y="326147"/>
                  </a:lnTo>
                  <a:lnTo>
                    <a:pt x="771178" y="354792"/>
                  </a:lnTo>
                  <a:lnTo>
                    <a:pt x="738771" y="380710"/>
                  </a:lnTo>
                  <a:lnTo>
                    <a:pt x="705411" y="403862"/>
                  </a:lnTo>
                  <a:lnTo>
                    <a:pt x="671276" y="424214"/>
                  </a:lnTo>
                  <a:lnTo>
                    <a:pt x="636547" y="441747"/>
                  </a:lnTo>
                  <a:lnTo>
                    <a:pt x="601403" y="456449"/>
                  </a:lnTo>
                  <a:lnTo>
                    <a:pt x="566026" y="468320"/>
                  </a:lnTo>
                  <a:lnTo>
                    <a:pt x="530595" y="477371"/>
                  </a:lnTo>
                  <a:lnTo>
                    <a:pt x="495287" y="483621"/>
                  </a:lnTo>
                  <a:lnTo>
                    <a:pt x="460279" y="487102"/>
                  </a:lnTo>
                  <a:lnTo>
                    <a:pt x="425744" y="487852"/>
                  </a:lnTo>
                  <a:lnTo>
                    <a:pt x="391852" y="485924"/>
                  </a:lnTo>
                  <a:lnTo>
                    <a:pt x="358770" y="481375"/>
                  </a:lnTo>
                  <a:lnTo>
                    <a:pt x="326661" y="474276"/>
                  </a:lnTo>
                  <a:lnTo>
                    <a:pt x="295683" y="464705"/>
                  </a:lnTo>
                  <a:lnTo>
                    <a:pt x="265989" y="452749"/>
                  </a:lnTo>
                  <a:lnTo>
                    <a:pt x="237726" y="438503"/>
                  </a:lnTo>
                  <a:lnTo>
                    <a:pt x="211036" y="422073"/>
                  </a:lnTo>
                  <a:lnTo>
                    <a:pt x="179173" y="422024"/>
                  </a:lnTo>
                  <a:lnTo>
                    <a:pt x="151451" y="413880"/>
                  </a:lnTo>
                  <a:lnTo>
                    <a:pt x="129667" y="399326"/>
                  </a:lnTo>
                  <a:lnTo>
                    <a:pt x="115110" y="380411"/>
                  </a:lnTo>
                  <a:lnTo>
                    <a:pt x="103226" y="401181"/>
                  </a:lnTo>
                  <a:lnTo>
                    <a:pt x="84927" y="419041"/>
                  </a:lnTo>
                  <a:lnTo>
                    <a:pt x="60913" y="432516"/>
                  </a:lnTo>
                  <a:lnTo>
                    <a:pt x="32182" y="440288"/>
                  </a:lnTo>
                  <a:lnTo>
                    <a:pt x="0" y="441258"/>
                  </a:lnTo>
                  <a:lnTo>
                    <a:pt x="2701" y="412402"/>
                  </a:lnTo>
                  <a:lnTo>
                    <a:pt x="10680" y="386440"/>
                  </a:lnTo>
                  <a:lnTo>
                    <a:pt x="23200" y="364218"/>
                  </a:lnTo>
                  <a:lnTo>
                    <a:pt x="39400" y="346434"/>
                  </a:lnTo>
                  <a:lnTo>
                    <a:pt x="58322" y="333623"/>
                  </a:lnTo>
                  <a:lnTo>
                    <a:pt x="78935" y="326147"/>
                  </a:lnTo>
                  <a:lnTo>
                    <a:pt x="61240" y="311712"/>
                  </a:lnTo>
                  <a:lnTo>
                    <a:pt x="49841" y="288464"/>
                  </a:lnTo>
                  <a:lnTo>
                    <a:pt x="47962" y="258999"/>
                  </a:lnTo>
                  <a:lnTo>
                    <a:pt x="35737" y="272331"/>
                  </a:lnTo>
                  <a:lnTo>
                    <a:pt x="26159" y="287883"/>
                  </a:lnTo>
                  <a:lnTo>
                    <a:pt x="19628" y="305130"/>
                  </a:lnTo>
                  <a:lnTo>
                    <a:pt x="16443" y="323474"/>
                  </a:lnTo>
                  <a:lnTo>
                    <a:pt x="16783" y="342267"/>
                  </a:lnTo>
                  <a:lnTo>
                    <a:pt x="20705" y="360830"/>
                  </a:lnTo>
                  <a:lnTo>
                    <a:pt x="28130" y="378481"/>
                  </a:lnTo>
                  <a:lnTo>
                    <a:pt x="38854" y="394559"/>
                  </a:lnTo>
                  <a:lnTo>
                    <a:pt x="52546" y="408449"/>
                  </a:lnTo>
                  <a:lnTo>
                    <a:pt x="68761" y="419602"/>
                  </a:lnTo>
                  <a:lnTo>
                    <a:pt x="86952" y="427564"/>
                  </a:lnTo>
                  <a:lnTo>
                    <a:pt x="106492" y="431985"/>
                  </a:lnTo>
                  <a:lnTo>
                    <a:pt x="126693" y="432643"/>
                  </a:lnTo>
                  <a:lnTo>
                    <a:pt x="146828" y="429447"/>
                  </a:lnTo>
                  <a:lnTo>
                    <a:pt x="166165" y="422446"/>
                  </a:lnTo>
                  <a:lnTo>
                    <a:pt x="183983" y="411829"/>
                  </a:lnTo>
                  <a:lnTo>
                    <a:pt x="199609" y="397920"/>
                  </a:lnTo>
                  <a:lnTo>
                    <a:pt x="212435" y="381172"/>
                  </a:lnTo>
                  <a:lnTo>
                    <a:pt x="221947" y="362144"/>
                  </a:lnTo>
                  <a:lnTo>
                    <a:pt x="227743" y="341493"/>
                  </a:lnTo>
                  <a:lnTo>
                    <a:pt x="229551" y="319942"/>
                  </a:lnTo>
                  <a:lnTo>
                    <a:pt x="227239" y="298262"/>
                  </a:lnTo>
                  <a:lnTo>
                    <a:pt x="220825" y="277238"/>
                  </a:lnTo>
                  <a:lnTo>
                    <a:pt x="210474" y="257647"/>
                  </a:lnTo>
                  <a:lnTo>
                    <a:pt x="196500" y="240225"/>
                  </a:lnTo>
                  <a:lnTo>
                    <a:pt x="179354" y="225638"/>
                  </a:lnTo>
                  <a:lnTo>
                    <a:pt x="159609" y="214463"/>
                  </a:lnTo>
                  <a:lnTo>
                    <a:pt x="137942" y="207160"/>
                  </a:lnTo>
                  <a:close/>
                </a:path>
              </a:pathLst>
            </a:custGeom>
            <a:solidFill>
              <a:srgbClr val="00BFC4">
                <a:alpha val="20000"/>
              </a:srgbClr>
            </a:solidFill>
            <a:ln w="24391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3666306" y="4954811"/>
              <a:ext cx="665227" cy="558611"/>
            </a:xfrm>
            <a:custGeom>
              <a:avLst/>
              <a:pathLst>
                <a:path w="665227" h="558611">
                  <a:moveTo>
                    <a:pt x="91017" y="186438"/>
                  </a:moveTo>
                  <a:lnTo>
                    <a:pt x="104943" y="161764"/>
                  </a:lnTo>
                  <a:lnTo>
                    <a:pt x="121632" y="138028"/>
                  </a:lnTo>
                  <a:lnTo>
                    <a:pt x="141017" y="115462"/>
                  </a:lnTo>
                  <a:lnTo>
                    <a:pt x="163017" y="94292"/>
                  </a:lnTo>
                  <a:lnTo>
                    <a:pt x="187530" y="74740"/>
                  </a:lnTo>
                  <a:lnTo>
                    <a:pt x="214440" y="57020"/>
                  </a:lnTo>
                  <a:lnTo>
                    <a:pt x="243615" y="41339"/>
                  </a:lnTo>
                  <a:lnTo>
                    <a:pt x="274906" y="27892"/>
                  </a:lnTo>
                  <a:lnTo>
                    <a:pt x="308152" y="16866"/>
                  </a:lnTo>
                  <a:lnTo>
                    <a:pt x="343174" y="8436"/>
                  </a:lnTo>
                  <a:lnTo>
                    <a:pt x="379783" y="2764"/>
                  </a:lnTo>
                  <a:lnTo>
                    <a:pt x="417776" y="0"/>
                  </a:lnTo>
                  <a:lnTo>
                    <a:pt x="456938" y="276"/>
                  </a:lnTo>
                  <a:lnTo>
                    <a:pt x="497045" y="3714"/>
                  </a:lnTo>
                  <a:lnTo>
                    <a:pt x="519172" y="27119"/>
                  </a:lnTo>
                  <a:lnTo>
                    <a:pt x="539952" y="51728"/>
                  </a:lnTo>
                  <a:lnTo>
                    <a:pt x="559320" y="77463"/>
                  </a:lnTo>
                  <a:lnTo>
                    <a:pt x="577214" y="104244"/>
                  </a:lnTo>
                  <a:lnTo>
                    <a:pt x="593579" y="131986"/>
                  </a:lnTo>
                  <a:lnTo>
                    <a:pt x="608362" y="160602"/>
                  </a:lnTo>
                  <a:lnTo>
                    <a:pt x="621518" y="190001"/>
                  </a:lnTo>
                  <a:lnTo>
                    <a:pt x="633004" y="220092"/>
                  </a:lnTo>
                  <a:lnTo>
                    <a:pt x="642785" y="250780"/>
                  </a:lnTo>
                  <a:lnTo>
                    <a:pt x="650830" y="281968"/>
                  </a:lnTo>
                  <a:lnTo>
                    <a:pt x="657114" y="313558"/>
                  </a:lnTo>
                  <a:lnTo>
                    <a:pt x="661616" y="345451"/>
                  </a:lnTo>
                  <a:lnTo>
                    <a:pt x="664323" y="377546"/>
                  </a:lnTo>
                  <a:lnTo>
                    <a:pt x="665227" y="409742"/>
                  </a:lnTo>
                  <a:lnTo>
                    <a:pt x="636831" y="438347"/>
                  </a:lnTo>
                  <a:lnTo>
                    <a:pt x="607090" y="463983"/>
                  </a:lnTo>
                  <a:lnTo>
                    <a:pt x="576237" y="486593"/>
                  </a:lnTo>
                  <a:lnTo>
                    <a:pt x="544507" y="506134"/>
                  </a:lnTo>
                  <a:lnTo>
                    <a:pt x="512136" y="522580"/>
                  </a:lnTo>
                  <a:lnTo>
                    <a:pt x="479359" y="535922"/>
                  </a:lnTo>
                  <a:lnTo>
                    <a:pt x="446412" y="546165"/>
                  </a:lnTo>
                  <a:lnTo>
                    <a:pt x="413528" y="553333"/>
                  </a:lnTo>
                  <a:lnTo>
                    <a:pt x="380938" y="557464"/>
                  </a:lnTo>
                  <a:lnTo>
                    <a:pt x="348866" y="558611"/>
                  </a:lnTo>
                  <a:lnTo>
                    <a:pt x="317535" y="556844"/>
                  </a:lnTo>
                  <a:lnTo>
                    <a:pt x="287158" y="552247"/>
                  </a:lnTo>
                  <a:lnTo>
                    <a:pt x="257946" y="544918"/>
                  </a:lnTo>
                  <a:lnTo>
                    <a:pt x="230097" y="534970"/>
                  </a:lnTo>
                  <a:lnTo>
                    <a:pt x="203803" y="522527"/>
                  </a:lnTo>
                  <a:lnTo>
                    <a:pt x="176259" y="516631"/>
                  </a:lnTo>
                  <a:lnTo>
                    <a:pt x="151632" y="506210"/>
                  </a:lnTo>
                  <a:lnTo>
                    <a:pt x="130563" y="491860"/>
                  </a:lnTo>
                  <a:lnTo>
                    <a:pt x="113594" y="474264"/>
                  </a:lnTo>
                  <a:lnTo>
                    <a:pt x="101158" y="454171"/>
                  </a:lnTo>
                  <a:lnTo>
                    <a:pt x="93568" y="432385"/>
                  </a:lnTo>
                  <a:lnTo>
                    <a:pt x="91017" y="409742"/>
                  </a:lnTo>
                  <a:lnTo>
                    <a:pt x="88023" y="428647"/>
                  </a:lnTo>
                  <a:lnTo>
                    <a:pt x="79188" y="446149"/>
                  </a:lnTo>
                  <a:lnTo>
                    <a:pt x="64949" y="460904"/>
                  </a:lnTo>
                  <a:lnTo>
                    <a:pt x="46016" y="471681"/>
                  </a:lnTo>
                  <a:lnTo>
                    <a:pt x="23346" y="477413"/>
                  </a:lnTo>
                  <a:lnTo>
                    <a:pt x="17346" y="452276"/>
                  </a:lnTo>
                  <a:lnTo>
                    <a:pt x="19119" y="429007"/>
                  </a:lnTo>
                  <a:lnTo>
                    <a:pt x="27216" y="409742"/>
                  </a:lnTo>
                  <a:lnTo>
                    <a:pt x="32073" y="385326"/>
                  </a:lnTo>
                  <a:lnTo>
                    <a:pt x="45903" y="364628"/>
                  </a:lnTo>
                  <a:lnTo>
                    <a:pt x="35714" y="369562"/>
                  </a:lnTo>
                  <a:lnTo>
                    <a:pt x="26049" y="376639"/>
                  </a:lnTo>
                  <a:lnTo>
                    <a:pt x="17336" y="385801"/>
                  </a:lnTo>
                  <a:lnTo>
                    <a:pt x="9997" y="396910"/>
                  </a:lnTo>
                  <a:lnTo>
                    <a:pt x="4430" y="409742"/>
                  </a:lnTo>
                  <a:lnTo>
                    <a:pt x="995" y="424000"/>
                  </a:lnTo>
                  <a:lnTo>
                    <a:pt x="0" y="439315"/>
                  </a:lnTo>
                  <a:lnTo>
                    <a:pt x="1686" y="455258"/>
                  </a:lnTo>
                  <a:lnTo>
                    <a:pt x="6219" y="471351"/>
                  </a:lnTo>
                  <a:lnTo>
                    <a:pt x="13679" y="487080"/>
                  </a:lnTo>
                  <a:lnTo>
                    <a:pt x="24050" y="501914"/>
                  </a:lnTo>
                  <a:lnTo>
                    <a:pt x="37225" y="515315"/>
                  </a:lnTo>
                  <a:lnTo>
                    <a:pt x="52994" y="526765"/>
                  </a:lnTo>
                  <a:lnTo>
                    <a:pt x="71056" y="535773"/>
                  </a:lnTo>
                  <a:lnTo>
                    <a:pt x="91017" y="541901"/>
                  </a:lnTo>
                  <a:lnTo>
                    <a:pt x="112404" y="544775"/>
                  </a:lnTo>
                  <a:lnTo>
                    <a:pt x="134673" y="544101"/>
                  </a:lnTo>
                  <a:lnTo>
                    <a:pt x="157223" y="539678"/>
                  </a:lnTo>
                  <a:lnTo>
                    <a:pt x="179413" y="531408"/>
                  </a:lnTo>
                  <a:lnTo>
                    <a:pt x="200580" y="519305"/>
                  </a:lnTo>
                  <a:lnTo>
                    <a:pt x="220057" y="503495"/>
                  </a:lnTo>
                  <a:lnTo>
                    <a:pt x="237196" y="484223"/>
                  </a:lnTo>
                  <a:lnTo>
                    <a:pt x="251382" y="461847"/>
                  </a:lnTo>
                  <a:lnTo>
                    <a:pt x="262059" y="436832"/>
                  </a:lnTo>
                  <a:lnTo>
                    <a:pt x="268749" y="409742"/>
                  </a:lnTo>
                  <a:lnTo>
                    <a:pt x="271062" y="381226"/>
                  </a:lnTo>
                  <a:lnTo>
                    <a:pt x="268718" y="352003"/>
                  </a:lnTo>
                  <a:lnTo>
                    <a:pt x="261559" y="322847"/>
                  </a:lnTo>
                  <a:lnTo>
                    <a:pt x="249552" y="294559"/>
                  </a:lnTo>
                  <a:lnTo>
                    <a:pt x="232804" y="267954"/>
                  </a:lnTo>
                  <a:lnTo>
                    <a:pt x="211557" y="243833"/>
                  </a:lnTo>
                  <a:lnTo>
                    <a:pt x="186188" y="222958"/>
                  </a:lnTo>
                  <a:lnTo>
                    <a:pt x="157205" y="206036"/>
                  </a:lnTo>
                  <a:lnTo>
                    <a:pt x="125237" y="193688"/>
                  </a:lnTo>
                  <a:close/>
                </a:path>
              </a:pathLst>
            </a:custGeom>
            <a:solidFill>
              <a:srgbClr val="BE84DB">
                <a:alpha val="20000"/>
              </a:srgbClr>
            </a:solidFill>
            <a:ln w="24391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3606936" y="5172619"/>
              <a:ext cx="1102846" cy="470288"/>
            </a:xfrm>
            <a:custGeom>
              <a:avLst/>
              <a:pathLst>
                <a:path w="1102846" h="470288">
                  <a:moveTo>
                    <a:pt x="150388" y="191934"/>
                  </a:moveTo>
                  <a:lnTo>
                    <a:pt x="154713" y="175793"/>
                  </a:lnTo>
                  <a:lnTo>
                    <a:pt x="167098" y="162991"/>
                  </a:lnTo>
                  <a:lnTo>
                    <a:pt x="185835" y="156487"/>
                  </a:lnTo>
                  <a:lnTo>
                    <a:pt x="211159" y="134599"/>
                  </a:lnTo>
                  <a:lnTo>
                    <a:pt x="237766" y="114173"/>
                  </a:lnTo>
                  <a:lnTo>
                    <a:pt x="265592" y="95266"/>
                  </a:lnTo>
                  <a:lnTo>
                    <a:pt x="294569" y="77929"/>
                  </a:lnTo>
                  <a:lnTo>
                    <a:pt x="324631" y="62214"/>
                  </a:lnTo>
                  <a:lnTo>
                    <a:pt x="355706" y="48168"/>
                  </a:lnTo>
                  <a:lnTo>
                    <a:pt x="387722" y="35836"/>
                  </a:lnTo>
                  <a:lnTo>
                    <a:pt x="420606" y="25261"/>
                  </a:lnTo>
                  <a:lnTo>
                    <a:pt x="454281" y="16481"/>
                  </a:lnTo>
                  <a:lnTo>
                    <a:pt x="488672" y="9533"/>
                  </a:lnTo>
                  <a:lnTo>
                    <a:pt x="523698" y="4450"/>
                  </a:lnTo>
                  <a:lnTo>
                    <a:pt x="559282" y="1263"/>
                  </a:lnTo>
                  <a:lnTo>
                    <a:pt x="595341" y="0"/>
                  </a:lnTo>
                  <a:lnTo>
                    <a:pt x="631793" y="683"/>
                  </a:lnTo>
                  <a:lnTo>
                    <a:pt x="668556" y="3336"/>
                  </a:lnTo>
                  <a:lnTo>
                    <a:pt x="705546" y="7974"/>
                  </a:lnTo>
                  <a:lnTo>
                    <a:pt x="742677" y="14614"/>
                  </a:lnTo>
                  <a:lnTo>
                    <a:pt x="779864" y="23266"/>
                  </a:lnTo>
                  <a:lnTo>
                    <a:pt x="817023" y="33938"/>
                  </a:lnTo>
                  <a:lnTo>
                    <a:pt x="854065" y="46636"/>
                  </a:lnTo>
                  <a:lnTo>
                    <a:pt x="890905" y="61360"/>
                  </a:lnTo>
                  <a:lnTo>
                    <a:pt x="927456" y="78110"/>
                  </a:lnTo>
                  <a:lnTo>
                    <a:pt x="963632" y="96879"/>
                  </a:lnTo>
                  <a:lnTo>
                    <a:pt x="999345" y="117659"/>
                  </a:lnTo>
                  <a:lnTo>
                    <a:pt x="1034509" y="140439"/>
                  </a:lnTo>
                  <a:lnTo>
                    <a:pt x="1069038" y="165204"/>
                  </a:lnTo>
                  <a:lnTo>
                    <a:pt x="1102846" y="191934"/>
                  </a:lnTo>
                  <a:lnTo>
                    <a:pt x="1073555" y="226476"/>
                  </a:lnTo>
                  <a:lnTo>
                    <a:pt x="1043053" y="258830"/>
                  </a:lnTo>
                  <a:lnTo>
                    <a:pt x="1011462" y="288953"/>
                  </a:lnTo>
                  <a:lnTo>
                    <a:pt x="978907" y="316813"/>
                  </a:lnTo>
                  <a:lnTo>
                    <a:pt x="945512" y="342379"/>
                  </a:lnTo>
                  <a:lnTo>
                    <a:pt x="911403" y="365630"/>
                  </a:lnTo>
                  <a:lnTo>
                    <a:pt x="876707" y="386550"/>
                  </a:lnTo>
                  <a:lnTo>
                    <a:pt x="841549" y="405129"/>
                  </a:lnTo>
                  <a:lnTo>
                    <a:pt x="806057" y="421362"/>
                  </a:lnTo>
                  <a:lnTo>
                    <a:pt x="770354" y="435252"/>
                  </a:lnTo>
                  <a:lnTo>
                    <a:pt x="734567" y="446809"/>
                  </a:lnTo>
                  <a:lnTo>
                    <a:pt x="698820" y="456045"/>
                  </a:lnTo>
                  <a:lnTo>
                    <a:pt x="663236" y="462981"/>
                  </a:lnTo>
                  <a:lnTo>
                    <a:pt x="627934" y="467645"/>
                  </a:lnTo>
                  <a:lnTo>
                    <a:pt x="593037" y="470068"/>
                  </a:lnTo>
                  <a:lnTo>
                    <a:pt x="558659" y="470288"/>
                  </a:lnTo>
                  <a:lnTo>
                    <a:pt x="524918" y="468349"/>
                  </a:lnTo>
                  <a:lnTo>
                    <a:pt x="491925" y="464300"/>
                  </a:lnTo>
                  <a:lnTo>
                    <a:pt x="459789" y="458195"/>
                  </a:lnTo>
                  <a:lnTo>
                    <a:pt x="428618" y="450094"/>
                  </a:lnTo>
                  <a:lnTo>
                    <a:pt x="398516" y="440061"/>
                  </a:lnTo>
                  <a:lnTo>
                    <a:pt x="362005" y="439705"/>
                  </a:lnTo>
                  <a:lnTo>
                    <a:pt x="327180" y="435267"/>
                  </a:lnTo>
                  <a:lnTo>
                    <a:pt x="294447" y="427016"/>
                  </a:lnTo>
                  <a:lnTo>
                    <a:pt x="264179" y="415262"/>
                  </a:lnTo>
                  <a:lnTo>
                    <a:pt x="236714" y="400344"/>
                  </a:lnTo>
                  <a:lnTo>
                    <a:pt x="212351" y="382637"/>
                  </a:lnTo>
                  <a:lnTo>
                    <a:pt x="191346" y="362539"/>
                  </a:lnTo>
                  <a:lnTo>
                    <a:pt x="173914" y="340470"/>
                  </a:lnTo>
                  <a:lnTo>
                    <a:pt x="160220" y="316871"/>
                  </a:lnTo>
                  <a:lnTo>
                    <a:pt x="150388" y="292192"/>
                  </a:lnTo>
                  <a:lnTo>
                    <a:pt x="133135" y="300860"/>
                  </a:lnTo>
                  <a:lnTo>
                    <a:pt x="113210" y="306356"/>
                  </a:lnTo>
                  <a:lnTo>
                    <a:pt x="91216" y="308064"/>
                  </a:lnTo>
                  <a:lnTo>
                    <a:pt x="67885" y="305489"/>
                  </a:lnTo>
                  <a:lnTo>
                    <a:pt x="44047" y="298274"/>
                  </a:lnTo>
                  <a:lnTo>
                    <a:pt x="28721" y="280329"/>
                  </a:lnTo>
                  <a:lnTo>
                    <a:pt x="16391" y="260208"/>
                  </a:lnTo>
                  <a:lnTo>
                    <a:pt x="7360" y="238406"/>
                  </a:lnTo>
                  <a:lnTo>
                    <a:pt x="1851" y="215459"/>
                  </a:lnTo>
                  <a:lnTo>
                    <a:pt x="0" y="191934"/>
                  </a:lnTo>
                  <a:lnTo>
                    <a:pt x="22294" y="177501"/>
                  </a:lnTo>
                  <a:lnTo>
                    <a:pt x="45661" y="168030"/>
                  </a:lnTo>
                  <a:lnTo>
                    <a:pt x="69274" y="163551"/>
                  </a:lnTo>
                  <a:lnTo>
                    <a:pt x="92318" y="163969"/>
                  </a:lnTo>
                  <a:lnTo>
                    <a:pt x="114006" y="169073"/>
                  </a:lnTo>
                  <a:lnTo>
                    <a:pt x="133591" y="178538"/>
                  </a:lnTo>
                  <a:close/>
                </a:path>
              </a:pathLst>
            </a:custGeom>
            <a:solidFill>
              <a:srgbClr val="F8766D">
                <a:alpha val="20000"/>
              </a:srgbClr>
            </a:solidFill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3641014" y="4860543"/>
              <a:ext cx="734728" cy="659087"/>
            </a:xfrm>
            <a:custGeom>
              <a:avLst/>
              <a:pathLst>
                <a:path w="734728" h="659087">
                  <a:moveTo>
                    <a:pt x="116309" y="504009"/>
                  </a:moveTo>
                  <a:lnTo>
                    <a:pt x="117281" y="474326"/>
                  </a:lnTo>
                  <a:lnTo>
                    <a:pt x="120194" y="444738"/>
                  </a:lnTo>
                  <a:lnTo>
                    <a:pt x="125043" y="415341"/>
                  </a:lnTo>
                  <a:lnTo>
                    <a:pt x="131815" y="386229"/>
                  </a:lnTo>
                  <a:lnTo>
                    <a:pt x="140499" y="357497"/>
                  </a:lnTo>
                  <a:lnTo>
                    <a:pt x="151073" y="329239"/>
                  </a:lnTo>
                  <a:lnTo>
                    <a:pt x="163517" y="301547"/>
                  </a:lnTo>
                  <a:lnTo>
                    <a:pt x="177803" y="274513"/>
                  </a:lnTo>
                  <a:lnTo>
                    <a:pt x="193900" y="248227"/>
                  </a:lnTo>
                  <a:lnTo>
                    <a:pt x="211774" y="222780"/>
                  </a:lnTo>
                  <a:lnTo>
                    <a:pt x="231386" y="198258"/>
                  </a:lnTo>
                  <a:lnTo>
                    <a:pt x="252694" y="174749"/>
                  </a:lnTo>
                  <a:lnTo>
                    <a:pt x="275651" y="152336"/>
                  </a:lnTo>
                  <a:lnTo>
                    <a:pt x="300207" y="131101"/>
                  </a:lnTo>
                  <a:lnTo>
                    <a:pt x="326310" y="111126"/>
                  </a:lnTo>
                  <a:lnTo>
                    <a:pt x="353902" y="92487"/>
                  </a:lnTo>
                  <a:lnTo>
                    <a:pt x="382922" y="75261"/>
                  </a:lnTo>
                  <a:lnTo>
                    <a:pt x="413308" y="59520"/>
                  </a:lnTo>
                  <a:lnTo>
                    <a:pt x="444991" y="45334"/>
                  </a:lnTo>
                  <a:lnTo>
                    <a:pt x="477902" y="32772"/>
                  </a:lnTo>
                  <a:lnTo>
                    <a:pt x="511968" y="21898"/>
                  </a:lnTo>
                  <a:lnTo>
                    <a:pt x="547112" y="12773"/>
                  </a:lnTo>
                  <a:lnTo>
                    <a:pt x="583257" y="5455"/>
                  </a:lnTo>
                  <a:lnTo>
                    <a:pt x="620319" y="0"/>
                  </a:lnTo>
                  <a:lnTo>
                    <a:pt x="639365" y="29940"/>
                  </a:lnTo>
                  <a:lnTo>
                    <a:pt x="656698" y="60524"/>
                  </a:lnTo>
                  <a:lnTo>
                    <a:pt x="672303" y="91656"/>
                  </a:lnTo>
                  <a:lnTo>
                    <a:pt x="686168" y="123242"/>
                  </a:lnTo>
                  <a:lnTo>
                    <a:pt x="698286" y="155186"/>
                  </a:lnTo>
                  <a:lnTo>
                    <a:pt x="708657" y="187393"/>
                  </a:lnTo>
                  <a:lnTo>
                    <a:pt x="717283" y="219770"/>
                  </a:lnTo>
                  <a:lnTo>
                    <a:pt x="724175" y="252223"/>
                  </a:lnTo>
                  <a:lnTo>
                    <a:pt x="729344" y="284662"/>
                  </a:lnTo>
                  <a:lnTo>
                    <a:pt x="732810" y="316996"/>
                  </a:lnTo>
                  <a:lnTo>
                    <a:pt x="734595" y="349137"/>
                  </a:lnTo>
                  <a:lnTo>
                    <a:pt x="734728" y="380998"/>
                  </a:lnTo>
                  <a:lnTo>
                    <a:pt x="733239" y="412496"/>
                  </a:lnTo>
                  <a:lnTo>
                    <a:pt x="730166" y="443550"/>
                  </a:lnTo>
                  <a:lnTo>
                    <a:pt x="725548" y="474079"/>
                  </a:lnTo>
                  <a:lnTo>
                    <a:pt x="719429" y="504009"/>
                  </a:lnTo>
                  <a:lnTo>
                    <a:pt x="691321" y="532258"/>
                  </a:lnTo>
                  <a:lnTo>
                    <a:pt x="661960" y="557751"/>
                  </a:lnTo>
                  <a:lnTo>
                    <a:pt x="631548" y="580438"/>
                  </a:lnTo>
                  <a:lnTo>
                    <a:pt x="600289" y="600279"/>
                  </a:lnTo>
                  <a:lnTo>
                    <a:pt x="568389" y="617249"/>
                  </a:lnTo>
                  <a:lnTo>
                    <a:pt x="536054" y="631338"/>
                  </a:lnTo>
                  <a:lnTo>
                    <a:pt x="503489" y="642544"/>
                  </a:lnTo>
                  <a:lnTo>
                    <a:pt x="470897" y="650884"/>
                  </a:lnTo>
                  <a:lnTo>
                    <a:pt x="438481" y="656385"/>
                  </a:lnTo>
                  <a:lnTo>
                    <a:pt x="406439" y="659087"/>
                  </a:lnTo>
                  <a:lnTo>
                    <a:pt x="374966" y="659042"/>
                  </a:lnTo>
                  <a:lnTo>
                    <a:pt x="344253" y="656316"/>
                  </a:lnTo>
                  <a:lnTo>
                    <a:pt x="314485" y="650987"/>
                  </a:lnTo>
                  <a:lnTo>
                    <a:pt x="285843" y="643142"/>
                  </a:lnTo>
                  <a:lnTo>
                    <a:pt x="258499" y="632883"/>
                  </a:lnTo>
                  <a:lnTo>
                    <a:pt x="232619" y="620319"/>
                  </a:lnTo>
                  <a:lnTo>
                    <a:pt x="200101" y="619339"/>
                  </a:lnTo>
                  <a:lnTo>
                    <a:pt x="171072" y="611486"/>
                  </a:lnTo>
                  <a:lnTo>
                    <a:pt x="146807" y="597871"/>
                  </a:lnTo>
                  <a:lnTo>
                    <a:pt x="128317" y="579825"/>
                  </a:lnTo>
                  <a:lnTo>
                    <a:pt x="116309" y="558838"/>
                  </a:lnTo>
                  <a:lnTo>
                    <a:pt x="104301" y="579825"/>
                  </a:lnTo>
                  <a:lnTo>
                    <a:pt x="85812" y="597871"/>
                  </a:lnTo>
                  <a:lnTo>
                    <a:pt x="61547" y="611486"/>
                  </a:lnTo>
                  <a:lnTo>
                    <a:pt x="32517" y="619339"/>
                  </a:lnTo>
                  <a:lnTo>
                    <a:pt x="0" y="620319"/>
                  </a:lnTo>
                  <a:lnTo>
                    <a:pt x="980" y="587801"/>
                  </a:lnTo>
                  <a:lnTo>
                    <a:pt x="8833" y="558771"/>
                  </a:lnTo>
                  <a:lnTo>
                    <a:pt x="22448" y="534507"/>
                  </a:lnTo>
                  <a:lnTo>
                    <a:pt x="40494" y="516017"/>
                  </a:lnTo>
                  <a:lnTo>
                    <a:pt x="61480" y="504009"/>
                  </a:lnTo>
                  <a:lnTo>
                    <a:pt x="81002" y="494549"/>
                  </a:lnTo>
                  <a:lnTo>
                    <a:pt x="100482" y="494871"/>
                  </a:lnTo>
                  <a:close/>
                </a:path>
              </a:pathLst>
            </a:custGeom>
            <a:solidFill>
              <a:srgbClr val="7AD151">
                <a:alpha val="20000"/>
              </a:srgbClr>
            </a:solidFill>
            <a:ln w="24391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3575957" y="4813158"/>
              <a:ext cx="812261" cy="705398"/>
            </a:xfrm>
            <a:custGeom>
              <a:avLst/>
              <a:pathLst>
                <a:path w="812261" h="705398">
                  <a:moveTo>
                    <a:pt x="181366" y="453921"/>
                  </a:moveTo>
                  <a:lnTo>
                    <a:pt x="185952" y="422988"/>
                  </a:lnTo>
                  <a:lnTo>
                    <a:pt x="192745" y="392299"/>
                  </a:lnTo>
                  <a:lnTo>
                    <a:pt x="201731" y="361969"/>
                  </a:lnTo>
                  <a:lnTo>
                    <a:pt x="212893" y="332118"/>
                  </a:lnTo>
                  <a:lnTo>
                    <a:pt x="226206" y="302862"/>
                  </a:lnTo>
                  <a:lnTo>
                    <a:pt x="241641" y="274315"/>
                  </a:lnTo>
                  <a:lnTo>
                    <a:pt x="259162" y="246592"/>
                  </a:lnTo>
                  <a:lnTo>
                    <a:pt x="278730" y="219805"/>
                  </a:lnTo>
                  <a:lnTo>
                    <a:pt x="300297" y="194064"/>
                  </a:lnTo>
                  <a:lnTo>
                    <a:pt x="323814" y="169477"/>
                  </a:lnTo>
                  <a:lnTo>
                    <a:pt x="349223" y="146151"/>
                  </a:lnTo>
                  <a:lnTo>
                    <a:pt x="376464" y="124189"/>
                  </a:lnTo>
                  <a:lnTo>
                    <a:pt x="405471" y="103691"/>
                  </a:lnTo>
                  <a:lnTo>
                    <a:pt x="436171" y="84754"/>
                  </a:lnTo>
                  <a:lnTo>
                    <a:pt x="468490" y="67473"/>
                  </a:lnTo>
                  <a:lnTo>
                    <a:pt x="502347" y="51939"/>
                  </a:lnTo>
                  <a:lnTo>
                    <a:pt x="537657" y="38238"/>
                  </a:lnTo>
                  <a:lnTo>
                    <a:pt x="574332" y="26453"/>
                  </a:lnTo>
                  <a:lnTo>
                    <a:pt x="612279" y="16665"/>
                  </a:lnTo>
                  <a:lnTo>
                    <a:pt x="651400" y="8947"/>
                  </a:lnTo>
                  <a:lnTo>
                    <a:pt x="691596" y="3370"/>
                  </a:lnTo>
                  <a:lnTo>
                    <a:pt x="732761" y="0"/>
                  </a:lnTo>
                  <a:lnTo>
                    <a:pt x="749164" y="33779"/>
                  </a:lnTo>
                  <a:lnTo>
                    <a:pt x="763641" y="67880"/>
                  </a:lnTo>
                  <a:lnTo>
                    <a:pt x="776199" y="102198"/>
                  </a:lnTo>
                  <a:lnTo>
                    <a:pt x="786849" y="136630"/>
                  </a:lnTo>
                  <a:lnTo>
                    <a:pt x="795608" y="171072"/>
                  </a:lnTo>
                  <a:lnTo>
                    <a:pt x="802499" y="205426"/>
                  </a:lnTo>
                  <a:lnTo>
                    <a:pt x="807549" y="239593"/>
                  </a:lnTo>
                  <a:lnTo>
                    <a:pt x="810791" y="273477"/>
                  </a:lnTo>
                  <a:lnTo>
                    <a:pt x="812261" y="306985"/>
                  </a:lnTo>
                  <a:lnTo>
                    <a:pt x="812002" y="340027"/>
                  </a:lnTo>
                  <a:lnTo>
                    <a:pt x="810062" y="372516"/>
                  </a:lnTo>
                  <a:lnTo>
                    <a:pt x="806489" y="404367"/>
                  </a:lnTo>
                  <a:lnTo>
                    <a:pt x="801340" y="435502"/>
                  </a:lnTo>
                  <a:lnTo>
                    <a:pt x="794673" y="465842"/>
                  </a:lnTo>
                  <a:lnTo>
                    <a:pt x="786551" y="495316"/>
                  </a:lnTo>
                  <a:lnTo>
                    <a:pt x="777040" y="523855"/>
                  </a:lnTo>
                  <a:lnTo>
                    <a:pt x="766209" y="551395"/>
                  </a:lnTo>
                  <a:lnTo>
                    <a:pt x="736539" y="573208"/>
                  </a:lnTo>
                  <a:lnTo>
                    <a:pt x="706102" y="592692"/>
                  </a:lnTo>
                  <a:lnTo>
                    <a:pt x="675037" y="609825"/>
                  </a:lnTo>
                  <a:lnTo>
                    <a:pt x="643480" y="624587"/>
                  </a:lnTo>
                  <a:lnTo>
                    <a:pt x="611570" y="636968"/>
                  </a:lnTo>
                  <a:lnTo>
                    <a:pt x="579445" y="646965"/>
                  </a:lnTo>
                  <a:lnTo>
                    <a:pt x="547241" y="654582"/>
                  </a:lnTo>
                  <a:lnTo>
                    <a:pt x="515097" y="659831"/>
                  </a:lnTo>
                  <a:lnTo>
                    <a:pt x="483148" y="662728"/>
                  </a:lnTo>
                  <a:lnTo>
                    <a:pt x="451528" y="663300"/>
                  </a:lnTo>
                  <a:lnTo>
                    <a:pt x="420371" y="661577"/>
                  </a:lnTo>
                  <a:lnTo>
                    <a:pt x="389806" y="657600"/>
                  </a:lnTo>
                  <a:lnTo>
                    <a:pt x="359962" y="651413"/>
                  </a:lnTo>
                  <a:lnTo>
                    <a:pt x="330964" y="643069"/>
                  </a:lnTo>
                  <a:lnTo>
                    <a:pt x="302936" y="632625"/>
                  </a:lnTo>
                  <a:lnTo>
                    <a:pt x="275996" y="620147"/>
                  </a:lnTo>
                  <a:lnTo>
                    <a:pt x="250259" y="605706"/>
                  </a:lnTo>
                  <a:lnTo>
                    <a:pt x="225838" y="589377"/>
                  </a:lnTo>
                  <a:lnTo>
                    <a:pt x="202839" y="571244"/>
                  </a:lnTo>
                  <a:lnTo>
                    <a:pt x="181366" y="551395"/>
                  </a:lnTo>
                  <a:lnTo>
                    <a:pt x="178316" y="570650"/>
                  </a:lnTo>
                  <a:lnTo>
                    <a:pt x="169318" y="588476"/>
                  </a:lnTo>
                  <a:lnTo>
                    <a:pt x="154815" y="603505"/>
                  </a:lnTo>
                  <a:lnTo>
                    <a:pt x="135531" y="614481"/>
                  </a:lnTo>
                  <a:lnTo>
                    <a:pt x="112442" y="620319"/>
                  </a:lnTo>
                  <a:lnTo>
                    <a:pt x="118280" y="597230"/>
                  </a:lnTo>
                  <a:lnTo>
                    <a:pt x="129256" y="577946"/>
                  </a:lnTo>
                  <a:lnTo>
                    <a:pt x="144285" y="563443"/>
                  </a:lnTo>
                  <a:lnTo>
                    <a:pt x="162111" y="554444"/>
                  </a:lnTo>
                  <a:lnTo>
                    <a:pt x="181366" y="551395"/>
                  </a:lnTo>
                  <a:lnTo>
                    <a:pt x="159788" y="549507"/>
                  </a:lnTo>
                  <a:lnTo>
                    <a:pt x="138702" y="543872"/>
                  </a:lnTo>
                  <a:lnTo>
                    <a:pt x="118598" y="534576"/>
                  </a:lnTo>
                  <a:lnTo>
                    <a:pt x="99948" y="521761"/>
                  </a:lnTo>
                  <a:lnTo>
                    <a:pt x="83209" y="505623"/>
                  </a:lnTo>
                  <a:lnTo>
                    <a:pt x="68813" y="486412"/>
                  </a:lnTo>
                  <a:lnTo>
                    <a:pt x="57161" y="464426"/>
                  </a:lnTo>
                  <a:lnTo>
                    <a:pt x="48621" y="440008"/>
                  </a:lnTo>
                  <a:lnTo>
                    <a:pt x="43517" y="413546"/>
                  </a:lnTo>
                  <a:lnTo>
                    <a:pt x="26335" y="437721"/>
                  </a:lnTo>
                  <a:lnTo>
                    <a:pt x="13249" y="463878"/>
                  </a:lnTo>
                  <a:lnTo>
                    <a:pt x="4456" y="491342"/>
                  </a:lnTo>
                  <a:lnTo>
                    <a:pt x="46" y="519423"/>
                  </a:lnTo>
                  <a:lnTo>
                    <a:pt x="0" y="547437"/>
                  </a:lnTo>
                  <a:lnTo>
                    <a:pt x="4193" y="574720"/>
                  </a:lnTo>
                  <a:lnTo>
                    <a:pt x="12403" y="600643"/>
                  </a:lnTo>
                  <a:lnTo>
                    <a:pt x="24315" y="624629"/>
                  </a:lnTo>
                  <a:lnTo>
                    <a:pt x="39535" y="646164"/>
                  </a:lnTo>
                  <a:lnTo>
                    <a:pt x="57598" y="664807"/>
                  </a:lnTo>
                  <a:lnTo>
                    <a:pt x="77986" y="680204"/>
                  </a:lnTo>
                  <a:lnTo>
                    <a:pt x="100138" y="692086"/>
                  </a:lnTo>
                  <a:lnTo>
                    <a:pt x="123467" y="700282"/>
                  </a:lnTo>
                  <a:lnTo>
                    <a:pt x="147376" y="704714"/>
                  </a:lnTo>
                  <a:lnTo>
                    <a:pt x="171272" y="705398"/>
                  </a:lnTo>
                  <a:lnTo>
                    <a:pt x="194581" y="702444"/>
                  </a:lnTo>
                  <a:lnTo>
                    <a:pt x="216762" y="696046"/>
                  </a:lnTo>
                  <a:lnTo>
                    <a:pt x="237318" y="686476"/>
                  </a:lnTo>
                  <a:lnTo>
                    <a:pt x="255812" y="674077"/>
                  </a:lnTo>
                  <a:lnTo>
                    <a:pt x="271868" y="659250"/>
                  </a:lnTo>
                  <a:lnTo>
                    <a:pt x="285186" y="642443"/>
                  </a:lnTo>
                  <a:lnTo>
                    <a:pt x="295545" y="624135"/>
                  </a:lnTo>
                  <a:lnTo>
                    <a:pt x="302803" y="604828"/>
                  </a:lnTo>
                  <a:lnTo>
                    <a:pt x="306903" y="585032"/>
                  </a:lnTo>
                  <a:lnTo>
                    <a:pt x="307867" y="565249"/>
                  </a:lnTo>
                  <a:lnTo>
                    <a:pt x="305797" y="545962"/>
                  </a:lnTo>
                  <a:lnTo>
                    <a:pt x="300867" y="527625"/>
                  </a:lnTo>
                  <a:lnTo>
                    <a:pt x="293316" y="510648"/>
                  </a:lnTo>
                  <a:lnTo>
                    <a:pt x="283441" y="495395"/>
                  </a:lnTo>
                  <a:lnTo>
                    <a:pt x="271586" y="482167"/>
                  </a:lnTo>
                  <a:lnTo>
                    <a:pt x="258132" y="471204"/>
                  </a:lnTo>
                  <a:lnTo>
                    <a:pt x="243487" y="462677"/>
                  </a:lnTo>
                  <a:lnTo>
                    <a:pt x="228070" y="456688"/>
                  </a:lnTo>
                  <a:lnTo>
                    <a:pt x="212305" y="453268"/>
                  </a:lnTo>
                  <a:lnTo>
                    <a:pt x="196606" y="452379"/>
                  </a:lnTo>
                  <a:close/>
                </a:path>
              </a:pathLst>
            </a:custGeom>
            <a:solidFill>
              <a:srgbClr val="F1B722">
                <a:alpha val="20000"/>
              </a:srgbClr>
            </a:solidFill>
            <a:ln w="24391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3524704" y="5045332"/>
              <a:ext cx="780910" cy="552562"/>
            </a:xfrm>
            <a:custGeom>
              <a:avLst/>
              <a:pathLst>
                <a:path w="780910" h="552562">
                  <a:moveTo>
                    <a:pt x="232619" y="99904"/>
                  </a:moveTo>
                  <a:lnTo>
                    <a:pt x="249688" y="80576"/>
                  </a:lnTo>
                  <a:lnTo>
                    <a:pt x="269506" y="62667"/>
                  </a:lnTo>
                  <a:lnTo>
                    <a:pt x="291953" y="46470"/>
                  </a:lnTo>
                  <a:lnTo>
                    <a:pt x="316876" y="32267"/>
                  </a:lnTo>
                  <a:lnTo>
                    <a:pt x="344100" y="20329"/>
                  </a:lnTo>
                  <a:lnTo>
                    <a:pt x="373421" y="10907"/>
                  </a:lnTo>
                  <a:lnTo>
                    <a:pt x="404613" y="4238"/>
                  </a:lnTo>
                  <a:lnTo>
                    <a:pt x="437424" y="538"/>
                  </a:lnTo>
                  <a:lnTo>
                    <a:pt x="471585" y="0"/>
                  </a:lnTo>
                  <a:lnTo>
                    <a:pt x="506806" y="2792"/>
                  </a:lnTo>
                  <a:lnTo>
                    <a:pt x="542779" y="9061"/>
                  </a:lnTo>
                  <a:lnTo>
                    <a:pt x="567254" y="22760"/>
                  </a:lnTo>
                  <a:lnTo>
                    <a:pt x="591184" y="38303"/>
                  </a:lnTo>
                  <a:lnTo>
                    <a:pt x="614433" y="55674"/>
                  </a:lnTo>
                  <a:lnTo>
                    <a:pt x="636868" y="74844"/>
                  </a:lnTo>
                  <a:lnTo>
                    <a:pt x="658354" y="95778"/>
                  </a:lnTo>
                  <a:lnTo>
                    <a:pt x="678761" y="118429"/>
                  </a:lnTo>
                  <a:lnTo>
                    <a:pt x="697957" y="142741"/>
                  </a:lnTo>
                  <a:lnTo>
                    <a:pt x="715817" y="168650"/>
                  </a:lnTo>
                  <a:lnTo>
                    <a:pt x="732217" y="196081"/>
                  </a:lnTo>
                  <a:lnTo>
                    <a:pt x="747038" y="224950"/>
                  </a:lnTo>
                  <a:lnTo>
                    <a:pt x="760165" y="255165"/>
                  </a:lnTo>
                  <a:lnTo>
                    <a:pt x="771490" y="286625"/>
                  </a:lnTo>
                  <a:lnTo>
                    <a:pt x="780910" y="319221"/>
                  </a:lnTo>
                  <a:lnTo>
                    <a:pt x="750956" y="346386"/>
                  </a:lnTo>
                  <a:lnTo>
                    <a:pt x="719742" y="370419"/>
                  </a:lnTo>
                  <a:lnTo>
                    <a:pt x="687513" y="391269"/>
                  </a:lnTo>
                  <a:lnTo>
                    <a:pt x="654516" y="408897"/>
                  </a:lnTo>
                  <a:lnTo>
                    <a:pt x="620998" y="423286"/>
                  </a:lnTo>
                  <a:lnTo>
                    <a:pt x="587209" y="434434"/>
                  </a:lnTo>
                  <a:lnTo>
                    <a:pt x="553393" y="442354"/>
                  </a:lnTo>
                  <a:lnTo>
                    <a:pt x="519795" y="447080"/>
                  </a:lnTo>
                  <a:lnTo>
                    <a:pt x="486655" y="448658"/>
                  </a:lnTo>
                  <a:lnTo>
                    <a:pt x="454208" y="447155"/>
                  </a:lnTo>
                  <a:lnTo>
                    <a:pt x="422685" y="442650"/>
                  </a:lnTo>
                  <a:lnTo>
                    <a:pt x="392307" y="435240"/>
                  </a:lnTo>
                  <a:lnTo>
                    <a:pt x="363291" y="425036"/>
                  </a:lnTo>
                  <a:lnTo>
                    <a:pt x="335842" y="412163"/>
                  </a:lnTo>
                  <a:lnTo>
                    <a:pt x="310159" y="396761"/>
                  </a:lnTo>
                  <a:lnTo>
                    <a:pt x="293542" y="410398"/>
                  </a:lnTo>
                  <a:lnTo>
                    <a:pt x="274584" y="420531"/>
                  </a:lnTo>
                  <a:lnTo>
                    <a:pt x="254013" y="426772"/>
                  </a:lnTo>
                  <a:lnTo>
                    <a:pt x="232619" y="428879"/>
                  </a:lnTo>
                  <a:lnTo>
                    <a:pt x="220938" y="452737"/>
                  </a:lnTo>
                  <a:lnTo>
                    <a:pt x="205114" y="475209"/>
                  </a:lnTo>
                  <a:lnTo>
                    <a:pt x="185317" y="495757"/>
                  </a:lnTo>
                  <a:lnTo>
                    <a:pt x="161776" y="513861"/>
                  </a:lnTo>
                  <a:lnTo>
                    <a:pt x="134783" y="529031"/>
                  </a:lnTo>
                  <a:lnTo>
                    <a:pt x="104685" y="540810"/>
                  </a:lnTo>
                  <a:lnTo>
                    <a:pt x="71882" y="548778"/>
                  </a:lnTo>
                  <a:lnTo>
                    <a:pt x="36823" y="552562"/>
                  </a:lnTo>
                  <a:lnTo>
                    <a:pt x="0" y="551841"/>
                  </a:lnTo>
                  <a:lnTo>
                    <a:pt x="5320" y="520590"/>
                  </a:lnTo>
                  <a:lnTo>
                    <a:pt x="13497" y="490892"/>
                  </a:lnTo>
                  <a:lnTo>
                    <a:pt x="24357" y="462973"/>
                  </a:lnTo>
                  <a:lnTo>
                    <a:pt x="37714" y="437045"/>
                  </a:lnTo>
                  <a:lnTo>
                    <a:pt x="53363" y="413302"/>
                  </a:lnTo>
                  <a:lnTo>
                    <a:pt x="71085" y="391921"/>
                  </a:lnTo>
                  <a:lnTo>
                    <a:pt x="90652" y="373062"/>
                  </a:lnTo>
                  <a:lnTo>
                    <a:pt x="111820" y="356863"/>
                  </a:lnTo>
                  <a:lnTo>
                    <a:pt x="134338" y="343445"/>
                  </a:lnTo>
                  <a:lnTo>
                    <a:pt x="157946" y="332905"/>
                  </a:lnTo>
                  <a:lnTo>
                    <a:pt x="182377" y="325321"/>
                  </a:lnTo>
                  <a:lnTo>
                    <a:pt x="207360" y="320749"/>
                  </a:lnTo>
                  <a:lnTo>
                    <a:pt x="232619" y="319221"/>
                  </a:lnTo>
                  <a:lnTo>
                    <a:pt x="225833" y="314757"/>
                  </a:lnTo>
                  <a:lnTo>
                    <a:pt x="217522" y="313223"/>
                  </a:lnTo>
                  <a:lnTo>
                    <a:pt x="208621" y="314989"/>
                  </a:lnTo>
                  <a:lnTo>
                    <a:pt x="200142" y="320166"/>
                  </a:lnTo>
                  <a:lnTo>
                    <a:pt x="193100" y="328587"/>
                  </a:lnTo>
                  <a:lnTo>
                    <a:pt x="188449" y="339818"/>
                  </a:lnTo>
                  <a:lnTo>
                    <a:pt x="187011" y="353175"/>
                  </a:lnTo>
                  <a:lnTo>
                    <a:pt x="189419" y="367764"/>
                  </a:lnTo>
                  <a:lnTo>
                    <a:pt x="196067" y="382532"/>
                  </a:lnTo>
                  <a:lnTo>
                    <a:pt x="207070" y="396326"/>
                  </a:lnTo>
                  <a:lnTo>
                    <a:pt x="222246" y="407968"/>
                  </a:lnTo>
                  <a:lnTo>
                    <a:pt x="241115" y="416324"/>
                  </a:lnTo>
                  <a:lnTo>
                    <a:pt x="262905" y="420381"/>
                  </a:lnTo>
                  <a:lnTo>
                    <a:pt x="286591" y="419317"/>
                  </a:lnTo>
                  <a:lnTo>
                    <a:pt x="310938" y="412557"/>
                  </a:lnTo>
                  <a:lnTo>
                    <a:pt x="334566" y="399830"/>
                  </a:lnTo>
                  <a:lnTo>
                    <a:pt x="356019" y="381194"/>
                  </a:lnTo>
                  <a:lnTo>
                    <a:pt x="373848" y="357063"/>
                  </a:lnTo>
                  <a:lnTo>
                    <a:pt x="386692" y="328194"/>
                  </a:lnTo>
                  <a:lnTo>
                    <a:pt x="393361" y="295676"/>
                  </a:lnTo>
                  <a:lnTo>
                    <a:pt x="392911" y="260879"/>
                  </a:lnTo>
                  <a:lnTo>
                    <a:pt x="384716" y="225406"/>
                  </a:lnTo>
                  <a:lnTo>
                    <a:pt x="368511" y="191014"/>
                  </a:lnTo>
                  <a:lnTo>
                    <a:pt x="344437" y="159529"/>
                  </a:lnTo>
                  <a:lnTo>
                    <a:pt x="313052" y="132758"/>
                  </a:lnTo>
                  <a:lnTo>
                    <a:pt x="275326" y="112390"/>
                  </a:lnTo>
                  <a:close/>
                </a:path>
              </a:pathLst>
            </a:custGeom>
            <a:solidFill>
              <a:srgbClr val="619CFF">
                <a:alpha val="20000"/>
              </a:srgbClr>
            </a:solidFill>
            <a:ln w="24391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3642213" y="5038405"/>
              <a:ext cx="802452" cy="487852"/>
            </a:xfrm>
            <a:custGeom>
              <a:avLst/>
              <a:pathLst>
                <a:path w="802452" h="487852">
                  <a:moveTo>
                    <a:pt x="115110" y="204053"/>
                  </a:moveTo>
                  <a:lnTo>
                    <a:pt x="124057" y="178235"/>
                  </a:lnTo>
                  <a:lnTo>
                    <a:pt x="136116" y="153147"/>
                  </a:lnTo>
                  <a:lnTo>
                    <a:pt x="151226" y="129070"/>
                  </a:lnTo>
                  <a:lnTo>
                    <a:pt x="169303" y="106280"/>
                  </a:lnTo>
                  <a:lnTo>
                    <a:pt x="190240" y="85046"/>
                  </a:lnTo>
                  <a:lnTo>
                    <a:pt x="213912" y="65629"/>
                  </a:lnTo>
                  <a:lnTo>
                    <a:pt x="240168" y="48280"/>
                  </a:lnTo>
                  <a:lnTo>
                    <a:pt x="268841" y="33238"/>
                  </a:lnTo>
                  <a:lnTo>
                    <a:pt x="299742" y="20728"/>
                  </a:lnTo>
                  <a:lnTo>
                    <a:pt x="332666" y="10963"/>
                  </a:lnTo>
                  <a:lnTo>
                    <a:pt x="367389" y="4137"/>
                  </a:lnTo>
                  <a:lnTo>
                    <a:pt x="403671" y="430"/>
                  </a:lnTo>
                  <a:lnTo>
                    <a:pt x="441258" y="0"/>
                  </a:lnTo>
                  <a:lnTo>
                    <a:pt x="469082" y="7430"/>
                  </a:lnTo>
                  <a:lnTo>
                    <a:pt x="496991" y="16906"/>
                  </a:lnTo>
                  <a:lnTo>
                    <a:pt x="524847" y="28456"/>
                  </a:lnTo>
                  <a:lnTo>
                    <a:pt x="552507" y="42099"/>
                  </a:lnTo>
                  <a:lnTo>
                    <a:pt x="579827" y="57843"/>
                  </a:lnTo>
                  <a:lnTo>
                    <a:pt x="606663" y="75689"/>
                  </a:lnTo>
                  <a:lnTo>
                    <a:pt x="632867" y="95627"/>
                  </a:lnTo>
                  <a:lnTo>
                    <a:pt x="658294" y="117638"/>
                  </a:lnTo>
                  <a:lnTo>
                    <a:pt x="682798" y="141694"/>
                  </a:lnTo>
                  <a:lnTo>
                    <a:pt x="706233" y="167756"/>
                  </a:lnTo>
                  <a:lnTo>
                    <a:pt x="728456" y="195776"/>
                  </a:lnTo>
                  <a:lnTo>
                    <a:pt x="749326" y="225697"/>
                  </a:lnTo>
                  <a:lnTo>
                    <a:pt x="768705" y="257451"/>
                  </a:lnTo>
                  <a:lnTo>
                    <a:pt x="786457" y="290963"/>
                  </a:lnTo>
                  <a:lnTo>
                    <a:pt x="802452" y="326147"/>
                  </a:lnTo>
                  <a:lnTo>
                    <a:pt x="771178" y="354792"/>
                  </a:lnTo>
                  <a:lnTo>
                    <a:pt x="738771" y="380710"/>
                  </a:lnTo>
                  <a:lnTo>
                    <a:pt x="705411" y="403862"/>
                  </a:lnTo>
                  <a:lnTo>
                    <a:pt x="671276" y="424214"/>
                  </a:lnTo>
                  <a:lnTo>
                    <a:pt x="636547" y="441747"/>
                  </a:lnTo>
                  <a:lnTo>
                    <a:pt x="601403" y="456449"/>
                  </a:lnTo>
                  <a:lnTo>
                    <a:pt x="566026" y="468320"/>
                  </a:lnTo>
                  <a:lnTo>
                    <a:pt x="530595" y="477371"/>
                  </a:lnTo>
                  <a:lnTo>
                    <a:pt x="495287" y="483621"/>
                  </a:lnTo>
                  <a:lnTo>
                    <a:pt x="460279" y="487102"/>
                  </a:lnTo>
                  <a:lnTo>
                    <a:pt x="425744" y="487852"/>
                  </a:lnTo>
                  <a:lnTo>
                    <a:pt x="391852" y="485924"/>
                  </a:lnTo>
                  <a:lnTo>
                    <a:pt x="358770" y="481375"/>
                  </a:lnTo>
                  <a:lnTo>
                    <a:pt x="326661" y="474276"/>
                  </a:lnTo>
                  <a:lnTo>
                    <a:pt x="295683" y="464705"/>
                  </a:lnTo>
                  <a:lnTo>
                    <a:pt x="265989" y="452749"/>
                  </a:lnTo>
                  <a:lnTo>
                    <a:pt x="237726" y="438503"/>
                  </a:lnTo>
                  <a:lnTo>
                    <a:pt x="211036" y="422073"/>
                  </a:lnTo>
                  <a:lnTo>
                    <a:pt x="179173" y="422024"/>
                  </a:lnTo>
                  <a:lnTo>
                    <a:pt x="151451" y="413880"/>
                  </a:lnTo>
                  <a:lnTo>
                    <a:pt x="129667" y="399326"/>
                  </a:lnTo>
                  <a:lnTo>
                    <a:pt x="115110" y="380411"/>
                  </a:lnTo>
                  <a:lnTo>
                    <a:pt x="103226" y="401181"/>
                  </a:lnTo>
                  <a:lnTo>
                    <a:pt x="84927" y="419041"/>
                  </a:lnTo>
                  <a:lnTo>
                    <a:pt x="60913" y="432516"/>
                  </a:lnTo>
                  <a:lnTo>
                    <a:pt x="32182" y="440288"/>
                  </a:lnTo>
                  <a:lnTo>
                    <a:pt x="0" y="441258"/>
                  </a:lnTo>
                  <a:lnTo>
                    <a:pt x="2701" y="412402"/>
                  </a:lnTo>
                  <a:lnTo>
                    <a:pt x="10680" y="386440"/>
                  </a:lnTo>
                  <a:lnTo>
                    <a:pt x="23200" y="364218"/>
                  </a:lnTo>
                  <a:lnTo>
                    <a:pt x="39400" y="346434"/>
                  </a:lnTo>
                  <a:lnTo>
                    <a:pt x="58322" y="333623"/>
                  </a:lnTo>
                  <a:lnTo>
                    <a:pt x="78935" y="326147"/>
                  </a:lnTo>
                  <a:lnTo>
                    <a:pt x="61240" y="311712"/>
                  </a:lnTo>
                  <a:lnTo>
                    <a:pt x="49841" y="288464"/>
                  </a:lnTo>
                  <a:lnTo>
                    <a:pt x="47962" y="258999"/>
                  </a:lnTo>
                </a:path>
              </a:pathLst>
            </a:custGeom>
            <a:ln w="24391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3683653" y="4954811"/>
              <a:ext cx="647880" cy="558611"/>
            </a:xfrm>
            <a:custGeom>
              <a:avLst/>
              <a:pathLst>
                <a:path w="647880" h="558611">
                  <a:moveTo>
                    <a:pt x="73671" y="186438"/>
                  </a:moveTo>
                  <a:lnTo>
                    <a:pt x="87597" y="161764"/>
                  </a:lnTo>
                  <a:lnTo>
                    <a:pt x="104285" y="138028"/>
                  </a:lnTo>
                  <a:lnTo>
                    <a:pt x="123671" y="115462"/>
                  </a:lnTo>
                  <a:lnTo>
                    <a:pt x="145670" y="94292"/>
                  </a:lnTo>
                  <a:lnTo>
                    <a:pt x="170183" y="74740"/>
                  </a:lnTo>
                  <a:lnTo>
                    <a:pt x="197093" y="57020"/>
                  </a:lnTo>
                  <a:lnTo>
                    <a:pt x="226268" y="41339"/>
                  </a:lnTo>
                  <a:lnTo>
                    <a:pt x="257560" y="27892"/>
                  </a:lnTo>
                  <a:lnTo>
                    <a:pt x="290805" y="16866"/>
                  </a:lnTo>
                  <a:lnTo>
                    <a:pt x="325828" y="8436"/>
                  </a:lnTo>
                  <a:lnTo>
                    <a:pt x="362437" y="2764"/>
                  </a:lnTo>
                  <a:lnTo>
                    <a:pt x="400429" y="0"/>
                  </a:lnTo>
                  <a:lnTo>
                    <a:pt x="439591" y="276"/>
                  </a:lnTo>
                  <a:lnTo>
                    <a:pt x="479698" y="3714"/>
                  </a:lnTo>
                  <a:lnTo>
                    <a:pt x="501825" y="27119"/>
                  </a:lnTo>
                  <a:lnTo>
                    <a:pt x="522606" y="51728"/>
                  </a:lnTo>
                  <a:lnTo>
                    <a:pt x="541973" y="77463"/>
                  </a:lnTo>
                  <a:lnTo>
                    <a:pt x="559868" y="104244"/>
                  </a:lnTo>
                  <a:lnTo>
                    <a:pt x="576232" y="131986"/>
                  </a:lnTo>
                  <a:lnTo>
                    <a:pt x="591016" y="160602"/>
                  </a:lnTo>
                  <a:lnTo>
                    <a:pt x="604171" y="190001"/>
                  </a:lnTo>
                  <a:lnTo>
                    <a:pt x="615657" y="220092"/>
                  </a:lnTo>
                  <a:lnTo>
                    <a:pt x="625439" y="250780"/>
                  </a:lnTo>
                  <a:lnTo>
                    <a:pt x="633484" y="281968"/>
                  </a:lnTo>
                  <a:lnTo>
                    <a:pt x="639767" y="313558"/>
                  </a:lnTo>
                  <a:lnTo>
                    <a:pt x="644270" y="345451"/>
                  </a:lnTo>
                  <a:lnTo>
                    <a:pt x="646977" y="377546"/>
                  </a:lnTo>
                  <a:lnTo>
                    <a:pt x="647880" y="409742"/>
                  </a:lnTo>
                  <a:lnTo>
                    <a:pt x="619484" y="438347"/>
                  </a:lnTo>
                  <a:lnTo>
                    <a:pt x="589743" y="463983"/>
                  </a:lnTo>
                  <a:lnTo>
                    <a:pt x="558890" y="486593"/>
                  </a:lnTo>
                  <a:lnTo>
                    <a:pt x="527160" y="506134"/>
                  </a:lnTo>
                  <a:lnTo>
                    <a:pt x="494789" y="522580"/>
                  </a:lnTo>
                  <a:lnTo>
                    <a:pt x="462012" y="535922"/>
                  </a:lnTo>
                  <a:lnTo>
                    <a:pt x="429066" y="546165"/>
                  </a:lnTo>
                  <a:lnTo>
                    <a:pt x="396182" y="553333"/>
                  </a:lnTo>
                  <a:lnTo>
                    <a:pt x="363591" y="557464"/>
                  </a:lnTo>
                  <a:lnTo>
                    <a:pt x="331520" y="558611"/>
                  </a:lnTo>
                  <a:lnTo>
                    <a:pt x="300188" y="556844"/>
                  </a:lnTo>
                  <a:lnTo>
                    <a:pt x="269812" y="552247"/>
                  </a:lnTo>
                  <a:lnTo>
                    <a:pt x="240599" y="544918"/>
                  </a:lnTo>
                  <a:lnTo>
                    <a:pt x="212750" y="534970"/>
                  </a:lnTo>
                  <a:lnTo>
                    <a:pt x="186456" y="522527"/>
                  </a:lnTo>
                  <a:lnTo>
                    <a:pt x="158912" y="516631"/>
                  </a:lnTo>
                  <a:lnTo>
                    <a:pt x="134285" y="506210"/>
                  </a:lnTo>
                  <a:lnTo>
                    <a:pt x="113217" y="491860"/>
                  </a:lnTo>
                  <a:lnTo>
                    <a:pt x="96248" y="474264"/>
                  </a:lnTo>
                  <a:lnTo>
                    <a:pt x="83811" y="454171"/>
                  </a:lnTo>
                  <a:lnTo>
                    <a:pt x="76222" y="432385"/>
                  </a:lnTo>
                  <a:lnTo>
                    <a:pt x="73671" y="409742"/>
                  </a:lnTo>
                  <a:lnTo>
                    <a:pt x="70676" y="428647"/>
                  </a:lnTo>
                  <a:lnTo>
                    <a:pt x="61841" y="446149"/>
                  </a:lnTo>
                  <a:lnTo>
                    <a:pt x="47602" y="460904"/>
                  </a:lnTo>
                  <a:lnTo>
                    <a:pt x="28669" y="471681"/>
                  </a:lnTo>
                  <a:lnTo>
                    <a:pt x="5999" y="477413"/>
                  </a:lnTo>
                  <a:lnTo>
                    <a:pt x="0" y="452276"/>
                  </a:lnTo>
                  <a:lnTo>
                    <a:pt x="1772" y="429007"/>
                  </a:lnTo>
                  <a:lnTo>
                    <a:pt x="9870" y="409742"/>
                  </a:lnTo>
                  <a:lnTo>
                    <a:pt x="14726" y="385326"/>
                  </a:lnTo>
                  <a:lnTo>
                    <a:pt x="28556" y="364628"/>
                  </a:lnTo>
                </a:path>
              </a:pathLst>
            </a:custGeom>
            <a:ln w="24391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3606936" y="5172619"/>
              <a:ext cx="1102846" cy="470288"/>
            </a:xfrm>
            <a:custGeom>
              <a:avLst/>
              <a:pathLst>
                <a:path w="1102846" h="470288">
                  <a:moveTo>
                    <a:pt x="150388" y="191934"/>
                  </a:moveTo>
                  <a:lnTo>
                    <a:pt x="154713" y="175793"/>
                  </a:lnTo>
                  <a:lnTo>
                    <a:pt x="167098" y="162991"/>
                  </a:lnTo>
                  <a:lnTo>
                    <a:pt x="185835" y="156487"/>
                  </a:lnTo>
                  <a:lnTo>
                    <a:pt x="211159" y="134599"/>
                  </a:lnTo>
                  <a:lnTo>
                    <a:pt x="237766" y="114173"/>
                  </a:lnTo>
                  <a:lnTo>
                    <a:pt x="265592" y="95266"/>
                  </a:lnTo>
                  <a:lnTo>
                    <a:pt x="294569" y="77929"/>
                  </a:lnTo>
                  <a:lnTo>
                    <a:pt x="324631" y="62214"/>
                  </a:lnTo>
                  <a:lnTo>
                    <a:pt x="355706" y="48168"/>
                  </a:lnTo>
                  <a:lnTo>
                    <a:pt x="387722" y="35836"/>
                  </a:lnTo>
                  <a:lnTo>
                    <a:pt x="420606" y="25261"/>
                  </a:lnTo>
                  <a:lnTo>
                    <a:pt x="454281" y="16481"/>
                  </a:lnTo>
                  <a:lnTo>
                    <a:pt x="488672" y="9533"/>
                  </a:lnTo>
                  <a:lnTo>
                    <a:pt x="523698" y="4450"/>
                  </a:lnTo>
                  <a:lnTo>
                    <a:pt x="559282" y="1263"/>
                  </a:lnTo>
                  <a:lnTo>
                    <a:pt x="595341" y="0"/>
                  </a:lnTo>
                  <a:lnTo>
                    <a:pt x="631793" y="683"/>
                  </a:lnTo>
                  <a:lnTo>
                    <a:pt x="668556" y="3336"/>
                  </a:lnTo>
                  <a:lnTo>
                    <a:pt x="705546" y="7974"/>
                  </a:lnTo>
                  <a:lnTo>
                    <a:pt x="742677" y="14614"/>
                  </a:lnTo>
                  <a:lnTo>
                    <a:pt x="779864" y="23266"/>
                  </a:lnTo>
                  <a:lnTo>
                    <a:pt x="817023" y="33938"/>
                  </a:lnTo>
                  <a:lnTo>
                    <a:pt x="854065" y="46636"/>
                  </a:lnTo>
                  <a:lnTo>
                    <a:pt x="890905" y="61360"/>
                  </a:lnTo>
                  <a:lnTo>
                    <a:pt x="927456" y="78110"/>
                  </a:lnTo>
                  <a:lnTo>
                    <a:pt x="963632" y="96879"/>
                  </a:lnTo>
                  <a:lnTo>
                    <a:pt x="999345" y="117659"/>
                  </a:lnTo>
                  <a:lnTo>
                    <a:pt x="1034509" y="140439"/>
                  </a:lnTo>
                  <a:lnTo>
                    <a:pt x="1069038" y="165204"/>
                  </a:lnTo>
                  <a:lnTo>
                    <a:pt x="1102846" y="191934"/>
                  </a:lnTo>
                  <a:lnTo>
                    <a:pt x="1073555" y="226476"/>
                  </a:lnTo>
                  <a:lnTo>
                    <a:pt x="1043053" y="258830"/>
                  </a:lnTo>
                  <a:lnTo>
                    <a:pt x="1011462" y="288953"/>
                  </a:lnTo>
                  <a:lnTo>
                    <a:pt x="978907" y="316813"/>
                  </a:lnTo>
                  <a:lnTo>
                    <a:pt x="945512" y="342379"/>
                  </a:lnTo>
                  <a:lnTo>
                    <a:pt x="911403" y="365630"/>
                  </a:lnTo>
                  <a:lnTo>
                    <a:pt x="876707" y="386550"/>
                  </a:lnTo>
                  <a:lnTo>
                    <a:pt x="841549" y="405129"/>
                  </a:lnTo>
                  <a:lnTo>
                    <a:pt x="806057" y="421362"/>
                  </a:lnTo>
                  <a:lnTo>
                    <a:pt x="770354" y="435252"/>
                  </a:lnTo>
                  <a:lnTo>
                    <a:pt x="734567" y="446809"/>
                  </a:lnTo>
                  <a:lnTo>
                    <a:pt x="698820" y="456045"/>
                  </a:lnTo>
                  <a:lnTo>
                    <a:pt x="663236" y="462981"/>
                  </a:lnTo>
                  <a:lnTo>
                    <a:pt x="627934" y="467645"/>
                  </a:lnTo>
                  <a:lnTo>
                    <a:pt x="593037" y="470068"/>
                  </a:lnTo>
                  <a:lnTo>
                    <a:pt x="558659" y="470288"/>
                  </a:lnTo>
                  <a:lnTo>
                    <a:pt x="524918" y="468349"/>
                  </a:lnTo>
                  <a:lnTo>
                    <a:pt x="491925" y="464300"/>
                  </a:lnTo>
                  <a:lnTo>
                    <a:pt x="459789" y="458195"/>
                  </a:lnTo>
                  <a:lnTo>
                    <a:pt x="428618" y="450094"/>
                  </a:lnTo>
                  <a:lnTo>
                    <a:pt x="398516" y="440061"/>
                  </a:lnTo>
                  <a:lnTo>
                    <a:pt x="362005" y="439705"/>
                  </a:lnTo>
                  <a:lnTo>
                    <a:pt x="327180" y="435267"/>
                  </a:lnTo>
                  <a:lnTo>
                    <a:pt x="294447" y="427016"/>
                  </a:lnTo>
                  <a:lnTo>
                    <a:pt x="264179" y="415262"/>
                  </a:lnTo>
                  <a:lnTo>
                    <a:pt x="236714" y="400344"/>
                  </a:lnTo>
                  <a:lnTo>
                    <a:pt x="212351" y="382637"/>
                  </a:lnTo>
                  <a:lnTo>
                    <a:pt x="191346" y="362539"/>
                  </a:lnTo>
                  <a:lnTo>
                    <a:pt x="173914" y="340470"/>
                  </a:lnTo>
                  <a:lnTo>
                    <a:pt x="160220" y="316871"/>
                  </a:lnTo>
                  <a:lnTo>
                    <a:pt x="150388" y="292192"/>
                  </a:lnTo>
                  <a:lnTo>
                    <a:pt x="133135" y="300860"/>
                  </a:lnTo>
                  <a:lnTo>
                    <a:pt x="113210" y="306356"/>
                  </a:lnTo>
                  <a:lnTo>
                    <a:pt x="91216" y="308064"/>
                  </a:lnTo>
                  <a:lnTo>
                    <a:pt x="67885" y="305489"/>
                  </a:lnTo>
                  <a:lnTo>
                    <a:pt x="44047" y="298274"/>
                  </a:lnTo>
                  <a:lnTo>
                    <a:pt x="28721" y="280329"/>
                  </a:lnTo>
                  <a:lnTo>
                    <a:pt x="16391" y="260208"/>
                  </a:lnTo>
                  <a:lnTo>
                    <a:pt x="7360" y="238406"/>
                  </a:lnTo>
                  <a:lnTo>
                    <a:pt x="1851" y="215459"/>
                  </a:lnTo>
                  <a:lnTo>
                    <a:pt x="0" y="191934"/>
                  </a:lnTo>
                  <a:lnTo>
                    <a:pt x="22294" y="177501"/>
                  </a:lnTo>
                  <a:lnTo>
                    <a:pt x="45661" y="168030"/>
                  </a:lnTo>
                  <a:lnTo>
                    <a:pt x="69274" y="163551"/>
                  </a:lnTo>
                  <a:lnTo>
                    <a:pt x="92318" y="163969"/>
                  </a:lnTo>
                  <a:lnTo>
                    <a:pt x="114006" y="169073"/>
                  </a:lnTo>
                  <a:lnTo>
                    <a:pt x="133591" y="178538"/>
                  </a:lnTo>
                  <a:lnTo>
                    <a:pt x="150388" y="191934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3641014" y="4860543"/>
              <a:ext cx="734728" cy="659087"/>
            </a:xfrm>
            <a:custGeom>
              <a:avLst/>
              <a:pathLst>
                <a:path w="734728" h="659087">
                  <a:moveTo>
                    <a:pt x="116309" y="504009"/>
                  </a:moveTo>
                  <a:lnTo>
                    <a:pt x="117281" y="474326"/>
                  </a:lnTo>
                  <a:lnTo>
                    <a:pt x="120194" y="444738"/>
                  </a:lnTo>
                  <a:lnTo>
                    <a:pt x="125043" y="415341"/>
                  </a:lnTo>
                  <a:lnTo>
                    <a:pt x="131815" y="386229"/>
                  </a:lnTo>
                  <a:lnTo>
                    <a:pt x="140499" y="357497"/>
                  </a:lnTo>
                  <a:lnTo>
                    <a:pt x="151073" y="329239"/>
                  </a:lnTo>
                  <a:lnTo>
                    <a:pt x="163517" y="301547"/>
                  </a:lnTo>
                  <a:lnTo>
                    <a:pt x="177803" y="274513"/>
                  </a:lnTo>
                  <a:lnTo>
                    <a:pt x="193900" y="248227"/>
                  </a:lnTo>
                  <a:lnTo>
                    <a:pt x="211774" y="222780"/>
                  </a:lnTo>
                  <a:lnTo>
                    <a:pt x="231386" y="198258"/>
                  </a:lnTo>
                  <a:lnTo>
                    <a:pt x="252694" y="174749"/>
                  </a:lnTo>
                  <a:lnTo>
                    <a:pt x="275651" y="152336"/>
                  </a:lnTo>
                  <a:lnTo>
                    <a:pt x="300207" y="131101"/>
                  </a:lnTo>
                  <a:lnTo>
                    <a:pt x="326310" y="111126"/>
                  </a:lnTo>
                  <a:lnTo>
                    <a:pt x="353902" y="92487"/>
                  </a:lnTo>
                  <a:lnTo>
                    <a:pt x="382922" y="75261"/>
                  </a:lnTo>
                  <a:lnTo>
                    <a:pt x="413308" y="59520"/>
                  </a:lnTo>
                  <a:lnTo>
                    <a:pt x="444991" y="45334"/>
                  </a:lnTo>
                  <a:lnTo>
                    <a:pt x="477902" y="32772"/>
                  </a:lnTo>
                  <a:lnTo>
                    <a:pt x="511968" y="21898"/>
                  </a:lnTo>
                  <a:lnTo>
                    <a:pt x="547112" y="12773"/>
                  </a:lnTo>
                  <a:lnTo>
                    <a:pt x="583257" y="5455"/>
                  </a:lnTo>
                  <a:lnTo>
                    <a:pt x="620319" y="0"/>
                  </a:lnTo>
                  <a:lnTo>
                    <a:pt x="639365" y="29940"/>
                  </a:lnTo>
                  <a:lnTo>
                    <a:pt x="656698" y="60524"/>
                  </a:lnTo>
                  <a:lnTo>
                    <a:pt x="672303" y="91656"/>
                  </a:lnTo>
                  <a:lnTo>
                    <a:pt x="686168" y="123242"/>
                  </a:lnTo>
                  <a:lnTo>
                    <a:pt x="698286" y="155186"/>
                  </a:lnTo>
                  <a:lnTo>
                    <a:pt x="708657" y="187393"/>
                  </a:lnTo>
                  <a:lnTo>
                    <a:pt x="717283" y="219770"/>
                  </a:lnTo>
                  <a:lnTo>
                    <a:pt x="724175" y="252223"/>
                  </a:lnTo>
                  <a:lnTo>
                    <a:pt x="729344" y="284662"/>
                  </a:lnTo>
                  <a:lnTo>
                    <a:pt x="732810" y="316996"/>
                  </a:lnTo>
                  <a:lnTo>
                    <a:pt x="734595" y="349137"/>
                  </a:lnTo>
                  <a:lnTo>
                    <a:pt x="734728" y="380998"/>
                  </a:lnTo>
                  <a:lnTo>
                    <a:pt x="733239" y="412496"/>
                  </a:lnTo>
                  <a:lnTo>
                    <a:pt x="730166" y="443550"/>
                  </a:lnTo>
                  <a:lnTo>
                    <a:pt x="725548" y="474079"/>
                  </a:lnTo>
                  <a:lnTo>
                    <a:pt x="719429" y="504009"/>
                  </a:lnTo>
                  <a:lnTo>
                    <a:pt x="691321" y="532258"/>
                  </a:lnTo>
                  <a:lnTo>
                    <a:pt x="661960" y="557751"/>
                  </a:lnTo>
                  <a:lnTo>
                    <a:pt x="631548" y="580438"/>
                  </a:lnTo>
                  <a:lnTo>
                    <a:pt x="600289" y="600279"/>
                  </a:lnTo>
                  <a:lnTo>
                    <a:pt x="568389" y="617249"/>
                  </a:lnTo>
                  <a:lnTo>
                    <a:pt x="536054" y="631338"/>
                  </a:lnTo>
                  <a:lnTo>
                    <a:pt x="503489" y="642544"/>
                  </a:lnTo>
                  <a:lnTo>
                    <a:pt x="470897" y="650884"/>
                  </a:lnTo>
                  <a:lnTo>
                    <a:pt x="438481" y="656385"/>
                  </a:lnTo>
                  <a:lnTo>
                    <a:pt x="406439" y="659087"/>
                  </a:lnTo>
                  <a:lnTo>
                    <a:pt x="374966" y="659042"/>
                  </a:lnTo>
                  <a:lnTo>
                    <a:pt x="344253" y="656316"/>
                  </a:lnTo>
                  <a:lnTo>
                    <a:pt x="314485" y="650987"/>
                  </a:lnTo>
                  <a:lnTo>
                    <a:pt x="285843" y="643142"/>
                  </a:lnTo>
                  <a:lnTo>
                    <a:pt x="258499" y="632883"/>
                  </a:lnTo>
                  <a:lnTo>
                    <a:pt x="232619" y="620319"/>
                  </a:lnTo>
                  <a:lnTo>
                    <a:pt x="200101" y="619339"/>
                  </a:lnTo>
                  <a:lnTo>
                    <a:pt x="171072" y="611486"/>
                  </a:lnTo>
                  <a:lnTo>
                    <a:pt x="146807" y="597871"/>
                  </a:lnTo>
                  <a:lnTo>
                    <a:pt x="128317" y="579825"/>
                  </a:lnTo>
                  <a:lnTo>
                    <a:pt x="116309" y="558838"/>
                  </a:lnTo>
                  <a:lnTo>
                    <a:pt x="104301" y="579825"/>
                  </a:lnTo>
                  <a:lnTo>
                    <a:pt x="85812" y="597871"/>
                  </a:lnTo>
                  <a:lnTo>
                    <a:pt x="61547" y="611486"/>
                  </a:lnTo>
                  <a:lnTo>
                    <a:pt x="32517" y="619339"/>
                  </a:lnTo>
                  <a:lnTo>
                    <a:pt x="0" y="620319"/>
                  </a:lnTo>
                  <a:lnTo>
                    <a:pt x="980" y="587801"/>
                  </a:lnTo>
                  <a:lnTo>
                    <a:pt x="8833" y="558771"/>
                  </a:lnTo>
                  <a:lnTo>
                    <a:pt x="22448" y="534507"/>
                  </a:lnTo>
                  <a:lnTo>
                    <a:pt x="40494" y="516017"/>
                  </a:lnTo>
                  <a:lnTo>
                    <a:pt x="61480" y="504009"/>
                  </a:lnTo>
                  <a:lnTo>
                    <a:pt x="81002" y="494549"/>
                  </a:lnTo>
                  <a:lnTo>
                    <a:pt x="100482" y="494871"/>
                  </a:lnTo>
                  <a:lnTo>
                    <a:pt x="116309" y="504009"/>
                  </a:lnTo>
                </a:path>
              </a:pathLst>
            </a:custGeom>
            <a:ln w="24391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3619475" y="4813158"/>
              <a:ext cx="768743" cy="663300"/>
            </a:xfrm>
            <a:custGeom>
              <a:avLst/>
              <a:pathLst>
                <a:path w="768743" h="663300">
                  <a:moveTo>
                    <a:pt x="137848" y="453921"/>
                  </a:moveTo>
                  <a:lnTo>
                    <a:pt x="142434" y="422988"/>
                  </a:lnTo>
                  <a:lnTo>
                    <a:pt x="149227" y="392299"/>
                  </a:lnTo>
                  <a:lnTo>
                    <a:pt x="158214" y="361969"/>
                  </a:lnTo>
                  <a:lnTo>
                    <a:pt x="169376" y="332118"/>
                  </a:lnTo>
                  <a:lnTo>
                    <a:pt x="182689" y="302862"/>
                  </a:lnTo>
                  <a:lnTo>
                    <a:pt x="198123" y="274315"/>
                  </a:lnTo>
                  <a:lnTo>
                    <a:pt x="215645" y="246592"/>
                  </a:lnTo>
                  <a:lnTo>
                    <a:pt x="235212" y="219805"/>
                  </a:lnTo>
                  <a:lnTo>
                    <a:pt x="256780" y="194064"/>
                  </a:lnTo>
                  <a:lnTo>
                    <a:pt x="280296" y="169477"/>
                  </a:lnTo>
                  <a:lnTo>
                    <a:pt x="305706" y="146151"/>
                  </a:lnTo>
                  <a:lnTo>
                    <a:pt x="332947" y="124189"/>
                  </a:lnTo>
                  <a:lnTo>
                    <a:pt x="361953" y="103691"/>
                  </a:lnTo>
                  <a:lnTo>
                    <a:pt x="392653" y="84754"/>
                  </a:lnTo>
                  <a:lnTo>
                    <a:pt x="424972" y="67473"/>
                  </a:lnTo>
                  <a:lnTo>
                    <a:pt x="458829" y="51939"/>
                  </a:lnTo>
                  <a:lnTo>
                    <a:pt x="494140" y="38238"/>
                  </a:lnTo>
                  <a:lnTo>
                    <a:pt x="530815" y="26453"/>
                  </a:lnTo>
                  <a:lnTo>
                    <a:pt x="568761" y="16665"/>
                  </a:lnTo>
                  <a:lnTo>
                    <a:pt x="607882" y="8947"/>
                  </a:lnTo>
                  <a:lnTo>
                    <a:pt x="648078" y="3370"/>
                  </a:lnTo>
                  <a:lnTo>
                    <a:pt x="689244" y="0"/>
                  </a:lnTo>
                  <a:lnTo>
                    <a:pt x="705646" y="33779"/>
                  </a:lnTo>
                  <a:lnTo>
                    <a:pt x="720123" y="67880"/>
                  </a:lnTo>
                  <a:lnTo>
                    <a:pt x="732681" y="102198"/>
                  </a:lnTo>
                  <a:lnTo>
                    <a:pt x="743331" y="136630"/>
                  </a:lnTo>
                  <a:lnTo>
                    <a:pt x="752090" y="171072"/>
                  </a:lnTo>
                  <a:lnTo>
                    <a:pt x="758981" y="205426"/>
                  </a:lnTo>
                  <a:lnTo>
                    <a:pt x="764031" y="239593"/>
                  </a:lnTo>
                  <a:lnTo>
                    <a:pt x="767273" y="273477"/>
                  </a:lnTo>
                  <a:lnTo>
                    <a:pt x="768743" y="306985"/>
                  </a:lnTo>
                  <a:lnTo>
                    <a:pt x="768485" y="340027"/>
                  </a:lnTo>
                  <a:lnTo>
                    <a:pt x="766544" y="372516"/>
                  </a:lnTo>
                  <a:lnTo>
                    <a:pt x="762971" y="404367"/>
                  </a:lnTo>
                  <a:lnTo>
                    <a:pt x="757822" y="435502"/>
                  </a:lnTo>
                  <a:lnTo>
                    <a:pt x="751156" y="465842"/>
                  </a:lnTo>
                  <a:lnTo>
                    <a:pt x="743034" y="495316"/>
                  </a:lnTo>
                  <a:lnTo>
                    <a:pt x="733523" y="523855"/>
                  </a:lnTo>
                  <a:lnTo>
                    <a:pt x="722691" y="551395"/>
                  </a:lnTo>
                  <a:lnTo>
                    <a:pt x="693021" y="573208"/>
                  </a:lnTo>
                  <a:lnTo>
                    <a:pt x="662585" y="592692"/>
                  </a:lnTo>
                  <a:lnTo>
                    <a:pt x="631519" y="609825"/>
                  </a:lnTo>
                  <a:lnTo>
                    <a:pt x="599962" y="624587"/>
                  </a:lnTo>
                  <a:lnTo>
                    <a:pt x="568052" y="636968"/>
                  </a:lnTo>
                  <a:lnTo>
                    <a:pt x="535927" y="646965"/>
                  </a:lnTo>
                  <a:lnTo>
                    <a:pt x="503724" y="654582"/>
                  </a:lnTo>
                  <a:lnTo>
                    <a:pt x="471580" y="659831"/>
                  </a:lnTo>
                  <a:lnTo>
                    <a:pt x="439630" y="662728"/>
                  </a:lnTo>
                  <a:lnTo>
                    <a:pt x="408011" y="663300"/>
                  </a:lnTo>
                  <a:lnTo>
                    <a:pt x="376853" y="661577"/>
                  </a:lnTo>
                  <a:lnTo>
                    <a:pt x="346288" y="657600"/>
                  </a:lnTo>
                  <a:lnTo>
                    <a:pt x="316444" y="651413"/>
                  </a:lnTo>
                  <a:lnTo>
                    <a:pt x="287447" y="643069"/>
                  </a:lnTo>
                  <a:lnTo>
                    <a:pt x="259418" y="632625"/>
                  </a:lnTo>
                  <a:lnTo>
                    <a:pt x="232478" y="620147"/>
                  </a:lnTo>
                  <a:lnTo>
                    <a:pt x="206741" y="605706"/>
                  </a:lnTo>
                  <a:lnTo>
                    <a:pt x="182320" y="589377"/>
                  </a:lnTo>
                  <a:lnTo>
                    <a:pt x="159322" y="571244"/>
                  </a:lnTo>
                  <a:lnTo>
                    <a:pt x="137848" y="551395"/>
                  </a:lnTo>
                  <a:lnTo>
                    <a:pt x="137848" y="551395"/>
                  </a:lnTo>
                  <a:lnTo>
                    <a:pt x="134799" y="570650"/>
                  </a:lnTo>
                  <a:lnTo>
                    <a:pt x="125800" y="588476"/>
                  </a:lnTo>
                  <a:lnTo>
                    <a:pt x="111297" y="603505"/>
                  </a:lnTo>
                  <a:lnTo>
                    <a:pt x="92013" y="614481"/>
                  </a:lnTo>
                  <a:lnTo>
                    <a:pt x="68924" y="620319"/>
                  </a:lnTo>
                  <a:lnTo>
                    <a:pt x="74762" y="597230"/>
                  </a:lnTo>
                  <a:lnTo>
                    <a:pt x="85738" y="577946"/>
                  </a:lnTo>
                  <a:lnTo>
                    <a:pt x="100767" y="563443"/>
                  </a:lnTo>
                  <a:lnTo>
                    <a:pt x="118594" y="554444"/>
                  </a:lnTo>
                  <a:lnTo>
                    <a:pt x="137848" y="551395"/>
                  </a:lnTo>
                  <a:lnTo>
                    <a:pt x="116270" y="549507"/>
                  </a:lnTo>
                  <a:lnTo>
                    <a:pt x="95185" y="543872"/>
                  </a:lnTo>
                  <a:lnTo>
                    <a:pt x="75080" y="534576"/>
                  </a:lnTo>
                  <a:lnTo>
                    <a:pt x="56430" y="521761"/>
                  </a:lnTo>
                  <a:lnTo>
                    <a:pt x="39691" y="505623"/>
                  </a:lnTo>
                  <a:lnTo>
                    <a:pt x="25295" y="486412"/>
                  </a:lnTo>
                  <a:lnTo>
                    <a:pt x="13644" y="464426"/>
                  </a:lnTo>
                  <a:lnTo>
                    <a:pt x="5103" y="440008"/>
                  </a:lnTo>
                  <a:lnTo>
                    <a:pt x="0" y="413546"/>
                  </a:lnTo>
                </a:path>
              </a:pathLst>
            </a:custGeom>
            <a:ln w="24391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3524704" y="5045332"/>
              <a:ext cx="780910" cy="552562"/>
            </a:xfrm>
            <a:custGeom>
              <a:avLst/>
              <a:pathLst>
                <a:path w="780910" h="552562">
                  <a:moveTo>
                    <a:pt x="232619" y="99904"/>
                  </a:moveTo>
                  <a:lnTo>
                    <a:pt x="249688" y="80576"/>
                  </a:lnTo>
                  <a:lnTo>
                    <a:pt x="269506" y="62667"/>
                  </a:lnTo>
                  <a:lnTo>
                    <a:pt x="291953" y="46470"/>
                  </a:lnTo>
                  <a:lnTo>
                    <a:pt x="316876" y="32267"/>
                  </a:lnTo>
                  <a:lnTo>
                    <a:pt x="344100" y="20329"/>
                  </a:lnTo>
                  <a:lnTo>
                    <a:pt x="373421" y="10907"/>
                  </a:lnTo>
                  <a:lnTo>
                    <a:pt x="404613" y="4238"/>
                  </a:lnTo>
                  <a:lnTo>
                    <a:pt x="437424" y="538"/>
                  </a:lnTo>
                  <a:lnTo>
                    <a:pt x="471585" y="0"/>
                  </a:lnTo>
                  <a:lnTo>
                    <a:pt x="506806" y="2792"/>
                  </a:lnTo>
                  <a:lnTo>
                    <a:pt x="542779" y="9061"/>
                  </a:lnTo>
                  <a:lnTo>
                    <a:pt x="567254" y="22760"/>
                  </a:lnTo>
                  <a:lnTo>
                    <a:pt x="591184" y="38303"/>
                  </a:lnTo>
                  <a:lnTo>
                    <a:pt x="614433" y="55674"/>
                  </a:lnTo>
                  <a:lnTo>
                    <a:pt x="636868" y="74844"/>
                  </a:lnTo>
                  <a:lnTo>
                    <a:pt x="658354" y="95778"/>
                  </a:lnTo>
                  <a:lnTo>
                    <a:pt x="678761" y="118429"/>
                  </a:lnTo>
                  <a:lnTo>
                    <a:pt x="697957" y="142741"/>
                  </a:lnTo>
                  <a:lnTo>
                    <a:pt x="715817" y="168650"/>
                  </a:lnTo>
                  <a:lnTo>
                    <a:pt x="732217" y="196081"/>
                  </a:lnTo>
                  <a:lnTo>
                    <a:pt x="747038" y="224950"/>
                  </a:lnTo>
                  <a:lnTo>
                    <a:pt x="760165" y="255165"/>
                  </a:lnTo>
                  <a:lnTo>
                    <a:pt x="771490" y="286625"/>
                  </a:lnTo>
                  <a:lnTo>
                    <a:pt x="780910" y="319221"/>
                  </a:lnTo>
                  <a:lnTo>
                    <a:pt x="750956" y="346386"/>
                  </a:lnTo>
                  <a:lnTo>
                    <a:pt x="719742" y="370419"/>
                  </a:lnTo>
                  <a:lnTo>
                    <a:pt x="687513" y="391269"/>
                  </a:lnTo>
                  <a:lnTo>
                    <a:pt x="654516" y="408897"/>
                  </a:lnTo>
                  <a:lnTo>
                    <a:pt x="620998" y="423286"/>
                  </a:lnTo>
                  <a:lnTo>
                    <a:pt x="587209" y="434434"/>
                  </a:lnTo>
                  <a:lnTo>
                    <a:pt x="553393" y="442354"/>
                  </a:lnTo>
                  <a:lnTo>
                    <a:pt x="519795" y="447080"/>
                  </a:lnTo>
                  <a:lnTo>
                    <a:pt x="486655" y="448658"/>
                  </a:lnTo>
                  <a:lnTo>
                    <a:pt x="454208" y="447155"/>
                  </a:lnTo>
                  <a:lnTo>
                    <a:pt x="422685" y="442650"/>
                  </a:lnTo>
                  <a:lnTo>
                    <a:pt x="392307" y="435240"/>
                  </a:lnTo>
                  <a:lnTo>
                    <a:pt x="363291" y="425036"/>
                  </a:lnTo>
                  <a:lnTo>
                    <a:pt x="335842" y="412163"/>
                  </a:lnTo>
                  <a:lnTo>
                    <a:pt x="310159" y="396761"/>
                  </a:lnTo>
                  <a:lnTo>
                    <a:pt x="293542" y="410398"/>
                  </a:lnTo>
                  <a:lnTo>
                    <a:pt x="274584" y="420531"/>
                  </a:lnTo>
                  <a:lnTo>
                    <a:pt x="254013" y="426772"/>
                  </a:lnTo>
                  <a:lnTo>
                    <a:pt x="232619" y="428879"/>
                  </a:lnTo>
                  <a:lnTo>
                    <a:pt x="220938" y="452737"/>
                  </a:lnTo>
                  <a:lnTo>
                    <a:pt x="205114" y="475209"/>
                  </a:lnTo>
                  <a:lnTo>
                    <a:pt x="185317" y="495757"/>
                  </a:lnTo>
                  <a:lnTo>
                    <a:pt x="161776" y="513861"/>
                  </a:lnTo>
                  <a:lnTo>
                    <a:pt x="134783" y="529031"/>
                  </a:lnTo>
                  <a:lnTo>
                    <a:pt x="104685" y="540810"/>
                  </a:lnTo>
                  <a:lnTo>
                    <a:pt x="71882" y="548778"/>
                  </a:lnTo>
                  <a:lnTo>
                    <a:pt x="36823" y="552562"/>
                  </a:lnTo>
                  <a:lnTo>
                    <a:pt x="0" y="551841"/>
                  </a:lnTo>
                  <a:lnTo>
                    <a:pt x="5320" y="520590"/>
                  </a:lnTo>
                  <a:lnTo>
                    <a:pt x="13497" y="490892"/>
                  </a:lnTo>
                  <a:lnTo>
                    <a:pt x="24357" y="462973"/>
                  </a:lnTo>
                  <a:lnTo>
                    <a:pt x="37714" y="437045"/>
                  </a:lnTo>
                  <a:lnTo>
                    <a:pt x="53363" y="413302"/>
                  </a:lnTo>
                  <a:lnTo>
                    <a:pt x="71085" y="391921"/>
                  </a:lnTo>
                  <a:lnTo>
                    <a:pt x="90652" y="373062"/>
                  </a:lnTo>
                  <a:lnTo>
                    <a:pt x="111820" y="356863"/>
                  </a:lnTo>
                  <a:lnTo>
                    <a:pt x="134338" y="343445"/>
                  </a:lnTo>
                  <a:lnTo>
                    <a:pt x="157946" y="332905"/>
                  </a:lnTo>
                  <a:lnTo>
                    <a:pt x="182377" y="325321"/>
                  </a:lnTo>
                  <a:lnTo>
                    <a:pt x="207360" y="320749"/>
                  </a:lnTo>
                  <a:lnTo>
                    <a:pt x="232619" y="319221"/>
                  </a:lnTo>
                  <a:lnTo>
                    <a:pt x="232619" y="319221"/>
                  </a:lnTo>
                </a:path>
              </a:pathLst>
            </a:custGeom>
            <a:ln w="24391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3724367" y="5209503"/>
              <a:ext cx="65912" cy="6591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4050515" y="5005449"/>
              <a:ext cx="65912" cy="6591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4411709" y="5331597"/>
              <a:ext cx="65912" cy="6591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3820293" y="5427522"/>
              <a:ext cx="65912" cy="6591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3724367" y="5385860"/>
              <a:ext cx="65912" cy="6591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3609257" y="5446708"/>
              <a:ext cx="65912" cy="6591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3688192" y="5331597"/>
              <a:ext cx="65912" cy="6591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3657219" y="5264449"/>
              <a:ext cx="65912" cy="6591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3724367" y="5108293"/>
              <a:ext cx="65912" cy="6591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4130395" y="4925569"/>
              <a:ext cx="65912" cy="6591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4298577" y="5331597"/>
              <a:ext cx="65912" cy="6591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3837153" y="5444382"/>
              <a:ext cx="65912" cy="6591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3724367" y="5331597"/>
              <a:ext cx="65912" cy="6591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3656696" y="5399268"/>
              <a:ext cx="65912" cy="6591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3660566" y="5331597"/>
              <a:ext cx="65912" cy="6591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3679253" y="5286482"/>
              <a:ext cx="65912" cy="6591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3724367" y="5331597"/>
              <a:ext cx="65912" cy="6591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3759814" y="5296150"/>
              <a:ext cx="65912" cy="6591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4676826" y="5331597"/>
              <a:ext cx="65912" cy="6591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3972495" y="5579725"/>
              <a:ext cx="65912" cy="6591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3724367" y="5431855"/>
              <a:ext cx="65912" cy="6591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3618027" y="5437937"/>
              <a:ext cx="65912" cy="6591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3573979" y="5331597"/>
              <a:ext cx="65912" cy="6591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3724367" y="5331597"/>
              <a:ext cx="65912" cy="6591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3724367" y="5331597"/>
              <a:ext cx="65912" cy="6591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4228377" y="4827587"/>
              <a:ext cx="65912" cy="6591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4327487" y="5331597"/>
              <a:ext cx="65912" cy="6591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3840677" y="5447907"/>
              <a:ext cx="65912" cy="6591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3724367" y="5386426"/>
              <a:ext cx="65912" cy="6591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3608058" y="5447907"/>
              <a:ext cx="65912" cy="6591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3669538" y="5331597"/>
              <a:ext cx="65912" cy="6591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3724367" y="5331597"/>
              <a:ext cx="65912" cy="6591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3724367" y="5234123"/>
              <a:ext cx="65912" cy="6591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4275763" y="4780201"/>
              <a:ext cx="65912" cy="6591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4309211" y="5331597"/>
              <a:ext cx="65912" cy="6591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3724367" y="5331597"/>
              <a:ext cx="65912" cy="6591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3724367" y="5331597"/>
              <a:ext cx="65912" cy="6591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3655443" y="5400521"/>
              <a:ext cx="65912" cy="6591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3724367" y="5331597"/>
              <a:ext cx="65912" cy="6591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3586519" y="5193748"/>
              <a:ext cx="65912" cy="6591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3724367" y="5112280"/>
              <a:ext cx="65912" cy="6591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4034527" y="5021437"/>
              <a:ext cx="65912" cy="6591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4272658" y="5331597"/>
              <a:ext cx="65912" cy="6591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3801907" y="5409137"/>
              <a:ext cx="65912" cy="6591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3724367" y="5441255"/>
              <a:ext cx="65912" cy="6591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3491748" y="5564217"/>
              <a:ext cx="65912" cy="6591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3724367" y="5331597"/>
              <a:ext cx="65912" cy="6591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3724367" y="5331597"/>
              <a:ext cx="65912" cy="6591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tx218"/>
            <p:cNvSpPr/>
            <p:nvPr/>
          </p:nvSpPr>
          <p:spPr>
            <a:xfrm>
              <a:off x="3640738" y="4146139"/>
              <a:ext cx="233172" cy="682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219" name="tx219"/>
            <p:cNvSpPr/>
            <p:nvPr/>
          </p:nvSpPr>
          <p:spPr>
            <a:xfrm>
              <a:off x="4388055" y="4493014"/>
              <a:ext cx="413400" cy="682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220" name="tx220"/>
            <p:cNvSpPr/>
            <p:nvPr/>
          </p:nvSpPr>
          <p:spPr>
            <a:xfrm>
              <a:off x="4846259" y="5330446"/>
              <a:ext cx="190743" cy="682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4380054" y="6167877"/>
              <a:ext cx="429402" cy="682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3632737" y="6514753"/>
              <a:ext cx="249174" cy="682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2697281" y="6167877"/>
              <a:ext cx="445221" cy="682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2465346" y="5330446"/>
              <a:ext cx="215341" cy="682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2705282" y="4493014"/>
              <a:ext cx="429219" cy="682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2213565" y="4984066"/>
              <a:ext cx="165232" cy="59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50" i="0" b="0">
                  <a:solidFill>
                    <a:srgbClr val="737373">
                      <a:alpha val="100000"/>
                    </a:srgbClr>
                  </a:solidFill>
                  <a:latin typeface="Arial"/>
                  <a:cs typeface="Arial"/>
                </a:rPr>
                <a:t>20%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2213565" y="4633160"/>
              <a:ext cx="165232" cy="59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50" i="0" b="0">
                  <a:solidFill>
                    <a:srgbClr val="737373">
                      <a:alpha val="100000"/>
                    </a:srgbClr>
                  </a:solidFill>
                  <a:latin typeface="Arial"/>
                  <a:cs typeface="Arial"/>
                </a:rPr>
                <a:t>40%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2213565" y="4282255"/>
              <a:ext cx="165232" cy="59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50" i="0" b="0">
                  <a:solidFill>
                    <a:srgbClr val="737373">
                      <a:alpha val="100000"/>
                    </a:srgbClr>
                  </a:solidFill>
                  <a:latin typeface="Arial"/>
                  <a:cs typeface="Arial"/>
                </a:rPr>
                <a:t>60%</a:t>
              </a:r>
            </a:p>
          </p:txBody>
        </p:sp>
        <p:sp>
          <p:nvSpPr>
            <p:cNvPr id="229" name="pl229"/>
            <p:cNvSpPr/>
            <p:nvPr/>
          </p:nvSpPr>
          <p:spPr>
            <a:xfrm>
              <a:off x="7174786" y="505855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7229612" y="5025597"/>
              <a:ext cx="65912" cy="6591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7174786" y="518095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7229612" y="5147997"/>
              <a:ext cx="65912" cy="6591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7174786" y="530335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7229612" y="5270397"/>
              <a:ext cx="65912" cy="6591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7174786" y="542575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7229612" y="5392797"/>
              <a:ext cx="65912" cy="6591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l237"/>
            <p:cNvSpPr/>
            <p:nvPr/>
          </p:nvSpPr>
          <p:spPr>
            <a:xfrm>
              <a:off x="7174786" y="554815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7229612" y="5515197"/>
              <a:ext cx="65912" cy="6591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7174786" y="567055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7229612" y="5637597"/>
              <a:ext cx="65912" cy="6591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tx241"/>
            <p:cNvSpPr/>
            <p:nvPr/>
          </p:nvSpPr>
          <p:spPr>
            <a:xfrm>
              <a:off x="7441885" y="5026732"/>
              <a:ext cx="1512326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Passeriformes (388 records, 222 spp.)</a:t>
              </a:r>
            </a:p>
          </p:txBody>
        </p:sp>
        <p:sp>
          <p:nvSpPr>
            <p:cNvPr id="242" name="tx242"/>
            <p:cNvSpPr/>
            <p:nvPr/>
          </p:nvSpPr>
          <p:spPr>
            <a:xfrm>
              <a:off x="7441885" y="5149132"/>
              <a:ext cx="1428109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Accipitriformes (55 records, 22 spp.)</a:t>
              </a:r>
            </a:p>
          </p:txBody>
        </p:sp>
        <p:sp>
          <p:nvSpPr>
            <p:cNvPr id="243" name="tx243"/>
            <p:cNvSpPr/>
            <p:nvPr/>
          </p:nvSpPr>
          <p:spPr>
            <a:xfrm>
              <a:off x="7441885" y="5271532"/>
              <a:ext cx="1368948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Anseriformes (35 records, 16 spp.)</a:t>
              </a:r>
            </a:p>
          </p:txBody>
        </p:sp>
        <p:sp>
          <p:nvSpPr>
            <p:cNvPr id="244" name="tx244"/>
            <p:cNvSpPr/>
            <p:nvPr/>
          </p:nvSpPr>
          <p:spPr>
            <a:xfrm>
              <a:off x="7441885" y="5393932"/>
              <a:ext cx="147776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Charadriiformes (32 records, 18 spp.)</a:t>
              </a:r>
            </a:p>
          </p:txBody>
        </p:sp>
        <p:sp>
          <p:nvSpPr>
            <p:cNvPr id="245" name="tx245"/>
            <p:cNvSpPr/>
            <p:nvPr/>
          </p:nvSpPr>
          <p:spPr>
            <a:xfrm>
              <a:off x="7441885" y="5516332"/>
              <a:ext cx="1393637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Columbiformes (18 records, 9 spp.)</a:t>
              </a:r>
            </a:p>
          </p:txBody>
        </p:sp>
        <p:sp>
          <p:nvSpPr>
            <p:cNvPr id="246" name="tx246"/>
            <p:cNvSpPr/>
            <p:nvPr/>
          </p:nvSpPr>
          <p:spPr>
            <a:xfrm>
              <a:off x="7441885" y="5638732"/>
              <a:ext cx="1235445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Gruiformes (16 records, 9 spp.)</a:t>
              </a:r>
            </a:p>
          </p:txBody>
        </p:sp>
        <p:sp>
          <p:nvSpPr>
            <p:cNvPr id="247" name="tx247"/>
            <p:cNvSpPr/>
            <p:nvPr/>
          </p:nvSpPr>
          <p:spPr>
            <a:xfrm>
              <a:off x="272029" y="3944323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2026-09-24T14:01:43Z</dcterms:modified>
  <cp:category/>
</cp:coreProperties>
</file>