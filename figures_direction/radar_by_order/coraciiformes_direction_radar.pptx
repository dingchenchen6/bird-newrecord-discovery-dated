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47032" y="352497"/>
              <a:ext cx="8499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Coraciiformes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69913" y="732215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15, species = 8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98858" y="3212066"/>
              <a:ext cx="1333398" cy="914602"/>
            </a:xfrm>
            <a:custGeom>
              <a:avLst/>
              <a:pathLst>
                <a:path w="1333398" h="914602">
                  <a:moveTo>
                    <a:pt x="473141" y="355434"/>
                  </a:moveTo>
                  <a:lnTo>
                    <a:pt x="1172679" y="0"/>
                  </a:lnTo>
                  <a:lnTo>
                    <a:pt x="1333398" y="699537"/>
                  </a:lnTo>
                  <a:lnTo>
                    <a:pt x="625214" y="851611"/>
                  </a:lnTo>
                  <a:lnTo>
                    <a:pt x="473141" y="914602"/>
                  </a:lnTo>
                  <a:lnTo>
                    <a:pt x="321068" y="851611"/>
                  </a:lnTo>
                  <a:lnTo>
                    <a:pt x="0" y="699537"/>
                  </a:lnTo>
                  <a:lnTo>
                    <a:pt x="229823" y="456220"/>
                  </a:lnTo>
                  <a:lnTo>
                    <a:pt x="473141" y="355434"/>
                  </a:lnTo>
                </a:path>
              </a:pathLst>
            </a:custGeom>
            <a:ln w="31166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532231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36267" y="3176796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396987" y="3876334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88803" y="4028407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091398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84656" y="4028407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063588" y="3876334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293412" y="3633016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532231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2026-09-24T14:02:10Z</dcterms:modified>
  <cp:category/>
</cp:coreProperties>
</file>