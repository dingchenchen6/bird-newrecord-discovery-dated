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04787" y="352497"/>
              <a:ext cx="93442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48150" y="732215"/>
              <a:ext cx="12476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13, species = 11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08045" y="3233122"/>
              <a:ext cx="1042436" cy="1041118"/>
            </a:xfrm>
            <a:custGeom>
              <a:avLst/>
              <a:pathLst>
                <a:path w="1042436" h="1041118">
                  <a:moveTo>
                    <a:pt x="363954" y="314526"/>
                  </a:moveTo>
                  <a:lnTo>
                    <a:pt x="1042436" y="0"/>
                  </a:lnTo>
                  <a:lnTo>
                    <a:pt x="876800" y="678481"/>
                  </a:lnTo>
                  <a:lnTo>
                    <a:pt x="621310" y="935836"/>
                  </a:lnTo>
                  <a:lnTo>
                    <a:pt x="363954" y="893545"/>
                  </a:lnTo>
                  <a:lnTo>
                    <a:pt x="1318" y="1041118"/>
                  </a:lnTo>
                  <a:lnTo>
                    <a:pt x="0" y="678481"/>
                  </a:lnTo>
                  <a:lnTo>
                    <a:pt x="106599" y="421126"/>
                  </a:lnTo>
                  <a:lnTo>
                    <a:pt x="363954" y="314526"/>
                  </a:lnTo>
                </a:path>
              </a:pathLst>
            </a:custGeom>
            <a:ln w="31166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512379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15211" y="3197852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49575" y="3876334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794084" y="4133689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74093" y="4238970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72774" y="3876334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279374" y="3618979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512379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2026-09-24T14:02:13Z</dcterms:modified>
  <cp:category/>
</cp:coreProperties>
</file>