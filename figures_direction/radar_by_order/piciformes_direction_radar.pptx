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48851" y="352497"/>
              <a:ext cx="64629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69913" y="732215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10, species = 7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83060" y="3212066"/>
              <a:ext cx="1278235" cy="914602"/>
            </a:xfrm>
            <a:custGeom>
              <a:avLst/>
              <a:pathLst>
                <a:path w="1278235" h="914602">
                  <a:moveTo>
                    <a:pt x="288939" y="290915"/>
                  </a:moveTo>
                  <a:lnTo>
                    <a:pt x="988477" y="0"/>
                  </a:lnTo>
                  <a:lnTo>
                    <a:pt x="1278235" y="699537"/>
                  </a:lnTo>
                  <a:lnTo>
                    <a:pt x="441012" y="851611"/>
                  </a:lnTo>
                  <a:lnTo>
                    <a:pt x="288939" y="914602"/>
                  </a:lnTo>
                  <a:lnTo>
                    <a:pt x="136866" y="851611"/>
                  </a:lnTo>
                  <a:lnTo>
                    <a:pt x="73875" y="699537"/>
                  </a:lnTo>
                  <a:lnTo>
                    <a:pt x="0" y="410598"/>
                  </a:lnTo>
                  <a:lnTo>
                    <a:pt x="288939" y="290915"/>
                  </a:lnTo>
                </a:path>
              </a:pathLst>
            </a:custGeom>
            <a:ln w="31166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46771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36267" y="3176796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526025" y="3876334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47790" y="3587394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467711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2026-09-24T14:02:16Z</dcterms:modified>
  <cp:category/>
</cp:coreProperties>
</file>