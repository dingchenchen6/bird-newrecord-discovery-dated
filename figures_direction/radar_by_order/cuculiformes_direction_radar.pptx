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68200" y="352497"/>
              <a:ext cx="80759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Cuculiformes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73250" y="732215"/>
              <a:ext cx="1197498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11, species = 5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71079" y="3012988"/>
              <a:ext cx="1299536" cy="1113680"/>
            </a:xfrm>
            <a:custGeom>
              <a:avLst/>
              <a:pathLst>
                <a:path w="1299536" h="1113680">
                  <a:moveTo>
                    <a:pt x="400920" y="155666"/>
                  </a:moveTo>
                  <a:lnTo>
                    <a:pt x="1299536" y="0"/>
                  </a:lnTo>
                  <a:lnTo>
                    <a:pt x="615985" y="898615"/>
                  </a:lnTo>
                  <a:lnTo>
                    <a:pt x="552994" y="1050689"/>
                  </a:lnTo>
                  <a:lnTo>
                    <a:pt x="400920" y="1113680"/>
                  </a:lnTo>
                  <a:lnTo>
                    <a:pt x="248847" y="1050689"/>
                  </a:lnTo>
                  <a:lnTo>
                    <a:pt x="185856" y="898615"/>
                  </a:lnTo>
                  <a:lnTo>
                    <a:pt x="0" y="497694"/>
                  </a:lnTo>
                  <a:lnTo>
                    <a:pt x="400920" y="155666"/>
                  </a:lnTo>
                </a:path>
              </a:pathLst>
            </a:custGeom>
            <a:ln w="31166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133384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435345" y="2977718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51794" y="3876334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88803" y="402840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091398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84656" y="402840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21665" y="3876334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135808" y="3475413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133384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2026-09-24T14:02:15Z</dcterms:modified>
  <cp:category/>
</cp:coreProperties>
</file>