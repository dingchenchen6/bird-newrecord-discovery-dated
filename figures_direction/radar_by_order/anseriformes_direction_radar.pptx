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4589" y="352497"/>
              <a:ext cx="8148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44813" y="732215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35, species = 16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91028" y="3696540"/>
              <a:ext cx="1646778" cy="640869"/>
            </a:xfrm>
            <a:custGeom>
              <a:avLst/>
              <a:pathLst>
                <a:path w="1646778" h="640869">
                  <a:moveTo>
                    <a:pt x="380971" y="0"/>
                  </a:moveTo>
                  <a:lnTo>
                    <a:pt x="572149" y="23886"/>
                  </a:lnTo>
                  <a:lnTo>
                    <a:pt x="1646778" y="215064"/>
                  </a:lnTo>
                  <a:lnTo>
                    <a:pt x="806776" y="640869"/>
                  </a:lnTo>
                  <a:lnTo>
                    <a:pt x="380971" y="540733"/>
                  </a:lnTo>
                  <a:lnTo>
                    <a:pt x="111583" y="484451"/>
                  </a:lnTo>
                  <a:lnTo>
                    <a:pt x="0" y="215064"/>
                  </a:lnTo>
                  <a:lnTo>
                    <a:pt x="228897" y="62990"/>
                  </a:lnTo>
                  <a:lnTo>
                    <a:pt x="380971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727907" y="368515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802536" y="387633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962535" y="4302139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20200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67342" y="414572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55758" y="387633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2026-09-24T14:02:04Z</dcterms:modified>
  <cp:category/>
</cp:coreProperties>
</file>