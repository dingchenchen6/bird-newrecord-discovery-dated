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36334" y="352497"/>
              <a:ext cx="87133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Passeriformes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894612" y="732215"/>
              <a:ext cx="1354775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388, species = 222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92937" y="3399728"/>
              <a:ext cx="1252394" cy="790938"/>
            </a:xfrm>
            <a:custGeom>
              <a:avLst/>
              <a:pathLst>
                <a:path w="1252394" h="790938">
                  <a:moveTo>
                    <a:pt x="279062" y="162119"/>
                  </a:moveTo>
                  <a:lnTo>
                    <a:pt x="790938" y="0"/>
                  </a:lnTo>
                  <a:lnTo>
                    <a:pt x="1252394" y="511876"/>
                  </a:lnTo>
                  <a:lnTo>
                    <a:pt x="536960" y="769773"/>
                  </a:lnTo>
                  <a:lnTo>
                    <a:pt x="279062" y="786803"/>
                  </a:lnTo>
                  <a:lnTo>
                    <a:pt x="0" y="790938"/>
                  </a:lnTo>
                  <a:lnTo>
                    <a:pt x="24089" y="511876"/>
                  </a:lnTo>
                  <a:lnTo>
                    <a:pt x="52912" y="285725"/>
                  </a:lnTo>
                  <a:lnTo>
                    <a:pt x="279062" y="162119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526577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048605" y="3364458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510062" y="3876334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794627" y="4134231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151261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57667" y="415539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81756" y="3876334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310579" y="3650183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526577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2026-09-24T14:02:01Z</dcterms:modified>
  <cp:category/>
</cp:coreProperties>
</file>