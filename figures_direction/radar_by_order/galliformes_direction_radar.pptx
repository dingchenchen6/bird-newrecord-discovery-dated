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24299" y="352497"/>
              <a:ext cx="69540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Galliformes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95013" y="732215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9, species = 8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356935" y="3151237"/>
              <a:ext cx="975431" cy="1405560"/>
            </a:xfrm>
            <a:custGeom>
              <a:avLst/>
              <a:pathLst>
                <a:path w="975431" h="1405560">
                  <a:moveTo>
                    <a:pt x="215064" y="545302"/>
                  </a:moveTo>
                  <a:lnTo>
                    <a:pt x="975431" y="0"/>
                  </a:lnTo>
                  <a:lnTo>
                    <a:pt x="860257" y="760367"/>
                  </a:lnTo>
                  <a:lnTo>
                    <a:pt x="519211" y="1064514"/>
                  </a:lnTo>
                  <a:lnTo>
                    <a:pt x="215064" y="1405560"/>
                  </a:lnTo>
                  <a:lnTo>
                    <a:pt x="62990" y="912440"/>
                  </a:lnTo>
                  <a:lnTo>
                    <a:pt x="0" y="760367"/>
                  </a:lnTo>
                  <a:lnTo>
                    <a:pt x="62990" y="608293"/>
                  </a:lnTo>
                  <a:lnTo>
                    <a:pt x="215064" y="545302"/>
                  </a:lnTo>
                </a:path>
              </a:pathLst>
            </a:custGeom>
            <a:ln w="31166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661269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97096" y="3115966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181922" y="3876334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840876" y="4180480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521527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84656" y="4028407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21665" y="3876334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84656" y="3724260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661269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2026-09-24T14:02:19Z</dcterms:modified>
  <cp:category/>
</cp:coreProperties>
</file>