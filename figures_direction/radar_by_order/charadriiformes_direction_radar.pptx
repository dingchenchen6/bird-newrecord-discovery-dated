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83847" y="352497"/>
              <a:ext cx="97630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44813" y="732215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32, species = 18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91614" y="3203512"/>
              <a:ext cx="1160804" cy="988477"/>
            </a:xfrm>
            <a:custGeom>
              <a:avLst/>
              <a:pathLst>
                <a:path w="1160804" h="988477">
                  <a:moveTo>
                    <a:pt x="280385" y="493027"/>
                  </a:moveTo>
                  <a:lnTo>
                    <a:pt x="988477" y="0"/>
                  </a:lnTo>
                  <a:lnTo>
                    <a:pt x="1160804" y="708091"/>
                  </a:lnTo>
                  <a:lnTo>
                    <a:pt x="560770" y="988477"/>
                  </a:lnTo>
                  <a:lnTo>
                    <a:pt x="280385" y="983643"/>
                  </a:lnTo>
                  <a:lnTo>
                    <a:pt x="0" y="988477"/>
                  </a:lnTo>
                  <a:lnTo>
                    <a:pt x="4834" y="708091"/>
                  </a:lnTo>
                  <a:lnTo>
                    <a:pt x="128311" y="556018"/>
                  </a:lnTo>
                  <a:lnTo>
                    <a:pt x="280385" y="493027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44821" y="316824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417149" y="3876334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817115" y="415671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151885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56344" y="415671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61178" y="3876334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2026-09-24T14:02:06Z</dcterms:modified>
  <cp:category/>
</cp:coreProperties>
</file>