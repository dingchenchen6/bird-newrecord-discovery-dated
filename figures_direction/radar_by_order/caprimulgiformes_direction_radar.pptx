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31269" y="352497"/>
              <a:ext cx="108146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95013" y="732215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3, species = 3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356935" y="3051347"/>
              <a:ext cx="823358" cy="1720514"/>
            </a:xfrm>
            <a:custGeom>
              <a:avLst/>
              <a:pathLst>
                <a:path w="823358" h="1720514">
                  <a:moveTo>
                    <a:pt x="215064" y="0"/>
                  </a:moveTo>
                  <a:lnTo>
                    <a:pt x="823358" y="251963"/>
                  </a:lnTo>
                  <a:lnTo>
                    <a:pt x="430128" y="860257"/>
                  </a:lnTo>
                  <a:lnTo>
                    <a:pt x="367137" y="1012330"/>
                  </a:lnTo>
                  <a:lnTo>
                    <a:pt x="215064" y="1720514"/>
                  </a:lnTo>
                  <a:lnTo>
                    <a:pt x="62990" y="1012330"/>
                  </a:lnTo>
                  <a:lnTo>
                    <a:pt x="0" y="860257"/>
                  </a:lnTo>
                  <a:lnTo>
                    <a:pt x="62990" y="708183"/>
                  </a:lnTo>
                  <a:lnTo>
                    <a:pt x="215064" y="0"/>
                  </a:lnTo>
                </a:path>
              </a:pathLst>
            </a:custGeom>
            <a:ln w="31166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016076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45023" y="3268040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51794" y="3876334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688803" y="402840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736591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84656" y="402840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21665" y="3876334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84656" y="3724260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016076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2026-07-27T13:25:15Z</dcterms:modified>
  <cp:category/>
</cp:coreProperties>
</file>