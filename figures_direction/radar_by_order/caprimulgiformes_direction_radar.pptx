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965208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1034797"/>
              <a:ext cx="9004821" cy="57536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07546" y="69589"/>
              <a:ext cx="8928906" cy="965208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031269" y="352497"/>
              <a:ext cx="1081460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Caprimulgiformes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3995013" y="732215"/>
              <a:ext cx="1153972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3, species = 3</a:t>
              </a:r>
            </a:p>
          </p:txBody>
        </p:sp>
        <p:sp>
          <p:nvSpPr>
            <p:cNvPr id="10" name="rc10"/>
            <p:cNvSpPr/>
            <p:nvPr/>
          </p:nvSpPr>
          <p:spPr>
            <a:xfrm>
              <a:off x="1023438" y="1072755"/>
              <a:ext cx="7097122" cy="567769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tx11"/>
            <p:cNvSpPr/>
            <p:nvPr/>
          </p:nvSpPr>
          <p:spPr>
            <a:xfrm>
              <a:off x="2351142" y="5624284"/>
              <a:ext cx="472013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1870343" y="3875439"/>
              <a:ext cx="228417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13" name="tx13"/>
            <p:cNvSpPr/>
            <p:nvPr/>
          </p:nvSpPr>
          <p:spPr>
            <a:xfrm>
              <a:off x="2368150" y="2126595"/>
              <a:ext cx="45500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14" name="pl14"/>
            <p:cNvSpPr/>
            <p:nvPr/>
          </p:nvSpPr>
          <p:spPr>
            <a:xfrm>
              <a:off x="4356943" y="3696542"/>
              <a:ext cx="430120" cy="430124"/>
            </a:xfrm>
            <a:custGeom>
              <a:avLst/>
              <a:pathLst>
                <a:path w="430120" h="430124">
                  <a:moveTo>
                    <a:pt x="430120" y="215062"/>
                  </a:moveTo>
                  <a:lnTo>
                    <a:pt x="430087" y="211298"/>
                  </a:lnTo>
                  <a:lnTo>
                    <a:pt x="429988" y="207535"/>
                  </a:lnTo>
                  <a:lnTo>
                    <a:pt x="429824" y="203775"/>
                  </a:lnTo>
                  <a:lnTo>
                    <a:pt x="429593" y="200018"/>
                  </a:lnTo>
                  <a:lnTo>
                    <a:pt x="429297" y="196266"/>
                  </a:lnTo>
                  <a:lnTo>
                    <a:pt x="428935" y="192519"/>
                  </a:lnTo>
                  <a:lnTo>
                    <a:pt x="428508" y="188779"/>
                  </a:lnTo>
                  <a:lnTo>
                    <a:pt x="428015" y="185048"/>
                  </a:lnTo>
                  <a:lnTo>
                    <a:pt x="427457" y="181325"/>
                  </a:lnTo>
                  <a:lnTo>
                    <a:pt x="426834" y="177613"/>
                  </a:lnTo>
                  <a:lnTo>
                    <a:pt x="426147" y="173913"/>
                  </a:lnTo>
                  <a:lnTo>
                    <a:pt x="425394" y="170225"/>
                  </a:lnTo>
                  <a:lnTo>
                    <a:pt x="424577" y="166550"/>
                  </a:lnTo>
                  <a:lnTo>
                    <a:pt x="423696" y="162891"/>
                  </a:lnTo>
                  <a:lnTo>
                    <a:pt x="422751" y="159248"/>
                  </a:lnTo>
                  <a:lnTo>
                    <a:pt x="421742" y="155621"/>
                  </a:lnTo>
                  <a:lnTo>
                    <a:pt x="420671" y="152013"/>
                  </a:lnTo>
                  <a:lnTo>
                    <a:pt x="419536" y="148424"/>
                  </a:lnTo>
                  <a:lnTo>
                    <a:pt x="418338" y="144856"/>
                  </a:lnTo>
                  <a:lnTo>
                    <a:pt x="417078" y="141309"/>
                  </a:lnTo>
                  <a:lnTo>
                    <a:pt x="415757" y="137785"/>
                  </a:lnTo>
                  <a:lnTo>
                    <a:pt x="414373" y="134284"/>
                  </a:lnTo>
                  <a:lnTo>
                    <a:pt x="412929" y="130808"/>
                  </a:lnTo>
                  <a:lnTo>
                    <a:pt x="411424" y="127358"/>
                  </a:lnTo>
                  <a:lnTo>
                    <a:pt x="409859" y="123935"/>
                  </a:lnTo>
                  <a:lnTo>
                    <a:pt x="408235" y="120540"/>
                  </a:lnTo>
                  <a:lnTo>
                    <a:pt x="406551" y="117173"/>
                  </a:lnTo>
                  <a:lnTo>
                    <a:pt x="404808" y="113837"/>
                  </a:lnTo>
                  <a:lnTo>
                    <a:pt x="403008" y="110531"/>
                  </a:lnTo>
                  <a:lnTo>
                    <a:pt x="401150" y="107258"/>
                  </a:lnTo>
                  <a:lnTo>
                    <a:pt x="399235" y="104018"/>
                  </a:lnTo>
                  <a:lnTo>
                    <a:pt x="397263" y="100811"/>
                  </a:lnTo>
                  <a:lnTo>
                    <a:pt x="395236" y="97640"/>
                  </a:lnTo>
                  <a:lnTo>
                    <a:pt x="393153" y="94505"/>
                  </a:lnTo>
                  <a:lnTo>
                    <a:pt x="391016" y="91406"/>
                  </a:lnTo>
                  <a:lnTo>
                    <a:pt x="388825" y="88346"/>
                  </a:lnTo>
                  <a:lnTo>
                    <a:pt x="386580" y="85324"/>
                  </a:lnTo>
                  <a:lnTo>
                    <a:pt x="384284" y="82342"/>
                  </a:lnTo>
                  <a:lnTo>
                    <a:pt x="381935" y="79401"/>
                  </a:lnTo>
                  <a:lnTo>
                    <a:pt x="379535" y="76501"/>
                  </a:lnTo>
                  <a:lnTo>
                    <a:pt x="377085" y="73644"/>
                  </a:lnTo>
                  <a:lnTo>
                    <a:pt x="374585" y="70830"/>
                  </a:lnTo>
                  <a:lnTo>
                    <a:pt x="372037" y="68060"/>
                  </a:lnTo>
                  <a:lnTo>
                    <a:pt x="369440" y="65335"/>
                  </a:lnTo>
                  <a:lnTo>
                    <a:pt x="366796" y="62656"/>
                  </a:lnTo>
                  <a:lnTo>
                    <a:pt x="364105" y="60024"/>
                  </a:lnTo>
                  <a:lnTo>
                    <a:pt x="361369" y="57439"/>
                  </a:lnTo>
                  <a:lnTo>
                    <a:pt x="358588" y="54902"/>
                  </a:lnTo>
                  <a:lnTo>
                    <a:pt x="355763" y="52415"/>
                  </a:lnTo>
                  <a:lnTo>
                    <a:pt x="352895" y="49977"/>
                  </a:lnTo>
                  <a:lnTo>
                    <a:pt x="349985" y="47590"/>
                  </a:lnTo>
                  <a:lnTo>
                    <a:pt x="347034" y="45255"/>
                  </a:lnTo>
                  <a:lnTo>
                    <a:pt x="344042" y="42971"/>
                  </a:lnTo>
                  <a:lnTo>
                    <a:pt x="341010" y="40740"/>
                  </a:lnTo>
                  <a:lnTo>
                    <a:pt x="337940" y="38562"/>
                  </a:lnTo>
                  <a:lnTo>
                    <a:pt x="334832" y="36439"/>
                  </a:lnTo>
                  <a:lnTo>
                    <a:pt x="331688" y="34370"/>
                  </a:lnTo>
                  <a:lnTo>
                    <a:pt x="328508" y="32356"/>
                  </a:lnTo>
                  <a:lnTo>
                    <a:pt x="325293" y="30399"/>
                  </a:lnTo>
                  <a:lnTo>
                    <a:pt x="322044" y="28498"/>
                  </a:lnTo>
                  <a:lnTo>
                    <a:pt x="318763" y="26654"/>
                  </a:lnTo>
                  <a:lnTo>
                    <a:pt x="315449" y="24868"/>
                  </a:lnTo>
                  <a:lnTo>
                    <a:pt x="312105" y="23140"/>
                  </a:lnTo>
                  <a:lnTo>
                    <a:pt x="308732" y="21471"/>
                  </a:lnTo>
                  <a:lnTo>
                    <a:pt x="305329" y="19861"/>
                  </a:lnTo>
                  <a:lnTo>
                    <a:pt x="301899" y="18311"/>
                  </a:lnTo>
                  <a:lnTo>
                    <a:pt x="298443" y="16821"/>
                  </a:lnTo>
                  <a:lnTo>
                    <a:pt x="294960" y="15392"/>
                  </a:lnTo>
                  <a:lnTo>
                    <a:pt x="291454" y="14025"/>
                  </a:lnTo>
                  <a:lnTo>
                    <a:pt x="287924" y="12718"/>
                  </a:lnTo>
                  <a:lnTo>
                    <a:pt x="284371" y="11474"/>
                  </a:lnTo>
                  <a:lnTo>
                    <a:pt x="280798" y="10292"/>
                  </a:lnTo>
                  <a:lnTo>
                    <a:pt x="277204" y="9173"/>
                  </a:lnTo>
                  <a:lnTo>
                    <a:pt x="273591" y="8117"/>
                  </a:lnTo>
                  <a:lnTo>
                    <a:pt x="269961" y="7124"/>
                  </a:lnTo>
                  <a:lnTo>
                    <a:pt x="266313" y="6195"/>
                  </a:lnTo>
                  <a:lnTo>
                    <a:pt x="262650" y="5330"/>
                  </a:lnTo>
                  <a:lnTo>
                    <a:pt x="258972" y="4529"/>
                  </a:lnTo>
                  <a:lnTo>
                    <a:pt x="255281" y="3793"/>
                  </a:lnTo>
                  <a:lnTo>
                    <a:pt x="251577" y="3121"/>
                  </a:lnTo>
                  <a:lnTo>
                    <a:pt x="247862" y="2514"/>
                  </a:lnTo>
                  <a:lnTo>
                    <a:pt x="244137" y="1973"/>
                  </a:lnTo>
                  <a:lnTo>
                    <a:pt x="240404" y="1496"/>
                  </a:lnTo>
                  <a:lnTo>
                    <a:pt x="236662" y="1086"/>
                  </a:lnTo>
                  <a:lnTo>
                    <a:pt x="232914" y="740"/>
                  </a:lnTo>
                  <a:lnTo>
                    <a:pt x="229161" y="460"/>
                  </a:lnTo>
                  <a:lnTo>
                    <a:pt x="225403" y="246"/>
                  </a:lnTo>
                  <a:lnTo>
                    <a:pt x="221642" y="98"/>
                  </a:lnTo>
                  <a:lnTo>
                    <a:pt x="217879" y="16"/>
                  </a:lnTo>
                  <a:lnTo>
                    <a:pt x="214115" y="0"/>
                  </a:lnTo>
                  <a:lnTo>
                    <a:pt x="210351" y="49"/>
                  </a:lnTo>
                  <a:lnTo>
                    <a:pt x="206589" y="164"/>
                  </a:lnTo>
                  <a:lnTo>
                    <a:pt x="202829" y="345"/>
                  </a:lnTo>
                  <a:lnTo>
                    <a:pt x="199073" y="592"/>
                  </a:lnTo>
                  <a:lnTo>
                    <a:pt x="195322" y="905"/>
                  </a:lnTo>
                  <a:lnTo>
                    <a:pt x="191577" y="1283"/>
                  </a:lnTo>
                  <a:lnTo>
                    <a:pt x="187839" y="1726"/>
                  </a:lnTo>
                  <a:lnTo>
                    <a:pt x="184110" y="2235"/>
                  </a:lnTo>
                  <a:lnTo>
                    <a:pt x="180390" y="2810"/>
                  </a:lnTo>
                  <a:lnTo>
                    <a:pt x="176681" y="3449"/>
                  </a:lnTo>
                  <a:lnTo>
                    <a:pt x="172983" y="4153"/>
                  </a:lnTo>
                  <a:lnTo>
                    <a:pt x="169299" y="4921"/>
                  </a:lnTo>
                  <a:lnTo>
                    <a:pt x="165628" y="5754"/>
                  </a:lnTo>
                  <a:lnTo>
                    <a:pt x="161972" y="6651"/>
                  </a:lnTo>
                  <a:lnTo>
                    <a:pt x="158333" y="7612"/>
                  </a:lnTo>
                  <a:lnTo>
                    <a:pt x="154711" y="8637"/>
                  </a:lnTo>
                  <a:lnTo>
                    <a:pt x="151108" y="9725"/>
                  </a:lnTo>
                  <a:lnTo>
                    <a:pt x="147524" y="10875"/>
                  </a:lnTo>
                  <a:lnTo>
                    <a:pt x="143961" y="12088"/>
                  </a:lnTo>
                  <a:lnTo>
                    <a:pt x="140420" y="13364"/>
                  </a:lnTo>
                  <a:lnTo>
                    <a:pt x="136901" y="14701"/>
                  </a:lnTo>
                  <a:lnTo>
                    <a:pt x="133407" y="16099"/>
                  </a:lnTo>
                  <a:lnTo>
                    <a:pt x="129937" y="17559"/>
                  </a:lnTo>
                  <a:lnTo>
                    <a:pt x="126493" y="19079"/>
                  </a:lnTo>
                  <a:lnTo>
                    <a:pt x="123077" y="20658"/>
                  </a:lnTo>
                  <a:lnTo>
                    <a:pt x="119689" y="22298"/>
                  </a:lnTo>
                  <a:lnTo>
                    <a:pt x="116330" y="23997"/>
                  </a:lnTo>
                  <a:lnTo>
                    <a:pt x="113001" y="25754"/>
                  </a:lnTo>
                  <a:lnTo>
                    <a:pt x="109704" y="27569"/>
                  </a:lnTo>
                  <a:lnTo>
                    <a:pt x="106439" y="29441"/>
                  </a:lnTo>
                  <a:lnTo>
                    <a:pt x="103207" y="31370"/>
                  </a:lnTo>
                  <a:lnTo>
                    <a:pt x="100009" y="33356"/>
                  </a:lnTo>
                  <a:lnTo>
                    <a:pt x="96847" y="35397"/>
                  </a:lnTo>
                  <a:lnTo>
                    <a:pt x="93720" y="37494"/>
                  </a:lnTo>
                  <a:lnTo>
                    <a:pt x="90631" y="39644"/>
                  </a:lnTo>
                  <a:lnTo>
                    <a:pt x="87581" y="41849"/>
                  </a:lnTo>
                  <a:lnTo>
                    <a:pt x="84569" y="44106"/>
                  </a:lnTo>
                  <a:lnTo>
                    <a:pt x="81597" y="46416"/>
                  </a:lnTo>
                  <a:lnTo>
                    <a:pt x="78666" y="48777"/>
                  </a:lnTo>
                  <a:lnTo>
                    <a:pt x="75776" y="51190"/>
                  </a:lnTo>
                  <a:lnTo>
                    <a:pt x="72930" y="53653"/>
                  </a:lnTo>
                  <a:lnTo>
                    <a:pt x="70127" y="56165"/>
                  </a:lnTo>
                  <a:lnTo>
                    <a:pt x="67368" y="58725"/>
                  </a:lnTo>
                  <a:lnTo>
                    <a:pt x="64655" y="61334"/>
                  </a:lnTo>
                  <a:lnTo>
                    <a:pt x="61987" y="63990"/>
                  </a:lnTo>
                  <a:lnTo>
                    <a:pt x="59367" y="66692"/>
                  </a:lnTo>
                  <a:lnTo>
                    <a:pt x="56794" y="69439"/>
                  </a:lnTo>
                  <a:lnTo>
                    <a:pt x="54270" y="72231"/>
                  </a:lnTo>
                  <a:lnTo>
                    <a:pt x="51795" y="75067"/>
                  </a:lnTo>
                  <a:lnTo>
                    <a:pt x="49370" y="77946"/>
                  </a:lnTo>
                  <a:lnTo>
                    <a:pt x="46995" y="80866"/>
                  </a:lnTo>
                  <a:lnTo>
                    <a:pt x="44673" y="83828"/>
                  </a:lnTo>
                  <a:lnTo>
                    <a:pt x="42402" y="86830"/>
                  </a:lnTo>
                  <a:lnTo>
                    <a:pt x="40184" y="89871"/>
                  </a:lnTo>
                  <a:lnTo>
                    <a:pt x="38020" y="92951"/>
                  </a:lnTo>
                  <a:lnTo>
                    <a:pt x="35910" y="96068"/>
                  </a:lnTo>
                  <a:lnTo>
                    <a:pt x="33855" y="99221"/>
                  </a:lnTo>
                  <a:lnTo>
                    <a:pt x="31855" y="102410"/>
                  </a:lnTo>
                  <a:lnTo>
                    <a:pt x="29912" y="105634"/>
                  </a:lnTo>
                  <a:lnTo>
                    <a:pt x="28025" y="108891"/>
                  </a:lnTo>
                  <a:lnTo>
                    <a:pt x="26196" y="112180"/>
                  </a:lnTo>
                  <a:lnTo>
                    <a:pt x="24424" y="115501"/>
                  </a:lnTo>
                  <a:lnTo>
                    <a:pt x="22711" y="118853"/>
                  </a:lnTo>
                  <a:lnTo>
                    <a:pt x="21057" y="122234"/>
                  </a:lnTo>
                  <a:lnTo>
                    <a:pt x="19462" y="125643"/>
                  </a:lnTo>
                  <a:lnTo>
                    <a:pt x="17927" y="129080"/>
                  </a:lnTo>
                  <a:lnTo>
                    <a:pt x="16452" y="132543"/>
                  </a:lnTo>
                  <a:lnTo>
                    <a:pt x="15038" y="136031"/>
                  </a:lnTo>
                  <a:lnTo>
                    <a:pt x="13686" y="139544"/>
                  </a:lnTo>
                  <a:lnTo>
                    <a:pt x="12395" y="143080"/>
                  </a:lnTo>
                  <a:lnTo>
                    <a:pt x="11166" y="146637"/>
                  </a:lnTo>
                  <a:lnTo>
                    <a:pt x="10000" y="150216"/>
                  </a:lnTo>
                  <a:lnTo>
                    <a:pt x="8897" y="153815"/>
                  </a:lnTo>
                  <a:lnTo>
                    <a:pt x="7856" y="157432"/>
                  </a:lnTo>
                  <a:lnTo>
                    <a:pt x="6880" y="161067"/>
                  </a:lnTo>
                  <a:lnTo>
                    <a:pt x="5967" y="164719"/>
                  </a:lnTo>
                  <a:lnTo>
                    <a:pt x="5117" y="168386"/>
                  </a:lnTo>
                  <a:lnTo>
                    <a:pt x="4333" y="172067"/>
                  </a:lnTo>
                  <a:lnTo>
                    <a:pt x="3613" y="175761"/>
                  </a:lnTo>
                  <a:lnTo>
                    <a:pt x="2957" y="179468"/>
                  </a:lnTo>
                  <a:lnTo>
                    <a:pt x="2367" y="183185"/>
                  </a:lnTo>
                  <a:lnTo>
                    <a:pt x="1841" y="186912"/>
                  </a:lnTo>
                  <a:lnTo>
                    <a:pt x="1381" y="190648"/>
                  </a:lnTo>
                  <a:lnTo>
                    <a:pt x="987" y="194392"/>
                  </a:lnTo>
                  <a:lnTo>
                    <a:pt x="658" y="198141"/>
                  </a:lnTo>
                  <a:lnTo>
                    <a:pt x="395" y="201896"/>
                  </a:lnTo>
                  <a:lnTo>
                    <a:pt x="197" y="205655"/>
                  </a:lnTo>
                  <a:lnTo>
                    <a:pt x="65" y="209416"/>
                  </a:lnTo>
                  <a:lnTo>
                    <a:pt x="0" y="213180"/>
                  </a:lnTo>
                  <a:lnTo>
                    <a:pt x="0" y="216944"/>
                  </a:lnTo>
                  <a:lnTo>
                    <a:pt x="65" y="220707"/>
                  </a:lnTo>
                  <a:lnTo>
                    <a:pt x="197" y="224469"/>
                  </a:lnTo>
                  <a:lnTo>
                    <a:pt x="395" y="228228"/>
                  </a:lnTo>
                  <a:lnTo>
                    <a:pt x="658" y="231982"/>
                  </a:lnTo>
                  <a:lnTo>
                    <a:pt x="987" y="235732"/>
                  </a:lnTo>
                  <a:lnTo>
                    <a:pt x="1381" y="239475"/>
                  </a:lnTo>
                  <a:lnTo>
                    <a:pt x="1841" y="243211"/>
                  </a:lnTo>
                  <a:lnTo>
                    <a:pt x="2367" y="246938"/>
                  </a:lnTo>
                  <a:lnTo>
                    <a:pt x="2957" y="250656"/>
                  </a:lnTo>
                  <a:lnTo>
                    <a:pt x="3613" y="254362"/>
                  </a:lnTo>
                  <a:lnTo>
                    <a:pt x="4333" y="258057"/>
                  </a:lnTo>
                  <a:lnTo>
                    <a:pt x="5117" y="261738"/>
                  </a:lnTo>
                  <a:lnTo>
                    <a:pt x="5967" y="265405"/>
                  </a:lnTo>
                  <a:lnTo>
                    <a:pt x="6880" y="269056"/>
                  </a:lnTo>
                  <a:lnTo>
                    <a:pt x="7856" y="272691"/>
                  </a:lnTo>
                  <a:lnTo>
                    <a:pt x="8897" y="276309"/>
                  </a:lnTo>
                  <a:lnTo>
                    <a:pt x="10000" y="279907"/>
                  </a:lnTo>
                  <a:lnTo>
                    <a:pt x="11166" y="283486"/>
                  </a:lnTo>
                  <a:lnTo>
                    <a:pt x="12395" y="287044"/>
                  </a:lnTo>
                  <a:lnTo>
                    <a:pt x="13686" y="290580"/>
                  </a:lnTo>
                  <a:lnTo>
                    <a:pt x="15038" y="294092"/>
                  </a:lnTo>
                  <a:lnTo>
                    <a:pt x="16452" y="297581"/>
                  </a:lnTo>
                  <a:lnTo>
                    <a:pt x="17927" y="301044"/>
                  </a:lnTo>
                  <a:lnTo>
                    <a:pt x="19462" y="304481"/>
                  </a:lnTo>
                  <a:lnTo>
                    <a:pt x="21057" y="307890"/>
                  </a:lnTo>
                  <a:lnTo>
                    <a:pt x="22711" y="311271"/>
                  </a:lnTo>
                  <a:lnTo>
                    <a:pt x="24424" y="314622"/>
                  </a:lnTo>
                  <a:lnTo>
                    <a:pt x="26196" y="317943"/>
                  </a:lnTo>
                  <a:lnTo>
                    <a:pt x="28025" y="321233"/>
                  </a:lnTo>
                  <a:lnTo>
                    <a:pt x="29912" y="324490"/>
                  </a:lnTo>
                  <a:lnTo>
                    <a:pt x="31855" y="327713"/>
                  </a:lnTo>
                  <a:lnTo>
                    <a:pt x="33855" y="330902"/>
                  </a:lnTo>
                  <a:lnTo>
                    <a:pt x="35910" y="334056"/>
                  </a:lnTo>
                  <a:lnTo>
                    <a:pt x="38020" y="337173"/>
                  </a:lnTo>
                  <a:lnTo>
                    <a:pt x="40184" y="340252"/>
                  </a:lnTo>
                  <a:lnTo>
                    <a:pt x="42402" y="343293"/>
                  </a:lnTo>
                  <a:lnTo>
                    <a:pt x="44673" y="346295"/>
                  </a:lnTo>
                  <a:lnTo>
                    <a:pt x="46995" y="349257"/>
                  </a:lnTo>
                  <a:lnTo>
                    <a:pt x="49370" y="352178"/>
                  </a:lnTo>
                  <a:lnTo>
                    <a:pt x="51795" y="355057"/>
                  </a:lnTo>
                  <a:lnTo>
                    <a:pt x="54270" y="357892"/>
                  </a:lnTo>
                  <a:lnTo>
                    <a:pt x="56794" y="360684"/>
                  </a:lnTo>
                  <a:lnTo>
                    <a:pt x="59367" y="363432"/>
                  </a:lnTo>
                  <a:lnTo>
                    <a:pt x="61987" y="366134"/>
                  </a:lnTo>
                  <a:lnTo>
                    <a:pt x="64655" y="368790"/>
                  </a:lnTo>
                  <a:lnTo>
                    <a:pt x="67368" y="371398"/>
                  </a:lnTo>
                  <a:lnTo>
                    <a:pt x="70127" y="373959"/>
                  </a:lnTo>
                  <a:lnTo>
                    <a:pt x="72930" y="376471"/>
                  </a:lnTo>
                  <a:lnTo>
                    <a:pt x="75776" y="378934"/>
                  </a:lnTo>
                  <a:lnTo>
                    <a:pt x="78666" y="381346"/>
                  </a:lnTo>
                  <a:lnTo>
                    <a:pt x="81597" y="383708"/>
                  </a:lnTo>
                  <a:lnTo>
                    <a:pt x="84569" y="386017"/>
                  </a:lnTo>
                  <a:lnTo>
                    <a:pt x="87581" y="388275"/>
                  </a:lnTo>
                  <a:lnTo>
                    <a:pt x="90631" y="390479"/>
                  </a:lnTo>
                  <a:lnTo>
                    <a:pt x="93720" y="392630"/>
                  </a:lnTo>
                  <a:lnTo>
                    <a:pt x="96847" y="394726"/>
                  </a:lnTo>
                  <a:lnTo>
                    <a:pt x="100009" y="396767"/>
                  </a:lnTo>
                  <a:lnTo>
                    <a:pt x="103207" y="398753"/>
                  </a:lnTo>
                  <a:lnTo>
                    <a:pt x="106439" y="400682"/>
                  </a:lnTo>
                  <a:lnTo>
                    <a:pt x="109704" y="402555"/>
                  </a:lnTo>
                  <a:lnTo>
                    <a:pt x="113001" y="404370"/>
                  </a:lnTo>
                  <a:lnTo>
                    <a:pt x="116330" y="406127"/>
                  </a:lnTo>
                  <a:lnTo>
                    <a:pt x="119689" y="407826"/>
                  </a:lnTo>
                  <a:lnTo>
                    <a:pt x="123077" y="409465"/>
                  </a:lnTo>
                  <a:lnTo>
                    <a:pt x="126493" y="411045"/>
                  </a:lnTo>
                  <a:lnTo>
                    <a:pt x="129937" y="412565"/>
                  </a:lnTo>
                  <a:lnTo>
                    <a:pt x="133407" y="414024"/>
                  </a:lnTo>
                  <a:lnTo>
                    <a:pt x="136901" y="415423"/>
                  </a:lnTo>
                  <a:lnTo>
                    <a:pt x="140420" y="416760"/>
                  </a:lnTo>
                  <a:lnTo>
                    <a:pt x="143961" y="418035"/>
                  </a:lnTo>
                  <a:lnTo>
                    <a:pt x="147524" y="419248"/>
                  </a:lnTo>
                  <a:lnTo>
                    <a:pt x="151108" y="420399"/>
                  </a:lnTo>
                  <a:lnTo>
                    <a:pt x="154711" y="421487"/>
                  </a:lnTo>
                  <a:lnTo>
                    <a:pt x="158333" y="422511"/>
                  </a:lnTo>
                  <a:lnTo>
                    <a:pt x="161972" y="423472"/>
                  </a:lnTo>
                  <a:lnTo>
                    <a:pt x="165628" y="424369"/>
                  </a:lnTo>
                  <a:lnTo>
                    <a:pt x="169299" y="425202"/>
                  </a:lnTo>
                  <a:lnTo>
                    <a:pt x="172983" y="425971"/>
                  </a:lnTo>
                  <a:lnTo>
                    <a:pt x="176681" y="426675"/>
                  </a:lnTo>
                  <a:lnTo>
                    <a:pt x="180390" y="427314"/>
                  </a:lnTo>
                  <a:lnTo>
                    <a:pt x="184110" y="427888"/>
                  </a:lnTo>
                  <a:lnTo>
                    <a:pt x="187839" y="428397"/>
                  </a:lnTo>
                  <a:lnTo>
                    <a:pt x="191577" y="428841"/>
                  </a:lnTo>
                  <a:lnTo>
                    <a:pt x="195322" y="429219"/>
                  </a:lnTo>
                  <a:lnTo>
                    <a:pt x="199073" y="429531"/>
                  </a:lnTo>
                  <a:lnTo>
                    <a:pt x="202829" y="429778"/>
                  </a:lnTo>
                  <a:lnTo>
                    <a:pt x="206589" y="429959"/>
                  </a:lnTo>
                  <a:lnTo>
                    <a:pt x="210351" y="430075"/>
                  </a:lnTo>
                  <a:lnTo>
                    <a:pt x="214115" y="430124"/>
                  </a:lnTo>
                  <a:lnTo>
                    <a:pt x="217879" y="430108"/>
                  </a:lnTo>
                  <a:lnTo>
                    <a:pt x="221642" y="430025"/>
                  </a:lnTo>
                  <a:lnTo>
                    <a:pt x="225403" y="429877"/>
                  </a:lnTo>
                  <a:lnTo>
                    <a:pt x="229161" y="429663"/>
                  </a:lnTo>
                  <a:lnTo>
                    <a:pt x="232914" y="429383"/>
                  </a:lnTo>
                  <a:lnTo>
                    <a:pt x="236662" y="429038"/>
                  </a:lnTo>
                  <a:lnTo>
                    <a:pt x="240404" y="428627"/>
                  </a:lnTo>
                  <a:lnTo>
                    <a:pt x="244137" y="428151"/>
                  </a:lnTo>
                  <a:lnTo>
                    <a:pt x="247862" y="427609"/>
                  </a:lnTo>
                  <a:lnTo>
                    <a:pt x="251577" y="427002"/>
                  </a:lnTo>
                  <a:lnTo>
                    <a:pt x="255281" y="426331"/>
                  </a:lnTo>
                  <a:lnTo>
                    <a:pt x="258972" y="425594"/>
                  </a:lnTo>
                  <a:lnTo>
                    <a:pt x="262650" y="424794"/>
                  </a:lnTo>
                  <a:lnTo>
                    <a:pt x="266313" y="423929"/>
                  </a:lnTo>
                  <a:lnTo>
                    <a:pt x="269961" y="423000"/>
                  </a:lnTo>
                  <a:lnTo>
                    <a:pt x="273591" y="422007"/>
                  </a:lnTo>
                  <a:lnTo>
                    <a:pt x="277204" y="420951"/>
                  </a:lnTo>
                  <a:lnTo>
                    <a:pt x="280798" y="419831"/>
                  </a:lnTo>
                  <a:lnTo>
                    <a:pt x="284371" y="418650"/>
                  </a:lnTo>
                  <a:lnTo>
                    <a:pt x="287924" y="417405"/>
                  </a:lnTo>
                  <a:lnTo>
                    <a:pt x="291454" y="416099"/>
                  </a:lnTo>
                  <a:lnTo>
                    <a:pt x="294960" y="414731"/>
                  </a:lnTo>
                  <a:lnTo>
                    <a:pt x="298443" y="413302"/>
                  </a:lnTo>
                  <a:lnTo>
                    <a:pt x="301899" y="411812"/>
                  </a:lnTo>
                  <a:lnTo>
                    <a:pt x="305329" y="410262"/>
                  </a:lnTo>
                  <a:lnTo>
                    <a:pt x="308732" y="408653"/>
                  </a:lnTo>
                  <a:lnTo>
                    <a:pt x="312105" y="406984"/>
                  </a:lnTo>
                  <a:lnTo>
                    <a:pt x="315449" y="405256"/>
                  </a:lnTo>
                  <a:lnTo>
                    <a:pt x="318763" y="403470"/>
                  </a:lnTo>
                  <a:lnTo>
                    <a:pt x="322044" y="401626"/>
                  </a:lnTo>
                  <a:lnTo>
                    <a:pt x="325293" y="399725"/>
                  </a:lnTo>
                  <a:lnTo>
                    <a:pt x="328508" y="397767"/>
                  </a:lnTo>
                  <a:lnTo>
                    <a:pt x="331688" y="395754"/>
                  </a:lnTo>
                  <a:lnTo>
                    <a:pt x="334832" y="393685"/>
                  </a:lnTo>
                  <a:lnTo>
                    <a:pt x="337940" y="391561"/>
                  </a:lnTo>
                  <a:lnTo>
                    <a:pt x="341010" y="389384"/>
                  </a:lnTo>
                  <a:lnTo>
                    <a:pt x="344042" y="387153"/>
                  </a:lnTo>
                  <a:lnTo>
                    <a:pt x="347034" y="384869"/>
                  </a:lnTo>
                  <a:lnTo>
                    <a:pt x="349985" y="382533"/>
                  </a:lnTo>
                  <a:lnTo>
                    <a:pt x="352895" y="380146"/>
                  </a:lnTo>
                  <a:lnTo>
                    <a:pt x="355763" y="377709"/>
                  </a:lnTo>
                  <a:lnTo>
                    <a:pt x="358588" y="375221"/>
                  </a:lnTo>
                  <a:lnTo>
                    <a:pt x="361369" y="372685"/>
                  </a:lnTo>
                  <a:lnTo>
                    <a:pt x="364105" y="370100"/>
                  </a:lnTo>
                  <a:lnTo>
                    <a:pt x="366796" y="367468"/>
                  </a:lnTo>
                  <a:lnTo>
                    <a:pt x="369440" y="364789"/>
                  </a:lnTo>
                  <a:lnTo>
                    <a:pt x="372037" y="362064"/>
                  </a:lnTo>
                  <a:lnTo>
                    <a:pt x="374585" y="359294"/>
                  </a:lnTo>
                  <a:lnTo>
                    <a:pt x="377085" y="356480"/>
                  </a:lnTo>
                  <a:lnTo>
                    <a:pt x="379535" y="353623"/>
                  </a:lnTo>
                  <a:lnTo>
                    <a:pt x="381935" y="350723"/>
                  </a:lnTo>
                  <a:lnTo>
                    <a:pt x="384284" y="347781"/>
                  </a:lnTo>
                  <a:lnTo>
                    <a:pt x="386580" y="344799"/>
                  </a:lnTo>
                  <a:lnTo>
                    <a:pt x="388825" y="341778"/>
                  </a:lnTo>
                  <a:lnTo>
                    <a:pt x="391016" y="338717"/>
                  </a:lnTo>
                  <a:lnTo>
                    <a:pt x="393153" y="335619"/>
                  </a:lnTo>
                  <a:lnTo>
                    <a:pt x="395236" y="332483"/>
                  </a:lnTo>
                  <a:lnTo>
                    <a:pt x="397263" y="329312"/>
                  </a:lnTo>
                  <a:lnTo>
                    <a:pt x="399235" y="326106"/>
                  </a:lnTo>
                  <a:lnTo>
                    <a:pt x="401150" y="322865"/>
                  </a:lnTo>
                  <a:lnTo>
                    <a:pt x="403008" y="319592"/>
                  </a:lnTo>
                  <a:lnTo>
                    <a:pt x="404808" y="316287"/>
                  </a:lnTo>
                  <a:lnTo>
                    <a:pt x="406551" y="312950"/>
                  </a:lnTo>
                  <a:lnTo>
                    <a:pt x="408235" y="309584"/>
                  </a:lnTo>
                  <a:lnTo>
                    <a:pt x="409859" y="306189"/>
                  </a:lnTo>
                  <a:lnTo>
                    <a:pt x="411424" y="302765"/>
                  </a:lnTo>
                  <a:lnTo>
                    <a:pt x="412929" y="299315"/>
                  </a:lnTo>
                  <a:lnTo>
                    <a:pt x="414373" y="295839"/>
                  </a:lnTo>
                  <a:lnTo>
                    <a:pt x="415757" y="292339"/>
                  </a:lnTo>
                  <a:lnTo>
                    <a:pt x="417078" y="288815"/>
                  </a:lnTo>
                  <a:lnTo>
                    <a:pt x="418338" y="285268"/>
                  </a:lnTo>
                  <a:lnTo>
                    <a:pt x="419536" y="281699"/>
                  </a:lnTo>
                  <a:lnTo>
                    <a:pt x="420671" y="278110"/>
                  </a:lnTo>
                  <a:lnTo>
                    <a:pt x="421742" y="274502"/>
                  </a:lnTo>
                  <a:lnTo>
                    <a:pt x="422751" y="270876"/>
                  </a:lnTo>
                  <a:lnTo>
                    <a:pt x="423696" y="267233"/>
                  </a:lnTo>
                  <a:lnTo>
                    <a:pt x="424577" y="263573"/>
                  </a:lnTo>
                  <a:lnTo>
                    <a:pt x="425394" y="259899"/>
                  </a:lnTo>
                  <a:lnTo>
                    <a:pt x="426147" y="256211"/>
                  </a:lnTo>
                  <a:lnTo>
                    <a:pt x="426834" y="252510"/>
                  </a:lnTo>
                  <a:lnTo>
                    <a:pt x="427457" y="248798"/>
                  </a:lnTo>
                  <a:lnTo>
                    <a:pt x="428015" y="245076"/>
                  </a:lnTo>
                  <a:lnTo>
                    <a:pt x="428508" y="241344"/>
                  </a:lnTo>
                  <a:lnTo>
                    <a:pt x="428935" y="237604"/>
                  </a:lnTo>
                  <a:lnTo>
                    <a:pt x="429297" y="233858"/>
                  </a:lnTo>
                  <a:lnTo>
                    <a:pt x="429593" y="230106"/>
                  </a:lnTo>
                  <a:lnTo>
                    <a:pt x="429824" y="226349"/>
                  </a:lnTo>
                  <a:lnTo>
                    <a:pt x="429988" y="222588"/>
                  </a:lnTo>
                  <a:lnTo>
                    <a:pt x="430087" y="218826"/>
                  </a:lnTo>
                  <a:lnTo>
                    <a:pt x="430120" y="21506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389191" y="2728761"/>
              <a:ext cx="2365662" cy="2365684"/>
            </a:xfrm>
            <a:custGeom>
              <a:avLst/>
              <a:pathLst>
                <a:path w="2365662" h="2365684">
                  <a:moveTo>
                    <a:pt x="2365662" y="1182842"/>
                  </a:moveTo>
                  <a:lnTo>
                    <a:pt x="2365481" y="1162141"/>
                  </a:lnTo>
                  <a:lnTo>
                    <a:pt x="2364937" y="1141446"/>
                  </a:lnTo>
                  <a:lnTo>
                    <a:pt x="2364032" y="1120764"/>
                  </a:lnTo>
                  <a:lnTo>
                    <a:pt x="2362764" y="1100101"/>
                  </a:lnTo>
                  <a:lnTo>
                    <a:pt x="2361135" y="1079463"/>
                  </a:lnTo>
                  <a:lnTo>
                    <a:pt x="2359146" y="1058857"/>
                  </a:lnTo>
                  <a:lnTo>
                    <a:pt x="2356796" y="1038289"/>
                  </a:lnTo>
                  <a:lnTo>
                    <a:pt x="2354086" y="1017765"/>
                  </a:lnTo>
                  <a:lnTo>
                    <a:pt x="2351018" y="997292"/>
                  </a:lnTo>
                  <a:lnTo>
                    <a:pt x="2347591" y="976875"/>
                  </a:lnTo>
                  <a:lnTo>
                    <a:pt x="2343808" y="956522"/>
                  </a:lnTo>
                  <a:lnTo>
                    <a:pt x="2339670" y="936238"/>
                  </a:lnTo>
                  <a:lnTo>
                    <a:pt x="2335177" y="916029"/>
                  </a:lnTo>
                  <a:lnTo>
                    <a:pt x="2330331" y="895903"/>
                  </a:lnTo>
                  <a:lnTo>
                    <a:pt x="2325133" y="875864"/>
                  </a:lnTo>
                  <a:lnTo>
                    <a:pt x="2319586" y="855919"/>
                  </a:lnTo>
                  <a:lnTo>
                    <a:pt x="2313690" y="836074"/>
                  </a:lnTo>
                  <a:lnTo>
                    <a:pt x="2307448" y="816336"/>
                  </a:lnTo>
                  <a:lnTo>
                    <a:pt x="2300862" y="796709"/>
                  </a:lnTo>
                  <a:lnTo>
                    <a:pt x="2293933" y="777202"/>
                  </a:lnTo>
                  <a:lnTo>
                    <a:pt x="2286664" y="757818"/>
                  </a:lnTo>
                  <a:lnTo>
                    <a:pt x="2279056" y="738564"/>
                  </a:lnTo>
                  <a:lnTo>
                    <a:pt x="2271113" y="719447"/>
                  </a:lnTo>
                  <a:lnTo>
                    <a:pt x="2262837" y="700471"/>
                  </a:lnTo>
                  <a:lnTo>
                    <a:pt x="2254229" y="681644"/>
                  </a:lnTo>
                  <a:lnTo>
                    <a:pt x="2245294" y="662970"/>
                  </a:lnTo>
                  <a:lnTo>
                    <a:pt x="2236033" y="644455"/>
                  </a:lnTo>
                  <a:lnTo>
                    <a:pt x="2226449" y="626105"/>
                  </a:lnTo>
                  <a:lnTo>
                    <a:pt x="2216546" y="607925"/>
                  </a:lnTo>
                  <a:lnTo>
                    <a:pt x="2206326" y="589922"/>
                  </a:lnTo>
                  <a:lnTo>
                    <a:pt x="2195792" y="572100"/>
                  </a:lnTo>
                  <a:lnTo>
                    <a:pt x="2184948" y="554465"/>
                  </a:lnTo>
                  <a:lnTo>
                    <a:pt x="2173798" y="537023"/>
                  </a:lnTo>
                  <a:lnTo>
                    <a:pt x="2162343" y="519778"/>
                  </a:lnTo>
                  <a:lnTo>
                    <a:pt x="2150589" y="502737"/>
                  </a:lnTo>
                  <a:lnTo>
                    <a:pt x="2138538" y="485904"/>
                  </a:lnTo>
                  <a:lnTo>
                    <a:pt x="2126195" y="469285"/>
                  </a:lnTo>
                  <a:lnTo>
                    <a:pt x="2113562" y="452884"/>
                  </a:lnTo>
                  <a:lnTo>
                    <a:pt x="2100645" y="436706"/>
                  </a:lnTo>
                  <a:lnTo>
                    <a:pt x="2087446" y="420758"/>
                  </a:lnTo>
                  <a:lnTo>
                    <a:pt x="2073970" y="405042"/>
                  </a:lnTo>
                  <a:lnTo>
                    <a:pt x="2060222" y="389565"/>
                  </a:lnTo>
                  <a:lnTo>
                    <a:pt x="2046204" y="374331"/>
                  </a:lnTo>
                  <a:lnTo>
                    <a:pt x="2031922" y="359344"/>
                  </a:lnTo>
                  <a:lnTo>
                    <a:pt x="2017380" y="344610"/>
                  </a:lnTo>
                  <a:lnTo>
                    <a:pt x="2002582" y="330133"/>
                  </a:lnTo>
                  <a:lnTo>
                    <a:pt x="1987533" y="315916"/>
                  </a:lnTo>
                  <a:lnTo>
                    <a:pt x="1972238" y="301966"/>
                  </a:lnTo>
                  <a:lnTo>
                    <a:pt x="1956701" y="288285"/>
                  </a:lnTo>
                  <a:lnTo>
                    <a:pt x="1940927" y="274878"/>
                  </a:lnTo>
                  <a:lnTo>
                    <a:pt x="1924920" y="261749"/>
                  </a:lnTo>
                  <a:lnTo>
                    <a:pt x="1908687" y="248902"/>
                  </a:lnTo>
                  <a:lnTo>
                    <a:pt x="1892231" y="236342"/>
                  </a:lnTo>
                  <a:lnTo>
                    <a:pt x="1875557" y="224071"/>
                  </a:lnTo>
                  <a:lnTo>
                    <a:pt x="1858672" y="212094"/>
                  </a:lnTo>
                  <a:lnTo>
                    <a:pt x="1841579" y="200415"/>
                  </a:lnTo>
                  <a:lnTo>
                    <a:pt x="1824285" y="189036"/>
                  </a:lnTo>
                  <a:lnTo>
                    <a:pt x="1806794" y="177962"/>
                  </a:lnTo>
                  <a:lnTo>
                    <a:pt x="1789112" y="167195"/>
                  </a:lnTo>
                  <a:lnTo>
                    <a:pt x="1771244" y="156740"/>
                  </a:lnTo>
                  <a:lnTo>
                    <a:pt x="1753196" y="146599"/>
                  </a:lnTo>
                  <a:lnTo>
                    <a:pt x="1734974" y="136775"/>
                  </a:lnTo>
                  <a:lnTo>
                    <a:pt x="1716582" y="127272"/>
                  </a:lnTo>
                  <a:lnTo>
                    <a:pt x="1698026" y="118092"/>
                  </a:lnTo>
                  <a:lnTo>
                    <a:pt x="1679313" y="109238"/>
                  </a:lnTo>
                  <a:lnTo>
                    <a:pt x="1660448" y="100713"/>
                  </a:lnTo>
                  <a:lnTo>
                    <a:pt x="1641437" y="92520"/>
                  </a:lnTo>
                  <a:lnTo>
                    <a:pt x="1622285" y="84660"/>
                  </a:lnTo>
                  <a:lnTo>
                    <a:pt x="1602998" y="77137"/>
                  </a:lnTo>
                  <a:lnTo>
                    <a:pt x="1583583" y="69953"/>
                  </a:lnTo>
                  <a:lnTo>
                    <a:pt x="1564045" y="63109"/>
                  </a:lnTo>
                  <a:lnTo>
                    <a:pt x="1544390" y="56609"/>
                  </a:lnTo>
                  <a:lnTo>
                    <a:pt x="1524624" y="50453"/>
                  </a:lnTo>
                  <a:lnTo>
                    <a:pt x="1504754" y="44644"/>
                  </a:lnTo>
                  <a:lnTo>
                    <a:pt x="1484785" y="39184"/>
                  </a:lnTo>
                  <a:lnTo>
                    <a:pt x="1464724" y="34075"/>
                  </a:lnTo>
                  <a:lnTo>
                    <a:pt x="1444576" y="29317"/>
                  </a:lnTo>
                  <a:lnTo>
                    <a:pt x="1424348" y="24912"/>
                  </a:lnTo>
                  <a:lnTo>
                    <a:pt x="1404046" y="20862"/>
                  </a:lnTo>
                  <a:lnTo>
                    <a:pt x="1383676" y="17168"/>
                  </a:lnTo>
                  <a:lnTo>
                    <a:pt x="1363245" y="13831"/>
                  </a:lnTo>
                  <a:lnTo>
                    <a:pt x="1342758" y="10853"/>
                  </a:lnTo>
                  <a:lnTo>
                    <a:pt x="1322223" y="8233"/>
                  </a:lnTo>
                  <a:lnTo>
                    <a:pt x="1301645" y="5973"/>
                  </a:lnTo>
                  <a:lnTo>
                    <a:pt x="1281030" y="4073"/>
                  </a:lnTo>
                  <a:lnTo>
                    <a:pt x="1260385" y="2535"/>
                  </a:lnTo>
                  <a:lnTo>
                    <a:pt x="1239717" y="1358"/>
                  </a:lnTo>
                  <a:lnTo>
                    <a:pt x="1219031" y="543"/>
                  </a:lnTo>
                  <a:lnTo>
                    <a:pt x="1198334" y="90"/>
                  </a:lnTo>
                  <a:lnTo>
                    <a:pt x="1177632" y="0"/>
                  </a:lnTo>
                  <a:lnTo>
                    <a:pt x="1156932" y="271"/>
                  </a:lnTo>
                  <a:lnTo>
                    <a:pt x="1136240" y="905"/>
                  </a:lnTo>
                  <a:lnTo>
                    <a:pt x="1115562" y="1901"/>
                  </a:lnTo>
                  <a:lnTo>
                    <a:pt x="1094905" y="3259"/>
                  </a:lnTo>
                  <a:lnTo>
                    <a:pt x="1074274" y="4978"/>
                  </a:lnTo>
                  <a:lnTo>
                    <a:pt x="1053677" y="7058"/>
                  </a:lnTo>
                  <a:lnTo>
                    <a:pt x="1033119" y="9498"/>
                  </a:lnTo>
                  <a:lnTo>
                    <a:pt x="1012608" y="12297"/>
                  </a:lnTo>
                  <a:lnTo>
                    <a:pt x="992148" y="15455"/>
                  </a:lnTo>
                  <a:lnTo>
                    <a:pt x="971747" y="18971"/>
                  </a:lnTo>
                  <a:lnTo>
                    <a:pt x="951410" y="22843"/>
                  </a:lnTo>
                  <a:lnTo>
                    <a:pt x="931144" y="27070"/>
                  </a:lnTo>
                  <a:lnTo>
                    <a:pt x="910956" y="31652"/>
                  </a:lnTo>
                  <a:lnTo>
                    <a:pt x="890850" y="36585"/>
                  </a:lnTo>
                  <a:lnTo>
                    <a:pt x="870834" y="41871"/>
                  </a:lnTo>
                  <a:lnTo>
                    <a:pt x="850914" y="47505"/>
                  </a:lnTo>
                  <a:lnTo>
                    <a:pt x="831095" y="53488"/>
                  </a:lnTo>
                  <a:lnTo>
                    <a:pt x="811384" y="59816"/>
                  </a:lnTo>
                  <a:lnTo>
                    <a:pt x="791787" y="66488"/>
                  </a:lnTo>
                  <a:lnTo>
                    <a:pt x="772310" y="73502"/>
                  </a:lnTo>
                  <a:lnTo>
                    <a:pt x="752958" y="80856"/>
                  </a:lnTo>
                  <a:lnTo>
                    <a:pt x="733738" y="88548"/>
                  </a:lnTo>
                  <a:lnTo>
                    <a:pt x="714656" y="96575"/>
                  </a:lnTo>
                  <a:lnTo>
                    <a:pt x="695716" y="104934"/>
                  </a:lnTo>
                  <a:lnTo>
                    <a:pt x="676927" y="113624"/>
                  </a:lnTo>
                  <a:lnTo>
                    <a:pt x="658292" y="122641"/>
                  </a:lnTo>
                  <a:lnTo>
                    <a:pt x="639817" y="131983"/>
                  </a:lnTo>
                  <a:lnTo>
                    <a:pt x="621509" y="141647"/>
                  </a:lnTo>
                  <a:lnTo>
                    <a:pt x="603373" y="151630"/>
                  </a:lnTo>
                  <a:lnTo>
                    <a:pt x="585415" y="161928"/>
                  </a:lnTo>
                  <a:lnTo>
                    <a:pt x="567639" y="172540"/>
                  </a:lnTo>
                  <a:lnTo>
                    <a:pt x="550052" y="183460"/>
                  </a:lnTo>
                  <a:lnTo>
                    <a:pt x="532659" y="194687"/>
                  </a:lnTo>
                  <a:lnTo>
                    <a:pt x="515465" y="206217"/>
                  </a:lnTo>
                  <a:lnTo>
                    <a:pt x="498475" y="218046"/>
                  </a:lnTo>
                  <a:lnTo>
                    <a:pt x="481695" y="230170"/>
                  </a:lnTo>
                  <a:lnTo>
                    <a:pt x="465130" y="242586"/>
                  </a:lnTo>
                  <a:lnTo>
                    <a:pt x="448784" y="255290"/>
                  </a:lnTo>
                  <a:lnTo>
                    <a:pt x="432664" y="268278"/>
                  </a:lnTo>
                  <a:lnTo>
                    <a:pt x="416773" y="281547"/>
                  </a:lnTo>
                  <a:lnTo>
                    <a:pt x="401116" y="295091"/>
                  </a:lnTo>
                  <a:lnTo>
                    <a:pt x="385700" y="308908"/>
                  </a:lnTo>
                  <a:lnTo>
                    <a:pt x="370527" y="322992"/>
                  </a:lnTo>
                  <a:lnTo>
                    <a:pt x="355603" y="337339"/>
                  </a:lnTo>
                  <a:lnTo>
                    <a:pt x="340933" y="351945"/>
                  </a:lnTo>
                  <a:lnTo>
                    <a:pt x="326520" y="366806"/>
                  </a:lnTo>
                  <a:lnTo>
                    <a:pt x="312370" y="381917"/>
                  </a:lnTo>
                  <a:lnTo>
                    <a:pt x="298486" y="397274"/>
                  </a:lnTo>
                  <a:lnTo>
                    <a:pt x="284873" y="412870"/>
                  </a:lnTo>
                  <a:lnTo>
                    <a:pt x="271535" y="428703"/>
                  </a:lnTo>
                  <a:lnTo>
                    <a:pt x="258477" y="444767"/>
                  </a:lnTo>
                  <a:lnTo>
                    <a:pt x="245701" y="461057"/>
                  </a:lnTo>
                  <a:lnTo>
                    <a:pt x="233213" y="477567"/>
                  </a:lnTo>
                  <a:lnTo>
                    <a:pt x="221015" y="494294"/>
                  </a:lnTo>
                  <a:lnTo>
                    <a:pt x="209112" y="511232"/>
                  </a:lnTo>
                  <a:lnTo>
                    <a:pt x="197508" y="528376"/>
                  </a:lnTo>
                  <a:lnTo>
                    <a:pt x="186205" y="545720"/>
                  </a:lnTo>
                  <a:lnTo>
                    <a:pt x="175207" y="563259"/>
                  </a:lnTo>
                  <a:lnTo>
                    <a:pt x="164518" y="580988"/>
                  </a:lnTo>
                  <a:lnTo>
                    <a:pt x="154141" y="598901"/>
                  </a:lnTo>
                  <a:lnTo>
                    <a:pt x="144079" y="616993"/>
                  </a:lnTo>
                  <a:lnTo>
                    <a:pt x="134335" y="635259"/>
                  </a:lnTo>
                  <a:lnTo>
                    <a:pt x="124912" y="653692"/>
                  </a:lnTo>
                  <a:lnTo>
                    <a:pt x="115814" y="672287"/>
                  </a:lnTo>
                  <a:lnTo>
                    <a:pt x="107042" y="691039"/>
                  </a:lnTo>
                  <a:lnTo>
                    <a:pt x="98600" y="709941"/>
                  </a:lnTo>
                  <a:lnTo>
                    <a:pt x="90489" y="728988"/>
                  </a:lnTo>
                  <a:lnTo>
                    <a:pt x="82714" y="748174"/>
                  </a:lnTo>
                  <a:lnTo>
                    <a:pt x="75275" y="767494"/>
                  </a:lnTo>
                  <a:lnTo>
                    <a:pt x="68176" y="786940"/>
                  </a:lnTo>
                  <a:lnTo>
                    <a:pt x="61418" y="806508"/>
                  </a:lnTo>
                  <a:lnTo>
                    <a:pt x="55003" y="826191"/>
                  </a:lnTo>
                  <a:lnTo>
                    <a:pt x="48934" y="845984"/>
                  </a:lnTo>
                  <a:lnTo>
                    <a:pt x="43213" y="865879"/>
                  </a:lnTo>
                  <a:lnTo>
                    <a:pt x="37840" y="885872"/>
                  </a:lnTo>
                  <a:lnTo>
                    <a:pt x="32818" y="905955"/>
                  </a:lnTo>
                  <a:lnTo>
                    <a:pt x="28148" y="926124"/>
                  </a:lnTo>
                  <a:lnTo>
                    <a:pt x="23832" y="946371"/>
                  </a:lnTo>
                  <a:lnTo>
                    <a:pt x="19871" y="966690"/>
                  </a:lnTo>
                  <a:lnTo>
                    <a:pt x="16267" y="987076"/>
                  </a:lnTo>
                  <a:lnTo>
                    <a:pt x="13019" y="1007522"/>
                  </a:lnTo>
                  <a:lnTo>
                    <a:pt x="10130" y="1028021"/>
                  </a:lnTo>
                  <a:lnTo>
                    <a:pt x="7600" y="1048568"/>
                  </a:lnTo>
                  <a:lnTo>
                    <a:pt x="5430" y="1069156"/>
                  </a:lnTo>
                  <a:lnTo>
                    <a:pt x="3621" y="1089778"/>
                  </a:lnTo>
                  <a:lnTo>
                    <a:pt x="2173" y="1110430"/>
                  </a:lnTo>
                  <a:lnTo>
                    <a:pt x="1086" y="1131103"/>
                  </a:lnTo>
                  <a:lnTo>
                    <a:pt x="362" y="1151792"/>
                  </a:lnTo>
                  <a:lnTo>
                    <a:pt x="0" y="1172491"/>
                  </a:lnTo>
                  <a:lnTo>
                    <a:pt x="0" y="1193193"/>
                  </a:lnTo>
                  <a:lnTo>
                    <a:pt x="362" y="1213892"/>
                  </a:lnTo>
                  <a:lnTo>
                    <a:pt x="1086" y="1234581"/>
                  </a:lnTo>
                  <a:lnTo>
                    <a:pt x="2173" y="1255254"/>
                  </a:lnTo>
                  <a:lnTo>
                    <a:pt x="3621" y="1275906"/>
                  </a:lnTo>
                  <a:lnTo>
                    <a:pt x="5430" y="1296528"/>
                  </a:lnTo>
                  <a:lnTo>
                    <a:pt x="7600" y="1317116"/>
                  </a:lnTo>
                  <a:lnTo>
                    <a:pt x="10130" y="1337663"/>
                  </a:lnTo>
                  <a:lnTo>
                    <a:pt x="13019" y="1358162"/>
                  </a:lnTo>
                  <a:lnTo>
                    <a:pt x="16267" y="1378608"/>
                  </a:lnTo>
                  <a:lnTo>
                    <a:pt x="19871" y="1398994"/>
                  </a:lnTo>
                  <a:lnTo>
                    <a:pt x="23832" y="1419313"/>
                  </a:lnTo>
                  <a:lnTo>
                    <a:pt x="28148" y="1439560"/>
                  </a:lnTo>
                  <a:lnTo>
                    <a:pt x="32818" y="1459728"/>
                  </a:lnTo>
                  <a:lnTo>
                    <a:pt x="37840" y="1479812"/>
                  </a:lnTo>
                  <a:lnTo>
                    <a:pt x="43213" y="1499805"/>
                  </a:lnTo>
                  <a:lnTo>
                    <a:pt x="48934" y="1519700"/>
                  </a:lnTo>
                  <a:lnTo>
                    <a:pt x="55003" y="1539493"/>
                  </a:lnTo>
                  <a:lnTo>
                    <a:pt x="61418" y="1559176"/>
                  </a:lnTo>
                  <a:lnTo>
                    <a:pt x="68176" y="1578743"/>
                  </a:lnTo>
                  <a:lnTo>
                    <a:pt x="75275" y="1598190"/>
                  </a:lnTo>
                  <a:lnTo>
                    <a:pt x="82714" y="1617509"/>
                  </a:lnTo>
                  <a:lnTo>
                    <a:pt x="90489" y="1636696"/>
                  </a:lnTo>
                  <a:lnTo>
                    <a:pt x="98600" y="1655743"/>
                  </a:lnTo>
                  <a:lnTo>
                    <a:pt x="107042" y="1674645"/>
                  </a:lnTo>
                  <a:lnTo>
                    <a:pt x="115814" y="1693397"/>
                  </a:lnTo>
                  <a:lnTo>
                    <a:pt x="124912" y="1711992"/>
                  </a:lnTo>
                  <a:lnTo>
                    <a:pt x="134335" y="1730425"/>
                  </a:lnTo>
                  <a:lnTo>
                    <a:pt x="144079" y="1748691"/>
                  </a:lnTo>
                  <a:lnTo>
                    <a:pt x="154141" y="1766783"/>
                  </a:lnTo>
                  <a:lnTo>
                    <a:pt x="164518" y="1784696"/>
                  </a:lnTo>
                  <a:lnTo>
                    <a:pt x="175207" y="1802425"/>
                  </a:lnTo>
                  <a:lnTo>
                    <a:pt x="186205" y="1819964"/>
                  </a:lnTo>
                  <a:lnTo>
                    <a:pt x="197508" y="1837308"/>
                  </a:lnTo>
                  <a:lnTo>
                    <a:pt x="209112" y="1854452"/>
                  </a:lnTo>
                  <a:lnTo>
                    <a:pt x="221015" y="1871390"/>
                  </a:lnTo>
                  <a:lnTo>
                    <a:pt x="233213" y="1888116"/>
                  </a:lnTo>
                  <a:lnTo>
                    <a:pt x="245701" y="1904627"/>
                  </a:lnTo>
                  <a:lnTo>
                    <a:pt x="258477" y="1920917"/>
                  </a:lnTo>
                  <a:lnTo>
                    <a:pt x="271535" y="1936981"/>
                  </a:lnTo>
                  <a:lnTo>
                    <a:pt x="284873" y="1952813"/>
                  </a:lnTo>
                  <a:lnTo>
                    <a:pt x="298486" y="1968410"/>
                  </a:lnTo>
                  <a:lnTo>
                    <a:pt x="312370" y="1983767"/>
                  </a:lnTo>
                  <a:lnTo>
                    <a:pt x="326520" y="1998877"/>
                  </a:lnTo>
                  <a:lnTo>
                    <a:pt x="340933" y="2013738"/>
                  </a:lnTo>
                  <a:lnTo>
                    <a:pt x="355603" y="2028345"/>
                  </a:lnTo>
                  <a:lnTo>
                    <a:pt x="370527" y="2042692"/>
                  </a:lnTo>
                  <a:lnTo>
                    <a:pt x="385700" y="2056776"/>
                  </a:lnTo>
                  <a:lnTo>
                    <a:pt x="401116" y="2070593"/>
                  </a:lnTo>
                  <a:lnTo>
                    <a:pt x="416773" y="2084137"/>
                  </a:lnTo>
                  <a:lnTo>
                    <a:pt x="432664" y="2097405"/>
                  </a:lnTo>
                  <a:lnTo>
                    <a:pt x="448784" y="2110394"/>
                  </a:lnTo>
                  <a:lnTo>
                    <a:pt x="465130" y="2123098"/>
                  </a:lnTo>
                  <a:lnTo>
                    <a:pt x="481695" y="2135514"/>
                  </a:lnTo>
                  <a:lnTo>
                    <a:pt x="498475" y="2147638"/>
                  </a:lnTo>
                  <a:lnTo>
                    <a:pt x="515465" y="2159467"/>
                  </a:lnTo>
                  <a:lnTo>
                    <a:pt x="532659" y="2170996"/>
                  </a:lnTo>
                  <a:lnTo>
                    <a:pt x="550052" y="2182223"/>
                  </a:lnTo>
                  <a:lnTo>
                    <a:pt x="567639" y="2193144"/>
                  </a:lnTo>
                  <a:lnTo>
                    <a:pt x="585415" y="2203756"/>
                  </a:lnTo>
                  <a:lnTo>
                    <a:pt x="603373" y="2214054"/>
                  </a:lnTo>
                  <a:lnTo>
                    <a:pt x="621509" y="2224037"/>
                  </a:lnTo>
                  <a:lnTo>
                    <a:pt x="639817" y="2233701"/>
                  </a:lnTo>
                  <a:lnTo>
                    <a:pt x="658292" y="2243043"/>
                  </a:lnTo>
                  <a:lnTo>
                    <a:pt x="676927" y="2252060"/>
                  </a:lnTo>
                  <a:lnTo>
                    <a:pt x="695716" y="2260750"/>
                  </a:lnTo>
                  <a:lnTo>
                    <a:pt x="714656" y="2269109"/>
                  </a:lnTo>
                  <a:lnTo>
                    <a:pt x="733738" y="2277136"/>
                  </a:lnTo>
                  <a:lnTo>
                    <a:pt x="752958" y="2284827"/>
                  </a:lnTo>
                  <a:lnTo>
                    <a:pt x="772310" y="2292181"/>
                  </a:lnTo>
                  <a:lnTo>
                    <a:pt x="791787" y="2299196"/>
                  </a:lnTo>
                  <a:lnTo>
                    <a:pt x="811384" y="2305868"/>
                  </a:lnTo>
                  <a:lnTo>
                    <a:pt x="831095" y="2312196"/>
                  </a:lnTo>
                  <a:lnTo>
                    <a:pt x="850914" y="2318179"/>
                  </a:lnTo>
                  <a:lnTo>
                    <a:pt x="870834" y="2323813"/>
                  </a:lnTo>
                  <a:lnTo>
                    <a:pt x="890850" y="2329098"/>
                  </a:lnTo>
                  <a:lnTo>
                    <a:pt x="910956" y="2334032"/>
                  </a:lnTo>
                  <a:lnTo>
                    <a:pt x="931144" y="2338614"/>
                  </a:lnTo>
                  <a:lnTo>
                    <a:pt x="951410" y="2342841"/>
                  </a:lnTo>
                  <a:lnTo>
                    <a:pt x="971747" y="2346713"/>
                  </a:lnTo>
                  <a:lnTo>
                    <a:pt x="992148" y="2350229"/>
                  </a:lnTo>
                  <a:lnTo>
                    <a:pt x="1012608" y="2353387"/>
                  </a:lnTo>
                  <a:lnTo>
                    <a:pt x="1033119" y="2356186"/>
                  </a:lnTo>
                  <a:lnTo>
                    <a:pt x="1053677" y="2358626"/>
                  </a:lnTo>
                  <a:lnTo>
                    <a:pt x="1074274" y="2360706"/>
                  </a:lnTo>
                  <a:lnTo>
                    <a:pt x="1094905" y="2362425"/>
                  </a:lnTo>
                  <a:lnTo>
                    <a:pt x="1115562" y="2363783"/>
                  </a:lnTo>
                  <a:lnTo>
                    <a:pt x="1136240" y="2364779"/>
                  </a:lnTo>
                  <a:lnTo>
                    <a:pt x="1156932" y="2365413"/>
                  </a:lnTo>
                  <a:lnTo>
                    <a:pt x="1177632" y="2365684"/>
                  </a:lnTo>
                  <a:lnTo>
                    <a:pt x="1198334" y="2365594"/>
                  </a:lnTo>
                  <a:lnTo>
                    <a:pt x="1219031" y="2365141"/>
                  </a:lnTo>
                  <a:lnTo>
                    <a:pt x="1239717" y="2364326"/>
                  </a:lnTo>
                  <a:lnTo>
                    <a:pt x="1260385" y="2363149"/>
                  </a:lnTo>
                  <a:lnTo>
                    <a:pt x="1281030" y="2361610"/>
                  </a:lnTo>
                  <a:lnTo>
                    <a:pt x="1301645" y="2359711"/>
                  </a:lnTo>
                  <a:lnTo>
                    <a:pt x="1322223" y="2357451"/>
                  </a:lnTo>
                  <a:lnTo>
                    <a:pt x="1342758" y="2354831"/>
                  </a:lnTo>
                  <a:lnTo>
                    <a:pt x="1363245" y="2351852"/>
                  </a:lnTo>
                  <a:lnTo>
                    <a:pt x="1383676" y="2348516"/>
                  </a:lnTo>
                  <a:lnTo>
                    <a:pt x="1404046" y="2344822"/>
                  </a:lnTo>
                  <a:lnTo>
                    <a:pt x="1424348" y="2340772"/>
                  </a:lnTo>
                  <a:lnTo>
                    <a:pt x="1444576" y="2336367"/>
                  </a:lnTo>
                  <a:lnTo>
                    <a:pt x="1464724" y="2331609"/>
                  </a:lnTo>
                  <a:lnTo>
                    <a:pt x="1484785" y="2326500"/>
                  </a:lnTo>
                  <a:lnTo>
                    <a:pt x="1504754" y="2321040"/>
                  </a:lnTo>
                  <a:lnTo>
                    <a:pt x="1524624" y="2315231"/>
                  </a:lnTo>
                  <a:lnTo>
                    <a:pt x="1544390" y="2309075"/>
                  </a:lnTo>
                  <a:lnTo>
                    <a:pt x="1564045" y="2302575"/>
                  </a:lnTo>
                  <a:lnTo>
                    <a:pt x="1583583" y="2295731"/>
                  </a:lnTo>
                  <a:lnTo>
                    <a:pt x="1602998" y="2288547"/>
                  </a:lnTo>
                  <a:lnTo>
                    <a:pt x="1622285" y="2281024"/>
                  </a:lnTo>
                  <a:lnTo>
                    <a:pt x="1641437" y="2273164"/>
                  </a:lnTo>
                  <a:lnTo>
                    <a:pt x="1660448" y="2264971"/>
                  </a:lnTo>
                  <a:lnTo>
                    <a:pt x="1679313" y="2256446"/>
                  </a:lnTo>
                  <a:lnTo>
                    <a:pt x="1698026" y="2247592"/>
                  </a:lnTo>
                  <a:lnTo>
                    <a:pt x="1716582" y="2238412"/>
                  </a:lnTo>
                  <a:lnTo>
                    <a:pt x="1734974" y="2228909"/>
                  </a:lnTo>
                  <a:lnTo>
                    <a:pt x="1753196" y="2219085"/>
                  </a:lnTo>
                  <a:lnTo>
                    <a:pt x="1771244" y="2208944"/>
                  </a:lnTo>
                  <a:lnTo>
                    <a:pt x="1789112" y="2198489"/>
                  </a:lnTo>
                  <a:lnTo>
                    <a:pt x="1806794" y="2187722"/>
                  </a:lnTo>
                  <a:lnTo>
                    <a:pt x="1824285" y="2176648"/>
                  </a:lnTo>
                  <a:lnTo>
                    <a:pt x="1841579" y="2165269"/>
                  </a:lnTo>
                  <a:lnTo>
                    <a:pt x="1858672" y="2153590"/>
                  </a:lnTo>
                  <a:lnTo>
                    <a:pt x="1875557" y="2141613"/>
                  </a:lnTo>
                  <a:lnTo>
                    <a:pt x="1892231" y="2129342"/>
                  </a:lnTo>
                  <a:lnTo>
                    <a:pt x="1908687" y="2116781"/>
                  </a:lnTo>
                  <a:lnTo>
                    <a:pt x="1924920" y="2103935"/>
                  </a:lnTo>
                  <a:lnTo>
                    <a:pt x="1940927" y="2090806"/>
                  </a:lnTo>
                  <a:lnTo>
                    <a:pt x="1956701" y="2077399"/>
                  </a:lnTo>
                  <a:lnTo>
                    <a:pt x="1972238" y="2063718"/>
                  </a:lnTo>
                  <a:lnTo>
                    <a:pt x="1987533" y="2049767"/>
                  </a:lnTo>
                  <a:lnTo>
                    <a:pt x="2002582" y="2035551"/>
                  </a:lnTo>
                  <a:lnTo>
                    <a:pt x="2017380" y="2021074"/>
                  </a:lnTo>
                  <a:lnTo>
                    <a:pt x="2031922" y="2006339"/>
                  </a:lnTo>
                  <a:lnTo>
                    <a:pt x="2046204" y="1991353"/>
                  </a:lnTo>
                  <a:lnTo>
                    <a:pt x="2060222" y="1976119"/>
                  </a:lnTo>
                  <a:lnTo>
                    <a:pt x="2073970" y="1960642"/>
                  </a:lnTo>
                  <a:lnTo>
                    <a:pt x="2087446" y="1944926"/>
                  </a:lnTo>
                  <a:lnTo>
                    <a:pt x="2100645" y="1928977"/>
                  </a:lnTo>
                  <a:lnTo>
                    <a:pt x="2113562" y="1912800"/>
                  </a:lnTo>
                  <a:lnTo>
                    <a:pt x="2126195" y="1896399"/>
                  </a:lnTo>
                  <a:lnTo>
                    <a:pt x="2138538" y="1879780"/>
                  </a:lnTo>
                  <a:lnTo>
                    <a:pt x="2150589" y="1862947"/>
                  </a:lnTo>
                  <a:lnTo>
                    <a:pt x="2162343" y="1845905"/>
                  </a:lnTo>
                  <a:lnTo>
                    <a:pt x="2173798" y="1828661"/>
                  </a:lnTo>
                  <a:lnTo>
                    <a:pt x="2184948" y="1811219"/>
                  </a:lnTo>
                  <a:lnTo>
                    <a:pt x="2195792" y="1793584"/>
                  </a:lnTo>
                  <a:lnTo>
                    <a:pt x="2206326" y="1775762"/>
                  </a:lnTo>
                  <a:lnTo>
                    <a:pt x="2216546" y="1757759"/>
                  </a:lnTo>
                  <a:lnTo>
                    <a:pt x="2226449" y="1739579"/>
                  </a:lnTo>
                  <a:lnTo>
                    <a:pt x="2236033" y="1721229"/>
                  </a:lnTo>
                  <a:lnTo>
                    <a:pt x="2245294" y="1702714"/>
                  </a:lnTo>
                  <a:lnTo>
                    <a:pt x="2254229" y="1684040"/>
                  </a:lnTo>
                  <a:lnTo>
                    <a:pt x="2262837" y="1665212"/>
                  </a:lnTo>
                  <a:lnTo>
                    <a:pt x="2271113" y="1646237"/>
                  </a:lnTo>
                  <a:lnTo>
                    <a:pt x="2279056" y="1627119"/>
                  </a:lnTo>
                  <a:lnTo>
                    <a:pt x="2286664" y="1607866"/>
                  </a:lnTo>
                  <a:lnTo>
                    <a:pt x="2293933" y="1588482"/>
                  </a:lnTo>
                  <a:lnTo>
                    <a:pt x="2300862" y="1568974"/>
                  </a:lnTo>
                  <a:lnTo>
                    <a:pt x="2307448" y="1549348"/>
                  </a:lnTo>
                  <a:lnTo>
                    <a:pt x="2313690" y="1529610"/>
                  </a:lnTo>
                  <a:lnTo>
                    <a:pt x="2319586" y="1509765"/>
                  </a:lnTo>
                  <a:lnTo>
                    <a:pt x="2325133" y="1489820"/>
                  </a:lnTo>
                  <a:lnTo>
                    <a:pt x="2330331" y="1469781"/>
                  </a:lnTo>
                  <a:lnTo>
                    <a:pt x="2335177" y="1449654"/>
                  </a:lnTo>
                  <a:lnTo>
                    <a:pt x="2339670" y="1429446"/>
                  </a:lnTo>
                  <a:lnTo>
                    <a:pt x="2343808" y="1409162"/>
                  </a:lnTo>
                  <a:lnTo>
                    <a:pt x="2347591" y="1388809"/>
                  </a:lnTo>
                  <a:lnTo>
                    <a:pt x="2351018" y="1368392"/>
                  </a:lnTo>
                  <a:lnTo>
                    <a:pt x="2354086" y="1347919"/>
                  </a:lnTo>
                  <a:lnTo>
                    <a:pt x="2356796" y="1327395"/>
                  </a:lnTo>
                  <a:lnTo>
                    <a:pt x="2359146" y="1306827"/>
                  </a:lnTo>
                  <a:lnTo>
                    <a:pt x="2361135" y="1286221"/>
                  </a:lnTo>
                  <a:lnTo>
                    <a:pt x="2362764" y="1265583"/>
                  </a:lnTo>
                  <a:lnTo>
                    <a:pt x="2364032" y="1244920"/>
                  </a:lnTo>
                  <a:lnTo>
                    <a:pt x="2364937" y="1224238"/>
                  </a:lnTo>
                  <a:lnTo>
                    <a:pt x="2365481" y="1203543"/>
                  </a:lnTo>
                  <a:lnTo>
                    <a:pt x="2365662" y="118284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421439" y="1760981"/>
              <a:ext cx="4301203" cy="4301245"/>
            </a:xfrm>
            <a:custGeom>
              <a:avLst/>
              <a:pathLst>
                <a:path w="4301203" h="4301245">
                  <a:moveTo>
                    <a:pt x="4301203" y="2150622"/>
                  </a:moveTo>
                  <a:lnTo>
                    <a:pt x="4300874" y="2112984"/>
                  </a:lnTo>
                  <a:lnTo>
                    <a:pt x="4299886" y="2075357"/>
                  </a:lnTo>
                  <a:lnTo>
                    <a:pt x="4298240" y="2037753"/>
                  </a:lnTo>
                  <a:lnTo>
                    <a:pt x="4295935" y="2000184"/>
                  </a:lnTo>
                  <a:lnTo>
                    <a:pt x="4292974" y="1962660"/>
                  </a:lnTo>
                  <a:lnTo>
                    <a:pt x="4289356" y="1925195"/>
                  </a:lnTo>
                  <a:lnTo>
                    <a:pt x="4285084" y="1887798"/>
                  </a:lnTo>
                  <a:lnTo>
                    <a:pt x="4280157" y="1850482"/>
                  </a:lnTo>
                  <a:lnTo>
                    <a:pt x="4274578" y="1813258"/>
                  </a:lnTo>
                  <a:lnTo>
                    <a:pt x="4268349" y="1776137"/>
                  </a:lnTo>
                  <a:lnTo>
                    <a:pt x="4261470" y="1739131"/>
                  </a:lnTo>
                  <a:lnTo>
                    <a:pt x="4253946" y="1702251"/>
                  </a:lnTo>
                  <a:lnTo>
                    <a:pt x="4245776" y="1665508"/>
                  </a:lnTo>
                  <a:lnTo>
                    <a:pt x="4236966" y="1628914"/>
                  </a:lnTo>
                  <a:lnTo>
                    <a:pt x="4227516" y="1592480"/>
                  </a:lnTo>
                  <a:lnTo>
                    <a:pt x="4217429" y="1556217"/>
                  </a:lnTo>
                  <a:lnTo>
                    <a:pt x="4206710" y="1520135"/>
                  </a:lnTo>
                  <a:lnTo>
                    <a:pt x="4195361" y="1484247"/>
                  </a:lnTo>
                  <a:lnTo>
                    <a:pt x="4183386" y="1448563"/>
                  </a:lnTo>
                  <a:lnTo>
                    <a:pt x="4170788" y="1413094"/>
                  </a:lnTo>
                  <a:lnTo>
                    <a:pt x="4157571" y="1377851"/>
                  </a:lnTo>
                  <a:lnTo>
                    <a:pt x="4143739" y="1342845"/>
                  </a:lnTo>
                  <a:lnTo>
                    <a:pt x="4129297" y="1308086"/>
                  </a:lnTo>
                  <a:lnTo>
                    <a:pt x="4114249" y="1273585"/>
                  </a:lnTo>
                  <a:lnTo>
                    <a:pt x="4098599" y="1239353"/>
                  </a:lnTo>
                  <a:lnTo>
                    <a:pt x="4082352" y="1205400"/>
                  </a:lnTo>
                  <a:lnTo>
                    <a:pt x="4065514" y="1171736"/>
                  </a:lnTo>
                  <a:lnTo>
                    <a:pt x="4048089" y="1138372"/>
                  </a:lnTo>
                  <a:lnTo>
                    <a:pt x="4030083" y="1105319"/>
                  </a:lnTo>
                  <a:lnTo>
                    <a:pt x="4011502" y="1072585"/>
                  </a:lnTo>
                  <a:lnTo>
                    <a:pt x="3992350" y="1040182"/>
                  </a:lnTo>
                  <a:lnTo>
                    <a:pt x="3972634" y="1008119"/>
                  </a:lnTo>
                  <a:lnTo>
                    <a:pt x="3952360" y="976406"/>
                  </a:lnTo>
                  <a:lnTo>
                    <a:pt x="3931534" y="945052"/>
                  </a:lnTo>
                  <a:lnTo>
                    <a:pt x="3910163" y="914068"/>
                  </a:lnTo>
                  <a:lnTo>
                    <a:pt x="3888252" y="883463"/>
                  </a:lnTo>
                  <a:lnTo>
                    <a:pt x="3865809" y="853245"/>
                  </a:lnTo>
                  <a:lnTo>
                    <a:pt x="3842841" y="823425"/>
                  </a:lnTo>
                  <a:lnTo>
                    <a:pt x="3819355" y="794012"/>
                  </a:lnTo>
                  <a:lnTo>
                    <a:pt x="3795357" y="765014"/>
                  </a:lnTo>
                  <a:lnTo>
                    <a:pt x="3770856" y="736441"/>
                  </a:lnTo>
                  <a:lnTo>
                    <a:pt x="3745858" y="708300"/>
                  </a:lnTo>
                  <a:lnTo>
                    <a:pt x="3720372" y="680602"/>
                  </a:lnTo>
                  <a:lnTo>
                    <a:pt x="3694404" y="653354"/>
                  </a:lnTo>
                  <a:lnTo>
                    <a:pt x="3667964" y="626564"/>
                  </a:lnTo>
                  <a:lnTo>
                    <a:pt x="3641059" y="600242"/>
                  </a:lnTo>
                  <a:lnTo>
                    <a:pt x="3613698" y="574394"/>
                  </a:lnTo>
                  <a:lnTo>
                    <a:pt x="3585888" y="549029"/>
                  </a:lnTo>
                  <a:lnTo>
                    <a:pt x="3557639" y="524155"/>
                  </a:lnTo>
                  <a:lnTo>
                    <a:pt x="3528958" y="499778"/>
                  </a:lnTo>
                  <a:lnTo>
                    <a:pt x="3499856" y="475908"/>
                  </a:lnTo>
                  <a:lnTo>
                    <a:pt x="3470340" y="452550"/>
                  </a:lnTo>
                  <a:lnTo>
                    <a:pt x="3440420" y="429713"/>
                  </a:lnTo>
                  <a:lnTo>
                    <a:pt x="3410105" y="407403"/>
                  </a:lnTo>
                  <a:lnTo>
                    <a:pt x="3379404" y="385626"/>
                  </a:lnTo>
                  <a:lnTo>
                    <a:pt x="3348326" y="364391"/>
                  </a:lnTo>
                  <a:lnTo>
                    <a:pt x="3316882" y="343702"/>
                  </a:lnTo>
                  <a:lnTo>
                    <a:pt x="3285080" y="323567"/>
                  </a:lnTo>
                  <a:lnTo>
                    <a:pt x="3252931" y="303991"/>
                  </a:lnTo>
                  <a:lnTo>
                    <a:pt x="3220444" y="284982"/>
                  </a:lnTo>
                  <a:lnTo>
                    <a:pt x="3187630" y="266543"/>
                  </a:lnTo>
                  <a:lnTo>
                    <a:pt x="3154498" y="248682"/>
                  </a:lnTo>
                  <a:lnTo>
                    <a:pt x="3121058" y="231404"/>
                  </a:lnTo>
                  <a:lnTo>
                    <a:pt x="3087321" y="214713"/>
                  </a:lnTo>
                  <a:lnTo>
                    <a:pt x="3053297" y="198615"/>
                  </a:lnTo>
                  <a:lnTo>
                    <a:pt x="3018997" y="183115"/>
                  </a:lnTo>
                  <a:lnTo>
                    <a:pt x="2984431" y="168218"/>
                  </a:lnTo>
                  <a:lnTo>
                    <a:pt x="2949609" y="153928"/>
                  </a:lnTo>
                  <a:lnTo>
                    <a:pt x="2914542" y="140250"/>
                  </a:lnTo>
                  <a:lnTo>
                    <a:pt x="2879242" y="127187"/>
                  </a:lnTo>
                  <a:lnTo>
                    <a:pt x="2843718" y="114744"/>
                  </a:lnTo>
                  <a:lnTo>
                    <a:pt x="2807982" y="102925"/>
                  </a:lnTo>
                  <a:lnTo>
                    <a:pt x="2772044" y="91733"/>
                  </a:lnTo>
                  <a:lnTo>
                    <a:pt x="2735917" y="81172"/>
                  </a:lnTo>
                  <a:lnTo>
                    <a:pt x="2699610" y="71245"/>
                  </a:lnTo>
                  <a:lnTo>
                    <a:pt x="2663134" y="61954"/>
                  </a:lnTo>
                  <a:lnTo>
                    <a:pt x="2626502" y="53303"/>
                  </a:lnTo>
                  <a:lnTo>
                    <a:pt x="2589724" y="45295"/>
                  </a:lnTo>
                  <a:lnTo>
                    <a:pt x="2552811" y="37932"/>
                  </a:lnTo>
                  <a:lnTo>
                    <a:pt x="2515775" y="31216"/>
                  </a:lnTo>
                  <a:lnTo>
                    <a:pt x="2478628" y="25149"/>
                  </a:lnTo>
                  <a:lnTo>
                    <a:pt x="2441379" y="19733"/>
                  </a:lnTo>
                  <a:lnTo>
                    <a:pt x="2404042" y="14969"/>
                  </a:lnTo>
                  <a:lnTo>
                    <a:pt x="2366627" y="10860"/>
                  </a:lnTo>
                  <a:lnTo>
                    <a:pt x="2329146" y="7406"/>
                  </a:lnTo>
                  <a:lnTo>
                    <a:pt x="2291610" y="4609"/>
                  </a:lnTo>
                  <a:lnTo>
                    <a:pt x="2254031" y="2469"/>
                  </a:lnTo>
                  <a:lnTo>
                    <a:pt x="2216421" y="988"/>
                  </a:lnTo>
                  <a:lnTo>
                    <a:pt x="2178790" y="164"/>
                  </a:lnTo>
                  <a:lnTo>
                    <a:pt x="2141150" y="0"/>
                  </a:lnTo>
                  <a:lnTo>
                    <a:pt x="2103514" y="494"/>
                  </a:lnTo>
                  <a:lnTo>
                    <a:pt x="2065891" y="1646"/>
                  </a:lnTo>
                  <a:lnTo>
                    <a:pt x="2028295" y="3457"/>
                  </a:lnTo>
                  <a:lnTo>
                    <a:pt x="1990736" y="5926"/>
                  </a:lnTo>
                  <a:lnTo>
                    <a:pt x="1953226" y="9051"/>
                  </a:lnTo>
                  <a:lnTo>
                    <a:pt x="1915777" y="12833"/>
                  </a:lnTo>
                  <a:lnTo>
                    <a:pt x="1878399" y="17269"/>
                  </a:lnTo>
                  <a:lnTo>
                    <a:pt x="1841105" y="22359"/>
                  </a:lnTo>
                  <a:lnTo>
                    <a:pt x="1803906" y="28101"/>
                  </a:lnTo>
                  <a:lnTo>
                    <a:pt x="1766813" y="34493"/>
                  </a:lnTo>
                  <a:lnTo>
                    <a:pt x="1729837" y="41533"/>
                  </a:lnTo>
                  <a:lnTo>
                    <a:pt x="1692990" y="49219"/>
                  </a:lnTo>
                  <a:lnTo>
                    <a:pt x="1656284" y="57549"/>
                  </a:lnTo>
                  <a:lnTo>
                    <a:pt x="1619728" y="66519"/>
                  </a:lnTo>
                  <a:lnTo>
                    <a:pt x="1583336" y="76129"/>
                  </a:lnTo>
                  <a:lnTo>
                    <a:pt x="1547117" y="86374"/>
                  </a:lnTo>
                  <a:lnTo>
                    <a:pt x="1511083" y="97251"/>
                  </a:lnTo>
                  <a:lnTo>
                    <a:pt x="1475245" y="108757"/>
                  </a:lnTo>
                  <a:lnTo>
                    <a:pt x="1439614" y="120888"/>
                  </a:lnTo>
                  <a:lnTo>
                    <a:pt x="1404200" y="133641"/>
                  </a:lnTo>
                  <a:lnTo>
                    <a:pt x="1369015" y="147012"/>
                  </a:lnTo>
                  <a:lnTo>
                    <a:pt x="1334070" y="160997"/>
                  </a:lnTo>
                  <a:lnTo>
                    <a:pt x="1299374" y="175591"/>
                  </a:lnTo>
                  <a:lnTo>
                    <a:pt x="1264939" y="190790"/>
                  </a:lnTo>
                  <a:lnTo>
                    <a:pt x="1230776" y="206589"/>
                  </a:lnTo>
                  <a:lnTo>
                    <a:pt x="1196894" y="222984"/>
                  </a:lnTo>
                  <a:lnTo>
                    <a:pt x="1163305" y="239970"/>
                  </a:lnTo>
                  <a:lnTo>
                    <a:pt x="1130018" y="257540"/>
                  </a:lnTo>
                  <a:lnTo>
                    <a:pt x="1097043" y="275691"/>
                  </a:lnTo>
                  <a:lnTo>
                    <a:pt x="1064391" y="294416"/>
                  </a:lnTo>
                  <a:lnTo>
                    <a:pt x="1032072" y="313709"/>
                  </a:lnTo>
                  <a:lnTo>
                    <a:pt x="1000096" y="333565"/>
                  </a:lnTo>
                  <a:lnTo>
                    <a:pt x="968471" y="353977"/>
                  </a:lnTo>
                  <a:lnTo>
                    <a:pt x="937209" y="374940"/>
                  </a:lnTo>
                  <a:lnTo>
                    <a:pt x="906319" y="396447"/>
                  </a:lnTo>
                  <a:lnTo>
                    <a:pt x="875810" y="418491"/>
                  </a:lnTo>
                  <a:lnTo>
                    <a:pt x="845691" y="441066"/>
                  </a:lnTo>
                  <a:lnTo>
                    <a:pt x="815972" y="464164"/>
                  </a:lnTo>
                  <a:lnTo>
                    <a:pt x="786661" y="487779"/>
                  </a:lnTo>
                  <a:lnTo>
                    <a:pt x="757769" y="511904"/>
                  </a:lnTo>
                  <a:lnTo>
                    <a:pt x="729303" y="536530"/>
                  </a:lnTo>
                  <a:lnTo>
                    <a:pt x="701272" y="561651"/>
                  </a:lnTo>
                  <a:lnTo>
                    <a:pt x="673686" y="587258"/>
                  </a:lnTo>
                  <a:lnTo>
                    <a:pt x="646551" y="613344"/>
                  </a:lnTo>
                  <a:lnTo>
                    <a:pt x="619878" y="639901"/>
                  </a:lnTo>
                  <a:lnTo>
                    <a:pt x="593673" y="666921"/>
                  </a:lnTo>
                  <a:lnTo>
                    <a:pt x="567945" y="694396"/>
                  </a:lnTo>
                  <a:lnTo>
                    <a:pt x="542702" y="722316"/>
                  </a:lnTo>
                  <a:lnTo>
                    <a:pt x="517952" y="750674"/>
                  </a:lnTo>
                  <a:lnTo>
                    <a:pt x="493701" y="779461"/>
                  </a:lnTo>
                  <a:lnTo>
                    <a:pt x="469958" y="808667"/>
                  </a:lnTo>
                  <a:lnTo>
                    <a:pt x="446730" y="838285"/>
                  </a:lnTo>
                  <a:lnTo>
                    <a:pt x="424024" y="868305"/>
                  </a:lnTo>
                  <a:lnTo>
                    <a:pt x="401846" y="898717"/>
                  </a:lnTo>
                  <a:lnTo>
                    <a:pt x="380205" y="929513"/>
                  </a:lnTo>
                  <a:lnTo>
                    <a:pt x="359105" y="960683"/>
                  </a:lnTo>
                  <a:lnTo>
                    <a:pt x="338554" y="992218"/>
                  </a:lnTo>
                  <a:lnTo>
                    <a:pt x="318559" y="1024107"/>
                  </a:lnTo>
                  <a:lnTo>
                    <a:pt x="299124" y="1056342"/>
                  </a:lnTo>
                  <a:lnTo>
                    <a:pt x="280257" y="1088911"/>
                  </a:lnTo>
                  <a:lnTo>
                    <a:pt x="261962" y="1121806"/>
                  </a:lnTo>
                  <a:lnTo>
                    <a:pt x="244246" y="1155016"/>
                  </a:lnTo>
                  <a:lnTo>
                    <a:pt x="227114" y="1188531"/>
                  </a:lnTo>
                  <a:lnTo>
                    <a:pt x="210571" y="1222341"/>
                  </a:lnTo>
                  <a:lnTo>
                    <a:pt x="194622" y="1256435"/>
                  </a:lnTo>
                  <a:lnTo>
                    <a:pt x="179272" y="1290802"/>
                  </a:lnTo>
                  <a:lnTo>
                    <a:pt x="164527" y="1325434"/>
                  </a:lnTo>
                  <a:lnTo>
                    <a:pt x="150389" y="1360318"/>
                  </a:lnTo>
                  <a:lnTo>
                    <a:pt x="136864" y="1395444"/>
                  </a:lnTo>
                  <a:lnTo>
                    <a:pt x="123956" y="1430801"/>
                  </a:lnTo>
                  <a:lnTo>
                    <a:pt x="111669" y="1466379"/>
                  </a:lnTo>
                  <a:lnTo>
                    <a:pt x="100006" y="1502166"/>
                  </a:lnTo>
                  <a:lnTo>
                    <a:pt x="88972" y="1538152"/>
                  </a:lnTo>
                  <a:lnTo>
                    <a:pt x="78569" y="1574326"/>
                  </a:lnTo>
                  <a:lnTo>
                    <a:pt x="68800" y="1610676"/>
                  </a:lnTo>
                  <a:lnTo>
                    <a:pt x="59670" y="1647192"/>
                  </a:lnTo>
                  <a:lnTo>
                    <a:pt x="51179" y="1683862"/>
                  </a:lnTo>
                  <a:lnTo>
                    <a:pt x="43332" y="1720675"/>
                  </a:lnTo>
                  <a:lnTo>
                    <a:pt x="36130" y="1757619"/>
                  </a:lnTo>
                  <a:lnTo>
                    <a:pt x="29576" y="1794684"/>
                  </a:lnTo>
                  <a:lnTo>
                    <a:pt x="23672" y="1831858"/>
                  </a:lnTo>
                  <a:lnTo>
                    <a:pt x="18419" y="1869129"/>
                  </a:lnTo>
                  <a:lnTo>
                    <a:pt x="13819" y="1906487"/>
                  </a:lnTo>
                  <a:lnTo>
                    <a:pt x="9873" y="1943920"/>
                  </a:lnTo>
                  <a:lnTo>
                    <a:pt x="6584" y="1981416"/>
                  </a:lnTo>
                  <a:lnTo>
                    <a:pt x="3951" y="2018963"/>
                  </a:lnTo>
                  <a:lnTo>
                    <a:pt x="1976" y="2056551"/>
                  </a:lnTo>
                  <a:lnTo>
                    <a:pt x="658" y="2094168"/>
                  </a:lnTo>
                  <a:lnTo>
                    <a:pt x="0" y="2131802"/>
                  </a:lnTo>
                  <a:lnTo>
                    <a:pt x="0" y="2169442"/>
                  </a:lnTo>
                  <a:lnTo>
                    <a:pt x="658" y="2207076"/>
                  </a:lnTo>
                  <a:lnTo>
                    <a:pt x="1976" y="2244693"/>
                  </a:lnTo>
                  <a:lnTo>
                    <a:pt x="3951" y="2282281"/>
                  </a:lnTo>
                  <a:lnTo>
                    <a:pt x="6584" y="2319829"/>
                  </a:lnTo>
                  <a:lnTo>
                    <a:pt x="9873" y="2357324"/>
                  </a:lnTo>
                  <a:lnTo>
                    <a:pt x="13819" y="2394757"/>
                  </a:lnTo>
                  <a:lnTo>
                    <a:pt x="18419" y="2432115"/>
                  </a:lnTo>
                  <a:lnTo>
                    <a:pt x="23672" y="2469386"/>
                  </a:lnTo>
                  <a:lnTo>
                    <a:pt x="29576" y="2506560"/>
                  </a:lnTo>
                  <a:lnTo>
                    <a:pt x="36130" y="2543625"/>
                  </a:lnTo>
                  <a:lnTo>
                    <a:pt x="43332" y="2580570"/>
                  </a:lnTo>
                  <a:lnTo>
                    <a:pt x="51179" y="2617382"/>
                  </a:lnTo>
                  <a:lnTo>
                    <a:pt x="59670" y="2654052"/>
                  </a:lnTo>
                  <a:lnTo>
                    <a:pt x="68800" y="2690568"/>
                  </a:lnTo>
                  <a:lnTo>
                    <a:pt x="78569" y="2726918"/>
                  </a:lnTo>
                  <a:lnTo>
                    <a:pt x="88972" y="2763092"/>
                  </a:lnTo>
                  <a:lnTo>
                    <a:pt x="100006" y="2799078"/>
                  </a:lnTo>
                  <a:lnTo>
                    <a:pt x="111669" y="2834865"/>
                  </a:lnTo>
                  <a:lnTo>
                    <a:pt x="123956" y="2870443"/>
                  </a:lnTo>
                  <a:lnTo>
                    <a:pt x="136864" y="2905800"/>
                  </a:lnTo>
                  <a:lnTo>
                    <a:pt x="150389" y="2940927"/>
                  </a:lnTo>
                  <a:lnTo>
                    <a:pt x="164527" y="2975811"/>
                  </a:lnTo>
                  <a:lnTo>
                    <a:pt x="179272" y="3010442"/>
                  </a:lnTo>
                  <a:lnTo>
                    <a:pt x="194622" y="3044810"/>
                  </a:lnTo>
                  <a:lnTo>
                    <a:pt x="210571" y="3078904"/>
                  </a:lnTo>
                  <a:lnTo>
                    <a:pt x="227114" y="3112713"/>
                  </a:lnTo>
                  <a:lnTo>
                    <a:pt x="244246" y="3146228"/>
                  </a:lnTo>
                  <a:lnTo>
                    <a:pt x="261962" y="3179438"/>
                  </a:lnTo>
                  <a:lnTo>
                    <a:pt x="280257" y="3212333"/>
                  </a:lnTo>
                  <a:lnTo>
                    <a:pt x="299124" y="3244902"/>
                  </a:lnTo>
                  <a:lnTo>
                    <a:pt x="318559" y="3277137"/>
                  </a:lnTo>
                  <a:lnTo>
                    <a:pt x="338554" y="3309026"/>
                  </a:lnTo>
                  <a:lnTo>
                    <a:pt x="359105" y="3340561"/>
                  </a:lnTo>
                  <a:lnTo>
                    <a:pt x="380205" y="3371731"/>
                  </a:lnTo>
                  <a:lnTo>
                    <a:pt x="401846" y="3402527"/>
                  </a:lnTo>
                  <a:lnTo>
                    <a:pt x="424024" y="3432939"/>
                  </a:lnTo>
                  <a:lnTo>
                    <a:pt x="446730" y="3462959"/>
                  </a:lnTo>
                  <a:lnTo>
                    <a:pt x="469958" y="3492577"/>
                  </a:lnTo>
                  <a:lnTo>
                    <a:pt x="493701" y="3521784"/>
                  </a:lnTo>
                  <a:lnTo>
                    <a:pt x="517952" y="3550570"/>
                  </a:lnTo>
                  <a:lnTo>
                    <a:pt x="542702" y="3578928"/>
                  </a:lnTo>
                  <a:lnTo>
                    <a:pt x="567945" y="3606849"/>
                  </a:lnTo>
                  <a:lnTo>
                    <a:pt x="593673" y="3634323"/>
                  </a:lnTo>
                  <a:lnTo>
                    <a:pt x="619878" y="3661343"/>
                  </a:lnTo>
                  <a:lnTo>
                    <a:pt x="646551" y="3687900"/>
                  </a:lnTo>
                  <a:lnTo>
                    <a:pt x="673686" y="3713986"/>
                  </a:lnTo>
                  <a:lnTo>
                    <a:pt x="701272" y="3739594"/>
                  </a:lnTo>
                  <a:lnTo>
                    <a:pt x="729303" y="3764714"/>
                  </a:lnTo>
                  <a:lnTo>
                    <a:pt x="757769" y="3789340"/>
                  </a:lnTo>
                  <a:lnTo>
                    <a:pt x="786661" y="3813465"/>
                  </a:lnTo>
                  <a:lnTo>
                    <a:pt x="815972" y="3837080"/>
                  </a:lnTo>
                  <a:lnTo>
                    <a:pt x="845691" y="3860178"/>
                  </a:lnTo>
                  <a:lnTo>
                    <a:pt x="875810" y="3882753"/>
                  </a:lnTo>
                  <a:lnTo>
                    <a:pt x="906319" y="3904797"/>
                  </a:lnTo>
                  <a:lnTo>
                    <a:pt x="937209" y="3926304"/>
                  </a:lnTo>
                  <a:lnTo>
                    <a:pt x="968471" y="3947267"/>
                  </a:lnTo>
                  <a:lnTo>
                    <a:pt x="1000096" y="3967679"/>
                  </a:lnTo>
                  <a:lnTo>
                    <a:pt x="1032072" y="3987535"/>
                  </a:lnTo>
                  <a:lnTo>
                    <a:pt x="1064391" y="4006829"/>
                  </a:lnTo>
                  <a:lnTo>
                    <a:pt x="1097043" y="4025553"/>
                  </a:lnTo>
                  <a:lnTo>
                    <a:pt x="1130018" y="4043704"/>
                  </a:lnTo>
                  <a:lnTo>
                    <a:pt x="1163305" y="4061274"/>
                  </a:lnTo>
                  <a:lnTo>
                    <a:pt x="1196894" y="4078260"/>
                  </a:lnTo>
                  <a:lnTo>
                    <a:pt x="1230776" y="4094655"/>
                  </a:lnTo>
                  <a:lnTo>
                    <a:pt x="1264939" y="4110454"/>
                  </a:lnTo>
                  <a:lnTo>
                    <a:pt x="1299374" y="4125653"/>
                  </a:lnTo>
                  <a:lnTo>
                    <a:pt x="1334070" y="4140247"/>
                  </a:lnTo>
                  <a:lnTo>
                    <a:pt x="1369015" y="4154232"/>
                  </a:lnTo>
                  <a:lnTo>
                    <a:pt x="1404200" y="4167603"/>
                  </a:lnTo>
                  <a:lnTo>
                    <a:pt x="1439614" y="4180356"/>
                  </a:lnTo>
                  <a:lnTo>
                    <a:pt x="1475245" y="4192488"/>
                  </a:lnTo>
                  <a:lnTo>
                    <a:pt x="1511083" y="4203994"/>
                  </a:lnTo>
                  <a:lnTo>
                    <a:pt x="1547117" y="4214871"/>
                  </a:lnTo>
                  <a:lnTo>
                    <a:pt x="1583336" y="4225115"/>
                  </a:lnTo>
                  <a:lnTo>
                    <a:pt x="1619728" y="4234725"/>
                  </a:lnTo>
                  <a:lnTo>
                    <a:pt x="1656284" y="4243696"/>
                  </a:lnTo>
                  <a:lnTo>
                    <a:pt x="1692990" y="4252025"/>
                  </a:lnTo>
                  <a:lnTo>
                    <a:pt x="1729837" y="4259711"/>
                  </a:lnTo>
                  <a:lnTo>
                    <a:pt x="1766813" y="4266752"/>
                  </a:lnTo>
                  <a:lnTo>
                    <a:pt x="1803906" y="4273143"/>
                  </a:lnTo>
                  <a:lnTo>
                    <a:pt x="1841105" y="4278885"/>
                  </a:lnTo>
                  <a:lnTo>
                    <a:pt x="1878399" y="4283975"/>
                  </a:lnTo>
                  <a:lnTo>
                    <a:pt x="1915777" y="4288411"/>
                  </a:lnTo>
                  <a:lnTo>
                    <a:pt x="1953226" y="4292193"/>
                  </a:lnTo>
                  <a:lnTo>
                    <a:pt x="1990736" y="4295318"/>
                  </a:lnTo>
                  <a:lnTo>
                    <a:pt x="2028295" y="4297787"/>
                  </a:lnTo>
                  <a:lnTo>
                    <a:pt x="2065891" y="4299598"/>
                  </a:lnTo>
                  <a:lnTo>
                    <a:pt x="2103514" y="4300751"/>
                  </a:lnTo>
                  <a:lnTo>
                    <a:pt x="2141150" y="4301245"/>
                  </a:lnTo>
                  <a:lnTo>
                    <a:pt x="2178790" y="4301080"/>
                  </a:lnTo>
                  <a:lnTo>
                    <a:pt x="2216421" y="4300257"/>
                  </a:lnTo>
                  <a:lnTo>
                    <a:pt x="2254031" y="4298775"/>
                  </a:lnTo>
                  <a:lnTo>
                    <a:pt x="2291610" y="4296635"/>
                  </a:lnTo>
                  <a:lnTo>
                    <a:pt x="2329146" y="4293838"/>
                  </a:lnTo>
                  <a:lnTo>
                    <a:pt x="2366627" y="4290384"/>
                  </a:lnTo>
                  <a:lnTo>
                    <a:pt x="2404042" y="4286275"/>
                  </a:lnTo>
                  <a:lnTo>
                    <a:pt x="2441379" y="4281512"/>
                  </a:lnTo>
                  <a:lnTo>
                    <a:pt x="2478628" y="4276096"/>
                  </a:lnTo>
                  <a:lnTo>
                    <a:pt x="2515775" y="4270029"/>
                  </a:lnTo>
                  <a:lnTo>
                    <a:pt x="2552811" y="4263312"/>
                  </a:lnTo>
                  <a:lnTo>
                    <a:pt x="2589724" y="4255949"/>
                  </a:lnTo>
                  <a:lnTo>
                    <a:pt x="2626502" y="4247941"/>
                  </a:lnTo>
                  <a:lnTo>
                    <a:pt x="2663134" y="4239290"/>
                  </a:lnTo>
                  <a:lnTo>
                    <a:pt x="2699610" y="4230000"/>
                  </a:lnTo>
                  <a:lnTo>
                    <a:pt x="2735917" y="4220072"/>
                  </a:lnTo>
                  <a:lnTo>
                    <a:pt x="2772044" y="4209511"/>
                  </a:lnTo>
                  <a:lnTo>
                    <a:pt x="2807982" y="4198319"/>
                  </a:lnTo>
                  <a:lnTo>
                    <a:pt x="2843718" y="4186500"/>
                  </a:lnTo>
                  <a:lnTo>
                    <a:pt x="2879242" y="4174057"/>
                  </a:lnTo>
                  <a:lnTo>
                    <a:pt x="2914542" y="4160995"/>
                  </a:lnTo>
                  <a:lnTo>
                    <a:pt x="2949609" y="4147316"/>
                  </a:lnTo>
                  <a:lnTo>
                    <a:pt x="2984431" y="4133026"/>
                  </a:lnTo>
                  <a:lnTo>
                    <a:pt x="3018997" y="4118129"/>
                  </a:lnTo>
                  <a:lnTo>
                    <a:pt x="3053297" y="4102629"/>
                  </a:lnTo>
                  <a:lnTo>
                    <a:pt x="3087321" y="4086531"/>
                  </a:lnTo>
                  <a:lnTo>
                    <a:pt x="3121058" y="4069841"/>
                  </a:lnTo>
                  <a:lnTo>
                    <a:pt x="3154498" y="4052562"/>
                  </a:lnTo>
                  <a:lnTo>
                    <a:pt x="3187630" y="4034701"/>
                  </a:lnTo>
                  <a:lnTo>
                    <a:pt x="3220444" y="4016262"/>
                  </a:lnTo>
                  <a:lnTo>
                    <a:pt x="3252931" y="3997253"/>
                  </a:lnTo>
                  <a:lnTo>
                    <a:pt x="3285080" y="3977677"/>
                  </a:lnTo>
                  <a:lnTo>
                    <a:pt x="3316882" y="3957542"/>
                  </a:lnTo>
                  <a:lnTo>
                    <a:pt x="3348326" y="3936854"/>
                  </a:lnTo>
                  <a:lnTo>
                    <a:pt x="3379404" y="3915618"/>
                  </a:lnTo>
                  <a:lnTo>
                    <a:pt x="3410105" y="3893842"/>
                  </a:lnTo>
                  <a:lnTo>
                    <a:pt x="3440420" y="3871531"/>
                  </a:lnTo>
                  <a:lnTo>
                    <a:pt x="3470340" y="3848694"/>
                  </a:lnTo>
                  <a:lnTo>
                    <a:pt x="3499856" y="3825336"/>
                  </a:lnTo>
                  <a:lnTo>
                    <a:pt x="3528958" y="3801466"/>
                  </a:lnTo>
                  <a:lnTo>
                    <a:pt x="3557639" y="3777090"/>
                  </a:lnTo>
                  <a:lnTo>
                    <a:pt x="3585888" y="3752215"/>
                  </a:lnTo>
                  <a:lnTo>
                    <a:pt x="3613698" y="3726850"/>
                  </a:lnTo>
                  <a:lnTo>
                    <a:pt x="3641059" y="3701002"/>
                  </a:lnTo>
                  <a:lnTo>
                    <a:pt x="3667964" y="3674680"/>
                  </a:lnTo>
                  <a:lnTo>
                    <a:pt x="3694404" y="3647890"/>
                  </a:lnTo>
                  <a:lnTo>
                    <a:pt x="3720372" y="3620642"/>
                  </a:lnTo>
                  <a:lnTo>
                    <a:pt x="3745858" y="3592944"/>
                  </a:lnTo>
                  <a:lnTo>
                    <a:pt x="3770856" y="3564803"/>
                  </a:lnTo>
                  <a:lnTo>
                    <a:pt x="3795357" y="3536230"/>
                  </a:lnTo>
                  <a:lnTo>
                    <a:pt x="3819355" y="3507232"/>
                  </a:lnTo>
                  <a:lnTo>
                    <a:pt x="3842841" y="3477819"/>
                  </a:lnTo>
                  <a:lnTo>
                    <a:pt x="3865809" y="3447999"/>
                  </a:lnTo>
                  <a:lnTo>
                    <a:pt x="3888252" y="3417782"/>
                  </a:lnTo>
                  <a:lnTo>
                    <a:pt x="3910163" y="3387176"/>
                  </a:lnTo>
                  <a:lnTo>
                    <a:pt x="3931534" y="3356192"/>
                  </a:lnTo>
                  <a:lnTo>
                    <a:pt x="3952360" y="3324839"/>
                  </a:lnTo>
                  <a:lnTo>
                    <a:pt x="3972634" y="3293125"/>
                  </a:lnTo>
                  <a:lnTo>
                    <a:pt x="3992350" y="3261062"/>
                  </a:lnTo>
                  <a:lnTo>
                    <a:pt x="4011502" y="3228659"/>
                  </a:lnTo>
                  <a:lnTo>
                    <a:pt x="4030083" y="3195926"/>
                  </a:lnTo>
                  <a:lnTo>
                    <a:pt x="4048089" y="3162872"/>
                  </a:lnTo>
                  <a:lnTo>
                    <a:pt x="4065514" y="3129508"/>
                  </a:lnTo>
                  <a:lnTo>
                    <a:pt x="4082352" y="3095845"/>
                  </a:lnTo>
                  <a:lnTo>
                    <a:pt x="4098599" y="3061891"/>
                  </a:lnTo>
                  <a:lnTo>
                    <a:pt x="4114249" y="3027659"/>
                  </a:lnTo>
                  <a:lnTo>
                    <a:pt x="4129297" y="2993158"/>
                  </a:lnTo>
                  <a:lnTo>
                    <a:pt x="4143739" y="2958399"/>
                  </a:lnTo>
                  <a:lnTo>
                    <a:pt x="4157571" y="2923393"/>
                  </a:lnTo>
                  <a:lnTo>
                    <a:pt x="4170788" y="2888150"/>
                  </a:lnTo>
                  <a:lnTo>
                    <a:pt x="4183386" y="2852681"/>
                  </a:lnTo>
                  <a:lnTo>
                    <a:pt x="4195361" y="2816997"/>
                  </a:lnTo>
                  <a:lnTo>
                    <a:pt x="4206710" y="2781109"/>
                  </a:lnTo>
                  <a:lnTo>
                    <a:pt x="4217429" y="2745028"/>
                  </a:lnTo>
                  <a:lnTo>
                    <a:pt x="4227516" y="2708764"/>
                  </a:lnTo>
                  <a:lnTo>
                    <a:pt x="4236966" y="2672330"/>
                  </a:lnTo>
                  <a:lnTo>
                    <a:pt x="4245776" y="2635736"/>
                  </a:lnTo>
                  <a:lnTo>
                    <a:pt x="4253946" y="2598993"/>
                  </a:lnTo>
                  <a:lnTo>
                    <a:pt x="4261470" y="2562113"/>
                  </a:lnTo>
                  <a:lnTo>
                    <a:pt x="4268349" y="2525107"/>
                  </a:lnTo>
                  <a:lnTo>
                    <a:pt x="4274578" y="2487986"/>
                  </a:lnTo>
                  <a:lnTo>
                    <a:pt x="4280157" y="2450762"/>
                  </a:lnTo>
                  <a:lnTo>
                    <a:pt x="4285084" y="2413446"/>
                  </a:lnTo>
                  <a:lnTo>
                    <a:pt x="4289356" y="2376049"/>
                  </a:lnTo>
                  <a:lnTo>
                    <a:pt x="4292974" y="2338584"/>
                  </a:lnTo>
                  <a:lnTo>
                    <a:pt x="4295935" y="2301061"/>
                  </a:lnTo>
                  <a:lnTo>
                    <a:pt x="4298240" y="2263491"/>
                  </a:lnTo>
                  <a:lnTo>
                    <a:pt x="4299886" y="2225887"/>
                  </a:lnTo>
                  <a:lnTo>
                    <a:pt x="4300874" y="2188261"/>
                  </a:lnTo>
                  <a:lnTo>
                    <a:pt x="4301203" y="215062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7" name="tx17"/>
            <p:cNvSpPr/>
            <p:nvPr/>
          </p:nvSpPr>
          <p:spPr>
            <a:xfrm>
              <a:off x="4448418" y="1402200"/>
              <a:ext cx="247162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4439914" y="6348679"/>
              <a:ext cx="264170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6320844" y="2126595"/>
              <a:ext cx="438271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7045239" y="3875439"/>
              <a:ext cx="202265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6320844" y="5624284"/>
              <a:ext cx="455279" cy="723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96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22" name="pg22"/>
            <p:cNvSpPr/>
            <p:nvPr/>
          </p:nvSpPr>
          <p:spPr>
            <a:xfrm>
              <a:off x="2421439" y="1760981"/>
              <a:ext cx="4301203" cy="4301245"/>
            </a:xfrm>
            <a:custGeom>
              <a:avLst/>
              <a:pathLst>
                <a:path w="4301203" h="4301245">
                  <a:moveTo>
                    <a:pt x="4301203" y="2150622"/>
                  </a:moveTo>
                  <a:lnTo>
                    <a:pt x="4300874" y="2112984"/>
                  </a:lnTo>
                  <a:lnTo>
                    <a:pt x="4299886" y="2075357"/>
                  </a:lnTo>
                  <a:lnTo>
                    <a:pt x="4298240" y="2037753"/>
                  </a:lnTo>
                  <a:lnTo>
                    <a:pt x="4295935" y="2000184"/>
                  </a:lnTo>
                  <a:lnTo>
                    <a:pt x="4292974" y="1962660"/>
                  </a:lnTo>
                  <a:lnTo>
                    <a:pt x="4289356" y="1925195"/>
                  </a:lnTo>
                  <a:lnTo>
                    <a:pt x="4285084" y="1887798"/>
                  </a:lnTo>
                  <a:lnTo>
                    <a:pt x="4280157" y="1850482"/>
                  </a:lnTo>
                  <a:lnTo>
                    <a:pt x="4274578" y="1813258"/>
                  </a:lnTo>
                  <a:lnTo>
                    <a:pt x="4268349" y="1776137"/>
                  </a:lnTo>
                  <a:lnTo>
                    <a:pt x="4261470" y="1739131"/>
                  </a:lnTo>
                  <a:lnTo>
                    <a:pt x="4253946" y="1702251"/>
                  </a:lnTo>
                  <a:lnTo>
                    <a:pt x="4245776" y="1665508"/>
                  </a:lnTo>
                  <a:lnTo>
                    <a:pt x="4236966" y="1628914"/>
                  </a:lnTo>
                  <a:lnTo>
                    <a:pt x="4227516" y="1592480"/>
                  </a:lnTo>
                  <a:lnTo>
                    <a:pt x="4217429" y="1556217"/>
                  </a:lnTo>
                  <a:lnTo>
                    <a:pt x="4206710" y="1520135"/>
                  </a:lnTo>
                  <a:lnTo>
                    <a:pt x="4195361" y="1484247"/>
                  </a:lnTo>
                  <a:lnTo>
                    <a:pt x="4183386" y="1448563"/>
                  </a:lnTo>
                  <a:lnTo>
                    <a:pt x="4170788" y="1413094"/>
                  </a:lnTo>
                  <a:lnTo>
                    <a:pt x="4157571" y="1377851"/>
                  </a:lnTo>
                  <a:lnTo>
                    <a:pt x="4143739" y="1342845"/>
                  </a:lnTo>
                  <a:lnTo>
                    <a:pt x="4129297" y="1308086"/>
                  </a:lnTo>
                  <a:lnTo>
                    <a:pt x="4114249" y="1273585"/>
                  </a:lnTo>
                  <a:lnTo>
                    <a:pt x="4098599" y="1239353"/>
                  </a:lnTo>
                  <a:lnTo>
                    <a:pt x="4082352" y="1205400"/>
                  </a:lnTo>
                  <a:lnTo>
                    <a:pt x="4065514" y="1171736"/>
                  </a:lnTo>
                  <a:lnTo>
                    <a:pt x="4048089" y="1138372"/>
                  </a:lnTo>
                  <a:lnTo>
                    <a:pt x="4030083" y="1105319"/>
                  </a:lnTo>
                  <a:lnTo>
                    <a:pt x="4011502" y="1072585"/>
                  </a:lnTo>
                  <a:lnTo>
                    <a:pt x="3992350" y="1040182"/>
                  </a:lnTo>
                  <a:lnTo>
                    <a:pt x="3972634" y="1008119"/>
                  </a:lnTo>
                  <a:lnTo>
                    <a:pt x="3952360" y="976406"/>
                  </a:lnTo>
                  <a:lnTo>
                    <a:pt x="3931534" y="945052"/>
                  </a:lnTo>
                  <a:lnTo>
                    <a:pt x="3910163" y="914068"/>
                  </a:lnTo>
                  <a:lnTo>
                    <a:pt x="3888252" y="883463"/>
                  </a:lnTo>
                  <a:lnTo>
                    <a:pt x="3865809" y="853245"/>
                  </a:lnTo>
                  <a:lnTo>
                    <a:pt x="3842841" y="823425"/>
                  </a:lnTo>
                  <a:lnTo>
                    <a:pt x="3819355" y="794012"/>
                  </a:lnTo>
                  <a:lnTo>
                    <a:pt x="3795357" y="765014"/>
                  </a:lnTo>
                  <a:lnTo>
                    <a:pt x="3770856" y="736441"/>
                  </a:lnTo>
                  <a:lnTo>
                    <a:pt x="3745858" y="708300"/>
                  </a:lnTo>
                  <a:lnTo>
                    <a:pt x="3720372" y="680602"/>
                  </a:lnTo>
                  <a:lnTo>
                    <a:pt x="3694404" y="653354"/>
                  </a:lnTo>
                  <a:lnTo>
                    <a:pt x="3667964" y="626564"/>
                  </a:lnTo>
                  <a:lnTo>
                    <a:pt x="3641059" y="600242"/>
                  </a:lnTo>
                  <a:lnTo>
                    <a:pt x="3613698" y="574394"/>
                  </a:lnTo>
                  <a:lnTo>
                    <a:pt x="3585888" y="549029"/>
                  </a:lnTo>
                  <a:lnTo>
                    <a:pt x="3557639" y="524155"/>
                  </a:lnTo>
                  <a:lnTo>
                    <a:pt x="3528958" y="499778"/>
                  </a:lnTo>
                  <a:lnTo>
                    <a:pt x="3499856" y="475908"/>
                  </a:lnTo>
                  <a:lnTo>
                    <a:pt x="3470340" y="452550"/>
                  </a:lnTo>
                  <a:lnTo>
                    <a:pt x="3440420" y="429713"/>
                  </a:lnTo>
                  <a:lnTo>
                    <a:pt x="3410105" y="407403"/>
                  </a:lnTo>
                  <a:lnTo>
                    <a:pt x="3379404" y="385626"/>
                  </a:lnTo>
                  <a:lnTo>
                    <a:pt x="3348326" y="364391"/>
                  </a:lnTo>
                  <a:lnTo>
                    <a:pt x="3316882" y="343702"/>
                  </a:lnTo>
                  <a:lnTo>
                    <a:pt x="3285080" y="323567"/>
                  </a:lnTo>
                  <a:lnTo>
                    <a:pt x="3252931" y="303991"/>
                  </a:lnTo>
                  <a:lnTo>
                    <a:pt x="3220444" y="284982"/>
                  </a:lnTo>
                  <a:lnTo>
                    <a:pt x="3187630" y="266543"/>
                  </a:lnTo>
                  <a:lnTo>
                    <a:pt x="3154498" y="248682"/>
                  </a:lnTo>
                  <a:lnTo>
                    <a:pt x="3121058" y="231404"/>
                  </a:lnTo>
                  <a:lnTo>
                    <a:pt x="3087321" y="214713"/>
                  </a:lnTo>
                  <a:lnTo>
                    <a:pt x="3053297" y="198615"/>
                  </a:lnTo>
                  <a:lnTo>
                    <a:pt x="3018997" y="183115"/>
                  </a:lnTo>
                  <a:lnTo>
                    <a:pt x="2984431" y="168218"/>
                  </a:lnTo>
                  <a:lnTo>
                    <a:pt x="2949609" y="153928"/>
                  </a:lnTo>
                  <a:lnTo>
                    <a:pt x="2914542" y="140250"/>
                  </a:lnTo>
                  <a:lnTo>
                    <a:pt x="2879242" y="127187"/>
                  </a:lnTo>
                  <a:lnTo>
                    <a:pt x="2843718" y="114744"/>
                  </a:lnTo>
                  <a:lnTo>
                    <a:pt x="2807982" y="102925"/>
                  </a:lnTo>
                  <a:lnTo>
                    <a:pt x="2772044" y="91733"/>
                  </a:lnTo>
                  <a:lnTo>
                    <a:pt x="2735917" y="81172"/>
                  </a:lnTo>
                  <a:lnTo>
                    <a:pt x="2699610" y="71245"/>
                  </a:lnTo>
                  <a:lnTo>
                    <a:pt x="2663134" y="61954"/>
                  </a:lnTo>
                  <a:lnTo>
                    <a:pt x="2626502" y="53303"/>
                  </a:lnTo>
                  <a:lnTo>
                    <a:pt x="2589724" y="45295"/>
                  </a:lnTo>
                  <a:lnTo>
                    <a:pt x="2552811" y="37932"/>
                  </a:lnTo>
                  <a:lnTo>
                    <a:pt x="2515775" y="31216"/>
                  </a:lnTo>
                  <a:lnTo>
                    <a:pt x="2478628" y="25149"/>
                  </a:lnTo>
                  <a:lnTo>
                    <a:pt x="2441379" y="19733"/>
                  </a:lnTo>
                  <a:lnTo>
                    <a:pt x="2404042" y="14969"/>
                  </a:lnTo>
                  <a:lnTo>
                    <a:pt x="2366627" y="10860"/>
                  </a:lnTo>
                  <a:lnTo>
                    <a:pt x="2329146" y="7406"/>
                  </a:lnTo>
                  <a:lnTo>
                    <a:pt x="2291610" y="4609"/>
                  </a:lnTo>
                  <a:lnTo>
                    <a:pt x="2254031" y="2469"/>
                  </a:lnTo>
                  <a:lnTo>
                    <a:pt x="2216421" y="988"/>
                  </a:lnTo>
                  <a:lnTo>
                    <a:pt x="2178790" y="164"/>
                  </a:lnTo>
                  <a:lnTo>
                    <a:pt x="2141150" y="0"/>
                  </a:lnTo>
                  <a:lnTo>
                    <a:pt x="2103514" y="494"/>
                  </a:lnTo>
                  <a:lnTo>
                    <a:pt x="2065891" y="1646"/>
                  </a:lnTo>
                  <a:lnTo>
                    <a:pt x="2028295" y="3457"/>
                  </a:lnTo>
                  <a:lnTo>
                    <a:pt x="1990736" y="5926"/>
                  </a:lnTo>
                  <a:lnTo>
                    <a:pt x="1953226" y="9051"/>
                  </a:lnTo>
                  <a:lnTo>
                    <a:pt x="1915777" y="12833"/>
                  </a:lnTo>
                  <a:lnTo>
                    <a:pt x="1878399" y="17269"/>
                  </a:lnTo>
                  <a:lnTo>
                    <a:pt x="1841105" y="22359"/>
                  </a:lnTo>
                  <a:lnTo>
                    <a:pt x="1803906" y="28101"/>
                  </a:lnTo>
                  <a:lnTo>
                    <a:pt x="1766813" y="34493"/>
                  </a:lnTo>
                  <a:lnTo>
                    <a:pt x="1729837" y="41533"/>
                  </a:lnTo>
                  <a:lnTo>
                    <a:pt x="1692990" y="49219"/>
                  </a:lnTo>
                  <a:lnTo>
                    <a:pt x="1656284" y="57549"/>
                  </a:lnTo>
                  <a:lnTo>
                    <a:pt x="1619728" y="66519"/>
                  </a:lnTo>
                  <a:lnTo>
                    <a:pt x="1583336" y="76129"/>
                  </a:lnTo>
                  <a:lnTo>
                    <a:pt x="1547117" y="86374"/>
                  </a:lnTo>
                  <a:lnTo>
                    <a:pt x="1511083" y="97251"/>
                  </a:lnTo>
                  <a:lnTo>
                    <a:pt x="1475245" y="108757"/>
                  </a:lnTo>
                  <a:lnTo>
                    <a:pt x="1439614" y="120888"/>
                  </a:lnTo>
                  <a:lnTo>
                    <a:pt x="1404200" y="133641"/>
                  </a:lnTo>
                  <a:lnTo>
                    <a:pt x="1369015" y="147012"/>
                  </a:lnTo>
                  <a:lnTo>
                    <a:pt x="1334070" y="160997"/>
                  </a:lnTo>
                  <a:lnTo>
                    <a:pt x="1299374" y="175591"/>
                  </a:lnTo>
                  <a:lnTo>
                    <a:pt x="1264939" y="190790"/>
                  </a:lnTo>
                  <a:lnTo>
                    <a:pt x="1230776" y="206589"/>
                  </a:lnTo>
                  <a:lnTo>
                    <a:pt x="1196894" y="222984"/>
                  </a:lnTo>
                  <a:lnTo>
                    <a:pt x="1163305" y="239970"/>
                  </a:lnTo>
                  <a:lnTo>
                    <a:pt x="1130018" y="257540"/>
                  </a:lnTo>
                  <a:lnTo>
                    <a:pt x="1097043" y="275691"/>
                  </a:lnTo>
                  <a:lnTo>
                    <a:pt x="1064391" y="294416"/>
                  </a:lnTo>
                  <a:lnTo>
                    <a:pt x="1032072" y="313709"/>
                  </a:lnTo>
                  <a:lnTo>
                    <a:pt x="1000096" y="333565"/>
                  </a:lnTo>
                  <a:lnTo>
                    <a:pt x="968471" y="353977"/>
                  </a:lnTo>
                  <a:lnTo>
                    <a:pt x="937209" y="374940"/>
                  </a:lnTo>
                  <a:lnTo>
                    <a:pt x="906319" y="396447"/>
                  </a:lnTo>
                  <a:lnTo>
                    <a:pt x="875810" y="418491"/>
                  </a:lnTo>
                  <a:lnTo>
                    <a:pt x="845691" y="441066"/>
                  </a:lnTo>
                  <a:lnTo>
                    <a:pt x="815972" y="464164"/>
                  </a:lnTo>
                  <a:lnTo>
                    <a:pt x="786661" y="487779"/>
                  </a:lnTo>
                  <a:lnTo>
                    <a:pt x="757769" y="511904"/>
                  </a:lnTo>
                  <a:lnTo>
                    <a:pt x="729303" y="536530"/>
                  </a:lnTo>
                  <a:lnTo>
                    <a:pt x="701272" y="561651"/>
                  </a:lnTo>
                  <a:lnTo>
                    <a:pt x="673686" y="587258"/>
                  </a:lnTo>
                  <a:lnTo>
                    <a:pt x="646551" y="613344"/>
                  </a:lnTo>
                  <a:lnTo>
                    <a:pt x="619878" y="639901"/>
                  </a:lnTo>
                  <a:lnTo>
                    <a:pt x="593673" y="666921"/>
                  </a:lnTo>
                  <a:lnTo>
                    <a:pt x="567945" y="694396"/>
                  </a:lnTo>
                  <a:lnTo>
                    <a:pt x="542702" y="722316"/>
                  </a:lnTo>
                  <a:lnTo>
                    <a:pt x="517952" y="750674"/>
                  </a:lnTo>
                  <a:lnTo>
                    <a:pt x="493701" y="779461"/>
                  </a:lnTo>
                  <a:lnTo>
                    <a:pt x="469958" y="808667"/>
                  </a:lnTo>
                  <a:lnTo>
                    <a:pt x="446730" y="838285"/>
                  </a:lnTo>
                  <a:lnTo>
                    <a:pt x="424024" y="868305"/>
                  </a:lnTo>
                  <a:lnTo>
                    <a:pt x="401846" y="898717"/>
                  </a:lnTo>
                  <a:lnTo>
                    <a:pt x="380205" y="929513"/>
                  </a:lnTo>
                  <a:lnTo>
                    <a:pt x="359105" y="960683"/>
                  </a:lnTo>
                  <a:lnTo>
                    <a:pt x="338554" y="992218"/>
                  </a:lnTo>
                  <a:lnTo>
                    <a:pt x="318559" y="1024107"/>
                  </a:lnTo>
                  <a:lnTo>
                    <a:pt x="299124" y="1056342"/>
                  </a:lnTo>
                  <a:lnTo>
                    <a:pt x="280257" y="1088911"/>
                  </a:lnTo>
                  <a:lnTo>
                    <a:pt x="261962" y="1121806"/>
                  </a:lnTo>
                  <a:lnTo>
                    <a:pt x="244246" y="1155016"/>
                  </a:lnTo>
                  <a:lnTo>
                    <a:pt x="227114" y="1188531"/>
                  </a:lnTo>
                  <a:lnTo>
                    <a:pt x="210571" y="1222341"/>
                  </a:lnTo>
                  <a:lnTo>
                    <a:pt x="194622" y="1256435"/>
                  </a:lnTo>
                  <a:lnTo>
                    <a:pt x="179272" y="1290802"/>
                  </a:lnTo>
                  <a:lnTo>
                    <a:pt x="164527" y="1325434"/>
                  </a:lnTo>
                  <a:lnTo>
                    <a:pt x="150389" y="1360318"/>
                  </a:lnTo>
                  <a:lnTo>
                    <a:pt x="136864" y="1395444"/>
                  </a:lnTo>
                  <a:lnTo>
                    <a:pt x="123956" y="1430801"/>
                  </a:lnTo>
                  <a:lnTo>
                    <a:pt x="111669" y="1466379"/>
                  </a:lnTo>
                  <a:lnTo>
                    <a:pt x="100006" y="1502166"/>
                  </a:lnTo>
                  <a:lnTo>
                    <a:pt x="88972" y="1538152"/>
                  </a:lnTo>
                  <a:lnTo>
                    <a:pt x="78569" y="1574326"/>
                  </a:lnTo>
                  <a:lnTo>
                    <a:pt x="68800" y="1610676"/>
                  </a:lnTo>
                  <a:lnTo>
                    <a:pt x="59670" y="1647192"/>
                  </a:lnTo>
                  <a:lnTo>
                    <a:pt x="51179" y="1683862"/>
                  </a:lnTo>
                  <a:lnTo>
                    <a:pt x="43332" y="1720675"/>
                  </a:lnTo>
                  <a:lnTo>
                    <a:pt x="36130" y="1757619"/>
                  </a:lnTo>
                  <a:lnTo>
                    <a:pt x="29576" y="1794684"/>
                  </a:lnTo>
                  <a:lnTo>
                    <a:pt x="23672" y="1831858"/>
                  </a:lnTo>
                  <a:lnTo>
                    <a:pt x="18419" y="1869129"/>
                  </a:lnTo>
                  <a:lnTo>
                    <a:pt x="13819" y="1906487"/>
                  </a:lnTo>
                  <a:lnTo>
                    <a:pt x="9873" y="1943920"/>
                  </a:lnTo>
                  <a:lnTo>
                    <a:pt x="6584" y="1981416"/>
                  </a:lnTo>
                  <a:lnTo>
                    <a:pt x="3951" y="2018963"/>
                  </a:lnTo>
                  <a:lnTo>
                    <a:pt x="1976" y="2056551"/>
                  </a:lnTo>
                  <a:lnTo>
                    <a:pt x="658" y="2094168"/>
                  </a:lnTo>
                  <a:lnTo>
                    <a:pt x="0" y="2131802"/>
                  </a:lnTo>
                  <a:lnTo>
                    <a:pt x="0" y="2169442"/>
                  </a:lnTo>
                  <a:lnTo>
                    <a:pt x="658" y="2207076"/>
                  </a:lnTo>
                  <a:lnTo>
                    <a:pt x="1976" y="2244693"/>
                  </a:lnTo>
                  <a:lnTo>
                    <a:pt x="3951" y="2282281"/>
                  </a:lnTo>
                  <a:lnTo>
                    <a:pt x="6584" y="2319829"/>
                  </a:lnTo>
                  <a:lnTo>
                    <a:pt x="9873" y="2357324"/>
                  </a:lnTo>
                  <a:lnTo>
                    <a:pt x="13819" y="2394757"/>
                  </a:lnTo>
                  <a:lnTo>
                    <a:pt x="18419" y="2432115"/>
                  </a:lnTo>
                  <a:lnTo>
                    <a:pt x="23672" y="2469386"/>
                  </a:lnTo>
                  <a:lnTo>
                    <a:pt x="29576" y="2506560"/>
                  </a:lnTo>
                  <a:lnTo>
                    <a:pt x="36130" y="2543625"/>
                  </a:lnTo>
                  <a:lnTo>
                    <a:pt x="43332" y="2580570"/>
                  </a:lnTo>
                  <a:lnTo>
                    <a:pt x="51179" y="2617382"/>
                  </a:lnTo>
                  <a:lnTo>
                    <a:pt x="59670" y="2654052"/>
                  </a:lnTo>
                  <a:lnTo>
                    <a:pt x="68800" y="2690568"/>
                  </a:lnTo>
                  <a:lnTo>
                    <a:pt x="78569" y="2726918"/>
                  </a:lnTo>
                  <a:lnTo>
                    <a:pt x="88972" y="2763092"/>
                  </a:lnTo>
                  <a:lnTo>
                    <a:pt x="100006" y="2799078"/>
                  </a:lnTo>
                  <a:lnTo>
                    <a:pt x="111669" y="2834865"/>
                  </a:lnTo>
                  <a:lnTo>
                    <a:pt x="123956" y="2870443"/>
                  </a:lnTo>
                  <a:lnTo>
                    <a:pt x="136864" y="2905800"/>
                  </a:lnTo>
                  <a:lnTo>
                    <a:pt x="150389" y="2940927"/>
                  </a:lnTo>
                  <a:lnTo>
                    <a:pt x="164527" y="2975811"/>
                  </a:lnTo>
                  <a:lnTo>
                    <a:pt x="179272" y="3010442"/>
                  </a:lnTo>
                  <a:lnTo>
                    <a:pt x="194622" y="3044810"/>
                  </a:lnTo>
                  <a:lnTo>
                    <a:pt x="210571" y="3078904"/>
                  </a:lnTo>
                  <a:lnTo>
                    <a:pt x="227114" y="3112713"/>
                  </a:lnTo>
                  <a:lnTo>
                    <a:pt x="244246" y="3146228"/>
                  </a:lnTo>
                  <a:lnTo>
                    <a:pt x="261962" y="3179438"/>
                  </a:lnTo>
                  <a:lnTo>
                    <a:pt x="280257" y="3212333"/>
                  </a:lnTo>
                  <a:lnTo>
                    <a:pt x="299124" y="3244902"/>
                  </a:lnTo>
                  <a:lnTo>
                    <a:pt x="318559" y="3277137"/>
                  </a:lnTo>
                  <a:lnTo>
                    <a:pt x="338554" y="3309026"/>
                  </a:lnTo>
                  <a:lnTo>
                    <a:pt x="359105" y="3340561"/>
                  </a:lnTo>
                  <a:lnTo>
                    <a:pt x="380205" y="3371731"/>
                  </a:lnTo>
                  <a:lnTo>
                    <a:pt x="401846" y="3402527"/>
                  </a:lnTo>
                  <a:lnTo>
                    <a:pt x="424024" y="3432939"/>
                  </a:lnTo>
                  <a:lnTo>
                    <a:pt x="446730" y="3462959"/>
                  </a:lnTo>
                  <a:lnTo>
                    <a:pt x="469958" y="3492577"/>
                  </a:lnTo>
                  <a:lnTo>
                    <a:pt x="493701" y="3521784"/>
                  </a:lnTo>
                  <a:lnTo>
                    <a:pt x="517952" y="3550570"/>
                  </a:lnTo>
                  <a:lnTo>
                    <a:pt x="542702" y="3578928"/>
                  </a:lnTo>
                  <a:lnTo>
                    <a:pt x="567945" y="3606849"/>
                  </a:lnTo>
                  <a:lnTo>
                    <a:pt x="593673" y="3634323"/>
                  </a:lnTo>
                  <a:lnTo>
                    <a:pt x="619878" y="3661343"/>
                  </a:lnTo>
                  <a:lnTo>
                    <a:pt x="646551" y="3687900"/>
                  </a:lnTo>
                  <a:lnTo>
                    <a:pt x="673686" y="3713986"/>
                  </a:lnTo>
                  <a:lnTo>
                    <a:pt x="701272" y="3739594"/>
                  </a:lnTo>
                  <a:lnTo>
                    <a:pt x="729303" y="3764714"/>
                  </a:lnTo>
                  <a:lnTo>
                    <a:pt x="757769" y="3789340"/>
                  </a:lnTo>
                  <a:lnTo>
                    <a:pt x="786661" y="3813465"/>
                  </a:lnTo>
                  <a:lnTo>
                    <a:pt x="815972" y="3837080"/>
                  </a:lnTo>
                  <a:lnTo>
                    <a:pt x="845691" y="3860178"/>
                  </a:lnTo>
                  <a:lnTo>
                    <a:pt x="875810" y="3882753"/>
                  </a:lnTo>
                  <a:lnTo>
                    <a:pt x="906319" y="3904797"/>
                  </a:lnTo>
                  <a:lnTo>
                    <a:pt x="937209" y="3926304"/>
                  </a:lnTo>
                  <a:lnTo>
                    <a:pt x="968471" y="3947267"/>
                  </a:lnTo>
                  <a:lnTo>
                    <a:pt x="1000096" y="3967679"/>
                  </a:lnTo>
                  <a:lnTo>
                    <a:pt x="1032072" y="3987535"/>
                  </a:lnTo>
                  <a:lnTo>
                    <a:pt x="1064391" y="4006829"/>
                  </a:lnTo>
                  <a:lnTo>
                    <a:pt x="1097043" y="4025553"/>
                  </a:lnTo>
                  <a:lnTo>
                    <a:pt x="1130018" y="4043704"/>
                  </a:lnTo>
                  <a:lnTo>
                    <a:pt x="1163305" y="4061274"/>
                  </a:lnTo>
                  <a:lnTo>
                    <a:pt x="1196894" y="4078260"/>
                  </a:lnTo>
                  <a:lnTo>
                    <a:pt x="1230776" y="4094655"/>
                  </a:lnTo>
                  <a:lnTo>
                    <a:pt x="1264939" y="4110454"/>
                  </a:lnTo>
                  <a:lnTo>
                    <a:pt x="1299374" y="4125653"/>
                  </a:lnTo>
                  <a:lnTo>
                    <a:pt x="1334070" y="4140247"/>
                  </a:lnTo>
                  <a:lnTo>
                    <a:pt x="1369015" y="4154232"/>
                  </a:lnTo>
                  <a:lnTo>
                    <a:pt x="1404200" y="4167603"/>
                  </a:lnTo>
                  <a:lnTo>
                    <a:pt x="1439614" y="4180356"/>
                  </a:lnTo>
                  <a:lnTo>
                    <a:pt x="1475245" y="4192488"/>
                  </a:lnTo>
                  <a:lnTo>
                    <a:pt x="1511083" y="4203994"/>
                  </a:lnTo>
                  <a:lnTo>
                    <a:pt x="1547117" y="4214871"/>
                  </a:lnTo>
                  <a:lnTo>
                    <a:pt x="1583336" y="4225115"/>
                  </a:lnTo>
                  <a:lnTo>
                    <a:pt x="1619728" y="4234725"/>
                  </a:lnTo>
                  <a:lnTo>
                    <a:pt x="1656284" y="4243696"/>
                  </a:lnTo>
                  <a:lnTo>
                    <a:pt x="1692990" y="4252025"/>
                  </a:lnTo>
                  <a:lnTo>
                    <a:pt x="1729837" y="4259711"/>
                  </a:lnTo>
                  <a:lnTo>
                    <a:pt x="1766813" y="4266752"/>
                  </a:lnTo>
                  <a:lnTo>
                    <a:pt x="1803906" y="4273143"/>
                  </a:lnTo>
                  <a:lnTo>
                    <a:pt x="1841105" y="4278885"/>
                  </a:lnTo>
                  <a:lnTo>
                    <a:pt x="1878399" y="4283975"/>
                  </a:lnTo>
                  <a:lnTo>
                    <a:pt x="1915777" y="4288411"/>
                  </a:lnTo>
                  <a:lnTo>
                    <a:pt x="1953226" y="4292193"/>
                  </a:lnTo>
                  <a:lnTo>
                    <a:pt x="1990736" y="4295318"/>
                  </a:lnTo>
                  <a:lnTo>
                    <a:pt x="2028295" y="4297787"/>
                  </a:lnTo>
                  <a:lnTo>
                    <a:pt x="2065891" y="4299598"/>
                  </a:lnTo>
                  <a:lnTo>
                    <a:pt x="2103514" y="4300751"/>
                  </a:lnTo>
                  <a:lnTo>
                    <a:pt x="2141150" y="4301245"/>
                  </a:lnTo>
                  <a:lnTo>
                    <a:pt x="2178790" y="4301080"/>
                  </a:lnTo>
                  <a:lnTo>
                    <a:pt x="2216421" y="4300257"/>
                  </a:lnTo>
                  <a:lnTo>
                    <a:pt x="2254031" y="4298775"/>
                  </a:lnTo>
                  <a:lnTo>
                    <a:pt x="2291610" y="4296635"/>
                  </a:lnTo>
                  <a:lnTo>
                    <a:pt x="2329146" y="4293838"/>
                  </a:lnTo>
                  <a:lnTo>
                    <a:pt x="2366627" y="4290384"/>
                  </a:lnTo>
                  <a:lnTo>
                    <a:pt x="2404042" y="4286275"/>
                  </a:lnTo>
                  <a:lnTo>
                    <a:pt x="2441379" y="4281512"/>
                  </a:lnTo>
                  <a:lnTo>
                    <a:pt x="2478628" y="4276096"/>
                  </a:lnTo>
                  <a:lnTo>
                    <a:pt x="2515775" y="4270029"/>
                  </a:lnTo>
                  <a:lnTo>
                    <a:pt x="2552811" y="4263312"/>
                  </a:lnTo>
                  <a:lnTo>
                    <a:pt x="2589724" y="4255949"/>
                  </a:lnTo>
                  <a:lnTo>
                    <a:pt x="2626502" y="4247941"/>
                  </a:lnTo>
                  <a:lnTo>
                    <a:pt x="2663134" y="4239290"/>
                  </a:lnTo>
                  <a:lnTo>
                    <a:pt x="2699610" y="4230000"/>
                  </a:lnTo>
                  <a:lnTo>
                    <a:pt x="2735917" y="4220072"/>
                  </a:lnTo>
                  <a:lnTo>
                    <a:pt x="2772044" y="4209511"/>
                  </a:lnTo>
                  <a:lnTo>
                    <a:pt x="2807982" y="4198319"/>
                  </a:lnTo>
                  <a:lnTo>
                    <a:pt x="2843718" y="4186500"/>
                  </a:lnTo>
                  <a:lnTo>
                    <a:pt x="2879242" y="4174057"/>
                  </a:lnTo>
                  <a:lnTo>
                    <a:pt x="2914542" y="4160995"/>
                  </a:lnTo>
                  <a:lnTo>
                    <a:pt x="2949609" y="4147316"/>
                  </a:lnTo>
                  <a:lnTo>
                    <a:pt x="2984431" y="4133026"/>
                  </a:lnTo>
                  <a:lnTo>
                    <a:pt x="3018997" y="4118129"/>
                  </a:lnTo>
                  <a:lnTo>
                    <a:pt x="3053297" y="4102629"/>
                  </a:lnTo>
                  <a:lnTo>
                    <a:pt x="3087321" y="4086531"/>
                  </a:lnTo>
                  <a:lnTo>
                    <a:pt x="3121058" y="4069841"/>
                  </a:lnTo>
                  <a:lnTo>
                    <a:pt x="3154498" y="4052562"/>
                  </a:lnTo>
                  <a:lnTo>
                    <a:pt x="3187630" y="4034701"/>
                  </a:lnTo>
                  <a:lnTo>
                    <a:pt x="3220444" y="4016262"/>
                  </a:lnTo>
                  <a:lnTo>
                    <a:pt x="3252931" y="3997253"/>
                  </a:lnTo>
                  <a:lnTo>
                    <a:pt x="3285080" y="3977677"/>
                  </a:lnTo>
                  <a:lnTo>
                    <a:pt x="3316882" y="3957542"/>
                  </a:lnTo>
                  <a:lnTo>
                    <a:pt x="3348326" y="3936854"/>
                  </a:lnTo>
                  <a:lnTo>
                    <a:pt x="3379404" y="3915618"/>
                  </a:lnTo>
                  <a:lnTo>
                    <a:pt x="3410105" y="3893842"/>
                  </a:lnTo>
                  <a:lnTo>
                    <a:pt x="3440420" y="3871531"/>
                  </a:lnTo>
                  <a:lnTo>
                    <a:pt x="3470340" y="3848694"/>
                  </a:lnTo>
                  <a:lnTo>
                    <a:pt x="3499856" y="3825336"/>
                  </a:lnTo>
                  <a:lnTo>
                    <a:pt x="3528958" y="3801466"/>
                  </a:lnTo>
                  <a:lnTo>
                    <a:pt x="3557639" y="3777090"/>
                  </a:lnTo>
                  <a:lnTo>
                    <a:pt x="3585888" y="3752215"/>
                  </a:lnTo>
                  <a:lnTo>
                    <a:pt x="3613698" y="3726850"/>
                  </a:lnTo>
                  <a:lnTo>
                    <a:pt x="3641059" y="3701002"/>
                  </a:lnTo>
                  <a:lnTo>
                    <a:pt x="3667964" y="3674680"/>
                  </a:lnTo>
                  <a:lnTo>
                    <a:pt x="3694404" y="3647890"/>
                  </a:lnTo>
                  <a:lnTo>
                    <a:pt x="3720372" y="3620642"/>
                  </a:lnTo>
                  <a:lnTo>
                    <a:pt x="3745858" y="3592944"/>
                  </a:lnTo>
                  <a:lnTo>
                    <a:pt x="3770856" y="3564803"/>
                  </a:lnTo>
                  <a:lnTo>
                    <a:pt x="3795357" y="3536230"/>
                  </a:lnTo>
                  <a:lnTo>
                    <a:pt x="3819355" y="3507232"/>
                  </a:lnTo>
                  <a:lnTo>
                    <a:pt x="3842841" y="3477819"/>
                  </a:lnTo>
                  <a:lnTo>
                    <a:pt x="3865809" y="3447999"/>
                  </a:lnTo>
                  <a:lnTo>
                    <a:pt x="3888252" y="3417782"/>
                  </a:lnTo>
                  <a:lnTo>
                    <a:pt x="3910163" y="3387176"/>
                  </a:lnTo>
                  <a:lnTo>
                    <a:pt x="3931534" y="3356192"/>
                  </a:lnTo>
                  <a:lnTo>
                    <a:pt x="3952360" y="3324839"/>
                  </a:lnTo>
                  <a:lnTo>
                    <a:pt x="3972634" y="3293125"/>
                  </a:lnTo>
                  <a:lnTo>
                    <a:pt x="3992350" y="3261062"/>
                  </a:lnTo>
                  <a:lnTo>
                    <a:pt x="4011502" y="3228659"/>
                  </a:lnTo>
                  <a:lnTo>
                    <a:pt x="4030083" y="3195926"/>
                  </a:lnTo>
                  <a:lnTo>
                    <a:pt x="4048089" y="3162872"/>
                  </a:lnTo>
                  <a:lnTo>
                    <a:pt x="4065514" y="3129508"/>
                  </a:lnTo>
                  <a:lnTo>
                    <a:pt x="4082352" y="3095845"/>
                  </a:lnTo>
                  <a:lnTo>
                    <a:pt x="4098599" y="3061891"/>
                  </a:lnTo>
                  <a:lnTo>
                    <a:pt x="4114249" y="3027659"/>
                  </a:lnTo>
                  <a:lnTo>
                    <a:pt x="4129297" y="2993158"/>
                  </a:lnTo>
                  <a:lnTo>
                    <a:pt x="4143739" y="2958399"/>
                  </a:lnTo>
                  <a:lnTo>
                    <a:pt x="4157571" y="2923393"/>
                  </a:lnTo>
                  <a:lnTo>
                    <a:pt x="4170788" y="2888150"/>
                  </a:lnTo>
                  <a:lnTo>
                    <a:pt x="4183386" y="2852681"/>
                  </a:lnTo>
                  <a:lnTo>
                    <a:pt x="4195361" y="2816997"/>
                  </a:lnTo>
                  <a:lnTo>
                    <a:pt x="4206710" y="2781109"/>
                  </a:lnTo>
                  <a:lnTo>
                    <a:pt x="4217429" y="2745028"/>
                  </a:lnTo>
                  <a:lnTo>
                    <a:pt x="4227516" y="2708764"/>
                  </a:lnTo>
                  <a:lnTo>
                    <a:pt x="4236966" y="2672330"/>
                  </a:lnTo>
                  <a:lnTo>
                    <a:pt x="4245776" y="2635736"/>
                  </a:lnTo>
                  <a:lnTo>
                    <a:pt x="4253946" y="2598993"/>
                  </a:lnTo>
                  <a:lnTo>
                    <a:pt x="4261470" y="2562113"/>
                  </a:lnTo>
                  <a:lnTo>
                    <a:pt x="4268349" y="2525107"/>
                  </a:lnTo>
                  <a:lnTo>
                    <a:pt x="4274578" y="2487986"/>
                  </a:lnTo>
                  <a:lnTo>
                    <a:pt x="4280157" y="2450762"/>
                  </a:lnTo>
                  <a:lnTo>
                    <a:pt x="4285084" y="2413446"/>
                  </a:lnTo>
                  <a:lnTo>
                    <a:pt x="4289356" y="2376049"/>
                  </a:lnTo>
                  <a:lnTo>
                    <a:pt x="4292974" y="2338584"/>
                  </a:lnTo>
                  <a:lnTo>
                    <a:pt x="4295935" y="2301061"/>
                  </a:lnTo>
                  <a:lnTo>
                    <a:pt x="4298240" y="2263491"/>
                  </a:lnTo>
                  <a:lnTo>
                    <a:pt x="4299886" y="2225887"/>
                  </a:lnTo>
                  <a:lnTo>
                    <a:pt x="4300874" y="2188261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572000" y="1760961"/>
              <a:ext cx="0" cy="1935578"/>
            </a:xfrm>
            <a:custGeom>
              <a:avLst/>
              <a:pathLst>
                <a:path w="0" h="1935578">
                  <a:moveTo>
                    <a:pt x="0" y="1935578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24073" y="2390869"/>
              <a:ext cx="1368660" cy="1368660"/>
            </a:xfrm>
            <a:custGeom>
              <a:avLst/>
              <a:pathLst>
                <a:path w="1368660" h="1368660">
                  <a:moveTo>
                    <a:pt x="0" y="1368660"/>
                  </a:moveTo>
                  <a:lnTo>
                    <a:pt x="136866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787064" y="3911604"/>
              <a:ext cx="1935578" cy="0"/>
            </a:xfrm>
            <a:custGeom>
              <a:avLst/>
              <a:pathLst>
                <a:path w="1935578" h="0">
                  <a:moveTo>
                    <a:pt x="0" y="0"/>
                  </a:moveTo>
                  <a:lnTo>
                    <a:pt x="1935578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724073" y="4063677"/>
              <a:ext cx="1368660" cy="1368660"/>
            </a:xfrm>
            <a:custGeom>
              <a:avLst/>
              <a:pathLst>
                <a:path w="1368660" h="1368660">
                  <a:moveTo>
                    <a:pt x="0" y="0"/>
                  </a:moveTo>
                  <a:lnTo>
                    <a:pt x="1368660" y="136866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572000" y="4126668"/>
              <a:ext cx="0" cy="1935578"/>
            </a:xfrm>
            <a:custGeom>
              <a:avLst/>
              <a:pathLst>
                <a:path w="0" h="1935578">
                  <a:moveTo>
                    <a:pt x="0" y="0"/>
                  </a:moveTo>
                  <a:lnTo>
                    <a:pt x="0" y="1935578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51265" y="4063677"/>
              <a:ext cx="1368660" cy="1368660"/>
            </a:xfrm>
            <a:custGeom>
              <a:avLst/>
              <a:pathLst>
                <a:path w="1368660" h="1368660">
                  <a:moveTo>
                    <a:pt x="1368660" y="0"/>
                  </a:moveTo>
                  <a:lnTo>
                    <a:pt x="0" y="136866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421356" y="3911604"/>
              <a:ext cx="1935578" cy="0"/>
            </a:xfrm>
            <a:custGeom>
              <a:avLst/>
              <a:pathLst>
                <a:path w="1935578" h="0">
                  <a:moveTo>
                    <a:pt x="1935578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051265" y="2390869"/>
              <a:ext cx="1368660" cy="1368660"/>
            </a:xfrm>
            <a:custGeom>
              <a:avLst/>
              <a:pathLst>
                <a:path w="1368660" h="1368660">
                  <a:moveTo>
                    <a:pt x="1368660" y="136866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356935" y="3051347"/>
              <a:ext cx="823358" cy="1720514"/>
            </a:xfrm>
            <a:custGeom>
              <a:avLst/>
              <a:pathLst>
                <a:path w="823358" h="1720514">
                  <a:moveTo>
                    <a:pt x="215064" y="0"/>
                  </a:moveTo>
                  <a:lnTo>
                    <a:pt x="823358" y="251963"/>
                  </a:lnTo>
                  <a:lnTo>
                    <a:pt x="430128" y="860257"/>
                  </a:lnTo>
                  <a:lnTo>
                    <a:pt x="367137" y="1012330"/>
                  </a:lnTo>
                  <a:lnTo>
                    <a:pt x="215064" y="1720514"/>
                  </a:lnTo>
                  <a:lnTo>
                    <a:pt x="62990" y="1012330"/>
                  </a:lnTo>
                  <a:lnTo>
                    <a:pt x="0" y="860257"/>
                  </a:lnTo>
                  <a:lnTo>
                    <a:pt x="62990" y="708183"/>
                  </a:lnTo>
                  <a:lnTo>
                    <a:pt x="215064" y="0"/>
                  </a:lnTo>
                </a:path>
              </a:pathLst>
            </a:custGeom>
            <a:ln w="31166" cap="flat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4536729" y="3016076"/>
              <a:ext cx="70540" cy="70540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12272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145023" y="3268040"/>
              <a:ext cx="70540" cy="70540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12272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751794" y="3876334"/>
              <a:ext cx="70540" cy="70540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12272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688803" y="4028407"/>
              <a:ext cx="70540" cy="70540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12272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536729" y="4736591"/>
              <a:ext cx="70540" cy="70540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12272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384656" y="4028407"/>
              <a:ext cx="70540" cy="70540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12272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321665" y="3876334"/>
              <a:ext cx="70540" cy="70540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12272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384656" y="3724260"/>
              <a:ext cx="70540" cy="70540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12272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4536729" y="3016076"/>
              <a:ext cx="70540" cy="70540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12272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4269427" y="3674868"/>
              <a:ext cx="87508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235777" y="2707079"/>
              <a:ext cx="12115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202127" y="1739289"/>
              <a:ext cx="154807" cy="4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47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2026-09-24T14:02:22Z</dcterms:modified>
  <cp:category/>
</cp:coreProperties>
</file>