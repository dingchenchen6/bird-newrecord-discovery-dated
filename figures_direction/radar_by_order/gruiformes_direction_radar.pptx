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31386" y="352497"/>
              <a:ext cx="68122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Gruiformes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69913" y="732215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16, species = 9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63302" y="3417365"/>
              <a:ext cx="1228630" cy="902936"/>
            </a:xfrm>
            <a:custGeom>
              <a:avLst/>
              <a:pathLst>
                <a:path w="1228630" h="902936">
                  <a:moveTo>
                    <a:pt x="408697" y="37226"/>
                  </a:moveTo>
                  <a:lnTo>
                    <a:pt x="902936" y="0"/>
                  </a:lnTo>
                  <a:lnTo>
                    <a:pt x="1228630" y="494238"/>
                  </a:lnTo>
                  <a:lnTo>
                    <a:pt x="646312" y="731853"/>
                  </a:lnTo>
                  <a:lnTo>
                    <a:pt x="408697" y="830276"/>
                  </a:lnTo>
                  <a:lnTo>
                    <a:pt x="0" y="902936"/>
                  </a:lnTo>
                  <a:lnTo>
                    <a:pt x="193633" y="494238"/>
                  </a:lnTo>
                  <a:lnTo>
                    <a:pt x="256623" y="342165"/>
                  </a:lnTo>
                  <a:lnTo>
                    <a:pt x="408697" y="37226"/>
                  </a:lnTo>
                </a:path>
              </a:pathLst>
            </a:custGeom>
            <a:ln w="31166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41932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030968" y="3382095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56662" y="3876334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774344" y="4113948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21237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128032" y="4285031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419322"/>
              <a:ext cx="70540" cy="70540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12272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2026-09-24T14:02:09Z</dcterms:modified>
  <cp:category/>
</cp:coreProperties>
</file>