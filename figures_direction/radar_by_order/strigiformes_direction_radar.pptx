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99793" y="352497"/>
              <a:ext cx="7444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44813" y="732215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14, species = 10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126642" y="3281773"/>
              <a:ext cx="1213444" cy="1075189"/>
            </a:xfrm>
            <a:custGeom>
              <a:avLst/>
              <a:pathLst>
                <a:path w="1213444" h="1075189">
                  <a:moveTo>
                    <a:pt x="445357" y="0"/>
                  </a:moveTo>
                  <a:lnTo>
                    <a:pt x="890715" y="184473"/>
                  </a:lnTo>
                  <a:lnTo>
                    <a:pt x="1213444" y="629831"/>
                  </a:lnTo>
                  <a:lnTo>
                    <a:pt x="597431" y="781904"/>
                  </a:lnTo>
                  <a:lnTo>
                    <a:pt x="445357" y="844895"/>
                  </a:lnTo>
                  <a:lnTo>
                    <a:pt x="0" y="1075189"/>
                  </a:lnTo>
                  <a:lnTo>
                    <a:pt x="92037" y="629831"/>
                  </a:lnTo>
                  <a:lnTo>
                    <a:pt x="293284" y="477757"/>
                  </a:lnTo>
                  <a:lnTo>
                    <a:pt x="445357" y="0"/>
                  </a:lnTo>
                </a:path>
              </a:pathLst>
            </a:custGeom>
            <a:ln w="31166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24650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4982087" y="3430976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04816" y="387633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091398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091371" y="432169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83409" y="3876334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246502"/>
              <a:ext cx="70540" cy="70540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12272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2026-09-24T14:02:12Z</dcterms:modified>
  <cp:category/>
</cp:coreProperties>
</file>