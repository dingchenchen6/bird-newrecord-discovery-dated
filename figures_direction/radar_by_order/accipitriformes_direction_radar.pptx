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08444" y="352497"/>
              <a:ext cx="92711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44813" y="732215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55, species = 22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86550" y="3311605"/>
              <a:ext cx="1133975" cy="876495"/>
            </a:xfrm>
            <a:custGeom>
              <a:avLst/>
              <a:pathLst>
                <a:path w="1133975" h="876495">
                  <a:moveTo>
                    <a:pt x="285449" y="138588"/>
                  </a:moveTo>
                  <a:lnTo>
                    <a:pt x="885447" y="0"/>
                  </a:lnTo>
                  <a:lnTo>
                    <a:pt x="1133975" y="599998"/>
                  </a:lnTo>
                  <a:lnTo>
                    <a:pt x="561946" y="876495"/>
                  </a:lnTo>
                  <a:lnTo>
                    <a:pt x="285449" y="815063"/>
                  </a:lnTo>
                  <a:lnTo>
                    <a:pt x="58721" y="826726"/>
                  </a:lnTo>
                  <a:lnTo>
                    <a:pt x="0" y="599998"/>
                  </a:lnTo>
                  <a:lnTo>
                    <a:pt x="83606" y="398155"/>
                  </a:lnTo>
                  <a:lnTo>
                    <a:pt x="285449" y="138588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414923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36728" y="327633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85256" y="3876334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813226" y="415283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0002" y="410306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51280" y="3876334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34886" y="367449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414923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2026-09-24T14:02:02Z</dcterms:modified>
  <cp:category/>
</cp:coreProperties>
</file>