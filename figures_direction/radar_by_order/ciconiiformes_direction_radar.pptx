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50644" y="352497"/>
              <a:ext cx="84271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Ciconiiformes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95013" y="732215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9, species = 4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15779" y="3151237"/>
              <a:ext cx="1216587" cy="1216587"/>
            </a:xfrm>
            <a:custGeom>
              <a:avLst/>
              <a:pathLst>
                <a:path w="1216587" h="1216587">
                  <a:moveTo>
                    <a:pt x="456220" y="330238"/>
                  </a:moveTo>
                  <a:lnTo>
                    <a:pt x="1216587" y="0"/>
                  </a:lnTo>
                  <a:lnTo>
                    <a:pt x="886348" y="760367"/>
                  </a:lnTo>
                  <a:lnTo>
                    <a:pt x="760367" y="1064514"/>
                  </a:lnTo>
                  <a:lnTo>
                    <a:pt x="456220" y="975431"/>
                  </a:lnTo>
                  <a:lnTo>
                    <a:pt x="0" y="1216587"/>
                  </a:lnTo>
                  <a:lnTo>
                    <a:pt x="241155" y="760367"/>
                  </a:lnTo>
                  <a:lnTo>
                    <a:pt x="304146" y="608293"/>
                  </a:lnTo>
                  <a:lnTo>
                    <a:pt x="456220" y="330238"/>
                  </a:lnTo>
                </a:path>
              </a:pathLst>
            </a:custGeom>
            <a:ln w="31166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446205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97096" y="3115966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966858" y="3876334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840876" y="4180480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080509" y="4332554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446205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2026-09-24T14:02:18Z</dcterms:modified>
  <cp:category/>
</cp:coreProperties>
</file>