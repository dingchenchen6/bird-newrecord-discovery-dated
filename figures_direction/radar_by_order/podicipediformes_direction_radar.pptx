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41785" y="352497"/>
              <a:ext cx="106042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95013" y="732215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5, species = 3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56935" y="3696540"/>
              <a:ext cx="2365707" cy="430128"/>
            </a:xfrm>
            <a:custGeom>
              <a:avLst/>
              <a:pathLst>
                <a:path w="2365707" h="430128">
                  <a:moveTo>
                    <a:pt x="215064" y="0"/>
                  </a:moveTo>
                  <a:lnTo>
                    <a:pt x="367137" y="62990"/>
                  </a:lnTo>
                  <a:lnTo>
                    <a:pt x="2365707" y="215064"/>
                  </a:lnTo>
                  <a:lnTo>
                    <a:pt x="367137" y="367137"/>
                  </a:lnTo>
                  <a:lnTo>
                    <a:pt x="215064" y="430128"/>
                  </a:lnTo>
                  <a:lnTo>
                    <a:pt x="62990" y="367137"/>
                  </a:lnTo>
                  <a:lnTo>
                    <a:pt x="0" y="215064"/>
                  </a:lnTo>
                  <a:lnTo>
                    <a:pt x="62990" y="62990"/>
                  </a:lnTo>
                  <a:lnTo>
                    <a:pt x="215064" y="0"/>
                  </a:lnTo>
                </a:path>
              </a:pathLst>
            </a:custGeom>
            <a:ln w="31166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688803" y="3724260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687372" y="3876334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2026-09-24T14:02:20Z</dcterms:modified>
  <cp:category/>
</cp:coreProperties>
</file>