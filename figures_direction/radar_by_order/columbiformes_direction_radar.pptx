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08582" y="352497"/>
              <a:ext cx="92683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69913" y="732215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18, species = 9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67853" y="3151237"/>
              <a:ext cx="1164404" cy="988477"/>
            </a:xfrm>
            <a:custGeom>
              <a:avLst/>
              <a:pathLst>
                <a:path w="1164404" h="988477">
                  <a:moveTo>
                    <a:pt x="304146" y="437770"/>
                  </a:moveTo>
                  <a:lnTo>
                    <a:pt x="1064514" y="0"/>
                  </a:lnTo>
                  <a:lnTo>
                    <a:pt x="1164404" y="760367"/>
                  </a:lnTo>
                  <a:lnTo>
                    <a:pt x="456220" y="912440"/>
                  </a:lnTo>
                  <a:lnTo>
                    <a:pt x="304146" y="975431"/>
                  </a:lnTo>
                  <a:lnTo>
                    <a:pt x="76036" y="988477"/>
                  </a:lnTo>
                  <a:lnTo>
                    <a:pt x="89082" y="760367"/>
                  </a:lnTo>
                  <a:lnTo>
                    <a:pt x="0" y="456220"/>
                  </a:lnTo>
                  <a:lnTo>
                    <a:pt x="304146" y="43777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55373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7096" y="311596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96987" y="387633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08619" y="410444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32582" y="357218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55373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2026-09-24T14:02:07Z</dcterms:modified>
  <cp:category/>
</cp:coreProperties>
</file>