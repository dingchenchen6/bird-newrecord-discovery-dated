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3999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2251205" cy="233029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302618"/>
              <a:ext cx="2251205" cy="14466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2175290" cy="23302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759525" y="103556"/>
              <a:ext cx="871331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Passeriformes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517804" y="205046"/>
              <a:ext cx="1354775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388, species = 222</a:t>
              </a:r>
            </a:p>
          </p:txBody>
        </p:sp>
        <p:sp>
          <p:nvSpPr>
            <p:cNvPr id="10" name="rc10"/>
            <p:cNvSpPr/>
            <p:nvPr/>
          </p:nvSpPr>
          <p:spPr>
            <a:xfrm>
              <a:off x="338466" y="340576"/>
              <a:ext cx="1713451" cy="1370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tx11"/>
            <p:cNvSpPr/>
            <p:nvPr/>
          </p:nvSpPr>
          <p:spPr>
            <a:xfrm>
              <a:off x="300956" y="1412013"/>
              <a:ext cx="472013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369662" y="989791"/>
              <a:ext cx="228417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317964" y="567570"/>
              <a:ext cx="45500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14" name="pl14"/>
            <p:cNvSpPr/>
            <p:nvPr/>
          </p:nvSpPr>
          <p:spPr>
            <a:xfrm>
              <a:off x="1143271" y="974034"/>
              <a:ext cx="103843" cy="103844"/>
            </a:xfrm>
            <a:custGeom>
              <a:avLst/>
              <a:pathLst>
                <a:path w="103843" h="103844">
                  <a:moveTo>
                    <a:pt x="103843" y="51922"/>
                  </a:moveTo>
                  <a:lnTo>
                    <a:pt x="103835" y="51013"/>
                  </a:lnTo>
                  <a:lnTo>
                    <a:pt x="103811" y="50105"/>
                  </a:lnTo>
                  <a:lnTo>
                    <a:pt x="103771" y="49197"/>
                  </a:lnTo>
                  <a:lnTo>
                    <a:pt x="103716" y="48290"/>
                  </a:lnTo>
                  <a:lnTo>
                    <a:pt x="103644" y="47384"/>
                  </a:lnTo>
                  <a:lnTo>
                    <a:pt x="103557" y="46479"/>
                  </a:lnTo>
                  <a:lnTo>
                    <a:pt x="103454" y="45576"/>
                  </a:lnTo>
                  <a:lnTo>
                    <a:pt x="103335" y="44676"/>
                  </a:lnTo>
                  <a:lnTo>
                    <a:pt x="103200" y="43777"/>
                  </a:lnTo>
                  <a:lnTo>
                    <a:pt x="103050" y="42881"/>
                  </a:lnTo>
                  <a:lnTo>
                    <a:pt x="102884" y="41987"/>
                  </a:lnTo>
                  <a:lnTo>
                    <a:pt x="102702" y="41097"/>
                  </a:lnTo>
                  <a:lnTo>
                    <a:pt x="102505" y="40210"/>
                  </a:lnTo>
                  <a:lnTo>
                    <a:pt x="102292" y="39326"/>
                  </a:lnTo>
                  <a:lnTo>
                    <a:pt x="102064" y="38447"/>
                  </a:lnTo>
                  <a:lnTo>
                    <a:pt x="101820" y="37571"/>
                  </a:lnTo>
                  <a:lnTo>
                    <a:pt x="101562" y="36700"/>
                  </a:lnTo>
                  <a:lnTo>
                    <a:pt x="101288" y="35834"/>
                  </a:lnTo>
                  <a:lnTo>
                    <a:pt x="100999" y="34972"/>
                  </a:lnTo>
                  <a:lnTo>
                    <a:pt x="100694" y="34116"/>
                  </a:lnTo>
                  <a:lnTo>
                    <a:pt x="100375" y="33265"/>
                  </a:lnTo>
                  <a:lnTo>
                    <a:pt x="100041" y="32420"/>
                  </a:lnTo>
                  <a:lnTo>
                    <a:pt x="99693" y="31580"/>
                  </a:lnTo>
                  <a:lnTo>
                    <a:pt x="99329" y="30748"/>
                  </a:lnTo>
                  <a:lnTo>
                    <a:pt x="98952" y="29921"/>
                  </a:lnTo>
                  <a:lnTo>
                    <a:pt x="98559" y="29101"/>
                  </a:lnTo>
                  <a:lnTo>
                    <a:pt x="98153" y="28289"/>
                  </a:lnTo>
                  <a:lnTo>
                    <a:pt x="97732" y="27483"/>
                  </a:lnTo>
                  <a:lnTo>
                    <a:pt x="97297" y="26685"/>
                  </a:lnTo>
                  <a:lnTo>
                    <a:pt x="96849" y="25895"/>
                  </a:lnTo>
                  <a:lnTo>
                    <a:pt x="96386" y="25113"/>
                  </a:lnTo>
                  <a:lnTo>
                    <a:pt x="95910" y="24338"/>
                  </a:lnTo>
                  <a:lnTo>
                    <a:pt x="95421" y="23573"/>
                  </a:lnTo>
                  <a:lnTo>
                    <a:pt x="94918" y="22816"/>
                  </a:lnTo>
                  <a:lnTo>
                    <a:pt x="94402" y="22068"/>
                  </a:lnTo>
                  <a:lnTo>
                    <a:pt x="93873" y="21329"/>
                  </a:lnTo>
                  <a:lnTo>
                    <a:pt x="93331" y="20599"/>
                  </a:lnTo>
                  <a:lnTo>
                    <a:pt x="92777" y="19879"/>
                  </a:lnTo>
                  <a:lnTo>
                    <a:pt x="92210" y="19169"/>
                  </a:lnTo>
                  <a:lnTo>
                    <a:pt x="91630" y="18469"/>
                  </a:lnTo>
                  <a:lnTo>
                    <a:pt x="91039" y="17779"/>
                  </a:lnTo>
                  <a:lnTo>
                    <a:pt x="90435" y="17100"/>
                  </a:lnTo>
                  <a:lnTo>
                    <a:pt x="89820" y="16431"/>
                  </a:lnTo>
                  <a:lnTo>
                    <a:pt x="89193" y="15773"/>
                  </a:lnTo>
                  <a:lnTo>
                    <a:pt x="88555" y="15127"/>
                  </a:lnTo>
                  <a:lnTo>
                    <a:pt x="87905" y="14491"/>
                  </a:lnTo>
                  <a:lnTo>
                    <a:pt x="87245" y="13867"/>
                  </a:lnTo>
                  <a:lnTo>
                    <a:pt x="86573" y="13255"/>
                  </a:lnTo>
                  <a:lnTo>
                    <a:pt x="85891" y="12654"/>
                  </a:lnTo>
                  <a:lnTo>
                    <a:pt x="85199" y="12066"/>
                  </a:lnTo>
                  <a:lnTo>
                    <a:pt x="84496" y="11489"/>
                  </a:lnTo>
                  <a:lnTo>
                    <a:pt x="83784" y="10925"/>
                  </a:lnTo>
                  <a:lnTo>
                    <a:pt x="83061" y="10374"/>
                  </a:lnTo>
                  <a:lnTo>
                    <a:pt x="82329" y="9835"/>
                  </a:lnTo>
                  <a:lnTo>
                    <a:pt x="81588" y="9310"/>
                  </a:lnTo>
                  <a:lnTo>
                    <a:pt x="80838" y="8797"/>
                  </a:lnTo>
                  <a:lnTo>
                    <a:pt x="80079" y="8297"/>
                  </a:lnTo>
                  <a:lnTo>
                    <a:pt x="79311" y="7811"/>
                  </a:lnTo>
                  <a:lnTo>
                    <a:pt x="78535" y="7339"/>
                  </a:lnTo>
                  <a:lnTo>
                    <a:pt x="77750" y="6880"/>
                  </a:lnTo>
                  <a:lnTo>
                    <a:pt x="76958" y="6435"/>
                  </a:lnTo>
                  <a:lnTo>
                    <a:pt x="76158" y="6003"/>
                  </a:lnTo>
                  <a:lnTo>
                    <a:pt x="75351" y="5586"/>
                  </a:lnTo>
                  <a:lnTo>
                    <a:pt x="74536" y="5183"/>
                  </a:lnTo>
                  <a:lnTo>
                    <a:pt x="73715" y="4795"/>
                  </a:lnTo>
                  <a:lnTo>
                    <a:pt x="72887" y="4420"/>
                  </a:lnTo>
                  <a:lnTo>
                    <a:pt x="72052" y="4061"/>
                  </a:lnTo>
                  <a:lnTo>
                    <a:pt x="71212" y="3716"/>
                  </a:lnTo>
                  <a:lnTo>
                    <a:pt x="70365" y="3386"/>
                  </a:lnTo>
                  <a:lnTo>
                    <a:pt x="69513" y="3070"/>
                  </a:lnTo>
                  <a:lnTo>
                    <a:pt x="68655" y="2770"/>
                  </a:lnTo>
                  <a:lnTo>
                    <a:pt x="67792" y="2484"/>
                  </a:lnTo>
                  <a:lnTo>
                    <a:pt x="66925" y="2214"/>
                  </a:lnTo>
                  <a:lnTo>
                    <a:pt x="66052" y="1959"/>
                  </a:lnTo>
                  <a:lnTo>
                    <a:pt x="65176" y="1720"/>
                  </a:lnTo>
                  <a:lnTo>
                    <a:pt x="64295" y="1495"/>
                  </a:lnTo>
                  <a:lnTo>
                    <a:pt x="63411" y="1286"/>
                  </a:lnTo>
                  <a:lnTo>
                    <a:pt x="62523" y="1093"/>
                  </a:lnTo>
                  <a:lnTo>
                    <a:pt x="61632" y="915"/>
                  </a:lnTo>
                  <a:lnTo>
                    <a:pt x="60738" y="753"/>
                  </a:lnTo>
                  <a:lnTo>
                    <a:pt x="59841" y="607"/>
                  </a:lnTo>
                  <a:lnTo>
                    <a:pt x="58941" y="476"/>
                  </a:lnTo>
                  <a:lnTo>
                    <a:pt x="58040" y="361"/>
                  </a:lnTo>
                  <a:lnTo>
                    <a:pt x="57137" y="262"/>
                  </a:lnTo>
                  <a:lnTo>
                    <a:pt x="56232" y="178"/>
                  </a:lnTo>
                  <a:lnTo>
                    <a:pt x="55326" y="111"/>
                  </a:lnTo>
                  <a:lnTo>
                    <a:pt x="54418" y="59"/>
                  </a:lnTo>
                  <a:lnTo>
                    <a:pt x="53510" y="23"/>
                  </a:lnTo>
                  <a:lnTo>
                    <a:pt x="52602" y="3"/>
                  </a:lnTo>
                  <a:lnTo>
                    <a:pt x="51693" y="0"/>
                  </a:lnTo>
                  <a:lnTo>
                    <a:pt x="50784" y="11"/>
                  </a:lnTo>
                  <a:lnTo>
                    <a:pt x="49876" y="39"/>
                  </a:lnTo>
                  <a:lnTo>
                    <a:pt x="48968" y="83"/>
                  </a:lnTo>
                  <a:lnTo>
                    <a:pt x="48062" y="143"/>
                  </a:lnTo>
                  <a:lnTo>
                    <a:pt x="47156" y="218"/>
                  </a:lnTo>
                  <a:lnTo>
                    <a:pt x="46252" y="309"/>
                  </a:lnTo>
                  <a:lnTo>
                    <a:pt x="45350" y="416"/>
                  </a:lnTo>
                  <a:lnTo>
                    <a:pt x="44449" y="539"/>
                  </a:lnTo>
                  <a:lnTo>
                    <a:pt x="43551" y="678"/>
                  </a:lnTo>
                  <a:lnTo>
                    <a:pt x="42655" y="832"/>
                  </a:lnTo>
                  <a:lnTo>
                    <a:pt x="41763" y="1002"/>
                  </a:lnTo>
                  <a:lnTo>
                    <a:pt x="40873" y="1188"/>
                  </a:lnTo>
                  <a:lnTo>
                    <a:pt x="39987" y="1389"/>
                  </a:lnTo>
                  <a:lnTo>
                    <a:pt x="39104" y="1605"/>
                  </a:lnTo>
                  <a:lnTo>
                    <a:pt x="38226" y="1837"/>
                  </a:lnTo>
                  <a:lnTo>
                    <a:pt x="37351" y="2085"/>
                  </a:lnTo>
                  <a:lnTo>
                    <a:pt x="36481" y="2347"/>
                  </a:lnTo>
                  <a:lnTo>
                    <a:pt x="35616" y="2625"/>
                  </a:lnTo>
                  <a:lnTo>
                    <a:pt x="34756" y="2918"/>
                  </a:lnTo>
                  <a:lnTo>
                    <a:pt x="33901" y="3226"/>
                  </a:lnTo>
                  <a:lnTo>
                    <a:pt x="33052" y="3549"/>
                  </a:lnTo>
                  <a:lnTo>
                    <a:pt x="32208" y="3886"/>
                  </a:lnTo>
                  <a:lnTo>
                    <a:pt x="31370" y="4239"/>
                  </a:lnTo>
                  <a:lnTo>
                    <a:pt x="30539" y="4606"/>
                  </a:lnTo>
                  <a:lnTo>
                    <a:pt x="29714" y="4987"/>
                  </a:lnTo>
                  <a:lnTo>
                    <a:pt x="28896" y="5383"/>
                  </a:lnTo>
                  <a:lnTo>
                    <a:pt x="28085" y="5793"/>
                  </a:lnTo>
                  <a:lnTo>
                    <a:pt x="27281" y="6217"/>
                  </a:lnTo>
                  <a:lnTo>
                    <a:pt x="26485" y="6655"/>
                  </a:lnTo>
                  <a:lnTo>
                    <a:pt x="25697" y="7108"/>
                  </a:lnTo>
                  <a:lnTo>
                    <a:pt x="24917" y="7573"/>
                  </a:lnTo>
                  <a:lnTo>
                    <a:pt x="24145" y="8053"/>
                  </a:lnTo>
                  <a:lnTo>
                    <a:pt x="23381" y="8546"/>
                  </a:lnTo>
                  <a:lnTo>
                    <a:pt x="22626" y="9052"/>
                  </a:lnTo>
                  <a:lnTo>
                    <a:pt x="21881" y="9571"/>
                  </a:lnTo>
                  <a:lnTo>
                    <a:pt x="21144" y="10103"/>
                  </a:lnTo>
                  <a:lnTo>
                    <a:pt x="20417" y="10648"/>
                  </a:lnTo>
                  <a:lnTo>
                    <a:pt x="19699" y="11206"/>
                  </a:lnTo>
                  <a:lnTo>
                    <a:pt x="18992" y="11776"/>
                  </a:lnTo>
                  <a:lnTo>
                    <a:pt x="18294" y="12358"/>
                  </a:lnTo>
                  <a:lnTo>
                    <a:pt x="17607" y="12953"/>
                  </a:lnTo>
                  <a:lnTo>
                    <a:pt x="16930" y="13559"/>
                  </a:lnTo>
                  <a:lnTo>
                    <a:pt x="16264" y="14178"/>
                  </a:lnTo>
                  <a:lnTo>
                    <a:pt x="15609" y="14807"/>
                  </a:lnTo>
                  <a:lnTo>
                    <a:pt x="14965" y="15449"/>
                  </a:lnTo>
                  <a:lnTo>
                    <a:pt x="14333" y="16101"/>
                  </a:lnTo>
                  <a:lnTo>
                    <a:pt x="13711" y="16764"/>
                  </a:lnTo>
                  <a:lnTo>
                    <a:pt x="13102" y="17438"/>
                  </a:lnTo>
                  <a:lnTo>
                    <a:pt x="12504" y="18123"/>
                  </a:lnTo>
                  <a:lnTo>
                    <a:pt x="11919" y="18818"/>
                  </a:lnTo>
                  <a:lnTo>
                    <a:pt x="11346" y="19523"/>
                  </a:lnTo>
                  <a:lnTo>
                    <a:pt x="10785" y="20238"/>
                  </a:lnTo>
                  <a:lnTo>
                    <a:pt x="10237" y="20963"/>
                  </a:lnTo>
                  <a:lnTo>
                    <a:pt x="9701" y="21697"/>
                  </a:lnTo>
                  <a:lnTo>
                    <a:pt x="9179" y="22441"/>
                  </a:lnTo>
                  <a:lnTo>
                    <a:pt x="8669" y="23193"/>
                  </a:lnTo>
                  <a:lnTo>
                    <a:pt x="8173" y="23955"/>
                  </a:lnTo>
                  <a:lnTo>
                    <a:pt x="7690" y="24724"/>
                  </a:lnTo>
                  <a:lnTo>
                    <a:pt x="7221" y="25503"/>
                  </a:lnTo>
                  <a:lnTo>
                    <a:pt x="6766" y="26289"/>
                  </a:lnTo>
                  <a:lnTo>
                    <a:pt x="6324" y="27083"/>
                  </a:lnTo>
                  <a:lnTo>
                    <a:pt x="5896" y="27885"/>
                  </a:lnTo>
                  <a:lnTo>
                    <a:pt x="5483" y="28694"/>
                  </a:lnTo>
                  <a:lnTo>
                    <a:pt x="5083" y="29510"/>
                  </a:lnTo>
                  <a:lnTo>
                    <a:pt x="4698" y="30333"/>
                  </a:lnTo>
                  <a:lnTo>
                    <a:pt x="4328" y="31163"/>
                  </a:lnTo>
                  <a:lnTo>
                    <a:pt x="3972" y="31999"/>
                  </a:lnTo>
                  <a:lnTo>
                    <a:pt x="3630" y="32842"/>
                  </a:lnTo>
                  <a:lnTo>
                    <a:pt x="3304" y="33690"/>
                  </a:lnTo>
                  <a:lnTo>
                    <a:pt x="2992" y="34543"/>
                  </a:lnTo>
                  <a:lnTo>
                    <a:pt x="2696" y="35402"/>
                  </a:lnTo>
                  <a:lnTo>
                    <a:pt x="2414" y="36266"/>
                  </a:lnTo>
                  <a:lnTo>
                    <a:pt x="2148" y="37135"/>
                  </a:lnTo>
                  <a:lnTo>
                    <a:pt x="1896" y="38008"/>
                  </a:lnTo>
                  <a:lnTo>
                    <a:pt x="1661" y="38886"/>
                  </a:lnTo>
                  <a:lnTo>
                    <a:pt x="1440" y="39768"/>
                  </a:lnTo>
                  <a:lnTo>
                    <a:pt x="1235" y="40653"/>
                  </a:lnTo>
                  <a:lnTo>
                    <a:pt x="1046" y="41542"/>
                  </a:lnTo>
                  <a:lnTo>
                    <a:pt x="872" y="42434"/>
                  </a:lnTo>
                  <a:lnTo>
                    <a:pt x="714" y="43328"/>
                  </a:lnTo>
                  <a:lnTo>
                    <a:pt x="571" y="44226"/>
                  </a:lnTo>
                  <a:lnTo>
                    <a:pt x="444" y="45126"/>
                  </a:lnTo>
                  <a:lnTo>
                    <a:pt x="333" y="46028"/>
                  </a:lnTo>
                  <a:lnTo>
                    <a:pt x="238" y="46931"/>
                  </a:lnTo>
                  <a:lnTo>
                    <a:pt x="158" y="47837"/>
                  </a:lnTo>
                  <a:lnTo>
                    <a:pt x="95" y="48743"/>
                  </a:lnTo>
                  <a:lnTo>
                    <a:pt x="47" y="49651"/>
                  </a:lnTo>
                  <a:lnTo>
                    <a:pt x="15" y="50559"/>
                  </a:lnTo>
                  <a:lnTo>
                    <a:pt x="0" y="51467"/>
                  </a:lnTo>
                  <a:lnTo>
                    <a:pt x="0" y="52376"/>
                  </a:lnTo>
                  <a:lnTo>
                    <a:pt x="15" y="53285"/>
                  </a:lnTo>
                  <a:lnTo>
                    <a:pt x="47" y="54193"/>
                  </a:lnTo>
                  <a:lnTo>
                    <a:pt x="95" y="55100"/>
                  </a:lnTo>
                  <a:lnTo>
                    <a:pt x="158" y="56007"/>
                  </a:lnTo>
                  <a:lnTo>
                    <a:pt x="238" y="56912"/>
                  </a:lnTo>
                  <a:lnTo>
                    <a:pt x="333" y="57816"/>
                  </a:lnTo>
                  <a:lnTo>
                    <a:pt x="444" y="58718"/>
                  </a:lnTo>
                  <a:lnTo>
                    <a:pt x="571" y="59618"/>
                  </a:lnTo>
                  <a:lnTo>
                    <a:pt x="714" y="60515"/>
                  </a:lnTo>
                  <a:lnTo>
                    <a:pt x="872" y="61410"/>
                  </a:lnTo>
                  <a:lnTo>
                    <a:pt x="1046" y="62302"/>
                  </a:lnTo>
                  <a:lnTo>
                    <a:pt x="1235" y="63191"/>
                  </a:lnTo>
                  <a:lnTo>
                    <a:pt x="1440" y="64076"/>
                  </a:lnTo>
                  <a:lnTo>
                    <a:pt x="1661" y="64958"/>
                  </a:lnTo>
                  <a:lnTo>
                    <a:pt x="1896" y="65835"/>
                  </a:lnTo>
                  <a:lnTo>
                    <a:pt x="2148" y="66709"/>
                  </a:lnTo>
                  <a:lnTo>
                    <a:pt x="2414" y="67577"/>
                  </a:lnTo>
                  <a:lnTo>
                    <a:pt x="2696" y="68441"/>
                  </a:lnTo>
                  <a:lnTo>
                    <a:pt x="2992" y="69300"/>
                  </a:lnTo>
                  <a:lnTo>
                    <a:pt x="3304" y="70154"/>
                  </a:lnTo>
                  <a:lnTo>
                    <a:pt x="3630" y="71002"/>
                  </a:lnTo>
                  <a:lnTo>
                    <a:pt x="3972" y="71844"/>
                  </a:lnTo>
                  <a:lnTo>
                    <a:pt x="4328" y="72680"/>
                  </a:lnTo>
                  <a:lnTo>
                    <a:pt x="4698" y="73510"/>
                  </a:lnTo>
                  <a:lnTo>
                    <a:pt x="5083" y="74333"/>
                  </a:lnTo>
                  <a:lnTo>
                    <a:pt x="5483" y="75149"/>
                  </a:lnTo>
                  <a:lnTo>
                    <a:pt x="5896" y="75959"/>
                  </a:lnTo>
                  <a:lnTo>
                    <a:pt x="6324" y="76760"/>
                  </a:lnTo>
                  <a:lnTo>
                    <a:pt x="6766" y="77555"/>
                  </a:lnTo>
                  <a:lnTo>
                    <a:pt x="7221" y="78341"/>
                  </a:lnTo>
                  <a:lnTo>
                    <a:pt x="7690" y="79119"/>
                  </a:lnTo>
                  <a:lnTo>
                    <a:pt x="8173" y="79889"/>
                  </a:lnTo>
                  <a:lnTo>
                    <a:pt x="8669" y="80650"/>
                  </a:lnTo>
                  <a:lnTo>
                    <a:pt x="9179" y="81403"/>
                  </a:lnTo>
                  <a:lnTo>
                    <a:pt x="9701" y="82146"/>
                  </a:lnTo>
                  <a:lnTo>
                    <a:pt x="10237" y="82881"/>
                  </a:lnTo>
                  <a:lnTo>
                    <a:pt x="10785" y="83605"/>
                  </a:lnTo>
                  <a:lnTo>
                    <a:pt x="11346" y="84320"/>
                  </a:lnTo>
                  <a:lnTo>
                    <a:pt x="11919" y="85026"/>
                  </a:lnTo>
                  <a:lnTo>
                    <a:pt x="12504" y="85721"/>
                  </a:lnTo>
                  <a:lnTo>
                    <a:pt x="13102" y="86405"/>
                  </a:lnTo>
                  <a:lnTo>
                    <a:pt x="13711" y="87079"/>
                  </a:lnTo>
                  <a:lnTo>
                    <a:pt x="14333" y="87743"/>
                  </a:lnTo>
                  <a:lnTo>
                    <a:pt x="14965" y="88395"/>
                  </a:lnTo>
                  <a:lnTo>
                    <a:pt x="15609" y="89036"/>
                  </a:lnTo>
                  <a:lnTo>
                    <a:pt x="16264" y="89666"/>
                  </a:lnTo>
                  <a:lnTo>
                    <a:pt x="16930" y="90284"/>
                  </a:lnTo>
                  <a:lnTo>
                    <a:pt x="17607" y="90891"/>
                  </a:lnTo>
                  <a:lnTo>
                    <a:pt x="18294" y="91485"/>
                  </a:lnTo>
                  <a:lnTo>
                    <a:pt x="18992" y="92068"/>
                  </a:lnTo>
                  <a:lnTo>
                    <a:pt x="19699" y="92638"/>
                  </a:lnTo>
                  <a:lnTo>
                    <a:pt x="20417" y="93195"/>
                  </a:lnTo>
                  <a:lnTo>
                    <a:pt x="21144" y="93740"/>
                  </a:lnTo>
                  <a:lnTo>
                    <a:pt x="21881" y="94273"/>
                  </a:lnTo>
                  <a:lnTo>
                    <a:pt x="22626" y="94792"/>
                  </a:lnTo>
                  <a:lnTo>
                    <a:pt x="23381" y="95298"/>
                  </a:lnTo>
                  <a:lnTo>
                    <a:pt x="24145" y="95791"/>
                  </a:lnTo>
                  <a:lnTo>
                    <a:pt x="24917" y="96270"/>
                  </a:lnTo>
                  <a:lnTo>
                    <a:pt x="25697" y="96736"/>
                  </a:lnTo>
                  <a:lnTo>
                    <a:pt x="26485" y="97188"/>
                  </a:lnTo>
                  <a:lnTo>
                    <a:pt x="27281" y="97626"/>
                  </a:lnTo>
                  <a:lnTo>
                    <a:pt x="28085" y="98050"/>
                  </a:lnTo>
                  <a:lnTo>
                    <a:pt x="28896" y="98461"/>
                  </a:lnTo>
                  <a:lnTo>
                    <a:pt x="29714" y="98856"/>
                  </a:lnTo>
                  <a:lnTo>
                    <a:pt x="30539" y="99238"/>
                  </a:lnTo>
                  <a:lnTo>
                    <a:pt x="31370" y="99605"/>
                  </a:lnTo>
                  <a:lnTo>
                    <a:pt x="32208" y="99957"/>
                  </a:lnTo>
                  <a:lnTo>
                    <a:pt x="33052" y="100295"/>
                  </a:lnTo>
                  <a:lnTo>
                    <a:pt x="33901" y="100618"/>
                  </a:lnTo>
                  <a:lnTo>
                    <a:pt x="34756" y="100925"/>
                  </a:lnTo>
                  <a:lnTo>
                    <a:pt x="35616" y="101218"/>
                  </a:lnTo>
                  <a:lnTo>
                    <a:pt x="36481" y="101496"/>
                  </a:lnTo>
                  <a:lnTo>
                    <a:pt x="37351" y="101759"/>
                  </a:lnTo>
                  <a:lnTo>
                    <a:pt x="38226" y="102006"/>
                  </a:lnTo>
                  <a:lnTo>
                    <a:pt x="39104" y="102238"/>
                  </a:lnTo>
                  <a:lnTo>
                    <a:pt x="39987" y="102455"/>
                  </a:lnTo>
                  <a:lnTo>
                    <a:pt x="40873" y="102656"/>
                  </a:lnTo>
                  <a:lnTo>
                    <a:pt x="41763" y="102841"/>
                  </a:lnTo>
                  <a:lnTo>
                    <a:pt x="42655" y="103011"/>
                  </a:lnTo>
                  <a:lnTo>
                    <a:pt x="43551" y="103166"/>
                  </a:lnTo>
                  <a:lnTo>
                    <a:pt x="44449" y="103304"/>
                  </a:lnTo>
                  <a:lnTo>
                    <a:pt x="45350" y="103427"/>
                  </a:lnTo>
                  <a:lnTo>
                    <a:pt x="46252" y="103534"/>
                  </a:lnTo>
                  <a:lnTo>
                    <a:pt x="47156" y="103625"/>
                  </a:lnTo>
                  <a:lnTo>
                    <a:pt x="48062" y="103701"/>
                  </a:lnTo>
                  <a:lnTo>
                    <a:pt x="48968" y="103761"/>
                  </a:lnTo>
                  <a:lnTo>
                    <a:pt x="49876" y="103804"/>
                  </a:lnTo>
                  <a:lnTo>
                    <a:pt x="50784" y="103832"/>
                  </a:lnTo>
                  <a:lnTo>
                    <a:pt x="51693" y="103844"/>
                  </a:lnTo>
                  <a:lnTo>
                    <a:pt x="52602" y="103840"/>
                  </a:lnTo>
                  <a:lnTo>
                    <a:pt x="53510" y="103820"/>
                  </a:lnTo>
                  <a:lnTo>
                    <a:pt x="54418" y="103784"/>
                  </a:lnTo>
                  <a:lnTo>
                    <a:pt x="55326" y="103733"/>
                  </a:lnTo>
                  <a:lnTo>
                    <a:pt x="56232" y="103665"/>
                  </a:lnTo>
                  <a:lnTo>
                    <a:pt x="57137" y="103582"/>
                  </a:lnTo>
                  <a:lnTo>
                    <a:pt x="58040" y="103483"/>
                  </a:lnTo>
                  <a:lnTo>
                    <a:pt x="58941" y="103368"/>
                  </a:lnTo>
                  <a:lnTo>
                    <a:pt x="59841" y="103237"/>
                  </a:lnTo>
                  <a:lnTo>
                    <a:pt x="60738" y="103090"/>
                  </a:lnTo>
                  <a:lnTo>
                    <a:pt x="61632" y="102928"/>
                  </a:lnTo>
                  <a:lnTo>
                    <a:pt x="62523" y="102750"/>
                  </a:lnTo>
                  <a:lnTo>
                    <a:pt x="63411" y="102557"/>
                  </a:lnTo>
                  <a:lnTo>
                    <a:pt x="64295" y="102348"/>
                  </a:lnTo>
                  <a:lnTo>
                    <a:pt x="65176" y="102124"/>
                  </a:lnTo>
                  <a:lnTo>
                    <a:pt x="66052" y="101884"/>
                  </a:lnTo>
                  <a:lnTo>
                    <a:pt x="66925" y="101629"/>
                  </a:lnTo>
                  <a:lnTo>
                    <a:pt x="67792" y="101359"/>
                  </a:lnTo>
                  <a:lnTo>
                    <a:pt x="68655" y="101074"/>
                  </a:lnTo>
                  <a:lnTo>
                    <a:pt x="69513" y="100773"/>
                  </a:lnTo>
                  <a:lnTo>
                    <a:pt x="70365" y="100458"/>
                  </a:lnTo>
                  <a:lnTo>
                    <a:pt x="71212" y="100128"/>
                  </a:lnTo>
                  <a:lnTo>
                    <a:pt x="72052" y="99783"/>
                  </a:lnTo>
                  <a:lnTo>
                    <a:pt x="72887" y="99423"/>
                  </a:lnTo>
                  <a:lnTo>
                    <a:pt x="73715" y="99049"/>
                  </a:lnTo>
                  <a:lnTo>
                    <a:pt x="74536" y="98660"/>
                  </a:lnTo>
                  <a:lnTo>
                    <a:pt x="75351" y="98257"/>
                  </a:lnTo>
                  <a:lnTo>
                    <a:pt x="76158" y="97840"/>
                  </a:lnTo>
                  <a:lnTo>
                    <a:pt x="76958" y="97409"/>
                  </a:lnTo>
                  <a:lnTo>
                    <a:pt x="77750" y="96964"/>
                  </a:lnTo>
                  <a:lnTo>
                    <a:pt x="78535" y="96505"/>
                  </a:lnTo>
                  <a:lnTo>
                    <a:pt x="79311" y="96032"/>
                  </a:lnTo>
                  <a:lnTo>
                    <a:pt x="80079" y="95546"/>
                  </a:lnTo>
                  <a:lnTo>
                    <a:pt x="80838" y="95047"/>
                  </a:lnTo>
                  <a:lnTo>
                    <a:pt x="81588" y="94534"/>
                  </a:lnTo>
                  <a:lnTo>
                    <a:pt x="82329" y="94008"/>
                  </a:lnTo>
                  <a:lnTo>
                    <a:pt x="83061" y="93469"/>
                  </a:lnTo>
                  <a:lnTo>
                    <a:pt x="83784" y="92918"/>
                  </a:lnTo>
                  <a:lnTo>
                    <a:pt x="84496" y="92354"/>
                  </a:lnTo>
                  <a:lnTo>
                    <a:pt x="85199" y="91778"/>
                  </a:lnTo>
                  <a:lnTo>
                    <a:pt x="85891" y="91189"/>
                  </a:lnTo>
                  <a:lnTo>
                    <a:pt x="86573" y="90589"/>
                  </a:lnTo>
                  <a:lnTo>
                    <a:pt x="87245" y="89976"/>
                  </a:lnTo>
                  <a:lnTo>
                    <a:pt x="87905" y="89352"/>
                  </a:lnTo>
                  <a:lnTo>
                    <a:pt x="88555" y="88717"/>
                  </a:lnTo>
                  <a:lnTo>
                    <a:pt x="89193" y="88070"/>
                  </a:lnTo>
                  <a:lnTo>
                    <a:pt x="89820" y="87412"/>
                  </a:lnTo>
                  <a:lnTo>
                    <a:pt x="90435" y="86744"/>
                  </a:lnTo>
                  <a:lnTo>
                    <a:pt x="91039" y="86064"/>
                  </a:lnTo>
                  <a:lnTo>
                    <a:pt x="91630" y="85374"/>
                  </a:lnTo>
                  <a:lnTo>
                    <a:pt x="92210" y="84674"/>
                  </a:lnTo>
                  <a:lnTo>
                    <a:pt x="92777" y="83964"/>
                  </a:lnTo>
                  <a:lnTo>
                    <a:pt x="93331" y="83244"/>
                  </a:lnTo>
                  <a:lnTo>
                    <a:pt x="93873" y="82515"/>
                  </a:lnTo>
                  <a:lnTo>
                    <a:pt x="94402" y="81776"/>
                  </a:lnTo>
                  <a:lnTo>
                    <a:pt x="94918" y="81028"/>
                  </a:lnTo>
                  <a:lnTo>
                    <a:pt x="95421" y="80271"/>
                  </a:lnTo>
                  <a:lnTo>
                    <a:pt x="95910" y="79505"/>
                  </a:lnTo>
                  <a:lnTo>
                    <a:pt x="96386" y="78731"/>
                  </a:lnTo>
                  <a:lnTo>
                    <a:pt x="96849" y="77949"/>
                  </a:lnTo>
                  <a:lnTo>
                    <a:pt x="97297" y="77158"/>
                  </a:lnTo>
                  <a:lnTo>
                    <a:pt x="97732" y="76360"/>
                  </a:lnTo>
                  <a:lnTo>
                    <a:pt x="98153" y="75555"/>
                  </a:lnTo>
                  <a:lnTo>
                    <a:pt x="98559" y="74742"/>
                  </a:lnTo>
                  <a:lnTo>
                    <a:pt x="98952" y="73922"/>
                  </a:lnTo>
                  <a:lnTo>
                    <a:pt x="99329" y="73096"/>
                  </a:lnTo>
                  <a:lnTo>
                    <a:pt x="99693" y="72263"/>
                  </a:lnTo>
                  <a:lnTo>
                    <a:pt x="100041" y="71424"/>
                  </a:lnTo>
                  <a:lnTo>
                    <a:pt x="100375" y="70579"/>
                  </a:lnTo>
                  <a:lnTo>
                    <a:pt x="100694" y="69728"/>
                  </a:lnTo>
                  <a:lnTo>
                    <a:pt x="100999" y="68871"/>
                  </a:lnTo>
                  <a:lnTo>
                    <a:pt x="101288" y="68010"/>
                  </a:lnTo>
                  <a:lnTo>
                    <a:pt x="101562" y="67144"/>
                  </a:lnTo>
                  <a:lnTo>
                    <a:pt x="101820" y="66272"/>
                  </a:lnTo>
                  <a:lnTo>
                    <a:pt x="102064" y="65397"/>
                  </a:lnTo>
                  <a:lnTo>
                    <a:pt x="102292" y="64517"/>
                  </a:lnTo>
                  <a:lnTo>
                    <a:pt x="102505" y="63634"/>
                  </a:lnTo>
                  <a:lnTo>
                    <a:pt x="102702" y="62747"/>
                  </a:lnTo>
                  <a:lnTo>
                    <a:pt x="102884" y="61856"/>
                  </a:lnTo>
                  <a:lnTo>
                    <a:pt x="103050" y="60963"/>
                  </a:lnTo>
                  <a:lnTo>
                    <a:pt x="103200" y="60067"/>
                  </a:lnTo>
                  <a:lnTo>
                    <a:pt x="103335" y="59168"/>
                  </a:lnTo>
                  <a:lnTo>
                    <a:pt x="103454" y="58267"/>
                  </a:lnTo>
                  <a:lnTo>
                    <a:pt x="103557" y="57364"/>
                  </a:lnTo>
                  <a:lnTo>
                    <a:pt x="103644" y="56460"/>
                  </a:lnTo>
                  <a:lnTo>
                    <a:pt x="103716" y="55554"/>
                  </a:lnTo>
                  <a:lnTo>
                    <a:pt x="103771" y="54647"/>
                  </a:lnTo>
                  <a:lnTo>
                    <a:pt x="103811" y="53739"/>
                  </a:lnTo>
                  <a:lnTo>
                    <a:pt x="103835" y="52830"/>
                  </a:lnTo>
                  <a:lnTo>
                    <a:pt x="103843" y="519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09627" y="740384"/>
              <a:ext cx="571139" cy="571144"/>
            </a:xfrm>
            <a:custGeom>
              <a:avLst/>
              <a:pathLst>
                <a:path w="571139" h="571144">
                  <a:moveTo>
                    <a:pt x="571139" y="285572"/>
                  </a:moveTo>
                  <a:lnTo>
                    <a:pt x="571095" y="280574"/>
                  </a:lnTo>
                  <a:lnTo>
                    <a:pt x="570964" y="275578"/>
                  </a:lnTo>
                  <a:lnTo>
                    <a:pt x="570745" y="270584"/>
                  </a:lnTo>
                  <a:lnTo>
                    <a:pt x="570439" y="265596"/>
                  </a:lnTo>
                  <a:lnTo>
                    <a:pt x="570046" y="260613"/>
                  </a:lnTo>
                  <a:lnTo>
                    <a:pt x="569566" y="255638"/>
                  </a:lnTo>
                  <a:lnTo>
                    <a:pt x="568998" y="250673"/>
                  </a:lnTo>
                  <a:lnTo>
                    <a:pt x="568344" y="245718"/>
                  </a:lnTo>
                  <a:lnTo>
                    <a:pt x="567603" y="240775"/>
                  </a:lnTo>
                  <a:lnTo>
                    <a:pt x="566776" y="235846"/>
                  </a:lnTo>
                  <a:lnTo>
                    <a:pt x="565863" y="230932"/>
                  </a:lnTo>
                  <a:lnTo>
                    <a:pt x="564864" y="226035"/>
                  </a:lnTo>
                  <a:lnTo>
                    <a:pt x="563779" y="221156"/>
                  </a:lnTo>
                  <a:lnTo>
                    <a:pt x="562609" y="216296"/>
                  </a:lnTo>
                  <a:lnTo>
                    <a:pt x="561354" y="211459"/>
                  </a:lnTo>
                  <a:lnTo>
                    <a:pt x="560015" y="206643"/>
                  </a:lnTo>
                  <a:lnTo>
                    <a:pt x="558592" y="201852"/>
                  </a:lnTo>
                  <a:lnTo>
                    <a:pt x="557085" y="197087"/>
                  </a:lnTo>
                  <a:lnTo>
                    <a:pt x="555494" y="192348"/>
                  </a:lnTo>
                  <a:lnTo>
                    <a:pt x="553822" y="187639"/>
                  </a:lnTo>
                  <a:lnTo>
                    <a:pt x="552067" y="182959"/>
                  </a:lnTo>
                  <a:lnTo>
                    <a:pt x="550230" y="178310"/>
                  </a:lnTo>
                  <a:lnTo>
                    <a:pt x="548312" y="173695"/>
                  </a:lnTo>
                  <a:lnTo>
                    <a:pt x="546314" y="169114"/>
                  </a:lnTo>
                  <a:lnTo>
                    <a:pt x="544236" y="164568"/>
                  </a:lnTo>
                  <a:lnTo>
                    <a:pt x="542079" y="160060"/>
                  </a:lnTo>
                  <a:lnTo>
                    <a:pt x="539843" y="155590"/>
                  </a:lnTo>
                  <a:lnTo>
                    <a:pt x="537529" y="151159"/>
                  </a:lnTo>
                  <a:lnTo>
                    <a:pt x="535138" y="146770"/>
                  </a:lnTo>
                  <a:lnTo>
                    <a:pt x="532671" y="142424"/>
                  </a:lnTo>
                  <a:lnTo>
                    <a:pt x="530127" y="138121"/>
                  </a:lnTo>
                  <a:lnTo>
                    <a:pt x="527509" y="133864"/>
                  </a:lnTo>
                  <a:lnTo>
                    <a:pt x="524817" y="129653"/>
                  </a:lnTo>
                  <a:lnTo>
                    <a:pt x="522052" y="125489"/>
                  </a:lnTo>
                  <a:lnTo>
                    <a:pt x="519214" y="121375"/>
                  </a:lnTo>
                  <a:lnTo>
                    <a:pt x="516305" y="117311"/>
                  </a:lnTo>
                  <a:lnTo>
                    <a:pt x="513325" y="113299"/>
                  </a:lnTo>
                  <a:lnTo>
                    <a:pt x="510275" y="109339"/>
                  </a:lnTo>
                  <a:lnTo>
                    <a:pt x="507156" y="105433"/>
                  </a:lnTo>
                  <a:lnTo>
                    <a:pt x="503970" y="101583"/>
                  </a:lnTo>
                  <a:lnTo>
                    <a:pt x="500716" y="97789"/>
                  </a:lnTo>
                  <a:lnTo>
                    <a:pt x="497397" y="94052"/>
                  </a:lnTo>
                  <a:lnTo>
                    <a:pt x="494013" y="90374"/>
                  </a:lnTo>
                  <a:lnTo>
                    <a:pt x="490565" y="86756"/>
                  </a:lnTo>
                  <a:lnTo>
                    <a:pt x="487054" y="83199"/>
                  </a:lnTo>
                  <a:lnTo>
                    <a:pt x="483481" y="79703"/>
                  </a:lnTo>
                  <a:lnTo>
                    <a:pt x="479848" y="76271"/>
                  </a:lnTo>
                  <a:lnTo>
                    <a:pt x="476155" y="72903"/>
                  </a:lnTo>
                  <a:lnTo>
                    <a:pt x="472404" y="69600"/>
                  </a:lnTo>
                  <a:lnTo>
                    <a:pt x="468596" y="66363"/>
                  </a:lnTo>
                  <a:lnTo>
                    <a:pt x="464731" y="63193"/>
                  </a:lnTo>
                  <a:lnTo>
                    <a:pt x="460812" y="60092"/>
                  </a:lnTo>
                  <a:lnTo>
                    <a:pt x="456839" y="57059"/>
                  </a:lnTo>
                  <a:lnTo>
                    <a:pt x="452813" y="54097"/>
                  </a:lnTo>
                  <a:lnTo>
                    <a:pt x="448737" y="51205"/>
                  </a:lnTo>
                  <a:lnTo>
                    <a:pt x="444610" y="48386"/>
                  </a:lnTo>
                  <a:lnTo>
                    <a:pt x="440435" y="45638"/>
                  </a:lnTo>
                  <a:lnTo>
                    <a:pt x="436212" y="42965"/>
                  </a:lnTo>
                  <a:lnTo>
                    <a:pt x="431943" y="40365"/>
                  </a:lnTo>
                  <a:lnTo>
                    <a:pt x="427629" y="37841"/>
                  </a:lnTo>
                  <a:lnTo>
                    <a:pt x="423272" y="35393"/>
                  </a:lnTo>
                  <a:lnTo>
                    <a:pt x="418873" y="33021"/>
                  </a:lnTo>
                  <a:lnTo>
                    <a:pt x="414432" y="30727"/>
                  </a:lnTo>
                  <a:lnTo>
                    <a:pt x="409952" y="28510"/>
                  </a:lnTo>
                  <a:lnTo>
                    <a:pt x="405435" y="26373"/>
                  </a:lnTo>
                  <a:lnTo>
                    <a:pt x="400880" y="24315"/>
                  </a:lnTo>
                  <a:lnTo>
                    <a:pt x="396290" y="22337"/>
                  </a:lnTo>
                  <a:lnTo>
                    <a:pt x="391666" y="20439"/>
                  </a:lnTo>
                  <a:lnTo>
                    <a:pt x="387010" y="18623"/>
                  </a:lnTo>
                  <a:lnTo>
                    <a:pt x="382322" y="16888"/>
                  </a:lnTo>
                  <a:lnTo>
                    <a:pt x="377605" y="15236"/>
                  </a:lnTo>
                  <a:lnTo>
                    <a:pt x="372860" y="13667"/>
                  </a:lnTo>
                  <a:lnTo>
                    <a:pt x="368088" y="12180"/>
                  </a:lnTo>
                  <a:lnTo>
                    <a:pt x="363291" y="10778"/>
                  </a:lnTo>
                  <a:lnTo>
                    <a:pt x="358470" y="9460"/>
                  </a:lnTo>
                  <a:lnTo>
                    <a:pt x="353626" y="8226"/>
                  </a:lnTo>
                  <a:lnTo>
                    <a:pt x="348762" y="7078"/>
                  </a:lnTo>
                  <a:lnTo>
                    <a:pt x="343878" y="6014"/>
                  </a:lnTo>
                  <a:lnTo>
                    <a:pt x="338977" y="5036"/>
                  </a:lnTo>
                  <a:lnTo>
                    <a:pt x="334059" y="4145"/>
                  </a:lnTo>
                  <a:lnTo>
                    <a:pt x="329126" y="3339"/>
                  </a:lnTo>
                  <a:lnTo>
                    <a:pt x="324180" y="2620"/>
                  </a:lnTo>
                  <a:lnTo>
                    <a:pt x="319223" y="1987"/>
                  </a:lnTo>
                  <a:lnTo>
                    <a:pt x="314254" y="1442"/>
                  </a:lnTo>
                  <a:lnTo>
                    <a:pt x="309277" y="983"/>
                  </a:lnTo>
                  <a:lnTo>
                    <a:pt x="304293" y="612"/>
                  </a:lnTo>
                  <a:lnTo>
                    <a:pt x="299303" y="327"/>
                  </a:lnTo>
                  <a:lnTo>
                    <a:pt x="294309" y="131"/>
                  </a:lnTo>
                  <a:lnTo>
                    <a:pt x="289312" y="21"/>
                  </a:lnTo>
                  <a:lnTo>
                    <a:pt x="284314" y="0"/>
                  </a:lnTo>
                  <a:lnTo>
                    <a:pt x="279317" y="65"/>
                  </a:lnTo>
                  <a:lnTo>
                    <a:pt x="274321" y="218"/>
                  </a:lnTo>
                  <a:lnTo>
                    <a:pt x="269329" y="459"/>
                  </a:lnTo>
                  <a:lnTo>
                    <a:pt x="264341" y="786"/>
                  </a:lnTo>
                  <a:lnTo>
                    <a:pt x="259361" y="1201"/>
                  </a:lnTo>
                  <a:lnTo>
                    <a:pt x="254388" y="1704"/>
                  </a:lnTo>
                  <a:lnTo>
                    <a:pt x="249425" y="2293"/>
                  </a:lnTo>
                  <a:lnTo>
                    <a:pt x="244472" y="2969"/>
                  </a:lnTo>
                  <a:lnTo>
                    <a:pt x="239533" y="3731"/>
                  </a:lnTo>
                  <a:lnTo>
                    <a:pt x="234607" y="4580"/>
                  </a:lnTo>
                  <a:lnTo>
                    <a:pt x="229698" y="5515"/>
                  </a:lnTo>
                  <a:lnTo>
                    <a:pt x="224805" y="6535"/>
                  </a:lnTo>
                  <a:lnTo>
                    <a:pt x="219931" y="7641"/>
                  </a:lnTo>
                  <a:lnTo>
                    <a:pt x="215077" y="8832"/>
                  </a:lnTo>
                  <a:lnTo>
                    <a:pt x="210244" y="10108"/>
                  </a:lnTo>
                  <a:lnTo>
                    <a:pt x="205435" y="11469"/>
                  </a:lnTo>
                  <a:lnTo>
                    <a:pt x="200650" y="12913"/>
                  </a:lnTo>
                  <a:lnTo>
                    <a:pt x="195891" y="14441"/>
                  </a:lnTo>
                  <a:lnTo>
                    <a:pt x="191160" y="16052"/>
                  </a:lnTo>
                  <a:lnTo>
                    <a:pt x="186458" y="17745"/>
                  </a:lnTo>
                  <a:lnTo>
                    <a:pt x="181786" y="19521"/>
                  </a:lnTo>
                  <a:lnTo>
                    <a:pt x="177145" y="21378"/>
                  </a:lnTo>
                  <a:lnTo>
                    <a:pt x="172538" y="23316"/>
                  </a:lnTo>
                  <a:lnTo>
                    <a:pt x="167966" y="25334"/>
                  </a:lnTo>
                  <a:lnTo>
                    <a:pt x="163429" y="27432"/>
                  </a:lnTo>
                  <a:lnTo>
                    <a:pt x="158930" y="29609"/>
                  </a:lnTo>
                  <a:lnTo>
                    <a:pt x="154470" y="31864"/>
                  </a:lnTo>
                  <a:lnTo>
                    <a:pt x="150050" y="34197"/>
                  </a:lnTo>
                  <a:lnTo>
                    <a:pt x="145671" y="36607"/>
                  </a:lnTo>
                  <a:lnTo>
                    <a:pt x="141336" y="39094"/>
                  </a:lnTo>
                  <a:lnTo>
                    <a:pt x="137044" y="41656"/>
                  </a:lnTo>
                  <a:lnTo>
                    <a:pt x="132798" y="44292"/>
                  </a:lnTo>
                  <a:lnTo>
                    <a:pt x="128599" y="47003"/>
                  </a:lnTo>
                  <a:lnTo>
                    <a:pt x="124448" y="49786"/>
                  </a:lnTo>
                  <a:lnTo>
                    <a:pt x="120346" y="52642"/>
                  </a:lnTo>
                  <a:lnTo>
                    <a:pt x="116295" y="55569"/>
                  </a:lnTo>
                  <a:lnTo>
                    <a:pt x="112295" y="58567"/>
                  </a:lnTo>
                  <a:lnTo>
                    <a:pt x="108349" y="61634"/>
                  </a:lnTo>
                  <a:lnTo>
                    <a:pt x="104457" y="64770"/>
                  </a:lnTo>
                  <a:lnTo>
                    <a:pt x="100621" y="67973"/>
                  </a:lnTo>
                  <a:lnTo>
                    <a:pt x="96841" y="71243"/>
                  </a:lnTo>
                  <a:lnTo>
                    <a:pt x="93119" y="74579"/>
                  </a:lnTo>
                  <a:lnTo>
                    <a:pt x="89456" y="77979"/>
                  </a:lnTo>
                  <a:lnTo>
                    <a:pt x="85853" y="81443"/>
                  </a:lnTo>
                  <a:lnTo>
                    <a:pt x="82311" y="84969"/>
                  </a:lnTo>
                  <a:lnTo>
                    <a:pt x="78831" y="88557"/>
                  </a:lnTo>
                  <a:lnTo>
                    <a:pt x="75415" y="92206"/>
                  </a:lnTo>
                  <a:lnTo>
                    <a:pt x="72063" y="95913"/>
                  </a:lnTo>
                  <a:lnTo>
                    <a:pt x="68776" y="99678"/>
                  </a:lnTo>
                  <a:lnTo>
                    <a:pt x="65556" y="103501"/>
                  </a:lnTo>
                  <a:lnTo>
                    <a:pt x="62403" y="107379"/>
                  </a:lnTo>
                  <a:lnTo>
                    <a:pt x="59319" y="111312"/>
                  </a:lnTo>
                  <a:lnTo>
                    <a:pt x="56304" y="115298"/>
                  </a:lnTo>
                  <a:lnTo>
                    <a:pt x="53359" y="119337"/>
                  </a:lnTo>
                  <a:lnTo>
                    <a:pt x="50485" y="123426"/>
                  </a:lnTo>
                  <a:lnTo>
                    <a:pt x="47684" y="127565"/>
                  </a:lnTo>
                  <a:lnTo>
                    <a:pt x="44955" y="131752"/>
                  </a:lnTo>
                  <a:lnTo>
                    <a:pt x="42300" y="135987"/>
                  </a:lnTo>
                  <a:lnTo>
                    <a:pt x="39719" y="140267"/>
                  </a:lnTo>
                  <a:lnTo>
                    <a:pt x="37214" y="144592"/>
                  </a:lnTo>
                  <a:lnTo>
                    <a:pt x="34784" y="148960"/>
                  </a:lnTo>
                  <a:lnTo>
                    <a:pt x="32432" y="153369"/>
                  </a:lnTo>
                  <a:lnTo>
                    <a:pt x="30157" y="157820"/>
                  </a:lnTo>
                  <a:lnTo>
                    <a:pt x="27960" y="162309"/>
                  </a:lnTo>
                  <a:lnTo>
                    <a:pt x="25843" y="166836"/>
                  </a:lnTo>
                  <a:lnTo>
                    <a:pt x="23804" y="171400"/>
                  </a:lnTo>
                  <a:lnTo>
                    <a:pt x="21846" y="175999"/>
                  </a:lnTo>
                  <a:lnTo>
                    <a:pt x="19969" y="180631"/>
                  </a:lnTo>
                  <a:lnTo>
                    <a:pt x="18173" y="185295"/>
                  </a:lnTo>
                  <a:lnTo>
                    <a:pt x="16459" y="189990"/>
                  </a:lnTo>
                  <a:lnTo>
                    <a:pt x="14828" y="194714"/>
                  </a:lnTo>
                  <a:lnTo>
                    <a:pt x="13279" y="199466"/>
                  </a:lnTo>
                  <a:lnTo>
                    <a:pt x="11814" y="204245"/>
                  </a:lnTo>
                  <a:lnTo>
                    <a:pt x="10432" y="209048"/>
                  </a:lnTo>
                  <a:lnTo>
                    <a:pt x="9135" y="213875"/>
                  </a:lnTo>
                  <a:lnTo>
                    <a:pt x="7923" y="218724"/>
                  </a:lnTo>
                  <a:lnTo>
                    <a:pt x="6795" y="223593"/>
                  </a:lnTo>
                  <a:lnTo>
                    <a:pt x="5753" y="228481"/>
                  </a:lnTo>
                  <a:lnTo>
                    <a:pt x="4797" y="233387"/>
                  </a:lnTo>
                  <a:lnTo>
                    <a:pt x="3927" y="238308"/>
                  </a:lnTo>
                  <a:lnTo>
                    <a:pt x="3143" y="243245"/>
                  </a:lnTo>
                  <a:lnTo>
                    <a:pt x="2445" y="248194"/>
                  </a:lnTo>
                  <a:lnTo>
                    <a:pt x="1835" y="253154"/>
                  </a:lnTo>
                  <a:lnTo>
                    <a:pt x="1311" y="258125"/>
                  </a:lnTo>
                  <a:lnTo>
                    <a:pt x="874" y="263104"/>
                  </a:lnTo>
                  <a:lnTo>
                    <a:pt x="524" y="268089"/>
                  </a:lnTo>
                  <a:lnTo>
                    <a:pt x="262" y="273081"/>
                  </a:lnTo>
                  <a:lnTo>
                    <a:pt x="87" y="278076"/>
                  </a:lnTo>
                  <a:lnTo>
                    <a:pt x="0" y="283073"/>
                  </a:lnTo>
                  <a:lnTo>
                    <a:pt x="0" y="288071"/>
                  </a:lnTo>
                  <a:lnTo>
                    <a:pt x="87" y="293068"/>
                  </a:lnTo>
                  <a:lnTo>
                    <a:pt x="262" y="298063"/>
                  </a:lnTo>
                  <a:lnTo>
                    <a:pt x="524" y="303054"/>
                  </a:lnTo>
                  <a:lnTo>
                    <a:pt x="874" y="308040"/>
                  </a:lnTo>
                  <a:lnTo>
                    <a:pt x="1311" y="313019"/>
                  </a:lnTo>
                  <a:lnTo>
                    <a:pt x="1835" y="317990"/>
                  </a:lnTo>
                  <a:lnTo>
                    <a:pt x="2445" y="322950"/>
                  </a:lnTo>
                  <a:lnTo>
                    <a:pt x="3143" y="327899"/>
                  </a:lnTo>
                  <a:lnTo>
                    <a:pt x="3927" y="332836"/>
                  </a:lnTo>
                  <a:lnTo>
                    <a:pt x="4797" y="337757"/>
                  </a:lnTo>
                  <a:lnTo>
                    <a:pt x="5753" y="342663"/>
                  </a:lnTo>
                  <a:lnTo>
                    <a:pt x="6795" y="347551"/>
                  </a:lnTo>
                  <a:lnTo>
                    <a:pt x="7923" y="352420"/>
                  </a:lnTo>
                  <a:lnTo>
                    <a:pt x="9135" y="357269"/>
                  </a:lnTo>
                  <a:lnTo>
                    <a:pt x="10432" y="362096"/>
                  </a:lnTo>
                  <a:lnTo>
                    <a:pt x="11814" y="366899"/>
                  </a:lnTo>
                  <a:lnTo>
                    <a:pt x="13279" y="371678"/>
                  </a:lnTo>
                  <a:lnTo>
                    <a:pt x="14828" y="376430"/>
                  </a:lnTo>
                  <a:lnTo>
                    <a:pt x="16459" y="381154"/>
                  </a:lnTo>
                  <a:lnTo>
                    <a:pt x="18173" y="385849"/>
                  </a:lnTo>
                  <a:lnTo>
                    <a:pt x="19969" y="390513"/>
                  </a:lnTo>
                  <a:lnTo>
                    <a:pt x="21846" y="395145"/>
                  </a:lnTo>
                  <a:lnTo>
                    <a:pt x="23804" y="399744"/>
                  </a:lnTo>
                  <a:lnTo>
                    <a:pt x="25843" y="404307"/>
                  </a:lnTo>
                  <a:lnTo>
                    <a:pt x="27960" y="408835"/>
                  </a:lnTo>
                  <a:lnTo>
                    <a:pt x="30157" y="413324"/>
                  </a:lnTo>
                  <a:lnTo>
                    <a:pt x="32432" y="417774"/>
                  </a:lnTo>
                  <a:lnTo>
                    <a:pt x="34784" y="422184"/>
                  </a:lnTo>
                  <a:lnTo>
                    <a:pt x="37214" y="426552"/>
                  </a:lnTo>
                  <a:lnTo>
                    <a:pt x="39719" y="430877"/>
                  </a:lnTo>
                  <a:lnTo>
                    <a:pt x="42300" y="435157"/>
                  </a:lnTo>
                  <a:lnTo>
                    <a:pt x="44955" y="439392"/>
                  </a:lnTo>
                  <a:lnTo>
                    <a:pt x="47684" y="443579"/>
                  </a:lnTo>
                  <a:lnTo>
                    <a:pt x="50485" y="447718"/>
                  </a:lnTo>
                  <a:lnTo>
                    <a:pt x="53359" y="451807"/>
                  </a:lnTo>
                  <a:lnTo>
                    <a:pt x="56304" y="455846"/>
                  </a:lnTo>
                  <a:lnTo>
                    <a:pt x="59319" y="459832"/>
                  </a:lnTo>
                  <a:lnTo>
                    <a:pt x="62403" y="463765"/>
                  </a:lnTo>
                  <a:lnTo>
                    <a:pt x="65556" y="467643"/>
                  </a:lnTo>
                  <a:lnTo>
                    <a:pt x="68776" y="471465"/>
                  </a:lnTo>
                  <a:lnTo>
                    <a:pt x="72063" y="475231"/>
                  </a:lnTo>
                  <a:lnTo>
                    <a:pt x="75415" y="478938"/>
                  </a:lnTo>
                  <a:lnTo>
                    <a:pt x="78831" y="482587"/>
                  </a:lnTo>
                  <a:lnTo>
                    <a:pt x="82311" y="486174"/>
                  </a:lnTo>
                  <a:lnTo>
                    <a:pt x="85853" y="489701"/>
                  </a:lnTo>
                  <a:lnTo>
                    <a:pt x="89456" y="493165"/>
                  </a:lnTo>
                  <a:lnTo>
                    <a:pt x="93119" y="496565"/>
                  </a:lnTo>
                  <a:lnTo>
                    <a:pt x="96841" y="499901"/>
                  </a:lnTo>
                  <a:lnTo>
                    <a:pt x="100621" y="503171"/>
                  </a:lnTo>
                  <a:lnTo>
                    <a:pt x="104457" y="506374"/>
                  </a:lnTo>
                  <a:lnTo>
                    <a:pt x="108349" y="509510"/>
                  </a:lnTo>
                  <a:lnTo>
                    <a:pt x="112295" y="512577"/>
                  </a:lnTo>
                  <a:lnTo>
                    <a:pt x="116295" y="515575"/>
                  </a:lnTo>
                  <a:lnTo>
                    <a:pt x="120346" y="518502"/>
                  </a:lnTo>
                  <a:lnTo>
                    <a:pt x="124448" y="521357"/>
                  </a:lnTo>
                  <a:lnTo>
                    <a:pt x="128599" y="524141"/>
                  </a:lnTo>
                  <a:lnTo>
                    <a:pt x="132798" y="526852"/>
                  </a:lnTo>
                  <a:lnTo>
                    <a:pt x="137044" y="529488"/>
                  </a:lnTo>
                  <a:lnTo>
                    <a:pt x="141336" y="532050"/>
                  </a:lnTo>
                  <a:lnTo>
                    <a:pt x="145671" y="534536"/>
                  </a:lnTo>
                  <a:lnTo>
                    <a:pt x="150050" y="536947"/>
                  </a:lnTo>
                  <a:lnTo>
                    <a:pt x="154470" y="539280"/>
                  </a:lnTo>
                  <a:lnTo>
                    <a:pt x="158930" y="541535"/>
                  </a:lnTo>
                  <a:lnTo>
                    <a:pt x="163429" y="543712"/>
                  </a:lnTo>
                  <a:lnTo>
                    <a:pt x="167966" y="545810"/>
                  </a:lnTo>
                  <a:lnTo>
                    <a:pt x="172538" y="547828"/>
                  </a:lnTo>
                  <a:lnTo>
                    <a:pt x="177145" y="549766"/>
                  </a:lnTo>
                  <a:lnTo>
                    <a:pt x="181786" y="551623"/>
                  </a:lnTo>
                  <a:lnTo>
                    <a:pt x="186458" y="553399"/>
                  </a:lnTo>
                  <a:lnTo>
                    <a:pt x="191160" y="555092"/>
                  </a:lnTo>
                  <a:lnTo>
                    <a:pt x="195891" y="556703"/>
                  </a:lnTo>
                  <a:lnTo>
                    <a:pt x="200650" y="558231"/>
                  </a:lnTo>
                  <a:lnTo>
                    <a:pt x="205435" y="559675"/>
                  </a:lnTo>
                  <a:lnTo>
                    <a:pt x="210244" y="561035"/>
                  </a:lnTo>
                  <a:lnTo>
                    <a:pt x="215077" y="562311"/>
                  </a:lnTo>
                  <a:lnTo>
                    <a:pt x="219931" y="563503"/>
                  </a:lnTo>
                  <a:lnTo>
                    <a:pt x="224805" y="564609"/>
                  </a:lnTo>
                  <a:lnTo>
                    <a:pt x="229698" y="565629"/>
                  </a:lnTo>
                  <a:lnTo>
                    <a:pt x="234607" y="566564"/>
                  </a:lnTo>
                  <a:lnTo>
                    <a:pt x="239533" y="567413"/>
                  </a:lnTo>
                  <a:lnTo>
                    <a:pt x="244472" y="568175"/>
                  </a:lnTo>
                  <a:lnTo>
                    <a:pt x="249425" y="568851"/>
                  </a:lnTo>
                  <a:lnTo>
                    <a:pt x="254388" y="569440"/>
                  </a:lnTo>
                  <a:lnTo>
                    <a:pt x="259361" y="569942"/>
                  </a:lnTo>
                  <a:lnTo>
                    <a:pt x="264341" y="570357"/>
                  </a:lnTo>
                  <a:lnTo>
                    <a:pt x="269329" y="570685"/>
                  </a:lnTo>
                  <a:lnTo>
                    <a:pt x="274321" y="570926"/>
                  </a:lnTo>
                  <a:lnTo>
                    <a:pt x="279317" y="571079"/>
                  </a:lnTo>
                  <a:lnTo>
                    <a:pt x="284314" y="571144"/>
                  </a:lnTo>
                  <a:lnTo>
                    <a:pt x="289312" y="571123"/>
                  </a:lnTo>
                  <a:lnTo>
                    <a:pt x="294309" y="571013"/>
                  </a:lnTo>
                  <a:lnTo>
                    <a:pt x="299303" y="570816"/>
                  </a:lnTo>
                  <a:lnTo>
                    <a:pt x="304293" y="570532"/>
                  </a:lnTo>
                  <a:lnTo>
                    <a:pt x="309277" y="570161"/>
                  </a:lnTo>
                  <a:lnTo>
                    <a:pt x="314254" y="569702"/>
                  </a:lnTo>
                  <a:lnTo>
                    <a:pt x="319223" y="569157"/>
                  </a:lnTo>
                  <a:lnTo>
                    <a:pt x="324180" y="568524"/>
                  </a:lnTo>
                  <a:lnTo>
                    <a:pt x="329126" y="567805"/>
                  </a:lnTo>
                  <a:lnTo>
                    <a:pt x="334059" y="566999"/>
                  </a:lnTo>
                  <a:lnTo>
                    <a:pt x="338977" y="566108"/>
                  </a:lnTo>
                  <a:lnTo>
                    <a:pt x="343878" y="565130"/>
                  </a:lnTo>
                  <a:lnTo>
                    <a:pt x="348762" y="564066"/>
                  </a:lnTo>
                  <a:lnTo>
                    <a:pt x="353626" y="562918"/>
                  </a:lnTo>
                  <a:lnTo>
                    <a:pt x="358470" y="561684"/>
                  </a:lnTo>
                  <a:lnTo>
                    <a:pt x="363291" y="560366"/>
                  </a:lnTo>
                  <a:lnTo>
                    <a:pt x="368088" y="558963"/>
                  </a:lnTo>
                  <a:lnTo>
                    <a:pt x="372860" y="557477"/>
                  </a:lnTo>
                  <a:lnTo>
                    <a:pt x="377605" y="555908"/>
                  </a:lnTo>
                  <a:lnTo>
                    <a:pt x="382322" y="554256"/>
                  </a:lnTo>
                  <a:lnTo>
                    <a:pt x="387010" y="552521"/>
                  </a:lnTo>
                  <a:lnTo>
                    <a:pt x="391666" y="550705"/>
                  </a:lnTo>
                  <a:lnTo>
                    <a:pt x="396290" y="548807"/>
                  </a:lnTo>
                  <a:lnTo>
                    <a:pt x="400880" y="546829"/>
                  </a:lnTo>
                  <a:lnTo>
                    <a:pt x="405435" y="544771"/>
                  </a:lnTo>
                  <a:lnTo>
                    <a:pt x="409952" y="542633"/>
                  </a:lnTo>
                  <a:lnTo>
                    <a:pt x="414432" y="540417"/>
                  </a:lnTo>
                  <a:lnTo>
                    <a:pt x="418873" y="538123"/>
                  </a:lnTo>
                  <a:lnTo>
                    <a:pt x="423272" y="535751"/>
                  </a:lnTo>
                  <a:lnTo>
                    <a:pt x="427629" y="533303"/>
                  </a:lnTo>
                  <a:lnTo>
                    <a:pt x="431943" y="530779"/>
                  </a:lnTo>
                  <a:lnTo>
                    <a:pt x="436212" y="528179"/>
                  </a:lnTo>
                  <a:lnTo>
                    <a:pt x="440435" y="525506"/>
                  </a:lnTo>
                  <a:lnTo>
                    <a:pt x="444610" y="522758"/>
                  </a:lnTo>
                  <a:lnTo>
                    <a:pt x="448737" y="519939"/>
                  </a:lnTo>
                  <a:lnTo>
                    <a:pt x="452813" y="517047"/>
                  </a:lnTo>
                  <a:lnTo>
                    <a:pt x="456839" y="514084"/>
                  </a:lnTo>
                  <a:lnTo>
                    <a:pt x="460812" y="511052"/>
                  </a:lnTo>
                  <a:lnTo>
                    <a:pt x="464731" y="507950"/>
                  </a:lnTo>
                  <a:lnTo>
                    <a:pt x="468596" y="504781"/>
                  </a:lnTo>
                  <a:lnTo>
                    <a:pt x="472404" y="501544"/>
                  </a:lnTo>
                  <a:lnTo>
                    <a:pt x="476155" y="498241"/>
                  </a:lnTo>
                  <a:lnTo>
                    <a:pt x="479848" y="494873"/>
                  </a:lnTo>
                  <a:lnTo>
                    <a:pt x="483481" y="491441"/>
                  </a:lnTo>
                  <a:lnTo>
                    <a:pt x="487054" y="487945"/>
                  </a:lnTo>
                  <a:lnTo>
                    <a:pt x="490565" y="484388"/>
                  </a:lnTo>
                  <a:lnTo>
                    <a:pt x="494013" y="480770"/>
                  </a:lnTo>
                  <a:lnTo>
                    <a:pt x="497397" y="477092"/>
                  </a:lnTo>
                  <a:lnTo>
                    <a:pt x="500716" y="473355"/>
                  </a:lnTo>
                  <a:lnTo>
                    <a:pt x="503970" y="469561"/>
                  </a:lnTo>
                  <a:lnTo>
                    <a:pt x="507156" y="465711"/>
                  </a:lnTo>
                  <a:lnTo>
                    <a:pt x="510275" y="461805"/>
                  </a:lnTo>
                  <a:lnTo>
                    <a:pt x="513325" y="457845"/>
                  </a:lnTo>
                  <a:lnTo>
                    <a:pt x="516305" y="453833"/>
                  </a:lnTo>
                  <a:lnTo>
                    <a:pt x="519214" y="449769"/>
                  </a:lnTo>
                  <a:lnTo>
                    <a:pt x="522052" y="445655"/>
                  </a:lnTo>
                  <a:lnTo>
                    <a:pt x="524817" y="441491"/>
                  </a:lnTo>
                  <a:lnTo>
                    <a:pt x="527509" y="437280"/>
                  </a:lnTo>
                  <a:lnTo>
                    <a:pt x="530127" y="433023"/>
                  </a:lnTo>
                  <a:lnTo>
                    <a:pt x="532671" y="428720"/>
                  </a:lnTo>
                  <a:lnTo>
                    <a:pt x="535138" y="424374"/>
                  </a:lnTo>
                  <a:lnTo>
                    <a:pt x="537529" y="419984"/>
                  </a:lnTo>
                  <a:lnTo>
                    <a:pt x="539843" y="415554"/>
                  </a:lnTo>
                  <a:lnTo>
                    <a:pt x="542079" y="411084"/>
                  </a:lnTo>
                  <a:lnTo>
                    <a:pt x="544236" y="406576"/>
                  </a:lnTo>
                  <a:lnTo>
                    <a:pt x="546314" y="402030"/>
                  </a:lnTo>
                  <a:lnTo>
                    <a:pt x="548312" y="397449"/>
                  </a:lnTo>
                  <a:lnTo>
                    <a:pt x="550230" y="392833"/>
                  </a:lnTo>
                  <a:lnTo>
                    <a:pt x="552067" y="388185"/>
                  </a:lnTo>
                  <a:lnTo>
                    <a:pt x="553822" y="383505"/>
                  </a:lnTo>
                  <a:lnTo>
                    <a:pt x="555494" y="378795"/>
                  </a:lnTo>
                  <a:lnTo>
                    <a:pt x="557085" y="374057"/>
                  </a:lnTo>
                  <a:lnTo>
                    <a:pt x="558592" y="369292"/>
                  </a:lnTo>
                  <a:lnTo>
                    <a:pt x="560015" y="364501"/>
                  </a:lnTo>
                  <a:lnTo>
                    <a:pt x="561354" y="359685"/>
                  </a:lnTo>
                  <a:lnTo>
                    <a:pt x="562609" y="354847"/>
                  </a:lnTo>
                  <a:lnTo>
                    <a:pt x="563779" y="349988"/>
                  </a:lnTo>
                  <a:lnTo>
                    <a:pt x="564864" y="345109"/>
                  </a:lnTo>
                  <a:lnTo>
                    <a:pt x="565863" y="340212"/>
                  </a:lnTo>
                  <a:lnTo>
                    <a:pt x="566776" y="335298"/>
                  </a:lnTo>
                  <a:lnTo>
                    <a:pt x="567603" y="330369"/>
                  </a:lnTo>
                  <a:lnTo>
                    <a:pt x="568344" y="325426"/>
                  </a:lnTo>
                  <a:lnTo>
                    <a:pt x="568998" y="320471"/>
                  </a:lnTo>
                  <a:lnTo>
                    <a:pt x="569566" y="315506"/>
                  </a:lnTo>
                  <a:lnTo>
                    <a:pt x="570046" y="310531"/>
                  </a:lnTo>
                  <a:lnTo>
                    <a:pt x="570439" y="305548"/>
                  </a:lnTo>
                  <a:lnTo>
                    <a:pt x="570745" y="300559"/>
                  </a:lnTo>
                  <a:lnTo>
                    <a:pt x="570964" y="295566"/>
                  </a:lnTo>
                  <a:lnTo>
                    <a:pt x="571095" y="290570"/>
                  </a:lnTo>
                  <a:lnTo>
                    <a:pt x="571139" y="28557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75984" y="506733"/>
              <a:ext cx="1038435" cy="1038445"/>
            </a:xfrm>
            <a:custGeom>
              <a:avLst/>
              <a:pathLst>
                <a:path w="1038435" h="1038445">
                  <a:moveTo>
                    <a:pt x="1038435" y="519222"/>
                  </a:moveTo>
                  <a:lnTo>
                    <a:pt x="1038355" y="510135"/>
                  </a:lnTo>
                  <a:lnTo>
                    <a:pt x="1038117" y="501051"/>
                  </a:lnTo>
                  <a:lnTo>
                    <a:pt x="1037719" y="491972"/>
                  </a:lnTo>
                  <a:lnTo>
                    <a:pt x="1037163" y="482902"/>
                  </a:lnTo>
                  <a:lnTo>
                    <a:pt x="1036448" y="473843"/>
                  </a:lnTo>
                  <a:lnTo>
                    <a:pt x="1035575" y="464797"/>
                  </a:lnTo>
                  <a:lnTo>
                    <a:pt x="1034543" y="455769"/>
                  </a:lnTo>
                  <a:lnTo>
                    <a:pt x="1033354" y="446760"/>
                  </a:lnTo>
                  <a:lnTo>
                    <a:pt x="1032007" y="437773"/>
                  </a:lnTo>
                  <a:lnTo>
                    <a:pt x="1030503" y="428811"/>
                  </a:lnTo>
                  <a:lnTo>
                    <a:pt x="1028842" y="419876"/>
                  </a:lnTo>
                  <a:lnTo>
                    <a:pt x="1027025" y="410972"/>
                  </a:lnTo>
                  <a:lnTo>
                    <a:pt x="1025053" y="402102"/>
                  </a:lnTo>
                  <a:lnTo>
                    <a:pt x="1022926" y="393267"/>
                  </a:lnTo>
                  <a:lnTo>
                    <a:pt x="1020644" y="384470"/>
                  </a:lnTo>
                  <a:lnTo>
                    <a:pt x="1018209" y="375715"/>
                  </a:lnTo>
                  <a:lnTo>
                    <a:pt x="1015621" y="367004"/>
                  </a:lnTo>
                  <a:lnTo>
                    <a:pt x="1012881" y="358340"/>
                  </a:lnTo>
                  <a:lnTo>
                    <a:pt x="1009990" y="349725"/>
                  </a:lnTo>
                  <a:lnTo>
                    <a:pt x="1006949" y="341161"/>
                  </a:lnTo>
                  <a:lnTo>
                    <a:pt x="1003758" y="332653"/>
                  </a:lnTo>
                  <a:lnTo>
                    <a:pt x="1000418" y="324201"/>
                  </a:lnTo>
                  <a:lnTo>
                    <a:pt x="996932" y="315809"/>
                  </a:lnTo>
                  <a:lnTo>
                    <a:pt x="993298" y="307480"/>
                  </a:lnTo>
                  <a:lnTo>
                    <a:pt x="989520" y="299215"/>
                  </a:lnTo>
                  <a:lnTo>
                    <a:pt x="985598" y="291018"/>
                  </a:lnTo>
                  <a:lnTo>
                    <a:pt x="981533" y="282891"/>
                  </a:lnTo>
                  <a:lnTo>
                    <a:pt x="977326" y="274836"/>
                  </a:lnTo>
                  <a:lnTo>
                    <a:pt x="972979" y="266856"/>
                  </a:lnTo>
                  <a:lnTo>
                    <a:pt x="968492" y="258953"/>
                  </a:lnTo>
                  <a:lnTo>
                    <a:pt x="963869" y="251130"/>
                  </a:lnTo>
                  <a:lnTo>
                    <a:pt x="959109" y="243389"/>
                  </a:lnTo>
                  <a:lnTo>
                    <a:pt x="954214" y="235732"/>
                  </a:lnTo>
                  <a:lnTo>
                    <a:pt x="949186" y="228163"/>
                  </a:lnTo>
                  <a:lnTo>
                    <a:pt x="944026" y="220682"/>
                  </a:lnTo>
                  <a:lnTo>
                    <a:pt x="938736" y="213293"/>
                  </a:lnTo>
                  <a:lnTo>
                    <a:pt x="933318" y="205998"/>
                  </a:lnTo>
                  <a:lnTo>
                    <a:pt x="927773" y="198798"/>
                  </a:lnTo>
                  <a:lnTo>
                    <a:pt x="922103" y="191697"/>
                  </a:lnTo>
                  <a:lnTo>
                    <a:pt x="916309" y="184696"/>
                  </a:lnTo>
                  <a:lnTo>
                    <a:pt x="910393" y="177798"/>
                  </a:lnTo>
                  <a:lnTo>
                    <a:pt x="904358" y="171004"/>
                  </a:lnTo>
                  <a:lnTo>
                    <a:pt x="898205" y="164317"/>
                  </a:lnTo>
                  <a:lnTo>
                    <a:pt x="891936" y="157738"/>
                  </a:lnTo>
                  <a:lnTo>
                    <a:pt x="885552" y="151270"/>
                  </a:lnTo>
                  <a:lnTo>
                    <a:pt x="879057" y="144915"/>
                  </a:lnTo>
                  <a:lnTo>
                    <a:pt x="872451" y="138675"/>
                  </a:lnTo>
                  <a:lnTo>
                    <a:pt x="865737" y="132551"/>
                  </a:lnTo>
                  <a:lnTo>
                    <a:pt x="858917" y="126546"/>
                  </a:lnTo>
                  <a:lnTo>
                    <a:pt x="851992" y="120661"/>
                  </a:lnTo>
                  <a:lnTo>
                    <a:pt x="844966" y="114898"/>
                  </a:lnTo>
                  <a:lnTo>
                    <a:pt x="837840" y="109258"/>
                  </a:lnTo>
                  <a:lnTo>
                    <a:pt x="830617" y="103745"/>
                  </a:lnTo>
                  <a:lnTo>
                    <a:pt x="823298" y="98358"/>
                  </a:lnTo>
                  <a:lnTo>
                    <a:pt x="815886" y="93101"/>
                  </a:lnTo>
                  <a:lnTo>
                    <a:pt x="808383" y="87974"/>
                  </a:lnTo>
                  <a:lnTo>
                    <a:pt x="800791" y="82979"/>
                  </a:lnTo>
                  <a:lnTo>
                    <a:pt x="793113" y="78118"/>
                  </a:lnTo>
                  <a:lnTo>
                    <a:pt x="785351" y="73392"/>
                  </a:lnTo>
                  <a:lnTo>
                    <a:pt x="777508" y="68802"/>
                  </a:lnTo>
                  <a:lnTo>
                    <a:pt x="769586" y="64351"/>
                  </a:lnTo>
                  <a:lnTo>
                    <a:pt x="761587" y="60039"/>
                  </a:lnTo>
                  <a:lnTo>
                    <a:pt x="753514" y="55867"/>
                  </a:lnTo>
                  <a:lnTo>
                    <a:pt x="745368" y="51838"/>
                  </a:lnTo>
                  <a:lnTo>
                    <a:pt x="737154" y="47951"/>
                  </a:lnTo>
                  <a:lnTo>
                    <a:pt x="728873" y="44209"/>
                  </a:lnTo>
                  <a:lnTo>
                    <a:pt x="720528" y="40612"/>
                  </a:lnTo>
                  <a:lnTo>
                    <a:pt x="712121" y="37162"/>
                  </a:lnTo>
                  <a:lnTo>
                    <a:pt x="703655" y="33860"/>
                  </a:lnTo>
                  <a:lnTo>
                    <a:pt x="695132" y="30706"/>
                  </a:lnTo>
                  <a:lnTo>
                    <a:pt x="686556" y="27702"/>
                  </a:lnTo>
                  <a:lnTo>
                    <a:pt x="677928" y="24849"/>
                  </a:lnTo>
                  <a:lnTo>
                    <a:pt x="669251" y="22147"/>
                  </a:lnTo>
                  <a:lnTo>
                    <a:pt x="660529" y="19597"/>
                  </a:lnTo>
                  <a:lnTo>
                    <a:pt x="651764" y="17200"/>
                  </a:lnTo>
                  <a:lnTo>
                    <a:pt x="642957" y="14957"/>
                  </a:lnTo>
                  <a:lnTo>
                    <a:pt x="634113" y="12869"/>
                  </a:lnTo>
                  <a:lnTo>
                    <a:pt x="625234" y="10935"/>
                  </a:lnTo>
                  <a:lnTo>
                    <a:pt x="616322" y="9157"/>
                  </a:lnTo>
                  <a:lnTo>
                    <a:pt x="607381" y="7536"/>
                  </a:lnTo>
                  <a:lnTo>
                    <a:pt x="598412" y="6071"/>
                  </a:lnTo>
                  <a:lnTo>
                    <a:pt x="589419" y="4764"/>
                  </a:lnTo>
                  <a:lnTo>
                    <a:pt x="580405" y="3614"/>
                  </a:lnTo>
                  <a:lnTo>
                    <a:pt x="571372" y="2622"/>
                  </a:lnTo>
                  <a:lnTo>
                    <a:pt x="562323" y="1788"/>
                  </a:lnTo>
                  <a:lnTo>
                    <a:pt x="553261" y="1112"/>
                  </a:lnTo>
                  <a:lnTo>
                    <a:pt x="544188" y="596"/>
                  </a:lnTo>
                  <a:lnTo>
                    <a:pt x="535108" y="238"/>
                  </a:lnTo>
                  <a:lnTo>
                    <a:pt x="526023" y="39"/>
                  </a:lnTo>
                  <a:lnTo>
                    <a:pt x="516935" y="0"/>
                  </a:lnTo>
                  <a:lnTo>
                    <a:pt x="507849" y="119"/>
                  </a:lnTo>
                  <a:lnTo>
                    <a:pt x="498766" y="397"/>
                  </a:lnTo>
                  <a:lnTo>
                    <a:pt x="489689" y="834"/>
                  </a:lnTo>
                  <a:lnTo>
                    <a:pt x="480621" y="1430"/>
                  </a:lnTo>
                  <a:lnTo>
                    <a:pt x="471565" y="2185"/>
                  </a:lnTo>
                  <a:lnTo>
                    <a:pt x="462524" y="3098"/>
                  </a:lnTo>
                  <a:lnTo>
                    <a:pt x="453500" y="4169"/>
                  </a:lnTo>
                  <a:lnTo>
                    <a:pt x="444496" y="5398"/>
                  </a:lnTo>
                  <a:lnTo>
                    <a:pt x="435515" y="6784"/>
                  </a:lnTo>
                  <a:lnTo>
                    <a:pt x="426559" y="8327"/>
                  </a:lnTo>
                  <a:lnTo>
                    <a:pt x="417632" y="10027"/>
                  </a:lnTo>
                  <a:lnTo>
                    <a:pt x="408737" y="11882"/>
                  </a:lnTo>
                  <a:lnTo>
                    <a:pt x="399874" y="13894"/>
                  </a:lnTo>
                  <a:lnTo>
                    <a:pt x="391049" y="16059"/>
                  </a:lnTo>
                  <a:lnTo>
                    <a:pt x="382263" y="18379"/>
                  </a:lnTo>
                  <a:lnTo>
                    <a:pt x="373518" y="20853"/>
                  </a:lnTo>
                  <a:lnTo>
                    <a:pt x="364819" y="23479"/>
                  </a:lnTo>
                  <a:lnTo>
                    <a:pt x="356166" y="26257"/>
                  </a:lnTo>
                  <a:lnTo>
                    <a:pt x="347564" y="29185"/>
                  </a:lnTo>
                  <a:lnTo>
                    <a:pt x="339014" y="32264"/>
                  </a:lnTo>
                  <a:lnTo>
                    <a:pt x="330520" y="35493"/>
                  </a:lnTo>
                  <a:lnTo>
                    <a:pt x="322083" y="38869"/>
                  </a:lnTo>
                  <a:lnTo>
                    <a:pt x="313706" y="42392"/>
                  </a:lnTo>
                  <a:lnTo>
                    <a:pt x="305393" y="46062"/>
                  </a:lnTo>
                  <a:lnTo>
                    <a:pt x="297145" y="49876"/>
                  </a:lnTo>
                  <a:lnTo>
                    <a:pt x="288965" y="53834"/>
                  </a:lnTo>
                  <a:lnTo>
                    <a:pt x="280855" y="57935"/>
                  </a:lnTo>
                  <a:lnTo>
                    <a:pt x="272819" y="62177"/>
                  </a:lnTo>
                  <a:lnTo>
                    <a:pt x="264858" y="66559"/>
                  </a:lnTo>
                  <a:lnTo>
                    <a:pt x="256975" y="71080"/>
                  </a:lnTo>
                  <a:lnTo>
                    <a:pt x="249172" y="75738"/>
                  </a:lnTo>
                  <a:lnTo>
                    <a:pt x="241452" y="80532"/>
                  </a:lnTo>
                  <a:lnTo>
                    <a:pt x="233817" y="85460"/>
                  </a:lnTo>
                  <a:lnTo>
                    <a:pt x="226269" y="90521"/>
                  </a:lnTo>
                  <a:lnTo>
                    <a:pt x="218811" y="95713"/>
                  </a:lnTo>
                  <a:lnTo>
                    <a:pt x="211445" y="101036"/>
                  </a:lnTo>
                  <a:lnTo>
                    <a:pt x="204174" y="106486"/>
                  </a:lnTo>
                  <a:lnTo>
                    <a:pt x="196999" y="112062"/>
                  </a:lnTo>
                  <a:lnTo>
                    <a:pt x="189922" y="117764"/>
                  </a:lnTo>
                  <a:lnTo>
                    <a:pt x="182947" y="123588"/>
                  </a:lnTo>
                  <a:lnTo>
                    <a:pt x="176074" y="129533"/>
                  </a:lnTo>
                  <a:lnTo>
                    <a:pt x="169307" y="135598"/>
                  </a:lnTo>
                  <a:lnTo>
                    <a:pt x="162647" y="141781"/>
                  </a:lnTo>
                  <a:lnTo>
                    <a:pt x="156096" y="148079"/>
                  </a:lnTo>
                  <a:lnTo>
                    <a:pt x="149656" y="154490"/>
                  </a:lnTo>
                  <a:lnTo>
                    <a:pt x="143330" y="161014"/>
                  </a:lnTo>
                  <a:lnTo>
                    <a:pt x="137118" y="167647"/>
                  </a:lnTo>
                  <a:lnTo>
                    <a:pt x="131024" y="174388"/>
                  </a:lnTo>
                  <a:lnTo>
                    <a:pt x="125048" y="181234"/>
                  </a:lnTo>
                  <a:lnTo>
                    <a:pt x="119193" y="188184"/>
                  </a:lnTo>
                  <a:lnTo>
                    <a:pt x="113461" y="195235"/>
                  </a:lnTo>
                  <a:lnTo>
                    <a:pt x="107853" y="202386"/>
                  </a:lnTo>
                  <a:lnTo>
                    <a:pt x="102371" y="209634"/>
                  </a:lnTo>
                  <a:lnTo>
                    <a:pt x="97017" y="216976"/>
                  </a:lnTo>
                  <a:lnTo>
                    <a:pt x="91792" y="224411"/>
                  </a:lnTo>
                  <a:lnTo>
                    <a:pt x="86698" y="231936"/>
                  </a:lnTo>
                  <a:lnTo>
                    <a:pt x="81736" y="239550"/>
                  </a:lnTo>
                  <a:lnTo>
                    <a:pt x="76909" y="247249"/>
                  </a:lnTo>
                  <a:lnTo>
                    <a:pt x="72217" y="255031"/>
                  </a:lnTo>
                  <a:lnTo>
                    <a:pt x="67662" y="262894"/>
                  </a:lnTo>
                  <a:lnTo>
                    <a:pt x="63245" y="270836"/>
                  </a:lnTo>
                  <a:lnTo>
                    <a:pt x="58968" y="278854"/>
                  </a:lnTo>
                  <a:lnTo>
                    <a:pt x="54831" y="286945"/>
                  </a:lnTo>
                  <a:lnTo>
                    <a:pt x="50838" y="295108"/>
                  </a:lnTo>
                  <a:lnTo>
                    <a:pt x="46987" y="303339"/>
                  </a:lnTo>
                  <a:lnTo>
                    <a:pt x="43281" y="311637"/>
                  </a:lnTo>
                  <a:lnTo>
                    <a:pt x="39721" y="319998"/>
                  </a:lnTo>
                  <a:lnTo>
                    <a:pt x="36308" y="328420"/>
                  </a:lnTo>
                  <a:lnTo>
                    <a:pt x="33043" y="336900"/>
                  </a:lnTo>
                  <a:lnTo>
                    <a:pt x="29926" y="345436"/>
                  </a:lnTo>
                  <a:lnTo>
                    <a:pt x="26960" y="354026"/>
                  </a:lnTo>
                  <a:lnTo>
                    <a:pt x="24144" y="362666"/>
                  </a:lnTo>
                  <a:lnTo>
                    <a:pt x="21480" y="371354"/>
                  </a:lnTo>
                  <a:lnTo>
                    <a:pt x="18968" y="380088"/>
                  </a:lnTo>
                  <a:lnTo>
                    <a:pt x="16610" y="388864"/>
                  </a:lnTo>
                  <a:lnTo>
                    <a:pt x="14406" y="397680"/>
                  </a:lnTo>
                  <a:lnTo>
                    <a:pt x="12356" y="406533"/>
                  </a:lnTo>
                  <a:lnTo>
                    <a:pt x="10461" y="415420"/>
                  </a:lnTo>
                  <a:lnTo>
                    <a:pt x="8723" y="424340"/>
                  </a:lnTo>
                  <a:lnTo>
                    <a:pt x="7140" y="433288"/>
                  </a:lnTo>
                  <a:lnTo>
                    <a:pt x="5715" y="442263"/>
                  </a:lnTo>
                  <a:lnTo>
                    <a:pt x="4446" y="451262"/>
                  </a:lnTo>
                  <a:lnTo>
                    <a:pt x="3336" y="460281"/>
                  </a:lnTo>
                  <a:lnTo>
                    <a:pt x="2383" y="469318"/>
                  </a:lnTo>
                  <a:lnTo>
                    <a:pt x="1589" y="478371"/>
                  </a:lnTo>
                  <a:lnTo>
                    <a:pt x="953" y="487436"/>
                  </a:lnTo>
                  <a:lnTo>
                    <a:pt x="477" y="496511"/>
                  </a:lnTo>
                  <a:lnTo>
                    <a:pt x="159" y="505592"/>
                  </a:lnTo>
                  <a:lnTo>
                    <a:pt x="0" y="514678"/>
                  </a:lnTo>
                  <a:lnTo>
                    <a:pt x="0" y="523766"/>
                  </a:lnTo>
                  <a:lnTo>
                    <a:pt x="159" y="532852"/>
                  </a:lnTo>
                  <a:lnTo>
                    <a:pt x="477" y="541934"/>
                  </a:lnTo>
                  <a:lnTo>
                    <a:pt x="953" y="551008"/>
                  </a:lnTo>
                  <a:lnTo>
                    <a:pt x="1589" y="560073"/>
                  </a:lnTo>
                  <a:lnTo>
                    <a:pt x="2383" y="569126"/>
                  </a:lnTo>
                  <a:lnTo>
                    <a:pt x="3336" y="578163"/>
                  </a:lnTo>
                  <a:lnTo>
                    <a:pt x="4446" y="587183"/>
                  </a:lnTo>
                  <a:lnTo>
                    <a:pt x="5715" y="596181"/>
                  </a:lnTo>
                  <a:lnTo>
                    <a:pt x="7140" y="605156"/>
                  </a:lnTo>
                  <a:lnTo>
                    <a:pt x="8723" y="614104"/>
                  </a:lnTo>
                  <a:lnTo>
                    <a:pt x="10461" y="623024"/>
                  </a:lnTo>
                  <a:lnTo>
                    <a:pt x="12356" y="631912"/>
                  </a:lnTo>
                  <a:lnTo>
                    <a:pt x="14406" y="640765"/>
                  </a:lnTo>
                  <a:lnTo>
                    <a:pt x="16610" y="649581"/>
                  </a:lnTo>
                  <a:lnTo>
                    <a:pt x="18968" y="658357"/>
                  </a:lnTo>
                  <a:lnTo>
                    <a:pt x="21480" y="667090"/>
                  </a:lnTo>
                  <a:lnTo>
                    <a:pt x="24144" y="675778"/>
                  </a:lnTo>
                  <a:lnTo>
                    <a:pt x="26960" y="684418"/>
                  </a:lnTo>
                  <a:lnTo>
                    <a:pt x="29926" y="693008"/>
                  </a:lnTo>
                  <a:lnTo>
                    <a:pt x="33043" y="701544"/>
                  </a:lnTo>
                  <a:lnTo>
                    <a:pt x="36308" y="710025"/>
                  </a:lnTo>
                  <a:lnTo>
                    <a:pt x="39721" y="718447"/>
                  </a:lnTo>
                  <a:lnTo>
                    <a:pt x="43281" y="726808"/>
                  </a:lnTo>
                  <a:lnTo>
                    <a:pt x="46987" y="735105"/>
                  </a:lnTo>
                  <a:lnTo>
                    <a:pt x="50838" y="743336"/>
                  </a:lnTo>
                  <a:lnTo>
                    <a:pt x="54831" y="751499"/>
                  </a:lnTo>
                  <a:lnTo>
                    <a:pt x="58968" y="759590"/>
                  </a:lnTo>
                  <a:lnTo>
                    <a:pt x="63245" y="767608"/>
                  </a:lnTo>
                  <a:lnTo>
                    <a:pt x="67662" y="775550"/>
                  </a:lnTo>
                  <a:lnTo>
                    <a:pt x="72217" y="783413"/>
                  </a:lnTo>
                  <a:lnTo>
                    <a:pt x="76909" y="791195"/>
                  </a:lnTo>
                  <a:lnTo>
                    <a:pt x="81736" y="798894"/>
                  </a:lnTo>
                  <a:lnTo>
                    <a:pt x="86698" y="806508"/>
                  </a:lnTo>
                  <a:lnTo>
                    <a:pt x="91792" y="814033"/>
                  </a:lnTo>
                  <a:lnTo>
                    <a:pt x="97017" y="821468"/>
                  </a:lnTo>
                  <a:lnTo>
                    <a:pt x="102371" y="828811"/>
                  </a:lnTo>
                  <a:lnTo>
                    <a:pt x="107853" y="836058"/>
                  </a:lnTo>
                  <a:lnTo>
                    <a:pt x="113461" y="843209"/>
                  </a:lnTo>
                  <a:lnTo>
                    <a:pt x="119193" y="850260"/>
                  </a:lnTo>
                  <a:lnTo>
                    <a:pt x="125048" y="857210"/>
                  </a:lnTo>
                  <a:lnTo>
                    <a:pt x="131024" y="864057"/>
                  </a:lnTo>
                  <a:lnTo>
                    <a:pt x="137118" y="870797"/>
                  </a:lnTo>
                  <a:lnTo>
                    <a:pt x="143330" y="877431"/>
                  </a:lnTo>
                  <a:lnTo>
                    <a:pt x="149656" y="883954"/>
                  </a:lnTo>
                  <a:lnTo>
                    <a:pt x="156096" y="890366"/>
                  </a:lnTo>
                  <a:lnTo>
                    <a:pt x="162647" y="896664"/>
                  </a:lnTo>
                  <a:lnTo>
                    <a:pt x="169307" y="902846"/>
                  </a:lnTo>
                  <a:lnTo>
                    <a:pt x="176074" y="908911"/>
                  </a:lnTo>
                  <a:lnTo>
                    <a:pt x="182947" y="914856"/>
                  </a:lnTo>
                  <a:lnTo>
                    <a:pt x="189922" y="920681"/>
                  </a:lnTo>
                  <a:lnTo>
                    <a:pt x="196999" y="926382"/>
                  </a:lnTo>
                  <a:lnTo>
                    <a:pt x="204174" y="931958"/>
                  </a:lnTo>
                  <a:lnTo>
                    <a:pt x="211445" y="937409"/>
                  </a:lnTo>
                  <a:lnTo>
                    <a:pt x="218811" y="942731"/>
                  </a:lnTo>
                  <a:lnTo>
                    <a:pt x="226269" y="947923"/>
                  </a:lnTo>
                  <a:lnTo>
                    <a:pt x="233817" y="952984"/>
                  </a:lnTo>
                  <a:lnTo>
                    <a:pt x="241452" y="957912"/>
                  </a:lnTo>
                  <a:lnTo>
                    <a:pt x="249172" y="962706"/>
                  </a:lnTo>
                  <a:lnTo>
                    <a:pt x="256975" y="967364"/>
                  </a:lnTo>
                  <a:lnTo>
                    <a:pt x="264858" y="971885"/>
                  </a:lnTo>
                  <a:lnTo>
                    <a:pt x="272819" y="976267"/>
                  </a:lnTo>
                  <a:lnTo>
                    <a:pt x="280855" y="980509"/>
                  </a:lnTo>
                  <a:lnTo>
                    <a:pt x="288965" y="984610"/>
                  </a:lnTo>
                  <a:lnTo>
                    <a:pt x="297145" y="988568"/>
                  </a:lnTo>
                  <a:lnTo>
                    <a:pt x="305393" y="992382"/>
                  </a:lnTo>
                  <a:lnTo>
                    <a:pt x="313706" y="996052"/>
                  </a:lnTo>
                  <a:lnTo>
                    <a:pt x="322083" y="999575"/>
                  </a:lnTo>
                  <a:lnTo>
                    <a:pt x="330520" y="1002952"/>
                  </a:lnTo>
                  <a:lnTo>
                    <a:pt x="339014" y="1006180"/>
                  </a:lnTo>
                  <a:lnTo>
                    <a:pt x="347564" y="1009259"/>
                  </a:lnTo>
                  <a:lnTo>
                    <a:pt x="356166" y="1012188"/>
                  </a:lnTo>
                  <a:lnTo>
                    <a:pt x="364819" y="1014966"/>
                  </a:lnTo>
                  <a:lnTo>
                    <a:pt x="373518" y="1017592"/>
                  </a:lnTo>
                  <a:lnTo>
                    <a:pt x="382263" y="1020065"/>
                  </a:lnTo>
                  <a:lnTo>
                    <a:pt x="391049" y="1022385"/>
                  </a:lnTo>
                  <a:lnTo>
                    <a:pt x="399874" y="1024551"/>
                  </a:lnTo>
                  <a:lnTo>
                    <a:pt x="408737" y="1026562"/>
                  </a:lnTo>
                  <a:lnTo>
                    <a:pt x="417632" y="1028417"/>
                  </a:lnTo>
                  <a:lnTo>
                    <a:pt x="426559" y="1030117"/>
                  </a:lnTo>
                  <a:lnTo>
                    <a:pt x="435515" y="1031660"/>
                  </a:lnTo>
                  <a:lnTo>
                    <a:pt x="444496" y="1033046"/>
                  </a:lnTo>
                  <a:lnTo>
                    <a:pt x="453500" y="1034275"/>
                  </a:lnTo>
                  <a:lnTo>
                    <a:pt x="462524" y="1035346"/>
                  </a:lnTo>
                  <a:lnTo>
                    <a:pt x="471565" y="1036259"/>
                  </a:lnTo>
                  <a:lnTo>
                    <a:pt x="480621" y="1037014"/>
                  </a:lnTo>
                  <a:lnTo>
                    <a:pt x="489689" y="1037610"/>
                  </a:lnTo>
                  <a:lnTo>
                    <a:pt x="498766" y="1038047"/>
                  </a:lnTo>
                  <a:lnTo>
                    <a:pt x="507849" y="1038325"/>
                  </a:lnTo>
                  <a:lnTo>
                    <a:pt x="516935" y="1038445"/>
                  </a:lnTo>
                  <a:lnTo>
                    <a:pt x="526023" y="1038405"/>
                  </a:lnTo>
                  <a:lnTo>
                    <a:pt x="535108" y="1038206"/>
                  </a:lnTo>
                  <a:lnTo>
                    <a:pt x="544188" y="1037848"/>
                  </a:lnTo>
                  <a:lnTo>
                    <a:pt x="553261" y="1037332"/>
                  </a:lnTo>
                  <a:lnTo>
                    <a:pt x="562323" y="1036656"/>
                  </a:lnTo>
                  <a:lnTo>
                    <a:pt x="571372" y="1035823"/>
                  </a:lnTo>
                  <a:lnTo>
                    <a:pt x="580405" y="1034831"/>
                  </a:lnTo>
                  <a:lnTo>
                    <a:pt x="589419" y="1033681"/>
                  </a:lnTo>
                  <a:lnTo>
                    <a:pt x="598412" y="1032373"/>
                  </a:lnTo>
                  <a:lnTo>
                    <a:pt x="607381" y="1030908"/>
                  </a:lnTo>
                  <a:lnTo>
                    <a:pt x="616322" y="1029287"/>
                  </a:lnTo>
                  <a:lnTo>
                    <a:pt x="625234" y="1027509"/>
                  </a:lnTo>
                  <a:lnTo>
                    <a:pt x="634113" y="1025576"/>
                  </a:lnTo>
                  <a:lnTo>
                    <a:pt x="642957" y="1023487"/>
                  </a:lnTo>
                  <a:lnTo>
                    <a:pt x="651764" y="1021244"/>
                  </a:lnTo>
                  <a:lnTo>
                    <a:pt x="660529" y="1018847"/>
                  </a:lnTo>
                  <a:lnTo>
                    <a:pt x="669251" y="1016298"/>
                  </a:lnTo>
                  <a:lnTo>
                    <a:pt x="677928" y="1013596"/>
                  </a:lnTo>
                  <a:lnTo>
                    <a:pt x="686556" y="1010742"/>
                  </a:lnTo>
                  <a:lnTo>
                    <a:pt x="695132" y="1007738"/>
                  </a:lnTo>
                  <a:lnTo>
                    <a:pt x="703655" y="1004584"/>
                  </a:lnTo>
                  <a:lnTo>
                    <a:pt x="712121" y="1001282"/>
                  </a:lnTo>
                  <a:lnTo>
                    <a:pt x="720528" y="997832"/>
                  </a:lnTo>
                  <a:lnTo>
                    <a:pt x="728873" y="994235"/>
                  </a:lnTo>
                  <a:lnTo>
                    <a:pt x="737154" y="990493"/>
                  </a:lnTo>
                  <a:lnTo>
                    <a:pt x="745368" y="986607"/>
                  </a:lnTo>
                  <a:lnTo>
                    <a:pt x="753514" y="982577"/>
                  </a:lnTo>
                  <a:lnTo>
                    <a:pt x="761587" y="978406"/>
                  </a:lnTo>
                  <a:lnTo>
                    <a:pt x="769586" y="974093"/>
                  </a:lnTo>
                  <a:lnTo>
                    <a:pt x="777508" y="969642"/>
                  </a:lnTo>
                  <a:lnTo>
                    <a:pt x="785351" y="965052"/>
                  </a:lnTo>
                  <a:lnTo>
                    <a:pt x="793113" y="960326"/>
                  </a:lnTo>
                  <a:lnTo>
                    <a:pt x="800791" y="955465"/>
                  </a:lnTo>
                  <a:lnTo>
                    <a:pt x="808383" y="950470"/>
                  </a:lnTo>
                  <a:lnTo>
                    <a:pt x="815886" y="945343"/>
                  </a:lnTo>
                  <a:lnTo>
                    <a:pt x="823298" y="940086"/>
                  </a:lnTo>
                  <a:lnTo>
                    <a:pt x="830617" y="934699"/>
                  </a:lnTo>
                  <a:lnTo>
                    <a:pt x="837840" y="929186"/>
                  </a:lnTo>
                  <a:lnTo>
                    <a:pt x="844966" y="923547"/>
                  </a:lnTo>
                  <a:lnTo>
                    <a:pt x="851992" y="917784"/>
                  </a:lnTo>
                  <a:lnTo>
                    <a:pt x="858917" y="911899"/>
                  </a:lnTo>
                  <a:lnTo>
                    <a:pt x="865737" y="905893"/>
                  </a:lnTo>
                  <a:lnTo>
                    <a:pt x="872451" y="899769"/>
                  </a:lnTo>
                  <a:lnTo>
                    <a:pt x="879057" y="893529"/>
                  </a:lnTo>
                  <a:lnTo>
                    <a:pt x="885552" y="887174"/>
                  </a:lnTo>
                  <a:lnTo>
                    <a:pt x="891936" y="880706"/>
                  </a:lnTo>
                  <a:lnTo>
                    <a:pt x="898205" y="874128"/>
                  </a:lnTo>
                  <a:lnTo>
                    <a:pt x="904358" y="867440"/>
                  </a:lnTo>
                  <a:lnTo>
                    <a:pt x="910393" y="860646"/>
                  </a:lnTo>
                  <a:lnTo>
                    <a:pt x="916309" y="853748"/>
                  </a:lnTo>
                  <a:lnTo>
                    <a:pt x="922103" y="846747"/>
                  </a:lnTo>
                  <a:lnTo>
                    <a:pt x="927773" y="839646"/>
                  </a:lnTo>
                  <a:lnTo>
                    <a:pt x="933318" y="832446"/>
                  </a:lnTo>
                  <a:lnTo>
                    <a:pt x="938736" y="825151"/>
                  </a:lnTo>
                  <a:lnTo>
                    <a:pt x="944026" y="817762"/>
                  </a:lnTo>
                  <a:lnTo>
                    <a:pt x="949186" y="810282"/>
                  </a:lnTo>
                  <a:lnTo>
                    <a:pt x="954214" y="802712"/>
                  </a:lnTo>
                  <a:lnTo>
                    <a:pt x="959109" y="795056"/>
                  </a:lnTo>
                  <a:lnTo>
                    <a:pt x="963869" y="787315"/>
                  </a:lnTo>
                  <a:lnTo>
                    <a:pt x="968492" y="779491"/>
                  </a:lnTo>
                  <a:lnTo>
                    <a:pt x="972979" y="771589"/>
                  </a:lnTo>
                  <a:lnTo>
                    <a:pt x="977326" y="763609"/>
                  </a:lnTo>
                  <a:lnTo>
                    <a:pt x="981533" y="755554"/>
                  </a:lnTo>
                  <a:lnTo>
                    <a:pt x="985598" y="747426"/>
                  </a:lnTo>
                  <a:lnTo>
                    <a:pt x="989520" y="739229"/>
                  </a:lnTo>
                  <a:lnTo>
                    <a:pt x="993298" y="730964"/>
                  </a:lnTo>
                  <a:lnTo>
                    <a:pt x="996932" y="722635"/>
                  </a:lnTo>
                  <a:lnTo>
                    <a:pt x="1000418" y="714243"/>
                  </a:lnTo>
                  <a:lnTo>
                    <a:pt x="1003758" y="705791"/>
                  </a:lnTo>
                  <a:lnTo>
                    <a:pt x="1006949" y="697283"/>
                  </a:lnTo>
                  <a:lnTo>
                    <a:pt x="1009990" y="688719"/>
                  </a:lnTo>
                  <a:lnTo>
                    <a:pt x="1012881" y="680104"/>
                  </a:lnTo>
                  <a:lnTo>
                    <a:pt x="1015621" y="671440"/>
                  </a:lnTo>
                  <a:lnTo>
                    <a:pt x="1018209" y="662729"/>
                  </a:lnTo>
                  <a:lnTo>
                    <a:pt x="1020644" y="653974"/>
                  </a:lnTo>
                  <a:lnTo>
                    <a:pt x="1022926" y="645178"/>
                  </a:lnTo>
                  <a:lnTo>
                    <a:pt x="1025053" y="636343"/>
                  </a:lnTo>
                  <a:lnTo>
                    <a:pt x="1027025" y="627472"/>
                  </a:lnTo>
                  <a:lnTo>
                    <a:pt x="1028842" y="618568"/>
                  </a:lnTo>
                  <a:lnTo>
                    <a:pt x="1030503" y="609634"/>
                  </a:lnTo>
                  <a:lnTo>
                    <a:pt x="1032007" y="600672"/>
                  </a:lnTo>
                  <a:lnTo>
                    <a:pt x="1033354" y="591685"/>
                  </a:lnTo>
                  <a:lnTo>
                    <a:pt x="1034543" y="582675"/>
                  </a:lnTo>
                  <a:lnTo>
                    <a:pt x="1035575" y="573647"/>
                  </a:lnTo>
                  <a:lnTo>
                    <a:pt x="1036448" y="564602"/>
                  </a:lnTo>
                  <a:lnTo>
                    <a:pt x="1037163" y="555542"/>
                  </a:lnTo>
                  <a:lnTo>
                    <a:pt x="1037719" y="546472"/>
                  </a:lnTo>
                  <a:lnTo>
                    <a:pt x="1038117" y="537393"/>
                  </a:lnTo>
                  <a:lnTo>
                    <a:pt x="1038355" y="528309"/>
                  </a:lnTo>
                  <a:lnTo>
                    <a:pt x="1038435" y="5192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7" name="tx17"/>
            <p:cNvSpPr/>
            <p:nvPr/>
          </p:nvSpPr>
          <p:spPr>
            <a:xfrm>
              <a:off x="1071610" y="392680"/>
              <a:ext cx="247162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1063106" y="1586903"/>
              <a:ext cx="264170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1617413" y="567570"/>
              <a:ext cx="438271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1792303" y="989791"/>
              <a:ext cx="20226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1617413" y="1412013"/>
              <a:ext cx="455279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22" name="pg22"/>
            <p:cNvSpPr/>
            <p:nvPr/>
          </p:nvSpPr>
          <p:spPr>
            <a:xfrm>
              <a:off x="675984" y="506733"/>
              <a:ext cx="1038435" cy="1038445"/>
            </a:xfrm>
            <a:custGeom>
              <a:avLst/>
              <a:pathLst>
                <a:path w="1038435" h="1038445">
                  <a:moveTo>
                    <a:pt x="1038435" y="519222"/>
                  </a:moveTo>
                  <a:lnTo>
                    <a:pt x="1038355" y="510135"/>
                  </a:lnTo>
                  <a:lnTo>
                    <a:pt x="1038117" y="501051"/>
                  </a:lnTo>
                  <a:lnTo>
                    <a:pt x="1037719" y="491972"/>
                  </a:lnTo>
                  <a:lnTo>
                    <a:pt x="1037163" y="482902"/>
                  </a:lnTo>
                  <a:lnTo>
                    <a:pt x="1036448" y="473843"/>
                  </a:lnTo>
                  <a:lnTo>
                    <a:pt x="1035575" y="464797"/>
                  </a:lnTo>
                  <a:lnTo>
                    <a:pt x="1034543" y="455769"/>
                  </a:lnTo>
                  <a:lnTo>
                    <a:pt x="1033354" y="446760"/>
                  </a:lnTo>
                  <a:lnTo>
                    <a:pt x="1032007" y="437773"/>
                  </a:lnTo>
                  <a:lnTo>
                    <a:pt x="1030503" y="428811"/>
                  </a:lnTo>
                  <a:lnTo>
                    <a:pt x="1028842" y="419876"/>
                  </a:lnTo>
                  <a:lnTo>
                    <a:pt x="1027025" y="410972"/>
                  </a:lnTo>
                  <a:lnTo>
                    <a:pt x="1025053" y="402102"/>
                  </a:lnTo>
                  <a:lnTo>
                    <a:pt x="1022926" y="393267"/>
                  </a:lnTo>
                  <a:lnTo>
                    <a:pt x="1020644" y="384470"/>
                  </a:lnTo>
                  <a:lnTo>
                    <a:pt x="1018209" y="375715"/>
                  </a:lnTo>
                  <a:lnTo>
                    <a:pt x="1015621" y="367004"/>
                  </a:lnTo>
                  <a:lnTo>
                    <a:pt x="1012881" y="358340"/>
                  </a:lnTo>
                  <a:lnTo>
                    <a:pt x="1009990" y="349725"/>
                  </a:lnTo>
                  <a:lnTo>
                    <a:pt x="1006949" y="341161"/>
                  </a:lnTo>
                  <a:lnTo>
                    <a:pt x="1003758" y="332653"/>
                  </a:lnTo>
                  <a:lnTo>
                    <a:pt x="1000418" y="324201"/>
                  </a:lnTo>
                  <a:lnTo>
                    <a:pt x="996932" y="315809"/>
                  </a:lnTo>
                  <a:lnTo>
                    <a:pt x="993298" y="307480"/>
                  </a:lnTo>
                  <a:lnTo>
                    <a:pt x="989520" y="299215"/>
                  </a:lnTo>
                  <a:lnTo>
                    <a:pt x="985598" y="291018"/>
                  </a:lnTo>
                  <a:lnTo>
                    <a:pt x="981533" y="282891"/>
                  </a:lnTo>
                  <a:lnTo>
                    <a:pt x="977326" y="274836"/>
                  </a:lnTo>
                  <a:lnTo>
                    <a:pt x="972979" y="266856"/>
                  </a:lnTo>
                  <a:lnTo>
                    <a:pt x="968492" y="258953"/>
                  </a:lnTo>
                  <a:lnTo>
                    <a:pt x="963869" y="251130"/>
                  </a:lnTo>
                  <a:lnTo>
                    <a:pt x="959109" y="243389"/>
                  </a:lnTo>
                  <a:lnTo>
                    <a:pt x="954214" y="235732"/>
                  </a:lnTo>
                  <a:lnTo>
                    <a:pt x="949186" y="228163"/>
                  </a:lnTo>
                  <a:lnTo>
                    <a:pt x="944026" y="220682"/>
                  </a:lnTo>
                  <a:lnTo>
                    <a:pt x="938736" y="213293"/>
                  </a:lnTo>
                  <a:lnTo>
                    <a:pt x="933318" y="205998"/>
                  </a:lnTo>
                  <a:lnTo>
                    <a:pt x="927773" y="198798"/>
                  </a:lnTo>
                  <a:lnTo>
                    <a:pt x="922103" y="191697"/>
                  </a:lnTo>
                  <a:lnTo>
                    <a:pt x="916309" y="184696"/>
                  </a:lnTo>
                  <a:lnTo>
                    <a:pt x="910393" y="177798"/>
                  </a:lnTo>
                  <a:lnTo>
                    <a:pt x="904358" y="171004"/>
                  </a:lnTo>
                  <a:lnTo>
                    <a:pt x="898205" y="164317"/>
                  </a:lnTo>
                  <a:lnTo>
                    <a:pt x="891936" y="157738"/>
                  </a:lnTo>
                  <a:lnTo>
                    <a:pt x="885552" y="151270"/>
                  </a:lnTo>
                  <a:lnTo>
                    <a:pt x="879057" y="144915"/>
                  </a:lnTo>
                  <a:lnTo>
                    <a:pt x="872451" y="138675"/>
                  </a:lnTo>
                  <a:lnTo>
                    <a:pt x="865737" y="132551"/>
                  </a:lnTo>
                  <a:lnTo>
                    <a:pt x="858917" y="126546"/>
                  </a:lnTo>
                  <a:lnTo>
                    <a:pt x="851992" y="120661"/>
                  </a:lnTo>
                  <a:lnTo>
                    <a:pt x="844966" y="114898"/>
                  </a:lnTo>
                  <a:lnTo>
                    <a:pt x="837840" y="109258"/>
                  </a:lnTo>
                  <a:lnTo>
                    <a:pt x="830617" y="103745"/>
                  </a:lnTo>
                  <a:lnTo>
                    <a:pt x="823298" y="98358"/>
                  </a:lnTo>
                  <a:lnTo>
                    <a:pt x="815886" y="93101"/>
                  </a:lnTo>
                  <a:lnTo>
                    <a:pt x="808383" y="87974"/>
                  </a:lnTo>
                  <a:lnTo>
                    <a:pt x="800791" y="82979"/>
                  </a:lnTo>
                  <a:lnTo>
                    <a:pt x="793113" y="78118"/>
                  </a:lnTo>
                  <a:lnTo>
                    <a:pt x="785351" y="73392"/>
                  </a:lnTo>
                  <a:lnTo>
                    <a:pt x="777508" y="68802"/>
                  </a:lnTo>
                  <a:lnTo>
                    <a:pt x="769586" y="64351"/>
                  </a:lnTo>
                  <a:lnTo>
                    <a:pt x="761587" y="60039"/>
                  </a:lnTo>
                  <a:lnTo>
                    <a:pt x="753514" y="55867"/>
                  </a:lnTo>
                  <a:lnTo>
                    <a:pt x="745368" y="51838"/>
                  </a:lnTo>
                  <a:lnTo>
                    <a:pt x="737154" y="47951"/>
                  </a:lnTo>
                  <a:lnTo>
                    <a:pt x="728873" y="44209"/>
                  </a:lnTo>
                  <a:lnTo>
                    <a:pt x="720528" y="40612"/>
                  </a:lnTo>
                  <a:lnTo>
                    <a:pt x="712121" y="37162"/>
                  </a:lnTo>
                  <a:lnTo>
                    <a:pt x="703655" y="33860"/>
                  </a:lnTo>
                  <a:lnTo>
                    <a:pt x="695132" y="30706"/>
                  </a:lnTo>
                  <a:lnTo>
                    <a:pt x="686556" y="27702"/>
                  </a:lnTo>
                  <a:lnTo>
                    <a:pt x="677928" y="24849"/>
                  </a:lnTo>
                  <a:lnTo>
                    <a:pt x="669251" y="22147"/>
                  </a:lnTo>
                  <a:lnTo>
                    <a:pt x="660529" y="19597"/>
                  </a:lnTo>
                  <a:lnTo>
                    <a:pt x="651764" y="17200"/>
                  </a:lnTo>
                  <a:lnTo>
                    <a:pt x="642957" y="14957"/>
                  </a:lnTo>
                  <a:lnTo>
                    <a:pt x="634113" y="12869"/>
                  </a:lnTo>
                  <a:lnTo>
                    <a:pt x="625234" y="10935"/>
                  </a:lnTo>
                  <a:lnTo>
                    <a:pt x="616322" y="9157"/>
                  </a:lnTo>
                  <a:lnTo>
                    <a:pt x="607381" y="7536"/>
                  </a:lnTo>
                  <a:lnTo>
                    <a:pt x="598412" y="6071"/>
                  </a:lnTo>
                  <a:lnTo>
                    <a:pt x="589419" y="4764"/>
                  </a:lnTo>
                  <a:lnTo>
                    <a:pt x="580405" y="3614"/>
                  </a:lnTo>
                  <a:lnTo>
                    <a:pt x="571372" y="2622"/>
                  </a:lnTo>
                  <a:lnTo>
                    <a:pt x="562323" y="1788"/>
                  </a:lnTo>
                  <a:lnTo>
                    <a:pt x="553261" y="1112"/>
                  </a:lnTo>
                  <a:lnTo>
                    <a:pt x="544188" y="596"/>
                  </a:lnTo>
                  <a:lnTo>
                    <a:pt x="535108" y="238"/>
                  </a:lnTo>
                  <a:lnTo>
                    <a:pt x="526023" y="39"/>
                  </a:lnTo>
                  <a:lnTo>
                    <a:pt x="516935" y="0"/>
                  </a:lnTo>
                  <a:lnTo>
                    <a:pt x="507849" y="119"/>
                  </a:lnTo>
                  <a:lnTo>
                    <a:pt x="498766" y="397"/>
                  </a:lnTo>
                  <a:lnTo>
                    <a:pt x="489689" y="834"/>
                  </a:lnTo>
                  <a:lnTo>
                    <a:pt x="480621" y="1430"/>
                  </a:lnTo>
                  <a:lnTo>
                    <a:pt x="471565" y="2185"/>
                  </a:lnTo>
                  <a:lnTo>
                    <a:pt x="462524" y="3098"/>
                  </a:lnTo>
                  <a:lnTo>
                    <a:pt x="453500" y="4169"/>
                  </a:lnTo>
                  <a:lnTo>
                    <a:pt x="444496" y="5398"/>
                  </a:lnTo>
                  <a:lnTo>
                    <a:pt x="435515" y="6784"/>
                  </a:lnTo>
                  <a:lnTo>
                    <a:pt x="426559" y="8327"/>
                  </a:lnTo>
                  <a:lnTo>
                    <a:pt x="417632" y="10027"/>
                  </a:lnTo>
                  <a:lnTo>
                    <a:pt x="408737" y="11882"/>
                  </a:lnTo>
                  <a:lnTo>
                    <a:pt x="399874" y="13894"/>
                  </a:lnTo>
                  <a:lnTo>
                    <a:pt x="391049" y="16059"/>
                  </a:lnTo>
                  <a:lnTo>
                    <a:pt x="382263" y="18379"/>
                  </a:lnTo>
                  <a:lnTo>
                    <a:pt x="373518" y="20853"/>
                  </a:lnTo>
                  <a:lnTo>
                    <a:pt x="364819" y="23479"/>
                  </a:lnTo>
                  <a:lnTo>
                    <a:pt x="356166" y="26257"/>
                  </a:lnTo>
                  <a:lnTo>
                    <a:pt x="347564" y="29185"/>
                  </a:lnTo>
                  <a:lnTo>
                    <a:pt x="339014" y="32264"/>
                  </a:lnTo>
                  <a:lnTo>
                    <a:pt x="330520" y="35493"/>
                  </a:lnTo>
                  <a:lnTo>
                    <a:pt x="322083" y="38869"/>
                  </a:lnTo>
                  <a:lnTo>
                    <a:pt x="313706" y="42392"/>
                  </a:lnTo>
                  <a:lnTo>
                    <a:pt x="305393" y="46062"/>
                  </a:lnTo>
                  <a:lnTo>
                    <a:pt x="297145" y="49876"/>
                  </a:lnTo>
                  <a:lnTo>
                    <a:pt x="288965" y="53834"/>
                  </a:lnTo>
                  <a:lnTo>
                    <a:pt x="280855" y="57935"/>
                  </a:lnTo>
                  <a:lnTo>
                    <a:pt x="272819" y="62177"/>
                  </a:lnTo>
                  <a:lnTo>
                    <a:pt x="264858" y="66559"/>
                  </a:lnTo>
                  <a:lnTo>
                    <a:pt x="256975" y="71080"/>
                  </a:lnTo>
                  <a:lnTo>
                    <a:pt x="249172" y="75738"/>
                  </a:lnTo>
                  <a:lnTo>
                    <a:pt x="241452" y="80532"/>
                  </a:lnTo>
                  <a:lnTo>
                    <a:pt x="233817" y="85460"/>
                  </a:lnTo>
                  <a:lnTo>
                    <a:pt x="226269" y="90521"/>
                  </a:lnTo>
                  <a:lnTo>
                    <a:pt x="218811" y="95713"/>
                  </a:lnTo>
                  <a:lnTo>
                    <a:pt x="211445" y="101036"/>
                  </a:lnTo>
                  <a:lnTo>
                    <a:pt x="204174" y="106486"/>
                  </a:lnTo>
                  <a:lnTo>
                    <a:pt x="196999" y="112062"/>
                  </a:lnTo>
                  <a:lnTo>
                    <a:pt x="189922" y="117764"/>
                  </a:lnTo>
                  <a:lnTo>
                    <a:pt x="182947" y="123588"/>
                  </a:lnTo>
                  <a:lnTo>
                    <a:pt x="176074" y="129533"/>
                  </a:lnTo>
                  <a:lnTo>
                    <a:pt x="169307" y="135598"/>
                  </a:lnTo>
                  <a:lnTo>
                    <a:pt x="162647" y="141781"/>
                  </a:lnTo>
                  <a:lnTo>
                    <a:pt x="156096" y="148079"/>
                  </a:lnTo>
                  <a:lnTo>
                    <a:pt x="149656" y="154490"/>
                  </a:lnTo>
                  <a:lnTo>
                    <a:pt x="143330" y="161014"/>
                  </a:lnTo>
                  <a:lnTo>
                    <a:pt x="137118" y="167647"/>
                  </a:lnTo>
                  <a:lnTo>
                    <a:pt x="131024" y="174388"/>
                  </a:lnTo>
                  <a:lnTo>
                    <a:pt x="125048" y="181234"/>
                  </a:lnTo>
                  <a:lnTo>
                    <a:pt x="119193" y="188184"/>
                  </a:lnTo>
                  <a:lnTo>
                    <a:pt x="113461" y="195235"/>
                  </a:lnTo>
                  <a:lnTo>
                    <a:pt x="107853" y="202386"/>
                  </a:lnTo>
                  <a:lnTo>
                    <a:pt x="102371" y="209634"/>
                  </a:lnTo>
                  <a:lnTo>
                    <a:pt x="97017" y="216976"/>
                  </a:lnTo>
                  <a:lnTo>
                    <a:pt x="91792" y="224411"/>
                  </a:lnTo>
                  <a:lnTo>
                    <a:pt x="86698" y="231936"/>
                  </a:lnTo>
                  <a:lnTo>
                    <a:pt x="81736" y="239550"/>
                  </a:lnTo>
                  <a:lnTo>
                    <a:pt x="76909" y="247249"/>
                  </a:lnTo>
                  <a:lnTo>
                    <a:pt x="72217" y="255031"/>
                  </a:lnTo>
                  <a:lnTo>
                    <a:pt x="67662" y="262894"/>
                  </a:lnTo>
                  <a:lnTo>
                    <a:pt x="63245" y="270836"/>
                  </a:lnTo>
                  <a:lnTo>
                    <a:pt x="58968" y="278854"/>
                  </a:lnTo>
                  <a:lnTo>
                    <a:pt x="54831" y="286945"/>
                  </a:lnTo>
                  <a:lnTo>
                    <a:pt x="50838" y="295108"/>
                  </a:lnTo>
                  <a:lnTo>
                    <a:pt x="46987" y="303339"/>
                  </a:lnTo>
                  <a:lnTo>
                    <a:pt x="43281" y="311637"/>
                  </a:lnTo>
                  <a:lnTo>
                    <a:pt x="39721" y="319998"/>
                  </a:lnTo>
                  <a:lnTo>
                    <a:pt x="36308" y="328420"/>
                  </a:lnTo>
                  <a:lnTo>
                    <a:pt x="33043" y="336900"/>
                  </a:lnTo>
                  <a:lnTo>
                    <a:pt x="29926" y="345436"/>
                  </a:lnTo>
                  <a:lnTo>
                    <a:pt x="26960" y="354026"/>
                  </a:lnTo>
                  <a:lnTo>
                    <a:pt x="24144" y="362666"/>
                  </a:lnTo>
                  <a:lnTo>
                    <a:pt x="21480" y="371354"/>
                  </a:lnTo>
                  <a:lnTo>
                    <a:pt x="18968" y="380088"/>
                  </a:lnTo>
                  <a:lnTo>
                    <a:pt x="16610" y="388864"/>
                  </a:lnTo>
                  <a:lnTo>
                    <a:pt x="14406" y="397680"/>
                  </a:lnTo>
                  <a:lnTo>
                    <a:pt x="12356" y="406533"/>
                  </a:lnTo>
                  <a:lnTo>
                    <a:pt x="10461" y="415420"/>
                  </a:lnTo>
                  <a:lnTo>
                    <a:pt x="8723" y="424340"/>
                  </a:lnTo>
                  <a:lnTo>
                    <a:pt x="7140" y="433288"/>
                  </a:lnTo>
                  <a:lnTo>
                    <a:pt x="5715" y="442263"/>
                  </a:lnTo>
                  <a:lnTo>
                    <a:pt x="4446" y="451262"/>
                  </a:lnTo>
                  <a:lnTo>
                    <a:pt x="3336" y="460281"/>
                  </a:lnTo>
                  <a:lnTo>
                    <a:pt x="2383" y="469318"/>
                  </a:lnTo>
                  <a:lnTo>
                    <a:pt x="1589" y="478371"/>
                  </a:lnTo>
                  <a:lnTo>
                    <a:pt x="953" y="487436"/>
                  </a:lnTo>
                  <a:lnTo>
                    <a:pt x="477" y="496511"/>
                  </a:lnTo>
                  <a:lnTo>
                    <a:pt x="159" y="505592"/>
                  </a:lnTo>
                  <a:lnTo>
                    <a:pt x="0" y="514678"/>
                  </a:lnTo>
                  <a:lnTo>
                    <a:pt x="0" y="523766"/>
                  </a:lnTo>
                  <a:lnTo>
                    <a:pt x="159" y="532852"/>
                  </a:lnTo>
                  <a:lnTo>
                    <a:pt x="477" y="541934"/>
                  </a:lnTo>
                  <a:lnTo>
                    <a:pt x="953" y="551008"/>
                  </a:lnTo>
                  <a:lnTo>
                    <a:pt x="1589" y="560073"/>
                  </a:lnTo>
                  <a:lnTo>
                    <a:pt x="2383" y="569126"/>
                  </a:lnTo>
                  <a:lnTo>
                    <a:pt x="3336" y="578163"/>
                  </a:lnTo>
                  <a:lnTo>
                    <a:pt x="4446" y="587183"/>
                  </a:lnTo>
                  <a:lnTo>
                    <a:pt x="5715" y="596181"/>
                  </a:lnTo>
                  <a:lnTo>
                    <a:pt x="7140" y="605156"/>
                  </a:lnTo>
                  <a:lnTo>
                    <a:pt x="8723" y="614104"/>
                  </a:lnTo>
                  <a:lnTo>
                    <a:pt x="10461" y="623024"/>
                  </a:lnTo>
                  <a:lnTo>
                    <a:pt x="12356" y="631912"/>
                  </a:lnTo>
                  <a:lnTo>
                    <a:pt x="14406" y="640765"/>
                  </a:lnTo>
                  <a:lnTo>
                    <a:pt x="16610" y="649581"/>
                  </a:lnTo>
                  <a:lnTo>
                    <a:pt x="18968" y="658357"/>
                  </a:lnTo>
                  <a:lnTo>
                    <a:pt x="21480" y="667090"/>
                  </a:lnTo>
                  <a:lnTo>
                    <a:pt x="24144" y="675778"/>
                  </a:lnTo>
                  <a:lnTo>
                    <a:pt x="26960" y="684418"/>
                  </a:lnTo>
                  <a:lnTo>
                    <a:pt x="29926" y="693008"/>
                  </a:lnTo>
                  <a:lnTo>
                    <a:pt x="33043" y="701544"/>
                  </a:lnTo>
                  <a:lnTo>
                    <a:pt x="36308" y="710025"/>
                  </a:lnTo>
                  <a:lnTo>
                    <a:pt x="39721" y="718447"/>
                  </a:lnTo>
                  <a:lnTo>
                    <a:pt x="43281" y="726808"/>
                  </a:lnTo>
                  <a:lnTo>
                    <a:pt x="46987" y="735105"/>
                  </a:lnTo>
                  <a:lnTo>
                    <a:pt x="50838" y="743336"/>
                  </a:lnTo>
                  <a:lnTo>
                    <a:pt x="54831" y="751499"/>
                  </a:lnTo>
                  <a:lnTo>
                    <a:pt x="58968" y="759590"/>
                  </a:lnTo>
                  <a:lnTo>
                    <a:pt x="63245" y="767608"/>
                  </a:lnTo>
                  <a:lnTo>
                    <a:pt x="67662" y="775550"/>
                  </a:lnTo>
                  <a:lnTo>
                    <a:pt x="72217" y="783413"/>
                  </a:lnTo>
                  <a:lnTo>
                    <a:pt x="76909" y="791195"/>
                  </a:lnTo>
                  <a:lnTo>
                    <a:pt x="81736" y="798894"/>
                  </a:lnTo>
                  <a:lnTo>
                    <a:pt x="86698" y="806508"/>
                  </a:lnTo>
                  <a:lnTo>
                    <a:pt x="91792" y="814033"/>
                  </a:lnTo>
                  <a:lnTo>
                    <a:pt x="97017" y="821468"/>
                  </a:lnTo>
                  <a:lnTo>
                    <a:pt x="102371" y="828811"/>
                  </a:lnTo>
                  <a:lnTo>
                    <a:pt x="107853" y="836058"/>
                  </a:lnTo>
                  <a:lnTo>
                    <a:pt x="113461" y="843209"/>
                  </a:lnTo>
                  <a:lnTo>
                    <a:pt x="119193" y="850260"/>
                  </a:lnTo>
                  <a:lnTo>
                    <a:pt x="125048" y="857210"/>
                  </a:lnTo>
                  <a:lnTo>
                    <a:pt x="131024" y="864057"/>
                  </a:lnTo>
                  <a:lnTo>
                    <a:pt x="137118" y="870797"/>
                  </a:lnTo>
                  <a:lnTo>
                    <a:pt x="143330" y="877431"/>
                  </a:lnTo>
                  <a:lnTo>
                    <a:pt x="149656" y="883954"/>
                  </a:lnTo>
                  <a:lnTo>
                    <a:pt x="156096" y="890366"/>
                  </a:lnTo>
                  <a:lnTo>
                    <a:pt x="162647" y="896664"/>
                  </a:lnTo>
                  <a:lnTo>
                    <a:pt x="169307" y="902846"/>
                  </a:lnTo>
                  <a:lnTo>
                    <a:pt x="176074" y="908911"/>
                  </a:lnTo>
                  <a:lnTo>
                    <a:pt x="182947" y="914856"/>
                  </a:lnTo>
                  <a:lnTo>
                    <a:pt x="189922" y="920681"/>
                  </a:lnTo>
                  <a:lnTo>
                    <a:pt x="196999" y="926382"/>
                  </a:lnTo>
                  <a:lnTo>
                    <a:pt x="204174" y="931958"/>
                  </a:lnTo>
                  <a:lnTo>
                    <a:pt x="211445" y="937409"/>
                  </a:lnTo>
                  <a:lnTo>
                    <a:pt x="218811" y="942731"/>
                  </a:lnTo>
                  <a:lnTo>
                    <a:pt x="226269" y="947923"/>
                  </a:lnTo>
                  <a:lnTo>
                    <a:pt x="233817" y="952984"/>
                  </a:lnTo>
                  <a:lnTo>
                    <a:pt x="241452" y="957912"/>
                  </a:lnTo>
                  <a:lnTo>
                    <a:pt x="249172" y="962706"/>
                  </a:lnTo>
                  <a:lnTo>
                    <a:pt x="256975" y="967364"/>
                  </a:lnTo>
                  <a:lnTo>
                    <a:pt x="264858" y="971885"/>
                  </a:lnTo>
                  <a:lnTo>
                    <a:pt x="272819" y="976267"/>
                  </a:lnTo>
                  <a:lnTo>
                    <a:pt x="280855" y="980509"/>
                  </a:lnTo>
                  <a:lnTo>
                    <a:pt x="288965" y="984610"/>
                  </a:lnTo>
                  <a:lnTo>
                    <a:pt x="297145" y="988568"/>
                  </a:lnTo>
                  <a:lnTo>
                    <a:pt x="305393" y="992382"/>
                  </a:lnTo>
                  <a:lnTo>
                    <a:pt x="313706" y="996052"/>
                  </a:lnTo>
                  <a:lnTo>
                    <a:pt x="322083" y="999575"/>
                  </a:lnTo>
                  <a:lnTo>
                    <a:pt x="330520" y="1002952"/>
                  </a:lnTo>
                  <a:lnTo>
                    <a:pt x="339014" y="1006180"/>
                  </a:lnTo>
                  <a:lnTo>
                    <a:pt x="347564" y="1009259"/>
                  </a:lnTo>
                  <a:lnTo>
                    <a:pt x="356166" y="1012188"/>
                  </a:lnTo>
                  <a:lnTo>
                    <a:pt x="364819" y="1014966"/>
                  </a:lnTo>
                  <a:lnTo>
                    <a:pt x="373518" y="1017592"/>
                  </a:lnTo>
                  <a:lnTo>
                    <a:pt x="382263" y="1020065"/>
                  </a:lnTo>
                  <a:lnTo>
                    <a:pt x="391049" y="1022385"/>
                  </a:lnTo>
                  <a:lnTo>
                    <a:pt x="399874" y="1024551"/>
                  </a:lnTo>
                  <a:lnTo>
                    <a:pt x="408737" y="1026562"/>
                  </a:lnTo>
                  <a:lnTo>
                    <a:pt x="417632" y="1028417"/>
                  </a:lnTo>
                  <a:lnTo>
                    <a:pt x="426559" y="1030117"/>
                  </a:lnTo>
                  <a:lnTo>
                    <a:pt x="435515" y="1031660"/>
                  </a:lnTo>
                  <a:lnTo>
                    <a:pt x="444496" y="1033046"/>
                  </a:lnTo>
                  <a:lnTo>
                    <a:pt x="453500" y="1034275"/>
                  </a:lnTo>
                  <a:lnTo>
                    <a:pt x="462524" y="1035346"/>
                  </a:lnTo>
                  <a:lnTo>
                    <a:pt x="471565" y="1036259"/>
                  </a:lnTo>
                  <a:lnTo>
                    <a:pt x="480621" y="1037014"/>
                  </a:lnTo>
                  <a:lnTo>
                    <a:pt x="489689" y="1037610"/>
                  </a:lnTo>
                  <a:lnTo>
                    <a:pt x="498766" y="1038047"/>
                  </a:lnTo>
                  <a:lnTo>
                    <a:pt x="507849" y="1038325"/>
                  </a:lnTo>
                  <a:lnTo>
                    <a:pt x="516935" y="1038445"/>
                  </a:lnTo>
                  <a:lnTo>
                    <a:pt x="526023" y="1038405"/>
                  </a:lnTo>
                  <a:lnTo>
                    <a:pt x="535108" y="1038206"/>
                  </a:lnTo>
                  <a:lnTo>
                    <a:pt x="544188" y="1037848"/>
                  </a:lnTo>
                  <a:lnTo>
                    <a:pt x="553261" y="1037332"/>
                  </a:lnTo>
                  <a:lnTo>
                    <a:pt x="562323" y="1036656"/>
                  </a:lnTo>
                  <a:lnTo>
                    <a:pt x="571372" y="1035823"/>
                  </a:lnTo>
                  <a:lnTo>
                    <a:pt x="580405" y="1034831"/>
                  </a:lnTo>
                  <a:lnTo>
                    <a:pt x="589419" y="1033681"/>
                  </a:lnTo>
                  <a:lnTo>
                    <a:pt x="598412" y="1032373"/>
                  </a:lnTo>
                  <a:lnTo>
                    <a:pt x="607381" y="1030908"/>
                  </a:lnTo>
                  <a:lnTo>
                    <a:pt x="616322" y="1029287"/>
                  </a:lnTo>
                  <a:lnTo>
                    <a:pt x="625234" y="1027509"/>
                  </a:lnTo>
                  <a:lnTo>
                    <a:pt x="634113" y="1025576"/>
                  </a:lnTo>
                  <a:lnTo>
                    <a:pt x="642957" y="1023487"/>
                  </a:lnTo>
                  <a:lnTo>
                    <a:pt x="651764" y="1021244"/>
                  </a:lnTo>
                  <a:lnTo>
                    <a:pt x="660529" y="1018847"/>
                  </a:lnTo>
                  <a:lnTo>
                    <a:pt x="669251" y="1016298"/>
                  </a:lnTo>
                  <a:lnTo>
                    <a:pt x="677928" y="1013596"/>
                  </a:lnTo>
                  <a:lnTo>
                    <a:pt x="686556" y="1010742"/>
                  </a:lnTo>
                  <a:lnTo>
                    <a:pt x="695132" y="1007738"/>
                  </a:lnTo>
                  <a:lnTo>
                    <a:pt x="703655" y="1004584"/>
                  </a:lnTo>
                  <a:lnTo>
                    <a:pt x="712121" y="1001282"/>
                  </a:lnTo>
                  <a:lnTo>
                    <a:pt x="720528" y="997832"/>
                  </a:lnTo>
                  <a:lnTo>
                    <a:pt x="728873" y="994235"/>
                  </a:lnTo>
                  <a:lnTo>
                    <a:pt x="737154" y="990493"/>
                  </a:lnTo>
                  <a:lnTo>
                    <a:pt x="745368" y="986607"/>
                  </a:lnTo>
                  <a:lnTo>
                    <a:pt x="753514" y="982577"/>
                  </a:lnTo>
                  <a:lnTo>
                    <a:pt x="761587" y="978406"/>
                  </a:lnTo>
                  <a:lnTo>
                    <a:pt x="769586" y="974093"/>
                  </a:lnTo>
                  <a:lnTo>
                    <a:pt x="777508" y="969642"/>
                  </a:lnTo>
                  <a:lnTo>
                    <a:pt x="785351" y="965052"/>
                  </a:lnTo>
                  <a:lnTo>
                    <a:pt x="793113" y="960326"/>
                  </a:lnTo>
                  <a:lnTo>
                    <a:pt x="800791" y="955465"/>
                  </a:lnTo>
                  <a:lnTo>
                    <a:pt x="808383" y="950470"/>
                  </a:lnTo>
                  <a:lnTo>
                    <a:pt x="815886" y="945343"/>
                  </a:lnTo>
                  <a:lnTo>
                    <a:pt x="823298" y="940086"/>
                  </a:lnTo>
                  <a:lnTo>
                    <a:pt x="830617" y="934699"/>
                  </a:lnTo>
                  <a:lnTo>
                    <a:pt x="837840" y="929186"/>
                  </a:lnTo>
                  <a:lnTo>
                    <a:pt x="844966" y="923547"/>
                  </a:lnTo>
                  <a:lnTo>
                    <a:pt x="851992" y="917784"/>
                  </a:lnTo>
                  <a:lnTo>
                    <a:pt x="858917" y="911899"/>
                  </a:lnTo>
                  <a:lnTo>
                    <a:pt x="865737" y="905893"/>
                  </a:lnTo>
                  <a:lnTo>
                    <a:pt x="872451" y="899769"/>
                  </a:lnTo>
                  <a:lnTo>
                    <a:pt x="879057" y="893529"/>
                  </a:lnTo>
                  <a:lnTo>
                    <a:pt x="885552" y="887174"/>
                  </a:lnTo>
                  <a:lnTo>
                    <a:pt x="891936" y="880706"/>
                  </a:lnTo>
                  <a:lnTo>
                    <a:pt x="898205" y="874128"/>
                  </a:lnTo>
                  <a:lnTo>
                    <a:pt x="904358" y="867440"/>
                  </a:lnTo>
                  <a:lnTo>
                    <a:pt x="910393" y="860646"/>
                  </a:lnTo>
                  <a:lnTo>
                    <a:pt x="916309" y="853748"/>
                  </a:lnTo>
                  <a:lnTo>
                    <a:pt x="922103" y="846747"/>
                  </a:lnTo>
                  <a:lnTo>
                    <a:pt x="927773" y="839646"/>
                  </a:lnTo>
                  <a:lnTo>
                    <a:pt x="933318" y="832446"/>
                  </a:lnTo>
                  <a:lnTo>
                    <a:pt x="938736" y="825151"/>
                  </a:lnTo>
                  <a:lnTo>
                    <a:pt x="944026" y="817762"/>
                  </a:lnTo>
                  <a:lnTo>
                    <a:pt x="949186" y="810282"/>
                  </a:lnTo>
                  <a:lnTo>
                    <a:pt x="954214" y="802712"/>
                  </a:lnTo>
                  <a:lnTo>
                    <a:pt x="959109" y="795056"/>
                  </a:lnTo>
                  <a:lnTo>
                    <a:pt x="963869" y="787315"/>
                  </a:lnTo>
                  <a:lnTo>
                    <a:pt x="968492" y="779491"/>
                  </a:lnTo>
                  <a:lnTo>
                    <a:pt x="972979" y="771589"/>
                  </a:lnTo>
                  <a:lnTo>
                    <a:pt x="977326" y="763609"/>
                  </a:lnTo>
                  <a:lnTo>
                    <a:pt x="981533" y="755554"/>
                  </a:lnTo>
                  <a:lnTo>
                    <a:pt x="985598" y="747426"/>
                  </a:lnTo>
                  <a:lnTo>
                    <a:pt x="989520" y="739229"/>
                  </a:lnTo>
                  <a:lnTo>
                    <a:pt x="993298" y="730964"/>
                  </a:lnTo>
                  <a:lnTo>
                    <a:pt x="996932" y="722635"/>
                  </a:lnTo>
                  <a:lnTo>
                    <a:pt x="1000418" y="714243"/>
                  </a:lnTo>
                  <a:lnTo>
                    <a:pt x="1003758" y="705791"/>
                  </a:lnTo>
                  <a:lnTo>
                    <a:pt x="1006949" y="697283"/>
                  </a:lnTo>
                  <a:lnTo>
                    <a:pt x="1009990" y="688719"/>
                  </a:lnTo>
                  <a:lnTo>
                    <a:pt x="1012881" y="680104"/>
                  </a:lnTo>
                  <a:lnTo>
                    <a:pt x="1015621" y="671440"/>
                  </a:lnTo>
                  <a:lnTo>
                    <a:pt x="1018209" y="662729"/>
                  </a:lnTo>
                  <a:lnTo>
                    <a:pt x="1020644" y="653974"/>
                  </a:lnTo>
                  <a:lnTo>
                    <a:pt x="1022926" y="645178"/>
                  </a:lnTo>
                  <a:lnTo>
                    <a:pt x="1025053" y="636343"/>
                  </a:lnTo>
                  <a:lnTo>
                    <a:pt x="1027025" y="627472"/>
                  </a:lnTo>
                  <a:lnTo>
                    <a:pt x="1028842" y="618568"/>
                  </a:lnTo>
                  <a:lnTo>
                    <a:pt x="1030503" y="609634"/>
                  </a:lnTo>
                  <a:lnTo>
                    <a:pt x="1032007" y="600672"/>
                  </a:lnTo>
                  <a:lnTo>
                    <a:pt x="1033354" y="591685"/>
                  </a:lnTo>
                  <a:lnTo>
                    <a:pt x="1034543" y="582675"/>
                  </a:lnTo>
                  <a:lnTo>
                    <a:pt x="1035575" y="573647"/>
                  </a:lnTo>
                  <a:lnTo>
                    <a:pt x="1036448" y="564602"/>
                  </a:lnTo>
                  <a:lnTo>
                    <a:pt x="1037163" y="555542"/>
                  </a:lnTo>
                  <a:lnTo>
                    <a:pt x="1037719" y="546472"/>
                  </a:lnTo>
                  <a:lnTo>
                    <a:pt x="1038117" y="537393"/>
                  </a:lnTo>
                  <a:lnTo>
                    <a:pt x="1038355" y="528309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95191" y="506728"/>
              <a:ext cx="0" cy="467304"/>
            </a:xfrm>
            <a:custGeom>
              <a:avLst/>
              <a:pathLst>
                <a:path w="0" h="467304">
                  <a:moveTo>
                    <a:pt x="0" y="46730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231906" y="658807"/>
              <a:ext cx="330434" cy="330434"/>
            </a:xfrm>
            <a:custGeom>
              <a:avLst/>
              <a:pathLst>
                <a:path w="330434" h="330434">
                  <a:moveTo>
                    <a:pt x="0" y="330434"/>
                  </a:moveTo>
                  <a:lnTo>
                    <a:pt x="33043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47114" y="1025956"/>
              <a:ext cx="467304" cy="0"/>
            </a:xfrm>
            <a:custGeom>
              <a:avLst/>
              <a:pathLst>
                <a:path w="467304" h="0">
                  <a:moveTo>
                    <a:pt x="0" y="0"/>
                  </a:moveTo>
                  <a:lnTo>
                    <a:pt x="46730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231906" y="1062671"/>
              <a:ext cx="330434" cy="330434"/>
            </a:xfrm>
            <a:custGeom>
              <a:avLst/>
              <a:pathLst>
                <a:path w="330434" h="330434">
                  <a:moveTo>
                    <a:pt x="0" y="0"/>
                  </a:moveTo>
                  <a:lnTo>
                    <a:pt x="330434" y="33043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195191" y="1077879"/>
              <a:ext cx="0" cy="467304"/>
            </a:xfrm>
            <a:custGeom>
              <a:avLst/>
              <a:pathLst>
                <a:path w="0" h="467304">
                  <a:moveTo>
                    <a:pt x="0" y="0"/>
                  </a:moveTo>
                  <a:lnTo>
                    <a:pt x="0" y="46730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828042" y="1062671"/>
              <a:ext cx="330434" cy="330434"/>
            </a:xfrm>
            <a:custGeom>
              <a:avLst/>
              <a:pathLst>
                <a:path w="330434" h="330434">
                  <a:moveTo>
                    <a:pt x="330434" y="0"/>
                  </a:moveTo>
                  <a:lnTo>
                    <a:pt x="0" y="33043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5964" y="1025956"/>
              <a:ext cx="467304" cy="0"/>
            </a:xfrm>
            <a:custGeom>
              <a:avLst/>
              <a:pathLst>
                <a:path w="467304" h="0">
                  <a:moveTo>
                    <a:pt x="467304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28042" y="658807"/>
              <a:ext cx="330434" cy="330434"/>
            </a:xfrm>
            <a:custGeom>
              <a:avLst/>
              <a:pathLst>
                <a:path w="330434" h="330434">
                  <a:moveTo>
                    <a:pt x="330434" y="33043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27817" y="902374"/>
              <a:ext cx="302364" cy="190955"/>
            </a:xfrm>
            <a:custGeom>
              <a:avLst/>
              <a:pathLst>
                <a:path w="302364" h="190955">
                  <a:moveTo>
                    <a:pt x="67373" y="39140"/>
                  </a:moveTo>
                  <a:lnTo>
                    <a:pt x="190955" y="0"/>
                  </a:lnTo>
                  <a:lnTo>
                    <a:pt x="302364" y="123581"/>
                  </a:lnTo>
                  <a:lnTo>
                    <a:pt x="129637" y="185845"/>
                  </a:lnTo>
                  <a:lnTo>
                    <a:pt x="67373" y="189957"/>
                  </a:lnTo>
                  <a:lnTo>
                    <a:pt x="0" y="190955"/>
                  </a:lnTo>
                  <a:lnTo>
                    <a:pt x="5815" y="123581"/>
                  </a:lnTo>
                  <a:lnTo>
                    <a:pt x="12774" y="68982"/>
                  </a:lnTo>
                  <a:lnTo>
                    <a:pt x="67373" y="39140"/>
                  </a:lnTo>
                </a:path>
              </a:pathLst>
            </a:custGeom>
            <a:ln w="31166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1159921" y="906244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1283503" y="867104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1394912" y="990686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1222185" y="1052950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1159921" y="1057061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092547" y="1058060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098363" y="990686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1105322" y="936086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1159921" y="906244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1055760" y="952362"/>
              <a:ext cx="87508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22111" y="718709"/>
              <a:ext cx="12115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988461" y="485057"/>
              <a:ext cx="15480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44" name="rc44"/>
            <p:cNvSpPr/>
            <p:nvPr/>
          </p:nvSpPr>
          <p:spPr>
            <a:xfrm>
              <a:off x="2320794" y="69589"/>
              <a:ext cx="2251205" cy="233029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320794" y="302618"/>
              <a:ext cx="2251205" cy="14466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2358752" y="69589"/>
              <a:ext cx="2175290" cy="23302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tx47"/>
            <p:cNvSpPr/>
            <p:nvPr/>
          </p:nvSpPr>
          <p:spPr>
            <a:xfrm>
              <a:off x="2982842" y="103556"/>
              <a:ext cx="927110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Accipitriformes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2819210" y="205046"/>
              <a:ext cx="1254373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55, species = 22</a:t>
              </a:r>
            </a:p>
          </p:txBody>
        </p:sp>
        <p:sp>
          <p:nvSpPr>
            <p:cNvPr id="49" name="rc49"/>
            <p:cNvSpPr/>
            <p:nvPr/>
          </p:nvSpPr>
          <p:spPr>
            <a:xfrm>
              <a:off x="2589671" y="340576"/>
              <a:ext cx="1713451" cy="1370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2552162" y="1412013"/>
              <a:ext cx="472013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620868" y="989791"/>
              <a:ext cx="228417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569170" y="567570"/>
              <a:ext cx="45500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53" name="pl53"/>
            <p:cNvSpPr/>
            <p:nvPr/>
          </p:nvSpPr>
          <p:spPr>
            <a:xfrm>
              <a:off x="3394476" y="974034"/>
              <a:ext cx="103843" cy="103844"/>
            </a:xfrm>
            <a:custGeom>
              <a:avLst/>
              <a:pathLst>
                <a:path w="103843" h="103844">
                  <a:moveTo>
                    <a:pt x="103843" y="51922"/>
                  </a:moveTo>
                  <a:lnTo>
                    <a:pt x="103835" y="51013"/>
                  </a:lnTo>
                  <a:lnTo>
                    <a:pt x="103811" y="50105"/>
                  </a:lnTo>
                  <a:lnTo>
                    <a:pt x="103771" y="49197"/>
                  </a:lnTo>
                  <a:lnTo>
                    <a:pt x="103716" y="48290"/>
                  </a:lnTo>
                  <a:lnTo>
                    <a:pt x="103644" y="47384"/>
                  </a:lnTo>
                  <a:lnTo>
                    <a:pt x="103557" y="46479"/>
                  </a:lnTo>
                  <a:lnTo>
                    <a:pt x="103454" y="45576"/>
                  </a:lnTo>
                  <a:lnTo>
                    <a:pt x="103335" y="44676"/>
                  </a:lnTo>
                  <a:lnTo>
                    <a:pt x="103200" y="43777"/>
                  </a:lnTo>
                  <a:lnTo>
                    <a:pt x="103050" y="42881"/>
                  </a:lnTo>
                  <a:lnTo>
                    <a:pt x="102884" y="41987"/>
                  </a:lnTo>
                  <a:lnTo>
                    <a:pt x="102702" y="41097"/>
                  </a:lnTo>
                  <a:lnTo>
                    <a:pt x="102505" y="40210"/>
                  </a:lnTo>
                  <a:lnTo>
                    <a:pt x="102292" y="39326"/>
                  </a:lnTo>
                  <a:lnTo>
                    <a:pt x="102064" y="38447"/>
                  </a:lnTo>
                  <a:lnTo>
                    <a:pt x="101820" y="37571"/>
                  </a:lnTo>
                  <a:lnTo>
                    <a:pt x="101562" y="36700"/>
                  </a:lnTo>
                  <a:lnTo>
                    <a:pt x="101288" y="35834"/>
                  </a:lnTo>
                  <a:lnTo>
                    <a:pt x="100999" y="34972"/>
                  </a:lnTo>
                  <a:lnTo>
                    <a:pt x="100694" y="34116"/>
                  </a:lnTo>
                  <a:lnTo>
                    <a:pt x="100375" y="33265"/>
                  </a:lnTo>
                  <a:lnTo>
                    <a:pt x="100041" y="32420"/>
                  </a:lnTo>
                  <a:lnTo>
                    <a:pt x="99693" y="31580"/>
                  </a:lnTo>
                  <a:lnTo>
                    <a:pt x="99329" y="30748"/>
                  </a:lnTo>
                  <a:lnTo>
                    <a:pt x="98952" y="29921"/>
                  </a:lnTo>
                  <a:lnTo>
                    <a:pt x="98559" y="29101"/>
                  </a:lnTo>
                  <a:lnTo>
                    <a:pt x="98153" y="28289"/>
                  </a:lnTo>
                  <a:lnTo>
                    <a:pt x="97732" y="27483"/>
                  </a:lnTo>
                  <a:lnTo>
                    <a:pt x="97297" y="26685"/>
                  </a:lnTo>
                  <a:lnTo>
                    <a:pt x="96849" y="25895"/>
                  </a:lnTo>
                  <a:lnTo>
                    <a:pt x="96386" y="25113"/>
                  </a:lnTo>
                  <a:lnTo>
                    <a:pt x="95910" y="24338"/>
                  </a:lnTo>
                  <a:lnTo>
                    <a:pt x="95421" y="23573"/>
                  </a:lnTo>
                  <a:lnTo>
                    <a:pt x="94918" y="22816"/>
                  </a:lnTo>
                  <a:lnTo>
                    <a:pt x="94402" y="22068"/>
                  </a:lnTo>
                  <a:lnTo>
                    <a:pt x="93873" y="21329"/>
                  </a:lnTo>
                  <a:lnTo>
                    <a:pt x="93331" y="20599"/>
                  </a:lnTo>
                  <a:lnTo>
                    <a:pt x="92777" y="19879"/>
                  </a:lnTo>
                  <a:lnTo>
                    <a:pt x="92210" y="19169"/>
                  </a:lnTo>
                  <a:lnTo>
                    <a:pt x="91630" y="18469"/>
                  </a:lnTo>
                  <a:lnTo>
                    <a:pt x="91039" y="17779"/>
                  </a:lnTo>
                  <a:lnTo>
                    <a:pt x="90435" y="17100"/>
                  </a:lnTo>
                  <a:lnTo>
                    <a:pt x="89820" y="16431"/>
                  </a:lnTo>
                  <a:lnTo>
                    <a:pt x="89193" y="15773"/>
                  </a:lnTo>
                  <a:lnTo>
                    <a:pt x="88555" y="15127"/>
                  </a:lnTo>
                  <a:lnTo>
                    <a:pt x="87905" y="14491"/>
                  </a:lnTo>
                  <a:lnTo>
                    <a:pt x="87245" y="13867"/>
                  </a:lnTo>
                  <a:lnTo>
                    <a:pt x="86573" y="13255"/>
                  </a:lnTo>
                  <a:lnTo>
                    <a:pt x="85891" y="12654"/>
                  </a:lnTo>
                  <a:lnTo>
                    <a:pt x="85199" y="12066"/>
                  </a:lnTo>
                  <a:lnTo>
                    <a:pt x="84496" y="11489"/>
                  </a:lnTo>
                  <a:lnTo>
                    <a:pt x="83784" y="10925"/>
                  </a:lnTo>
                  <a:lnTo>
                    <a:pt x="83061" y="10374"/>
                  </a:lnTo>
                  <a:lnTo>
                    <a:pt x="82329" y="9835"/>
                  </a:lnTo>
                  <a:lnTo>
                    <a:pt x="81588" y="9310"/>
                  </a:lnTo>
                  <a:lnTo>
                    <a:pt x="80838" y="8797"/>
                  </a:lnTo>
                  <a:lnTo>
                    <a:pt x="80079" y="8297"/>
                  </a:lnTo>
                  <a:lnTo>
                    <a:pt x="79311" y="7811"/>
                  </a:lnTo>
                  <a:lnTo>
                    <a:pt x="78535" y="7339"/>
                  </a:lnTo>
                  <a:lnTo>
                    <a:pt x="77750" y="6880"/>
                  </a:lnTo>
                  <a:lnTo>
                    <a:pt x="76958" y="6435"/>
                  </a:lnTo>
                  <a:lnTo>
                    <a:pt x="76158" y="6003"/>
                  </a:lnTo>
                  <a:lnTo>
                    <a:pt x="75351" y="5586"/>
                  </a:lnTo>
                  <a:lnTo>
                    <a:pt x="74536" y="5183"/>
                  </a:lnTo>
                  <a:lnTo>
                    <a:pt x="73715" y="4795"/>
                  </a:lnTo>
                  <a:lnTo>
                    <a:pt x="72887" y="4420"/>
                  </a:lnTo>
                  <a:lnTo>
                    <a:pt x="72052" y="4061"/>
                  </a:lnTo>
                  <a:lnTo>
                    <a:pt x="71212" y="3716"/>
                  </a:lnTo>
                  <a:lnTo>
                    <a:pt x="70365" y="3386"/>
                  </a:lnTo>
                  <a:lnTo>
                    <a:pt x="69513" y="3070"/>
                  </a:lnTo>
                  <a:lnTo>
                    <a:pt x="68655" y="2770"/>
                  </a:lnTo>
                  <a:lnTo>
                    <a:pt x="67792" y="2484"/>
                  </a:lnTo>
                  <a:lnTo>
                    <a:pt x="66925" y="2214"/>
                  </a:lnTo>
                  <a:lnTo>
                    <a:pt x="66052" y="1959"/>
                  </a:lnTo>
                  <a:lnTo>
                    <a:pt x="65176" y="1720"/>
                  </a:lnTo>
                  <a:lnTo>
                    <a:pt x="64295" y="1495"/>
                  </a:lnTo>
                  <a:lnTo>
                    <a:pt x="63411" y="1286"/>
                  </a:lnTo>
                  <a:lnTo>
                    <a:pt x="62523" y="1093"/>
                  </a:lnTo>
                  <a:lnTo>
                    <a:pt x="61632" y="915"/>
                  </a:lnTo>
                  <a:lnTo>
                    <a:pt x="60738" y="753"/>
                  </a:lnTo>
                  <a:lnTo>
                    <a:pt x="59841" y="607"/>
                  </a:lnTo>
                  <a:lnTo>
                    <a:pt x="58941" y="476"/>
                  </a:lnTo>
                  <a:lnTo>
                    <a:pt x="58040" y="361"/>
                  </a:lnTo>
                  <a:lnTo>
                    <a:pt x="57137" y="262"/>
                  </a:lnTo>
                  <a:lnTo>
                    <a:pt x="56232" y="178"/>
                  </a:lnTo>
                  <a:lnTo>
                    <a:pt x="55326" y="111"/>
                  </a:lnTo>
                  <a:lnTo>
                    <a:pt x="54418" y="59"/>
                  </a:lnTo>
                  <a:lnTo>
                    <a:pt x="53510" y="23"/>
                  </a:lnTo>
                  <a:lnTo>
                    <a:pt x="52602" y="3"/>
                  </a:lnTo>
                  <a:lnTo>
                    <a:pt x="51693" y="0"/>
                  </a:lnTo>
                  <a:lnTo>
                    <a:pt x="50784" y="11"/>
                  </a:lnTo>
                  <a:lnTo>
                    <a:pt x="49876" y="39"/>
                  </a:lnTo>
                  <a:lnTo>
                    <a:pt x="48968" y="83"/>
                  </a:lnTo>
                  <a:lnTo>
                    <a:pt x="48062" y="143"/>
                  </a:lnTo>
                  <a:lnTo>
                    <a:pt x="47156" y="218"/>
                  </a:lnTo>
                  <a:lnTo>
                    <a:pt x="46252" y="309"/>
                  </a:lnTo>
                  <a:lnTo>
                    <a:pt x="45350" y="416"/>
                  </a:lnTo>
                  <a:lnTo>
                    <a:pt x="44449" y="539"/>
                  </a:lnTo>
                  <a:lnTo>
                    <a:pt x="43551" y="678"/>
                  </a:lnTo>
                  <a:lnTo>
                    <a:pt x="42655" y="832"/>
                  </a:lnTo>
                  <a:lnTo>
                    <a:pt x="41763" y="1002"/>
                  </a:lnTo>
                  <a:lnTo>
                    <a:pt x="40873" y="1188"/>
                  </a:lnTo>
                  <a:lnTo>
                    <a:pt x="39987" y="1389"/>
                  </a:lnTo>
                  <a:lnTo>
                    <a:pt x="39104" y="1605"/>
                  </a:lnTo>
                  <a:lnTo>
                    <a:pt x="38226" y="1837"/>
                  </a:lnTo>
                  <a:lnTo>
                    <a:pt x="37351" y="2085"/>
                  </a:lnTo>
                  <a:lnTo>
                    <a:pt x="36481" y="2347"/>
                  </a:lnTo>
                  <a:lnTo>
                    <a:pt x="35616" y="2625"/>
                  </a:lnTo>
                  <a:lnTo>
                    <a:pt x="34756" y="2918"/>
                  </a:lnTo>
                  <a:lnTo>
                    <a:pt x="33901" y="3226"/>
                  </a:lnTo>
                  <a:lnTo>
                    <a:pt x="33052" y="3549"/>
                  </a:lnTo>
                  <a:lnTo>
                    <a:pt x="32208" y="3886"/>
                  </a:lnTo>
                  <a:lnTo>
                    <a:pt x="31370" y="4239"/>
                  </a:lnTo>
                  <a:lnTo>
                    <a:pt x="30539" y="4606"/>
                  </a:lnTo>
                  <a:lnTo>
                    <a:pt x="29714" y="4987"/>
                  </a:lnTo>
                  <a:lnTo>
                    <a:pt x="28896" y="5383"/>
                  </a:lnTo>
                  <a:lnTo>
                    <a:pt x="28085" y="5793"/>
                  </a:lnTo>
                  <a:lnTo>
                    <a:pt x="27281" y="6217"/>
                  </a:lnTo>
                  <a:lnTo>
                    <a:pt x="26485" y="6655"/>
                  </a:lnTo>
                  <a:lnTo>
                    <a:pt x="25697" y="7108"/>
                  </a:lnTo>
                  <a:lnTo>
                    <a:pt x="24917" y="7573"/>
                  </a:lnTo>
                  <a:lnTo>
                    <a:pt x="24145" y="8053"/>
                  </a:lnTo>
                  <a:lnTo>
                    <a:pt x="23381" y="8546"/>
                  </a:lnTo>
                  <a:lnTo>
                    <a:pt x="22626" y="9052"/>
                  </a:lnTo>
                  <a:lnTo>
                    <a:pt x="21881" y="9571"/>
                  </a:lnTo>
                  <a:lnTo>
                    <a:pt x="21144" y="10103"/>
                  </a:lnTo>
                  <a:lnTo>
                    <a:pt x="20417" y="10648"/>
                  </a:lnTo>
                  <a:lnTo>
                    <a:pt x="19699" y="11206"/>
                  </a:lnTo>
                  <a:lnTo>
                    <a:pt x="18992" y="11776"/>
                  </a:lnTo>
                  <a:lnTo>
                    <a:pt x="18294" y="12358"/>
                  </a:lnTo>
                  <a:lnTo>
                    <a:pt x="17607" y="12953"/>
                  </a:lnTo>
                  <a:lnTo>
                    <a:pt x="16930" y="13559"/>
                  </a:lnTo>
                  <a:lnTo>
                    <a:pt x="16264" y="14178"/>
                  </a:lnTo>
                  <a:lnTo>
                    <a:pt x="15609" y="14807"/>
                  </a:lnTo>
                  <a:lnTo>
                    <a:pt x="14965" y="15449"/>
                  </a:lnTo>
                  <a:lnTo>
                    <a:pt x="14333" y="16101"/>
                  </a:lnTo>
                  <a:lnTo>
                    <a:pt x="13711" y="16764"/>
                  </a:lnTo>
                  <a:lnTo>
                    <a:pt x="13102" y="17438"/>
                  </a:lnTo>
                  <a:lnTo>
                    <a:pt x="12504" y="18123"/>
                  </a:lnTo>
                  <a:lnTo>
                    <a:pt x="11919" y="18818"/>
                  </a:lnTo>
                  <a:lnTo>
                    <a:pt x="11346" y="19523"/>
                  </a:lnTo>
                  <a:lnTo>
                    <a:pt x="10785" y="20238"/>
                  </a:lnTo>
                  <a:lnTo>
                    <a:pt x="10237" y="20963"/>
                  </a:lnTo>
                  <a:lnTo>
                    <a:pt x="9701" y="21697"/>
                  </a:lnTo>
                  <a:lnTo>
                    <a:pt x="9179" y="22441"/>
                  </a:lnTo>
                  <a:lnTo>
                    <a:pt x="8669" y="23193"/>
                  </a:lnTo>
                  <a:lnTo>
                    <a:pt x="8173" y="23955"/>
                  </a:lnTo>
                  <a:lnTo>
                    <a:pt x="7690" y="24724"/>
                  </a:lnTo>
                  <a:lnTo>
                    <a:pt x="7221" y="25503"/>
                  </a:lnTo>
                  <a:lnTo>
                    <a:pt x="6766" y="26289"/>
                  </a:lnTo>
                  <a:lnTo>
                    <a:pt x="6324" y="27083"/>
                  </a:lnTo>
                  <a:lnTo>
                    <a:pt x="5896" y="27885"/>
                  </a:lnTo>
                  <a:lnTo>
                    <a:pt x="5483" y="28694"/>
                  </a:lnTo>
                  <a:lnTo>
                    <a:pt x="5083" y="29510"/>
                  </a:lnTo>
                  <a:lnTo>
                    <a:pt x="4698" y="30333"/>
                  </a:lnTo>
                  <a:lnTo>
                    <a:pt x="4328" y="31163"/>
                  </a:lnTo>
                  <a:lnTo>
                    <a:pt x="3972" y="31999"/>
                  </a:lnTo>
                  <a:lnTo>
                    <a:pt x="3630" y="32842"/>
                  </a:lnTo>
                  <a:lnTo>
                    <a:pt x="3304" y="33690"/>
                  </a:lnTo>
                  <a:lnTo>
                    <a:pt x="2992" y="34543"/>
                  </a:lnTo>
                  <a:lnTo>
                    <a:pt x="2696" y="35402"/>
                  </a:lnTo>
                  <a:lnTo>
                    <a:pt x="2414" y="36266"/>
                  </a:lnTo>
                  <a:lnTo>
                    <a:pt x="2148" y="37135"/>
                  </a:lnTo>
                  <a:lnTo>
                    <a:pt x="1896" y="38008"/>
                  </a:lnTo>
                  <a:lnTo>
                    <a:pt x="1661" y="38886"/>
                  </a:lnTo>
                  <a:lnTo>
                    <a:pt x="1440" y="39768"/>
                  </a:lnTo>
                  <a:lnTo>
                    <a:pt x="1235" y="40653"/>
                  </a:lnTo>
                  <a:lnTo>
                    <a:pt x="1046" y="41542"/>
                  </a:lnTo>
                  <a:lnTo>
                    <a:pt x="872" y="42434"/>
                  </a:lnTo>
                  <a:lnTo>
                    <a:pt x="714" y="43328"/>
                  </a:lnTo>
                  <a:lnTo>
                    <a:pt x="571" y="44226"/>
                  </a:lnTo>
                  <a:lnTo>
                    <a:pt x="444" y="45126"/>
                  </a:lnTo>
                  <a:lnTo>
                    <a:pt x="333" y="46028"/>
                  </a:lnTo>
                  <a:lnTo>
                    <a:pt x="238" y="46931"/>
                  </a:lnTo>
                  <a:lnTo>
                    <a:pt x="158" y="47837"/>
                  </a:lnTo>
                  <a:lnTo>
                    <a:pt x="95" y="48743"/>
                  </a:lnTo>
                  <a:lnTo>
                    <a:pt x="47" y="49651"/>
                  </a:lnTo>
                  <a:lnTo>
                    <a:pt x="15" y="50559"/>
                  </a:lnTo>
                  <a:lnTo>
                    <a:pt x="0" y="51467"/>
                  </a:lnTo>
                  <a:lnTo>
                    <a:pt x="0" y="52376"/>
                  </a:lnTo>
                  <a:lnTo>
                    <a:pt x="15" y="53285"/>
                  </a:lnTo>
                  <a:lnTo>
                    <a:pt x="47" y="54193"/>
                  </a:lnTo>
                  <a:lnTo>
                    <a:pt x="95" y="55100"/>
                  </a:lnTo>
                  <a:lnTo>
                    <a:pt x="158" y="56007"/>
                  </a:lnTo>
                  <a:lnTo>
                    <a:pt x="238" y="56912"/>
                  </a:lnTo>
                  <a:lnTo>
                    <a:pt x="333" y="57816"/>
                  </a:lnTo>
                  <a:lnTo>
                    <a:pt x="444" y="58718"/>
                  </a:lnTo>
                  <a:lnTo>
                    <a:pt x="571" y="59618"/>
                  </a:lnTo>
                  <a:lnTo>
                    <a:pt x="714" y="60515"/>
                  </a:lnTo>
                  <a:lnTo>
                    <a:pt x="872" y="61410"/>
                  </a:lnTo>
                  <a:lnTo>
                    <a:pt x="1046" y="62302"/>
                  </a:lnTo>
                  <a:lnTo>
                    <a:pt x="1235" y="63191"/>
                  </a:lnTo>
                  <a:lnTo>
                    <a:pt x="1440" y="64076"/>
                  </a:lnTo>
                  <a:lnTo>
                    <a:pt x="1661" y="64958"/>
                  </a:lnTo>
                  <a:lnTo>
                    <a:pt x="1896" y="65835"/>
                  </a:lnTo>
                  <a:lnTo>
                    <a:pt x="2148" y="66709"/>
                  </a:lnTo>
                  <a:lnTo>
                    <a:pt x="2414" y="67577"/>
                  </a:lnTo>
                  <a:lnTo>
                    <a:pt x="2696" y="68441"/>
                  </a:lnTo>
                  <a:lnTo>
                    <a:pt x="2992" y="69300"/>
                  </a:lnTo>
                  <a:lnTo>
                    <a:pt x="3304" y="70154"/>
                  </a:lnTo>
                  <a:lnTo>
                    <a:pt x="3630" y="71002"/>
                  </a:lnTo>
                  <a:lnTo>
                    <a:pt x="3972" y="71844"/>
                  </a:lnTo>
                  <a:lnTo>
                    <a:pt x="4328" y="72680"/>
                  </a:lnTo>
                  <a:lnTo>
                    <a:pt x="4698" y="73510"/>
                  </a:lnTo>
                  <a:lnTo>
                    <a:pt x="5083" y="74333"/>
                  </a:lnTo>
                  <a:lnTo>
                    <a:pt x="5483" y="75149"/>
                  </a:lnTo>
                  <a:lnTo>
                    <a:pt x="5896" y="75959"/>
                  </a:lnTo>
                  <a:lnTo>
                    <a:pt x="6324" y="76760"/>
                  </a:lnTo>
                  <a:lnTo>
                    <a:pt x="6766" y="77555"/>
                  </a:lnTo>
                  <a:lnTo>
                    <a:pt x="7221" y="78341"/>
                  </a:lnTo>
                  <a:lnTo>
                    <a:pt x="7690" y="79119"/>
                  </a:lnTo>
                  <a:lnTo>
                    <a:pt x="8173" y="79889"/>
                  </a:lnTo>
                  <a:lnTo>
                    <a:pt x="8669" y="80650"/>
                  </a:lnTo>
                  <a:lnTo>
                    <a:pt x="9179" y="81403"/>
                  </a:lnTo>
                  <a:lnTo>
                    <a:pt x="9701" y="82146"/>
                  </a:lnTo>
                  <a:lnTo>
                    <a:pt x="10237" y="82881"/>
                  </a:lnTo>
                  <a:lnTo>
                    <a:pt x="10785" y="83605"/>
                  </a:lnTo>
                  <a:lnTo>
                    <a:pt x="11346" y="84320"/>
                  </a:lnTo>
                  <a:lnTo>
                    <a:pt x="11919" y="85026"/>
                  </a:lnTo>
                  <a:lnTo>
                    <a:pt x="12504" y="85721"/>
                  </a:lnTo>
                  <a:lnTo>
                    <a:pt x="13102" y="86405"/>
                  </a:lnTo>
                  <a:lnTo>
                    <a:pt x="13711" y="87079"/>
                  </a:lnTo>
                  <a:lnTo>
                    <a:pt x="14333" y="87743"/>
                  </a:lnTo>
                  <a:lnTo>
                    <a:pt x="14965" y="88395"/>
                  </a:lnTo>
                  <a:lnTo>
                    <a:pt x="15609" y="89036"/>
                  </a:lnTo>
                  <a:lnTo>
                    <a:pt x="16264" y="89666"/>
                  </a:lnTo>
                  <a:lnTo>
                    <a:pt x="16930" y="90284"/>
                  </a:lnTo>
                  <a:lnTo>
                    <a:pt x="17607" y="90891"/>
                  </a:lnTo>
                  <a:lnTo>
                    <a:pt x="18294" y="91485"/>
                  </a:lnTo>
                  <a:lnTo>
                    <a:pt x="18992" y="92068"/>
                  </a:lnTo>
                  <a:lnTo>
                    <a:pt x="19699" y="92638"/>
                  </a:lnTo>
                  <a:lnTo>
                    <a:pt x="20417" y="93195"/>
                  </a:lnTo>
                  <a:lnTo>
                    <a:pt x="21144" y="93740"/>
                  </a:lnTo>
                  <a:lnTo>
                    <a:pt x="21881" y="94273"/>
                  </a:lnTo>
                  <a:lnTo>
                    <a:pt x="22626" y="94792"/>
                  </a:lnTo>
                  <a:lnTo>
                    <a:pt x="23381" y="95298"/>
                  </a:lnTo>
                  <a:lnTo>
                    <a:pt x="24145" y="95791"/>
                  </a:lnTo>
                  <a:lnTo>
                    <a:pt x="24917" y="96270"/>
                  </a:lnTo>
                  <a:lnTo>
                    <a:pt x="25697" y="96736"/>
                  </a:lnTo>
                  <a:lnTo>
                    <a:pt x="26485" y="97188"/>
                  </a:lnTo>
                  <a:lnTo>
                    <a:pt x="27281" y="97626"/>
                  </a:lnTo>
                  <a:lnTo>
                    <a:pt x="28085" y="98050"/>
                  </a:lnTo>
                  <a:lnTo>
                    <a:pt x="28896" y="98461"/>
                  </a:lnTo>
                  <a:lnTo>
                    <a:pt x="29714" y="98856"/>
                  </a:lnTo>
                  <a:lnTo>
                    <a:pt x="30539" y="99238"/>
                  </a:lnTo>
                  <a:lnTo>
                    <a:pt x="31370" y="99605"/>
                  </a:lnTo>
                  <a:lnTo>
                    <a:pt x="32208" y="99957"/>
                  </a:lnTo>
                  <a:lnTo>
                    <a:pt x="33052" y="100295"/>
                  </a:lnTo>
                  <a:lnTo>
                    <a:pt x="33901" y="100618"/>
                  </a:lnTo>
                  <a:lnTo>
                    <a:pt x="34756" y="100925"/>
                  </a:lnTo>
                  <a:lnTo>
                    <a:pt x="35616" y="101218"/>
                  </a:lnTo>
                  <a:lnTo>
                    <a:pt x="36481" y="101496"/>
                  </a:lnTo>
                  <a:lnTo>
                    <a:pt x="37351" y="101759"/>
                  </a:lnTo>
                  <a:lnTo>
                    <a:pt x="38226" y="102006"/>
                  </a:lnTo>
                  <a:lnTo>
                    <a:pt x="39104" y="102238"/>
                  </a:lnTo>
                  <a:lnTo>
                    <a:pt x="39987" y="102455"/>
                  </a:lnTo>
                  <a:lnTo>
                    <a:pt x="40873" y="102656"/>
                  </a:lnTo>
                  <a:lnTo>
                    <a:pt x="41763" y="102841"/>
                  </a:lnTo>
                  <a:lnTo>
                    <a:pt x="42655" y="103011"/>
                  </a:lnTo>
                  <a:lnTo>
                    <a:pt x="43551" y="103166"/>
                  </a:lnTo>
                  <a:lnTo>
                    <a:pt x="44449" y="103304"/>
                  </a:lnTo>
                  <a:lnTo>
                    <a:pt x="45350" y="103427"/>
                  </a:lnTo>
                  <a:lnTo>
                    <a:pt x="46252" y="103534"/>
                  </a:lnTo>
                  <a:lnTo>
                    <a:pt x="47156" y="103625"/>
                  </a:lnTo>
                  <a:lnTo>
                    <a:pt x="48062" y="103701"/>
                  </a:lnTo>
                  <a:lnTo>
                    <a:pt x="48968" y="103761"/>
                  </a:lnTo>
                  <a:lnTo>
                    <a:pt x="49876" y="103804"/>
                  </a:lnTo>
                  <a:lnTo>
                    <a:pt x="50784" y="103832"/>
                  </a:lnTo>
                  <a:lnTo>
                    <a:pt x="51693" y="103844"/>
                  </a:lnTo>
                  <a:lnTo>
                    <a:pt x="52602" y="103840"/>
                  </a:lnTo>
                  <a:lnTo>
                    <a:pt x="53510" y="103820"/>
                  </a:lnTo>
                  <a:lnTo>
                    <a:pt x="54418" y="103784"/>
                  </a:lnTo>
                  <a:lnTo>
                    <a:pt x="55326" y="103733"/>
                  </a:lnTo>
                  <a:lnTo>
                    <a:pt x="56232" y="103665"/>
                  </a:lnTo>
                  <a:lnTo>
                    <a:pt x="57137" y="103582"/>
                  </a:lnTo>
                  <a:lnTo>
                    <a:pt x="58040" y="103483"/>
                  </a:lnTo>
                  <a:lnTo>
                    <a:pt x="58941" y="103368"/>
                  </a:lnTo>
                  <a:lnTo>
                    <a:pt x="59841" y="103237"/>
                  </a:lnTo>
                  <a:lnTo>
                    <a:pt x="60738" y="103090"/>
                  </a:lnTo>
                  <a:lnTo>
                    <a:pt x="61632" y="102928"/>
                  </a:lnTo>
                  <a:lnTo>
                    <a:pt x="62523" y="102750"/>
                  </a:lnTo>
                  <a:lnTo>
                    <a:pt x="63411" y="102557"/>
                  </a:lnTo>
                  <a:lnTo>
                    <a:pt x="64295" y="102348"/>
                  </a:lnTo>
                  <a:lnTo>
                    <a:pt x="65176" y="102124"/>
                  </a:lnTo>
                  <a:lnTo>
                    <a:pt x="66052" y="101884"/>
                  </a:lnTo>
                  <a:lnTo>
                    <a:pt x="66925" y="101629"/>
                  </a:lnTo>
                  <a:lnTo>
                    <a:pt x="67792" y="101359"/>
                  </a:lnTo>
                  <a:lnTo>
                    <a:pt x="68655" y="101074"/>
                  </a:lnTo>
                  <a:lnTo>
                    <a:pt x="69513" y="100773"/>
                  </a:lnTo>
                  <a:lnTo>
                    <a:pt x="70365" y="100458"/>
                  </a:lnTo>
                  <a:lnTo>
                    <a:pt x="71212" y="100128"/>
                  </a:lnTo>
                  <a:lnTo>
                    <a:pt x="72052" y="99783"/>
                  </a:lnTo>
                  <a:lnTo>
                    <a:pt x="72887" y="99423"/>
                  </a:lnTo>
                  <a:lnTo>
                    <a:pt x="73715" y="99049"/>
                  </a:lnTo>
                  <a:lnTo>
                    <a:pt x="74536" y="98660"/>
                  </a:lnTo>
                  <a:lnTo>
                    <a:pt x="75351" y="98257"/>
                  </a:lnTo>
                  <a:lnTo>
                    <a:pt x="76158" y="97840"/>
                  </a:lnTo>
                  <a:lnTo>
                    <a:pt x="76958" y="97409"/>
                  </a:lnTo>
                  <a:lnTo>
                    <a:pt x="77750" y="96964"/>
                  </a:lnTo>
                  <a:lnTo>
                    <a:pt x="78535" y="96505"/>
                  </a:lnTo>
                  <a:lnTo>
                    <a:pt x="79311" y="96032"/>
                  </a:lnTo>
                  <a:lnTo>
                    <a:pt x="80079" y="95546"/>
                  </a:lnTo>
                  <a:lnTo>
                    <a:pt x="80838" y="95047"/>
                  </a:lnTo>
                  <a:lnTo>
                    <a:pt x="81588" y="94534"/>
                  </a:lnTo>
                  <a:lnTo>
                    <a:pt x="82329" y="94008"/>
                  </a:lnTo>
                  <a:lnTo>
                    <a:pt x="83061" y="93469"/>
                  </a:lnTo>
                  <a:lnTo>
                    <a:pt x="83784" y="92918"/>
                  </a:lnTo>
                  <a:lnTo>
                    <a:pt x="84496" y="92354"/>
                  </a:lnTo>
                  <a:lnTo>
                    <a:pt x="85199" y="91778"/>
                  </a:lnTo>
                  <a:lnTo>
                    <a:pt x="85891" y="91189"/>
                  </a:lnTo>
                  <a:lnTo>
                    <a:pt x="86573" y="90589"/>
                  </a:lnTo>
                  <a:lnTo>
                    <a:pt x="87245" y="89976"/>
                  </a:lnTo>
                  <a:lnTo>
                    <a:pt x="87905" y="89352"/>
                  </a:lnTo>
                  <a:lnTo>
                    <a:pt x="88555" y="88717"/>
                  </a:lnTo>
                  <a:lnTo>
                    <a:pt x="89193" y="88070"/>
                  </a:lnTo>
                  <a:lnTo>
                    <a:pt x="89820" y="87412"/>
                  </a:lnTo>
                  <a:lnTo>
                    <a:pt x="90435" y="86744"/>
                  </a:lnTo>
                  <a:lnTo>
                    <a:pt x="91039" y="86064"/>
                  </a:lnTo>
                  <a:lnTo>
                    <a:pt x="91630" y="85374"/>
                  </a:lnTo>
                  <a:lnTo>
                    <a:pt x="92210" y="84674"/>
                  </a:lnTo>
                  <a:lnTo>
                    <a:pt x="92777" y="83964"/>
                  </a:lnTo>
                  <a:lnTo>
                    <a:pt x="93331" y="83244"/>
                  </a:lnTo>
                  <a:lnTo>
                    <a:pt x="93873" y="82515"/>
                  </a:lnTo>
                  <a:lnTo>
                    <a:pt x="94402" y="81776"/>
                  </a:lnTo>
                  <a:lnTo>
                    <a:pt x="94918" y="81028"/>
                  </a:lnTo>
                  <a:lnTo>
                    <a:pt x="95421" y="80271"/>
                  </a:lnTo>
                  <a:lnTo>
                    <a:pt x="95910" y="79505"/>
                  </a:lnTo>
                  <a:lnTo>
                    <a:pt x="96386" y="78731"/>
                  </a:lnTo>
                  <a:lnTo>
                    <a:pt x="96849" y="77949"/>
                  </a:lnTo>
                  <a:lnTo>
                    <a:pt x="97297" y="77158"/>
                  </a:lnTo>
                  <a:lnTo>
                    <a:pt x="97732" y="76360"/>
                  </a:lnTo>
                  <a:lnTo>
                    <a:pt x="98153" y="75555"/>
                  </a:lnTo>
                  <a:lnTo>
                    <a:pt x="98559" y="74742"/>
                  </a:lnTo>
                  <a:lnTo>
                    <a:pt x="98952" y="73922"/>
                  </a:lnTo>
                  <a:lnTo>
                    <a:pt x="99329" y="73096"/>
                  </a:lnTo>
                  <a:lnTo>
                    <a:pt x="99693" y="72263"/>
                  </a:lnTo>
                  <a:lnTo>
                    <a:pt x="100041" y="71424"/>
                  </a:lnTo>
                  <a:lnTo>
                    <a:pt x="100375" y="70579"/>
                  </a:lnTo>
                  <a:lnTo>
                    <a:pt x="100694" y="69728"/>
                  </a:lnTo>
                  <a:lnTo>
                    <a:pt x="100999" y="68871"/>
                  </a:lnTo>
                  <a:lnTo>
                    <a:pt x="101288" y="68010"/>
                  </a:lnTo>
                  <a:lnTo>
                    <a:pt x="101562" y="67144"/>
                  </a:lnTo>
                  <a:lnTo>
                    <a:pt x="101820" y="66272"/>
                  </a:lnTo>
                  <a:lnTo>
                    <a:pt x="102064" y="65397"/>
                  </a:lnTo>
                  <a:lnTo>
                    <a:pt x="102292" y="64517"/>
                  </a:lnTo>
                  <a:lnTo>
                    <a:pt x="102505" y="63634"/>
                  </a:lnTo>
                  <a:lnTo>
                    <a:pt x="102702" y="62747"/>
                  </a:lnTo>
                  <a:lnTo>
                    <a:pt x="102884" y="61856"/>
                  </a:lnTo>
                  <a:lnTo>
                    <a:pt x="103050" y="60963"/>
                  </a:lnTo>
                  <a:lnTo>
                    <a:pt x="103200" y="60067"/>
                  </a:lnTo>
                  <a:lnTo>
                    <a:pt x="103335" y="59168"/>
                  </a:lnTo>
                  <a:lnTo>
                    <a:pt x="103454" y="58267"/>
                  </a:lnTo>
                  <a:lnTo>
                    <a:pt x="103557" y="57364"/>
                  </a:lnTo>
                  <a:lnTo>
                    <a:pt x="103644" y="56460"/>
                  </a:lnTo>
                  <a:lnTo>
                    <a:pt x="103716" y="55554"/>
                  </a:lnTo>
                  <a:lnTo>
                    <a:pt x="103771" y="54647"/>
                  </a:lnTo>
                  <a:lnTo>
                    <a:pt x="103811" y="53739"/>
                  </a:lnTo>
                  <a:lnTo>
                    <a:pt x="103835" y="52830"/>
                  </a:lnTo>
                  <a:lnTo>
                    <a:pt x="103843" y="519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160833" y="740384"/>
              <a:ext cx="571139" cy="571144"/>
            </a:xfrm>
            <a:custGeom>
              <a:avLst/>
              <a:pathLst>
                <a:path w="571139" h="571144">
                  <a:moveTo>
                    <a:pt x="571139" y="285572"/>
                  </a:moveTo>
                  <a:lnTo>
                    <a:pt x="571095" y="280574"/>
                  </a:lnTo>
                  <a:lnTo>
                    <a:pt x="570964" y="275578"/>
                  </a:lnTo>
                  <a:lnTo>
                    <a:pt x="570745" y="270584"/>
                  </a:lnTo>
                  <a:lnTo>
                    <a:pt x="570439" y="265596"/>
                  </a:lnTo>
                  <a:lnTo>
                    <a:pt x="570046" y="260613"/>
                  </a:lnTo>
                  <a:lnTo>
                    <a:pt x="569566" y="255638"/>
                  </a:lnTo>
                  <a:lnTo>
                    <a:pt x="568998" y="250673"/>
                  </a:lnTo>
                  <a:lnTo>
                    <a:pt x="568344" y="245718"/>
                  </a:lnTo>
                  <a:lnTo>
                    <a:pt x="567603" y="240775"/>
                  </a:lnTo>
                  <a:lnTo>
                    <a:pt x="566776" y="235846"/>
                  </a:lnTo>
                  <a:lnTo>
                    <a:pt x="565863" y="230932"/>
                  </a:lnTo>
                  <a:lnTo>
                    <a:pt x="564864" y="226035"/>
                  </a:lnTo>
                  <a:lnTo>
                    <a:pt x="563779" y="221156"/>
                  </a:lnTo>
                  <a:lnTo>
                    <a:pt x="562609" y="216296"/>
                  </a:lnTo>
                  <a:lnTo>
                    <a:pt x="561354" y="211459"/>
                  </a:lnTo>
                  <a:lnTo>
                    <a:pt x="560015" y="206643"/>
                  </a:lnTo>
                  <a:lnTo>
                    <a:pt x="558592" y="201852"/>
                  </a:lnTo>
                  <a:lnTo>
                    <a:pt x="557085" y="197087"/>
                  </a:lnTo>
                  <a:lnTo>
                    <a:pt x="555494" y="192348"/>
                  </a:lnTo>
                  <a:lnTo>
                    <a:pt x="553822" y="187639"/>
                  </a:lnTo>
                  <a:lnTo>
                    <a:pt x="552067" y="182959"/>
                  </a:lnTo>
                  <a:lnTo>
                    <a:pt x="550230" y="178310"/>
                  </a:lnTo>
                  <a:lnTo>
                    <a:pt x="548312" y="173695"/>
                  </a:lnTo>
                  <a:lnTo>
                    <a:pt x="546314" y="169114"/>
                  </a:lnTo>
                  <a:lnTo>
                    <a:pt x="544236" y="164568"/>
                  </a:lnTo>
                  <a:lnTo>
                    <a:pt x="542079" y="160060"/>
                  </a:lnTo>
                  <a:lnTo>
                    <a:pt x="539843" y="155590"/>
                  </a:lnTo>
                  <a:lnTo>
                    <a:pt x="537529" y="151159"/>
                  </a:lnTo>
                  <a:lnTo>
                    <a:pt x="535138" y="146770"/>
                  </a:lnTo>
                  <a:lnTo>
                    <a:pt x="532671" y="142424"/>
                  </a:lnTo>
                  <a:lnTo>
                    <a:pt x="530127" y="138121"/>
                  </a:lnTo>
                  <a:lnTo>
                    <a:pt x="527509" y="133864"/>
                  </a:lnTo>
                  <a:lnTo>
                    <a:pt x="524817" y="129653"/>
                  </a:lnTo>
                  <a:lnTo>
                    <a:pt x="522052" y="125489"/>
                  </a:lnTo>
                  <a:lnTo>
                    <a:pt x="519214" y="121375"/>
                  </a:lnTo>
                  <a:lnTo>
                    <a:pt x="516305" y="117311"/>
                  </a:lnTo>
                  <a:lnTo>
                    <a:pt x="513325" y="113299"/>
                  </a:lnTo>
                  <a:lnTo>
                    <a:pt x="510275" y="109339"/>
                  </a:lnTo>
                  <a:lnTo>
                    <a:pt x="507156" y="105433"/>
                  </a:lnTo>
                  <a:lnTo>
                    <a:pt x="503970" y="101583"/>
                  </a:lnTo>
                  <a:lnTo>
                    <a:pt x="500716" y="97789"/>
                  </a:lnTo>
                  <a:lnTo>
                    <a:pt x="497397" y="94052"/>
                  </a:lnTo>
                  <a:lnTo>
                    <a:pt x="494013" y="90374"/>
                  </a:lnTo>
                  <a:lnTo>
                    <a:pt x="490565" y="86756"/>
                  </a:lnTo>
                  <a:lnTo>
                    <a:pt x="487054" y="83199"/>
                  </a:lnTo>
                  <a:lnTo>
                    <a:pt x="483481" y="79703"/>
                  </a:lnTo>
                  <a:lnTo>
                    <a:pt x="479848" y="76271"/>
                  </a:lnTo>
                  <a:lnTo>
                    <a:pt x="476155" y="72903"/>
                  </a:lnTo>
                  <a:lnTo>
                    <a:pt x="472404" y="69600"/>
                  </a:lnTo>
                  <a:lnTo>
                    <a:pt x="468596" y="66363"/>
                  </a:lnTo>
                  <a:lnTo>
                    <a:pt x="464731" y="63193"/>
                  </a:lnTo>
                  <a:lnTo>
                    <a:pt x="460812" y="60092"/>
                  </a:lnTo>
                  <a:lnTo>
                    <a:pt x="456839" y="57059"/>
                  </a:lnTo>
                  <a:lnTo>
                    <a:pt x="452813" y="54097"/>
                  </a:lnTo>
                  <a:lnTo>
                    <a:pt x="448737" y="51205"/>
                  </a:lnTo>
                  <a:lnTo>
                    <a:pt x="444610" y="48386"/>
                  </a:lnTo>
                  <a:lnTo>
                    <a:pt x="440435" y="45638"/>
                  </a:lnTo>
                  <a:lnTo>
                    <a:pt x="436212" y="42965"/>
                  </a:lnTo>
                  <a:lnTo>
                    <a:pt x="431943" y="40365"/>
                  </a:lnTo>
                  <a:lnTo>
                    <a:pt x="427629" y="37841"/>
                  </a:lnTo>
                  <a:lnTo>
                    <a:pt x="423272" y="35393"/>
                  </a:lnTo>
                  <a:lnTo>
                    <a:pt x="418873" y="33021"/>
                  </a:lnTo>
                  <a:lnTo>
                    <a:pt x="414432" y="30727"/>
                  </a:lnTo>
                  <a:lnTo>
                    <a:pt x="409952" y="28510"/>
                  </a:lnTo>
                  <a:lnTo>
                    <a:pt x="405435" y="26373"/>
                  </a:lnTo>
                  <a:lnTo>
                    <a:pt x="400880" y="24315"/>
                  </a:lnTo>
                  <a:lnTo>
                    <a:pt x="396290" y="22337"/>
                  </a:lnTo>
                  <a:lnTo>
                    <a:pt x="391666" y="20439"/>
                  </a:lnTo>
                  <a:lnTo>
                    <a:pt x="387010" y="18623"/>
                  </a:lnTo>
                  <a:lnTo>
                    <a:pt x="382322" y="16888"/>
                  </a:lnTo>
                  <a:lnTo>
                    <a:pt x="377605" y="15236"/>
                  </a:lnTo>
                  <a:lnTo>
                    <a:pt x="372860" y="13667"/>
                  </a:lnTo>
                  <a:lnTo>
                    <a:pt x="368088" y="12180"/>
                  </a:lnTo>
                  <a:lnTo>
                    <a:pt x="363291" y="10778"/>
                  </a:lnTo>
                  <a:lnTo>
                    <a:pt x="358470" y="9460"/>
                  </a:lnTo>
                  <a:lnTo>
                    <a:pt x="353626" y="8226"/>
                  </a:lnTo>
                  <a:lnTo>
                    <a:pt x="348762" y="7078"/>
                  </a:lnTo>
                  <a:lnTo>
                    <a:pt x="343878" y="6014"/>
                  </a:lnTo>
                  <a:lnTo>
                    <a:pt x="338977" y="5036"/>
                  </a:lnTo>
                  <a:lnTo>
                    <a:pt x="334059" y="4145"/>
                  </a:lnTo>
                  <a:lnTo>
                    <a:pt x="329126" y="3339"/>
                  </a:lnTo>
                  <a:lnTo>
                    <a:pt x="324180" y="2620"/>
                  </a:lnTo>
                  <a:lnTo>
                    <a:pt x="319223" y="1987"/>
                  </a:lnTo>
                  <a:lnTo>
                    <a:pt x="314254" y="1442"/>
                  </a:lnTo>
                  <a:lnTo>
                    <a:pt x="309277" y="983"/>
                  </a:lnTo>
                  <a:lnTo>
                    <a:pt x="304293" y="612"/>
                  </a:lnTo>
                  <a:lnTo>
                    <a:pt x="299303" y="327"/>
                  </a:lnTo>
                  <a:lnTo>
                    <a:pt x="294309" y="131"/>
                  </a:lnTo>
                  <a:lnTo>
                    <a:pt x="289312" y="21"/>
                  </a:lnTo>
                  <a:lnTo>
                    <a:pt x="284314" y="0"/>
                  </a:lnTo>
                  <a:lnTo>
                    <a:pt x="279317" y="65"/>
                  </a:lnTo>
                  <a:lnTo>
                    <a:pt x="274321" y="218"/>
                  </a:lnTo>
                  <a:lnTo>
                    <a:pt x="269329" y="459"/>
                  </a:lnTo>
                  <a:lnTo>
                    <a:pt x="264341" y="786"/>
                  </a:lnTo>
                  <a:lnTo>
                    <a:pt x="259361" y="1201"/>
                  </a:lnTo>
                  <a:lnTo>
                    <a:pt x="254388" y="1704"/>
                  </a:lnTo>
                  <a:lnTo>
                    <a:pt x="249425" y="2293"/>
                  </a:lnTo>
                  <a:lnTo>
                    <a:pt x="244472" y="2969"/>
                  </a:lnTo>
                  <a:lnTo>
                    <a:pt x="239533" y="3731"/>
                  </a:lnTo>
                  <a:lnTo>
                    <a:pt x="234607" y="4580"/>
                  </a:lnTo>
                  <a:lnTo>
                    <a:pt x="229698" y="5515"/>
                  </a:lnTo>
                  <a:lnTo>
                    <a:pt x="224805" y="6535"/>
                  </a:lnTo>
                  <a:lnTo>
                    <a:pt x="219931" y="7641"/>
                  </a:lnTo>
                  <a:lnTo>
                    <a:pt x="215077" y="8832"/>
                  </a:lnTo>
                  <a:lnTo>
                    <a:pt x="210244" y="10108"/>
                  </a:lnTo>
                  <a:lnTo>
                    <a:pt x="205435" y="11469"/>
                  </a:lnTo>
                  <a:lnTo>
                    <a:pt x="200650" y="12913"/>
                  </a:lnTo>
                  <a:lnTo>
                    <a:pt x="195891" y="14441"/>
                  </a:lnTo>
                  <a:lnTo>
                    <a:pt x="191160" y="16052"/>
                  </a:lnTo>
                  <a:lnTo>
                    <a:pt x="186458" y="17745"/>
                  </a:lnTo>
                  <a:lnTo>
                    <a:pt x="181786" y="19521"/>
                  </a:lnTo>
                  <a:lnTo>
                    <a:pt x="177145" y="21378"/>
                  </a:lnTo>
                  <a:lnTo>
                    <a:pt x="172538" y="23316"/>
                  </a:lnTo>
                  <a:lnTo>
                    <a:pt x="167966" y="25334"/>
                  </a:lnTo>
                  <a:lnTo>
                    <a:pt x="163429" y="27432"/>
                  </a:lnTo>
                  <a:lnTo>
                    <a:pt x="158930" y="29609"/>
                  </a:lnTo>
                  <a:lnTo>
                    <a:pt x="154470" y="31864"/>
                  </a:lnTo>
                  <a:lnTo>
                    <a:pt x="150050" y="34197"/>
                  </a:lnTo>
                  <a:lnTo>
                    <a:pt x="145671" y="36607"/>
                  </a:lnTo>
                  <a:lnTo>
                    <a:pt x="141336" y="39094"/>
                  </a:lnTo>
                  <a:lnTo>
                    <a:pt x="137044" y="41656"/>
                  </a:lnTo>
                  <a:lnTo>
                    <a:pt x="132798" y="44292"/>
                  </a:lnTo>
                  <a:lnTo>
                    <a:pt x="128599" y="47003"/>
                  </a:lnTo>
                  <a:lnTo>
                    <a:pt x="124448" y="49786"/>
                  </a:lnTo>
                  <a:lnTo>
                    <a:pt x="120346" y="52642"/>
                  </a:lnTo>
                  <a:lnTo>
                    <a:pt x="116295" y="55569"/>
                  </a:lnTo>
                  <a:lnTo>
                    <a:pt x="112295" y="58567"/>
                  </a:lnTo>
                  <a:lnTo>
                    <a:pt x="108349" y="61634"/>
                  </a:lnTo>
                  <a:lnTo>
                    <a:pt x="104457" y="64770"/>
                  </a:lnTo>
                  <a:lnTo>
                    <a:pt x="100621" y="67973"/>
                  </a:lnTo>
                  <a:lnTo>
                    <a:pt x="96841" y="71243"/>
                  </a:lnTo>
                  <a:lnTo>
                    <a:pt x="93119" y="74579"/>
                  </a:lnTo>
                  <a:lnTo>
                    <a:pt x="89456" y="77979"/>
                  </a:lnTo>
                  <a:lnTo>
                    <a:pt x="85853" y="81443"/>
                  </a:lnTo>
                  <a:lnTo>
                    <a:pt x="82311" y="84969"/>
                  </a:lnTo>
                  <a:lnTo>
                    <a:pt x="78831" y="88557"/>
                  </a:lnTo>
                  <a:lnTo>
                    <a:pt x="75415" y="92206"/>
                  </a:lnTo>
                  <a:lnTo>
                    <a:pt x="72063" y="95913"/>
                  </a:lnTo>
                  <a:lnTo>
                    <a:pt x="68776" y="99678"/>
                  </a:lnTo>
                  <a:lnTo>
                    <a:pt x="65556" y="103501"/>
                  </a:lnTo>
                  <a:lnTo>
                    <a:pt x="62403" y="107379"/>
                  </a:lnTo>
                  <a:lnTo>
                    <a:pt x="59319" y="111312"/>
                  </a:lnTo>
                  <a:lnTo>
                    <a:pt x="56304" y="115298"/>
                  </a:lnTo>
                  <a:lnTo>
                    <a:pt x="53359" y="119337"/>
                  </a:lnTo>
                  <a:lnTo>
                    <a:pt x="50485" y="123426"/>
                  </a:lnTo>
                  <a:lnTo>
                    <a:pt x="47684" y="127565"/>
                  </a:lnTo>
                  <a:lnTo>
                    <a:pt x="44955" y="131752"/>
                  </a:lnTo>
                  <a:lnTo>
                    <a:pt x="42300" y="135987"/>
                  </a:lnTo>
                  <a:lnTo>
                    <a:pt x="39719" y="140267"/>
                  </a:lnTo>
                  <a:lnTo>
                    <a:pt x="37214" y="144592"/>
                  </a:lnTo>
                  <a:lnTo>
                    <a:pt x="34784" y="148960"/>
                  </a:lnTo>
                  <a:lnTo>
                    <a:pt x="32432" y="153369"/>
                  </a:lnTo>
                  <a:lnTo>
                    <a:pt x="30157" y="157820"/>
                  </a:lnTo>
                  <a:lnTo>
                    <a:pt x="27960" y="162309"/>
                  </a:lnTo>
                  <a:lnTo>
                    <a:pt x="25843" y="166836"/>
                  </a:lnTo>
                  <a:lnTo>
                    <a:pt x="23804" y="171400"/>
                  </a:lnTo>
                  <a:lnTo>
                    <a:pt x="21846" y="175999"/>
                  </a:lnTo>
                  <a:lnTo>
                    <a:pt x="19969" y="180631"/>
                  </a:lnTo>
                  <a:lnTo>
                    <a:pt x="18173" y="185295"/>
                  </a:lnTo>
                  <a:lnTo>
                    <a:pt x="16459" y="189990"/>
                  </a:lnTo>
                  <a:lnTo>
                    <a:pt x="14828" y="194714"/>
                  </a:lnTo>
                  <a:lnTo>
                    <a:pt x="13279" y="199466"/>
                  </a:lnTo>
                  <a:lnTo>
                    <a:pt x="11814" y="204245"/>
                  </a:lnTo>
                  <a:lnTo>
                    <a:pt x="10432" y="209048"/>
                  </a:lnTo>
                  <a:lnTo>
                    <a:pt x="9135" y="213875"/>
                  </a:lnTo>
                  <a:lnTo>
                    <a:pt x="7923" y="218724"/>
                  </a:lnTo>
                  <a:lnTo>
                    <a:pt x="6795" y="223593"/>
                  </a:lnTo>
                  <a:lnTo>
                    <a:pt x="5753" y="228481"/>
                  </a:lnTo>
                  <a:lnTo>
                    <a:pt x="4797" y="233387"/>
                  </a:lnTo>
                  <a:lnTo>
                    <a:pt x="3927" y="238308"/>
                  </a:lnTo>
                  <a:lnTo>
                    <a:pt x="3143" y="243245"/>
                  </a:lnTo>
                  <a:lnTo>
                    <a:pt x="2445" y="248194"/>
                  </a:lnTo>
                  <a:lnTo>
                    <a:pt x="1835" y="253154"/>
                  </a:lnTo>
                  <a:lnTo>
                    <a:pt x="1311" y="258125"/>
                  </a:lnTo>
                  <a:lnTo>
                    <a:pt x="874" y="263104"/>
                  </a:lnTo>
                  <a:lnTo>
                    <a:pt x="524" y="268089"/>
                  </a:lnTo>
                  <a:lnTo>
                    <a:pt x="262" y="273081"/>
                  </a:lnTo>
                  <a:lnTo>
                    <a:pt x="87" y="278076"/>
                  </a:lnTo>
                  <a:lnTo>
                    <a:pt x="0" y="283073"/>
                  </a:lnTo>
                  <a:lnTo>
                    <a:pt x="0" y="288071"/>
                  </a:lnTo>
                  <a:lnTo>
                    <a:pt x="87" y="293068"/>
                  </a:lnTo>
                  <a:lnTo>
                    <a:pt x="262" y="298063"/>
                  </a:lnTo>
                  <a:lnTo>
                    <a:pt x="524" y="303054"/>
                  </a:lnTo>
                  <a:lnTo>
                    <a:pt x="874" y="308040"/>
                  </a:lnTo>
                  <a:lnTo>
                    <a:pt x="1311" y="313019"/>
                  </a:lnTo>
                  <a:lnTo>
                    <a:pt x="1835" y="317990"/>
                  </a:lnTo>
                  <a:lnTo>
                    <a:pt x="2445" y="322950"/>
                  </a:lnTo>
                  <a:lnTo>
                    <a:pt x="3143" y="327899"/>
                  </a:lnTo>
                  <a:lnTo>
                    <a:pt x="3927" y="332836"/>
                  </a:lnTo>
                  <a:lnTo>
                    <a:pt x="4797" y="337757"/>
                  </a:lnTo>
                  <a:lnTo>
                    <a:pt x="5753" y="342663"/>
                  </a:lnTo>
                  <a:lnTo>
                    <a:pt x="6795" y="347551"/>
                  </a:lnTo>
                  <a:lnTo>
                    <a:pt x="7923" y="352420"/>
                  </a:lnTo>
                  <a:lnTo>
                    <a:pt x="9135" y="357269"/>
                  </a:lnTo>
                  <a:lnTo>
                    <a:pt x="10432" y="362096"/>
                  </a:lnTo>
                  <a:lnTo>
                    <a:pt x="11814" y="366899"/>
                  </a:lnTo>
                  <a:lnTo>
                    <a:pt x="13279" y="371678"/>
                  </a:lnTo>
                  <a:lnTo>
                    <a:pt x="14828" y="376430"/>
                  </a:lnTo>
                  <a:lnTo>
                    <a:pt x="16459" y="381154"/>
                  </a:lnTo>
                  <a:lnTo>
                    <a:pt x="18173" y="385849"/>
                  </a:lnTo>
                  <a:lnTo>
                    <a:pt x="19969" y="390513"/>
                  </a:lnTo>
                  <a:lnTo>
                    <a:pt x="21846" y="395145"/>
                  </a:lnTo>
                  <a:lnTo>
                    <a:pt x="23804" y="399744"/>
                  </a:lnTo>
                  <a:lnTo>
                    <a:pt x="25843" y="404307"/>
                  </a:lnTo>
                  <a:lnTo>
                    <a:pt x="27960" y="408835"/>
                  </a:lnTo>
                  <a:lnTo>
                    <a:pt x="30157" y="413324"/>
                  </a:lnTo>
                  <a:lnTo>
                    <a:pt x="32432" y="417774"/>
                  </a:lnTo>
                  <a:lnTo>
                    <a:pt x="34784" y="422184"/>
                  </a:lnTo>
                  <a:lnTo>
                    <a:pt x="37214" y="426552"/>
                  </a:lnTo>
                  <a:lnTo>
                    <a:pt x="39719" y="430877"/>
                  </a:lnTo>
                  <a:lnTo>
                    <a:pt x="42300" y="435157"/>
                  </a:lnTo>
                  <a:lnTo>
                    <a:pt x="44955" y="439392"/>
                  </a:lnTo>
                  <a:lnTo>
                    <a:pt x="47684" y="443579"/>
                  </a:lnTo>
                  <a:lnTo>
                    <a:pt x="50485" y="447718"/>
                  </a:lnTo>
                  <a:lnTo>
                    <a:pt x="53359" y="451807"/>
                  </a:lnTo>
                  <a:lnTo>
                    <a:pt x="56304" y="455846"/>
                  </a:lnTo>
                  <a:lnTo>
                    <a:pt x="59319" y="459832"/>
                  </a:lnTo>
                  <a:lnTo>
                    <a:pt x="62403" y="463765"/>
                  </a:lnTo>
                  <a:lnTo>
                    <a:pt x="65556" y="467643"/>
                  </a:lnTo>
                  <a:lnTo>
                    <a:pt x="68776" y="471465"/>
                  </a:lnTo>
                  <a:lnTo>
                    <a:pt x="72063" y="475231"/>
                  </a:lnTo>
                  <a:lnTo>
                    <a:pt x="75415" y="478938"/>
                  </a:lnTo>
                  <a:lnTo>
                    <a:pt x="78831" y="482587"/>
                  </a:lnTo>
                  <a:lnTo>
                    <a:pt x="82311" y="486174"/>
                  </a:lnTo>
                  <a:lnTo>
                    <a:pt x="85853" y="489701"/>
                  </a:lnTo>
                  <a:lnTo>
                    <a:pt x="89456" y="493165"/>
                  </a:lnTo>
                  <a:lnTo>
                    <a:pt x="93119" y="496565"/>
                  </a:lnTo>
                  <a:lnTo>
                    <a:pt x="96841" y="499901"/>
                  </a:lnTo>
                  <a:lnTo>
                    <a:pt x="100621" y="503171"/>
                  </a:lnTo>
                  <a:lnTo>
                    <a:pt x="104457" y="506374"/>
                  </a:lnTo>
                  <a:lnTo>
                    <a:pt x="108349" y="509510"/>
                  </a:lnTo>
                  <a:lnTo>
                    <a:pt x="112295" y="512577"/>
                  </a:lnTo>
                  <a:lnTo>
                    <a:pt x="116295" y="515575"/>
                  </a:lnTo>
                  <a:lnTo>
                    <a:pt x="120346" y="518502"/>
                  </a:lnTo>
                  <a:lnTo>
                    <a:pt x="124448" y="521357"/>
                  </a:lnTo>
                  <a:lnTo>
                    <a:pt x="128599" y="524141"/>
                  </a:lnTo>
                  <a:lnTo>
                    <a:pt x="132798" y="526852"/>
                  </a:lnTo>
                  <a:lnTo>
                    <a:pt x="137044" y="529488"/>
                  </a:lnTo>
                  <a:lnTo>
                    <a:pt x="141336" y="532050"/>
                  </a:lnTo>
                  <a:lnTo>
                    <a:pt x="145671" y="534536"/>
                  </a:lnTo>
                  <a:lnTo>
                    <a:pt x="150050" y="536947"/>
                  </a:lnTo>
                  <a:lnTo>
                    <a:pt x="154470" y="539280"/>
                  </a:lnTo>
                  <a:lnTo>
                    <a:pt x="158930" y="541535"/>
                  </a:lnTo>
                  <a:lnTo>
                    <a:pt x="163429" y="543712"/>
                  </a:lnTo>
                  <a:lnTo>
                    <a:pt x="167966" y="545810"/>
                  </a:lnTo>
                  <a:lnTo>
                    <a:pt x="172538" y="547828"/>
                  </a:lnTo>
                  <a:lnTo>
                    <a:pt x="177145" y="549766"/>
                  </a:lnTo>
                  <a:lnTo>
                    <a:pt x="181786" y="551623"/>
                  </a:lnTo>
                  <a:lnTo>
                    <a:pt x="186458" y="553399"/>
                  </a:lnTo>
                  <a:lnTo>
                    <a:pt x="191160" y="555092"/>
                  </a:lnTo>
                  <a:lnTo>
                    <a:pt x="195891" y="556703"/>
                  </a:lnTo>
                  <a:lnTo>
                    <a:pt x="200650" y="558231"/>
                  </a:lnTo>
                  <a:lnTo>
                    <a:pt x="205435" y="559675"/>
                  </a:lnTo>
                  <a:lnTo>
                    <a:pt x="210244" y="561035"/>
                  </a:lnTo>
                  <a:lnTo>
                    <a:pt x="215077" y="562311"/>
                  </a:lnTo>
                  <a:lnTo>
                    <a:pt x="219931" y="563503"/>
                  </a:lnTo>
                  <a:lnTo>
                    <a:pt x="224805" y="564609"/>
                  </a:lnTo>
                  <a:lnTo>
                    <a:pt x="229698" y="565629"/>
                  </a:lnTo>
                  <a:lnTo>
                    <a:pt x="234607" y="566564"/>
                  </a:lnTo>
                  <a:lnTo>
                    <a:pt x="239533" y="567413"/>
                  </a:lnTo>
                  <a:lnTo>
                    <a:pt x="244472" y="568175"/>
                  </a:lnTo>
                  <a:lnTo>
                    <a:pt x="249425" y="568851"/>
                  </a:lnTo>
                  <a:lnTo>
                    <a:pt x="254388" y="569440"/>
                  </a:lnTo>
                  <a:lnTo>
                    <a:pt x="259361" y="569942"/>
                  </a:lnTo>
                  <a:lnTo>
                    <a:pt x="264341" y="570357"/>
                  </a:lnTo>
                  <a:lnTo>
                    <a:pt x="269329" y="570685"/>
                  </a:lnTo>
                  <a:lnTo>
                    <a:pt x="274321" y="570926"/>
                  </a:lnTo>
                  <a:lnTo>
                    <a:pt x="279317" y="571079"/>
                  </a:lnTo>
                  <a:lnTo>
                    <a:pt x="284314" y="571144"/>
                  </a:lnTo>
                  <a:lnTo>
                    <a:pt x="289312" y="571123"/>
                  </a:lnTo>
                  <a:lnTo>
                    <a:pt x="294309" y="571013"/>
                  </a:lnTo>
                  <a:lnTo>
                    <a:pt x="299303" y="570816"/>
                  </a:lnTo>
                  <a:lnTo>
                    <a:pt x="304293" y="570532"/>
                  </a:lnTo>
                  <a:lnTo>
                    <a:pt x="309277" y="570161"/>
                  </a:lnTo>
                  <a:lnTo>
                    <a:pt x="314254" y="569702"/>
                  </a:lnTo>
                  <a:lnTo>
                    <a:pt x="319223" y="569157"/>
                  </a:lnTo>
                  <a:lnTo>
                    <a:pt x="324180" y="568524"/>
                  </a:lnTo>
                  <a:lnTo>
                    <a:pt x="329126" y="567805"/>
                  </a:lnTo>
                  <a:lnTo>
                    <a:pt x="334059" y="566999"/>
                  </a:lnTo>
                  <a:lnTo>
                    <a:pt x="338977" y="566108"/>
                  </a:lnTo>
                  <a:lnTo>
                    <a:pt x="343878" y="565130"/>
                  </a:lnTo>
                  <a:lnTo>
                    <a:pt x="348762" y="564066"/>
                  </a:lnTo>
                  <a:lnTo>
                    <a:pt x="353626" y="562918"/>
                  </a:lnTo>
                  <a:lnTo>
                    <a:pt x="358470" y="561684"/>
                  </a:lnTo>
                  <a:lnTo>
                    <a:pt x="363291" y="560366"/>
                  </a:lnTo>
                  <a:lnTo>
                    <a:pt x="368088" y="558963"/>
                  </a:lnTo>
                  <a:lnTo>
                    <a:pt x="372860" y="557477"/>
                  </a:lnTo>
                  <a:lnTo>
                    <a:pt x="377605" y="555908"/>
                  </a:lnTo>
                  <a:lnTo>
                    <a:pt x="382322" y="554256"/>
                  </a:lnTo>
                  <a:lnTo>
                    <a:pt x="387010" y="552521"/>
                  </a:lnTo>
                  <a:lnTo>
                    <a:pt x="391666" y="550705"/>
                  </a:lnTo>
                  <a:lnTo>
                    <a:pt x="396290" y="548807"/>
                  </a:lnTo>
                  <a:lnTo>
                    <a:pt x="400880" y="546829"/>
                  </a:lnTo>
                  <a:lnTo>
                    <a:pt x="405435" y="544771"/>
                  </a:lnTo>
                  <a:lnTo>
                    <a:pt x="409952" y="542633"/>
                  </a:lnTo>
                  <a:lnTo>
                    <a:pt x="414432" y="540417"/>
                  </a:lnTo>
                  <a:lnTo>
                    <a:pt x="418873" y="538123"/>
                  </a:lnTo>
                  <a:lnTo>
                    <a:pt x="423272" y="535751"/>
                  </a:lnTo>
                  <a:lnTo>
                    <a:pt x="427629" y="533303"/>
                  </a:lnTo>
                  <a:lnTo>
                    <a:pt x="431943" y="530779"/>
                  </a:lnTo>
                  <a:lnTo>
                    <a:pt x="436212" y="528179"/>
                  </a:lnTo>
                  <a:lnTo>
                    <a:pt x="440435" y="525506"/>
                  </a:lnTo>
                  <a:lnTo>
                    <a:pt x="444610" y="522758"/>
                  </a:lnTo>
                  <a:lnTo>
                    <a:pt x="448737" y="519939"/>
                  </a:lnTo>
                  <a:lnTo>
                    <a:pt x="452813" y="517047"/>
                  </a:lnTo>
                  <a:lnTo>
                    <a:pt x="456839" y="514084"/>
                  </a:lnTo>
                  <a:lnTo>
                    <a:pt x="460812" y="511052"/>
                  </a:lnTo>
                  <a:lnTo>
                    <a:pt x="464731" y="507950"/>
                  </a:lnTo>
                  <a:lnTo>
                    <a:pt x="468596" y="504781"/>
                  </a:lnTo>
                  <a:lnTo>
                    <a:pt x="472404" y="501544"/>
                  </a:lnTo>
                  <a:lnTo>
                    <a:pt x="476155" y="498241"/>
                  </a:lnTo>
                  <a:lnTo>
                    <a:pt x="479848" y="494873"/>
                  </a:lnTo>
                  <a:lnTo>
                    <a:pt x="483481" y="491441"/>
                  </a:lnTo>
                  <a:lnTo>
                    <a:pt x="487054" y="487945"/>
                  </a:lnTo>
                  <a:lnTo>
                    <a:pt x="490565" y="484388"/>
                  </a:lnTo>
                  <a:lnTo>
                    <a:pt x="494013" y="480770"/>
                  </a:lnTo>
                  <a:lnTo>
                    <a:pt x="497397" y="477092"/>
                  </a:lnTo>
                  <a:lnTo>
                    <a:pt x="500716" y="473355"/>
                  </a:lnTo>
                  <a:lnTo>
                    <a:pt x="503970" y="469561"/>
                  </a:lnTo>
                  <a:lnTo>
                    <a:pt x="507156" y="465711"/>
                  </a:lnTo>
                  <a:lnTo>
                    <a:pt x="510275" y="461805"/>
                  </a:lnTo>
                  <a:lnTo>
                    <a:pt x="513325" y="457845"/>
                  </a:lnTo>
                  <a:lnTo>
                    <a:pt x="516305" y="453833"/>
                  </a:lnTo>
                  <a:lnTo>
                    <a:pt x="519214" y="449769"/>
                  </a:lnTo>
                  <a:lnTo>
                    <a:pt x="522052" y="445655"/>
                  </a:lnTo>
                  <a:lnTo>
                    <a:pt x="524817" y="441491"/>
                  </a:lnTo>
                  <a:lnTo>
                    <a:pt x="527509" y="437280"/>
                  </a:lnTo>
                  <a:lnTo>
                    <a:pt x="530127" y="433023"/>
                  </a:lnTo>
                  <a:lnTo>
                    <a:pt x="532671" y="428720"/>
                  </a:lnTo>
                  <a:lnTo>
                    <a:pt x="535138" y="424374"/>
                  </a:lnTo>
                  <a:lnTo>
                    <a:pt x="537529" y="419984"/>
                  </a:lnTo>
                  <a:lnTo>
                    <a:pt x="539843" y="415554"/>
                  </a:lnTo>
                  <a:lnTo>
                    <a:pt x="542079" y="411084"/>
                  </a:lnTo>
                  <a:lnTo>
                    <a:pt x="544236" y="406576"/>
                  </a:lnTo>
                  <a:lnTo>
                    <a:pt x="546314" y="402030"/>
                  </a:lnTo>
                  <a:lnTo>
                    <a:pt x="548312" y="397449"/>
                  </a:lnTo>
                  <a:lnTo>
                    <a:pt x="550230" y="392833"/>
                  </a:lnTo>
                  <a:lnTo>
                    <a:pt x="552067" y="388185"/>
                  </a:lnTo>
                  <a:lnTo>
                    <a:pt x="553822" y="383505"/>
                  </a:lnTo>
                  <a:lnTo>
                    <a:pt x="555494" y="378795"/>
                  </a:lnTo>
                  <a:lnTo>
                    <a:pt x="557085" y="374057"/>
                  </a:lnTo>
                  <a:lnTo>
                    <a:pt x="558592" y="369292"/>
                  </a:lnTo>
                  <a:lnTo>
                    <a:pt x="560015" y="364501"/>
                  </a:lnTo>
                  <a:lnTo>
                    <a:pt x="561354" y="359685"/>
                  </a:lnTo>
                  <a:lnTo>
                    <a:pt x="562609" y="354847"/>
                  </a:lnTo>
                  <a:lnTo>
                    <a:pt x="563779" y="349988"/>
                  </a:lnTo>
                  <a:lnTo>
                    <a:pt x="564864" y="345109"/>
                  </a:lnTo>
                  <a:lnTo>
                    <a:pt x="565863" y="340212"/>
                  </a:lnTo>
                  <a:lnTo>
                    <a:pt x="566776" y="335298"/>
                  </a:lnTo>
                  <a:lnTo>
                    <a:pt x="567603" y="330369"/>
                  </a:lnTo>
                  <a:lnTo>
                    <a:pt x="568344" y="325426"/>
                  </a:lnTo>
                  <a:lnTo>
                    <a:pt x="568998" y="320471"/>
                  </a:lnTo>
                  <a:lnTo>
                    <a:pt x="569566" y="315506"/>
                  </a:lnTo>
                  <a:lnTo>
                    <a:pt x="570046" y="310531"/>
                  </a:lnTo>
                  <a:lnTo>
                    <a:pt x="570439" y="305548"/>
                  </a:lnTo>
                  <a:lnTo>
                    <a:pt x="570745" y="300559"/>
                  </a:lnTo>
                  <a:lnTo>
                    <a:pt x="570964" y="295566"/>
                  </a:lnTo>
                  <a:lnTo>
                    <a:pt x="571095" y="290570"/>
                  </a:lnTo>
                  <a:lnTo>
                    <a:pt x="571139" y="28557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27189" y="506733"/>
              <a:ext cx="1038435" cy="1038445"/>
            </a:xfrm>
            <a:custGeom>
              <a:avLst/>
              <a:pathLst>
                <a:path w="1038435" h="1038445">
                  <a:moveTo>
                    <a:pt x="1038435" y="519222"/>
                  </a:moveTo>
                  <a:lnTo>
                    <a:pt x="1038355" y="510135"/>
                  </a:lnTo>
                  <a:lnTo>
                    <a:pt x="1038117" y="501051"/>
                  </a:lnTo>
                  <a:lnTo>
                    <a:pt x="1037719" y="491972"/>
                  </a:lnTo>
                  <a:lnTo>
                    <a:pt x="1037163" y="482902"/>
                  </a:lnTo>
                  <a:lnTo>
                    <a:pt x="1036448" y="473843"/>
                  </a:lnTo>
                  <a:lnTo>
                    <a:pt x="1035575" y="464797"/>
                  </a:lnTo>
                  <a:lnTo>
                    <a:pt x="1034543" y="455769"/>
                  </a:lnTo>
                  <a:lnTo>
                    <a:pt x="1033354" y="446760"/>
                  </a:lnTo>
                  <a:lnTo>
                    <a:pt x="1032007" y="437773"/>
                  </a:lnTo>
                  <a:lnTo>
                    <a:pt x="1030503" y="428811"/>
                  </a:lnTo>
                  <a:lnTo>
                    <a:pt x="1028842" y="419876"/>
                  </a:lnTo>
                  <a:lnTo>
                    <a:pt x="1027025" y="410972"/>
                  </a:lnTo>
                  <a:lnTo>
                    <a:pt x="1025053" y="402102"/>
                  </a:lnTo>
                  <a:lnTo>
                    <a:pt x="1022926" y="393267"/>
                  </a:lnTo>
                  <a:lnTo>
                    <a:pt x="1020644" y="384470"/>
                  </a:lnTo>
                  <a:lnTo>
                    <a:pt x="1018209" y="375715"/>
                  </a:lnTo>
                  <a:lnTo>
                    <a:pt x="1015621" y="367004"/>
                  </a:lnTo>
                  <a:lnTo>
                    <a:pt x="1012881" y="358340"/>
                  </a:lnTo>
                  <a:lnTo>
                    <a:pt x="1009990" y="349725"/>
                  </a:lnTo>
                  <a:lnTo>
                    <a:pt x="1006949" y="341161"/>
                  </a:lnTo>
                  <a:lnTo>
                    <a:pt x="1003758" y="332653"/>
                  </a:lnTo>
                  <a:lnTo>
                    <a:pt x="1000418" y="324201"/>
                  </a:lnTo>
                  <a:lnTo>
                    <a:pt x="996932" y="315809"/>
                  </a:lnTo>
                  <a:lnTo>
                    <a:pt x="993298" y="307480"/>
                  </a:lnTo>
                  <a:lnTo>
                    <a:pt x="989520" y="299215"/>
                  </a:lnTo>
                  <a:lnTo>
                    <a:pt x="985598" y="291018"/>
                  </a:lnTo>
                  <a:lnTo>
                    <a:pt x="981533" y="282891"/>
                  </a:lnTo>
                  <a:lnTo>
                    <a:pt x="977326" y="274836"/>
                  </a:lnTo>
                  <a:lnTo>
                    <a:pt x="972979" y="266856"/>
                  </a:lnTo>
                  <a:lnTo>
                    <a:pt x="968492" y="258953"/>
                  </a:lnTo>
                  <a:lnTo>
                    <a:pt x="963869" y="251130"/>
                  </a:lnTo>
                  <a:lnTo>
                    <a:pt x="959109" y="243389"/>
                  </a:lnTo>
                  <a:lnTo>
                    <a:pt x="954214" y="235732"/>
                  </a:lnTo>
                  <a:lnTo>
                    <a:pt x="949186" y="228163"/>
                  </a:lnTo>
                  <a:lnTo>
                    <a:pt x="944026" y="220682"/>
                  </a:lnTo>
                  <a:lnTo>
                    <a:pt x="938736" y="213293"/>
                  </a:lnTo>
                  <a:lnTo>
                    <a:pt x="933318" y="205998"/>
                  </a:lnTo>
                  <a:lnTo>
                    <a:pt x="927773" y="198798"/>
                  </a:lnTo>
                  <a:lnTo>
                    <a:pt x="922103" y="191697"/>
                  </a:lnTo>
                  <a:lnTo>
                    <a:pt x="916309" y="184696"/>
                  </a:lnTo>
                  <a:lnTo>
                    <a:pt x="910393" y="177798"/>
                  </a:lnTo>
                  <a:lnTo>
                    <a:pt x="904358" y="171004"/>
                  </a:lnTo>
                  <a:lnTo>
                    <a:pt x="898205" y="164317"/>
                  </a:lnTo>
                  <a:lnTo>
                    <a:pt x="891936" y="157738"/>
                  </a:lnTo>
                  <a:lnTo>
                    <a:pt x="885552" y="151270"/>
                  </a:lnTo>
                  <a:lnTo>
                    <a:pt x="879057" y="144915"/>
                  </a:lnTo>
                  <a:lnTo>
                    <a:pt x="872451" y="138675"/>
                  </a:lnTo>
                  <a:lnTo>
                    <a:pt x="865737" y="132551"/>
                  </a:lnTo>
                  <a:lnTo>
                    <a:pt x="858917" y="126546"/>
                  </a:lnTo>
                  <a:lnTo>
                    <a:pt x="851992" y="120661"/>
                  </a:lnTo>
                  <a:lnTo>
                    <a:pt x="844966" y="114898"/>
                  </a:lnTo>
                  <a:lnTo>
                    <a:pt x="837840" y="109258"/>
                  </a:lnTo>
                  <a:lnTo>
                    <a:pt x="830617" y="103745"/>
                  </a:lnTo>
                  <a:lnTo>
                    <a:pt x="823298" y="98358"/>
                  </a:lnTo>
                  <a:lnTo>
                    <a:pt x="815886" y="93101"/>
                  </a:lnTo>
                  <a:lnTo>
                    <a:pt x="808383" y="87974"/>
                  </a:lnTo>
                  <a:lnTo>
                    <a:pt x="800791" y="82979"/>
                  </a:lnTo>
                  <a:lnTo>
                    <a:pt x="793113" y="78118"/>
                  </a:lnTo>
                  <a:lnTo>
                    <a:pt x="785351" y="73392"/>
                  </a:lnTo>
                  <a:lnTo>
                    <a:pt x="777508" y="68802"/>
                  </a:lnTo>
                  <a:lnTo>
                    <a:pt x="769586" y="64351"/>
                  </a:lnTo>
                  <a:lnTo>
                    <a:pt x="761587" y="60039"/>
                  </a:lnTo>
                  <a:lnTo>
                    <a:pt x="753514" y="55867"/>
                  </a:lnTo>
                  <a:lnTo>
                    <a:pt x="745368" y="51838"/>
                  </a:lnTo>
                  <a:lnTo>
                    <a:pt x="737154" y="47951"/>
                  </a:lnTo>
                  <a:lnTo>
                    <a:pt x="728873" y="44209"/>
                  </a:lnTo>
                  <a:lnTo>
                    <a:pt x="720528" y="40612"/>
                  </a:lnTo>
                  <a:lnTo>
                    <a:pt x="712121" y="37162"/>
                  </a:lnTo>
                  <a:lnTo>
                    <a:pt x="703655" y="33860"/>
                  </a:lnTo>
                  <a:lnTo>
                    <a:pt x="695132" y="30706"/>
                  </a:lnTo>
                  <a:lnTo>
                    <a:pt x="686556" y="27702"/>
                  </a:lnTo>
                  <a:lnTo>
                    <a:pt x="677928" y="24849"/>
                  </a:lnTo>
                  <a:lnTo>
                    <a:pt x="669251" y="22147"/>
                  </a:lnTo>
                  <a:lnTo>
                    <a:pt x="660529" y="19597"/>
                  </a:lnTo>
                  <a:lnTo>
                    <a:pt x="651764" y="17200"/>
                  </a:lnTo>
                  <a:lnTo>
                    <a:pt x="642957" y="14957"/>
                  </a:lnTo>
                  <a:lnTo>
                    <a:pt x="634113" y="12869"/>
                  </a:lnTo>
                  <a:lnTo>
                    <a:pt x="625234" y="10935"/>
                  </a:lnTo>
                  <a:lnTo>
                    <a:pt x="616322" y="9157"/>
                  </a:lnTo>
                  <a:lnTo>
                    <a:pt x="607381" y="7536"/>
                  </a:lnTo>
                  <a:lnTo>
                    <a:pt x="598412" y="6071"/>
                  </a:lnTo>
                  <a:lnTo>
                    <a:pt x="589419" y="4764"/>
                  </a:lnTo>
                  <a:lnTo>
                    <a:pt x="580405" y="3614"/>
                  </a:lnTo>
                  <a:lnTo>
                    <a:pt x="571372" y="2622"/>
                  </a:lnTo>
                  <a:lnTo>
                    <a:pt x="562323" y="1788"/>
                  </a:lnTo>
                  <a:lnTo>
                    <a:pt x="553261" y="1112"/>
                  </a:lnTo>
                  <a:lnTo>
                    <a:pt x="544188" y="596"/>
                  </a:lnTo>
                  <a:lnTo>
                    <a:pt x="535108" y="238"/>
                  </a:lnTo>
                  <a:lnTo>
                    <a:pt x="526023" y="39"/>
                  </a:lnTo>
                  <a:lnTo>
                    <a:pt x="516935" y="0"/>
                  </a:lnTo>
                  <a:lnTo>
                    <a:pt x="507849" y="119"/>
                  </a:lnTo>
                  <a:lnTo>
                    <a:pt x="498766" y="397"/>
                  </a:lnTo>
                  <a:lnTo>
                    <a:pt x="489689" y="834"/>
                  </a:lnTo>
                  <a:lnTo>
                    <a:pt x="480621" y="1430"/>
                  </a:lnTo>
                  <a:lnTo>
                    <a:pt x="471565" y="2185"/>
                  </a:lnTo>
                  <a:lnTo>
                    <a:pt x="462524" y="3098"/>
                  </a:lnTo>
                  <a:lnTo>
                    <a:pt x="453500" y="4169"/>
                  </a:lnTo>
                  <a:lnTo>
                    <a:pt x="444496" y="5398"/>
                  </a:lnTo>
                  <a:lnTo>
                    <a:pt x="435515" y="6784"/>
                  </a:lnTo>
                  <a:lnTo>
                    <a:pt x="426559" y="8327"/>
                  </a:lnTo>
                  <a:lnTo>
                    <a:pt x="417632" y="10027"/>
                  </a:lnTo>
                  <a:lnTo>
                    <a:pt x="408737" y="11882"/>
                  </a:lnTo>
                  <a:lnTo>
                    <a:pt x="399874" y="13894"/>
                  </a:lnTo>
                  <a:lnTo>
                    <a:pt x="391049" y="16059"/>
                  </a:lnTo>
                  <a:lnTo>
                    <a:pt x="382263" y="18379"/>
                  </a:lnTo>
                  <a:lnTo>
                    <a:pt x="373518" y="20853"/>
                  </a:lnTo>
                  <a:lnTo>
                    <a:pt x="364819" y="23479"/>
                  </a:lnTo>
                  <a:lnTo>
                    <a:pt x="356166" y="26257"/>
                  </a:lnTo>
                  <a:lnTo>
                    <a:pt x="347564" y="29185"/>
                  </a:lnTo>
                  <a:lnTo>
                    <a:pt x="339014" y="32264"/>
                  </a:lnTo>
                  <a:lnTo>
                    <a:pt x="330520" y="35493"/>
                  </a:lnTo>
                  <a:lnTo>
                    <a:pt x="322083" y="38869"/>
                  </a:lnTo>
                  <a:lnTo>
                    <a:pt x="313706" y="42392"/>
                  </a:lnTo>
                  <a:lnTo>
                    <a:pt x="305393" y="46062"/>
                  </a:lnTo>
                  <a:lnTo>
                    <a:pt x="297145" y="49876"/>
                  </a:lnTo>
                  <a:lnTo>
                    <a:pt x="288965" y="53834"/>
                  </a:lnTo>
                  <a:lnTo>
                    <a:pt x="280855" y="57935"/>
                  </a:lnTo>
                  <a:lnTo>
                    <a:pt x="272819" y="62177"/>
                  </a:lnTo>
                  <a:lnTo>
                    <a:pt x="264858" y="66559"/>
                  </a:lnTo>
                  <a:lnTo>
                    <a:pt x="256975" y="71080"/>
                  </a:lnTo>
                  <a:lnTo>
                    <a:pt x="249172" y="75738"/>
                  </a:lnTo>
                  <a:lnTo>
                    <a:pt x="241452" y="80532"/>
                  </a:lnTo>
                  <a:lnTo>
                    <a:pt x="233817" y="85460"/>
                  </a:lnTo>
                  <a:lnTo>
                    <a:pt x="226269" y="90521"/>
                  </a:lnTo>
                  <a:lnTo>
                    <a:pt x="218811" y="95713"/>
                  </a:lnTo>
                  <a:lnTo>
                    <a:pt x="211445" y="101036"/>
                  </a:lnTo>
                  <a:lnTo>
                    <a:pt x="204174" y="106486"/>
                  </a:lnTo>
                  <a:lnTo>
                    <a:pt x="196999" y="112062"/>
                  </a:lnTo>
                  <a:lnTo>
                    <a:pt x="189922" y="117764"/>
                  </a:lnTo>
                  <a:lnTo>
                    <a:pt x="182947" y="123588"/>
                  </a:lnTo>
                  <a:lnTo>
                    <a:pt x="176074" y="129533"/>
                  </a:lnTo>
                  <a:lnTo>
                    <a:pt x="169307" y="135598"/>
                  </a:lnTo>
                  <a:lnTo>
                    <a:pt x="162647" y="141781"/>
                  </a:lnTo>
                  <a:lnTo>
                    <a:pt x="156096" y="148079"/>
                  </a:lnTo>
                  <a:lnTo>
                    <a:pt x="149656" y="154490"/>
                  </a:lnTo>
                  <a:lnTo>
                    <a:pt x="143330" y="161014"/>
                  </a:lnTo>
                  <a:lnTo>
                    <a:pt x="137118" y="167647"/>
                  </a:lnTo>
                  <a:lnTo>
                    <a:pt x="131024" y="174388"/>
                  </a:lnTo>
                  <a:lnTo>
                    <a:pt x="125048" y="181234"/>
                  </a:lnTo>
                  <a:lnTo>
                    <a:pt x="119193" y="188184"/>
                  </a:lnTo>
                  <a:lnTo>
                    <a:pt x="113461" y="195235"/>
                  </a:lnTo>
                  <a:lnTo>
                    <a:pt x="107853" y="202386"/>
                  </a:lnTo>
                  <a:lnTo>
                    <a:pt x="102371" y="209634"/>
                  </a:lnTo>
                  <a:lnTo>
                    <a:pt x="97017" y="216976"/>
                  </a:lnTo>
                  <a:lnTo>
                    <a:pt x="91792" y="224411"/>
                  </a:lnTo>
                  <a:lnTo>
                    <a:pt x="86698" y="231936"/>
                  </a:lnTo>
                  <a:lnTo>
                    <a:pt x="81736" y="239550"/>
                  </a:lnTo>
                  <a:lnTo>
                    <a:pt x="76909" y="247249"/>
                  </a:lnTo>
                  <a:lnTo>
                    <a:pt x="72217" y="255031"/>
                  </a:lnTo>
                  <a:lnTo>
                    <a:pt x="67662" y="262894"/>
                  </a:lnTo>
                  <a:lnTo>
                    <a:pt x="63245" y="270836"/>
                  </a:lnTo>
                  <a:lnTo>
                    <a:pt x="58968" y="278854"/>
                  </a:lnTo>
                  <a:lnTo>
                    <a:pt x="54831" y="286945"/>
                  </a:lnTo>
                  <a:lnTo>
                    <a:pt x="50838" y="295108"/>
                  </a:lnTo>
                  <a:lnTo>
                    <a:pt x="46987" y="303339"/>
                  </a:lnTo>
                  <a:lnTo>
                    <a:pt x="43281" y="311637"/>
                  </a:lnTo>
                  <a:lnTo>
                    <a:pt x="39721" y="319998"/>
                  </a:lnTo>
                  <a:lnTo>
                    <a:pt x="36308" y="328420"/>
                  </a:lnTo>
                  <a:lnTo>
                    <a:pt x="33043" y="336900"/>
                  </a:lnTo>
                  <a:lnTo>
                    <a:pt x="29926" y="345436"/>
                  </a:lnTo>
                  <a:lnTo>
                    <a:pt x="26960" y="354026"/>
                  </a:lnTo>
                  <a:lnTo>
                    <a:pt x="24144" y="362666"/>
                  </a:lnTo>
                  <a:lnTo>
                    <a:pt x="21480" y="371354"/>
                  </a:lnTo>
                  <a:lnTo>
                    <a:pt x="18968" y="380088"/>
                  </a:lnTo>
                  <a:lnTo>
                    <a:pt x="16610" y="388864"/>
                  </a:lnTo>
                  <a:lnTo>
                    <a:pt x="14406" y="397680"/>
                  </a:lnTo>
                  <a:lnTo>
                    <a:pt x="12356" y="406533"/>
                  </a:lnTo>
                  <a:lnTo>
                    <a:pt x="10461" y="415420"/>
                  </a:lnTo>
                  <a:lnTo>
                    <a:pt x="8723" y="424340"/>
                  </a:lnTo>
                  <a:lnTo>
                    <a:pt x="7140" y="433288"/>
                  </a:lnTo>
                  <a:lnTo>
                    <a:pt x="5715" y="442263"/>
                  </a:lnTo>
                  <a:lnTo>
                    <a:pt x="4446" y="451262"/>
                  </a:lnTo>
                  <a:lnTo>
                    <a:pt x="3336" y="460281"/>
                  </a:lnTo>
                  <a:lnTo>
                    <a:pt x="2383" y="469318"/>
                  </a:lnTo>
                  <a:lnTo>
                    <a:pt x="1589" y="478371"/>
                  </a:lnTo>
                  <a:lnTo>
                    <a:pt x="953" y="487436"/>
                  </a:lnTo>
                  <a:lnTo>
                    <a:pt x="477" y="496511"/>
                  </a:lnTo>
                  <a:lnTo>
                    <a:pt x="159" y="505592"/>
                  </a:lnTo>
                  <a:lnTo>
                    <a:pt x="0" y="514678"/>
                  </a:lnTo>
                  <a:lnTo>
                    <a:pt x="0" y="523766"/>
                  </a:lnTo>
                  <a:lnTo>
                    <a:pt x="159" y="532852"/>
                  </a:lnTo>
                  <a:lnTo>
                    <a:pt x="477" y="541934"/>
                  </a:lnTo>
                  <a:lnTo>
                    <a:pt x="953" y="551008"/>
                  </a:lnTo>
                  <a:lnTo>
                    <a:pt x="1589" y="560073"/>
                  </a:lnTo>
                  <a:lnTo>
                    <a:pt x="2383" y="569126"/>
                  </a:lnTo>
                  <a:lnTo>
                    <a:pt x="3336" y="578163"/>
                  </a:lnTo>
                  <a:lnTo>
                    <a:pt x="4446" y="587183"/>
                  </a:lnTo>
                  <a:lnTo>
                    <a:pt x="5715" y="596181"/>
                  </a:lnTo>
                  <a:lnTo>
                    <a:pt x="7140" y="605156"/>
                  </a:lnTo>
                  <a:lnTo>
                    <a:pt x="8723" y="614104"/>
                  </a:lnTo>
                  <a:lnTo>
                    <a:pt x="10461" y="623024"/>
                  </a:lnTo>
                  <a:lnTo>
                    <a:pt x="12356" y="631912"/>
                  </a:lnTo>
                  <a:lnTo>
                    <a:pt x="14406" y="640765"/>
                  </a:lnTo>
                  <a:lnTo>
                    <a:pt x="16610" y="649581"/>
                  </a:lnTo>
                  <a:lnTo>
                    <a:pt x="18968" y="658357"/>
                  </a:lnTo>
                  <a:lnTo>
                    <a:pt x="21480" y="667090"/>
                  </a:lnTo>
                  <a:lnTo>
                    <a:pt x="24144" y="675778"/>
                  </a:lnTo>
                  <a:lnTo>
                    <a:pt x="26960" y="684418"/>
                  </a:lnTo>
                  <a:lnTo>
                    <a:pt x="29926" y="693008"/>
                  </a:lnTo>
                  <a:lnTo>
                    <a:pt x="33043" y="701544"/>
                  </a:lnTo>
                  <a:lnTo>
                    <a:pt x="36308" y="710025"/>
                  </a:lnTo>
                  <a:lnTo>
                    <a:pt x="39721" y="718447"/>
                  </a:lnTo>
                  <a:lnTo>
                    <a:pt x="43281" y="726808"/>
                  </a:lnTo>
                  <a:lnTo>
                    <a:pt x="46987" y="735105"/>
                  </a:lnTo>
                  <a:lnTo>
                    <a:pt x="50838" y="743336"/>
                  </a:lnTo>
                  <a:lnTo>
                    <a:pt x="54831" y="751499"/>
                  </a:lnTo>
                  <a:lnTo>
                    <a:pt x="58968" y="759590"/>
                  </a:lnTo>
                  <a:lnTo>
                    <a:pt x="63245" y="767608"/>
                  </a:lnTo>
                  <a:lnTo>
                    <a:pt x="67662" y="775550"/>
                  </a:lnTo>
                  <a:lnTo>
                    <a:pt x="72217" y="783413"/>
                  </a:lnTo>
                  <a:lnTo>
                    <a:pt x="76909" y="791195"/>
                  </a:lnTo>
                  <a:lnTo>
                    <a:pt x="81736" y="798894"/>
                  </a:lnTo>
                  <a:lnTo>
                    <a:pt x="86698" y="806508"/>
                  </a:lnTo>
                  <a:lnTo>
                    <a:pt x="91792" y="814033"/>
                  </a:lnTo>
                  <a:lnTo>
                    <a:pt x="97017" y="821468"/>
                  </a:lnTo>
                  <a:lnTo>
                    <a:pt x="102371" y="828811"/>
                  </a:lnTo>
                  <a:lnTo>
                    <a:pt x="107853" y="836058"/>
                  </a:lnTo>
                  <a:lnTo>
                    <a:pt x="113461" y="843209"/>
                  </a:lnTo>
                  <a:lnTo>
                    <a:pt x="119193" y="850260"/>
                  </a:lnTo>
                  <a:lnTo>
                    <a:pt x="125048" y="857210"/>
                  </a:lnTo>
                  <a:lnTo>
                    <a:pt x="131024" y="864057"/>
                  </a:lnTo>
                  <a:lnTo>
                    <a:pt x="137118" y="870797"/>
                  </a:lnTo>
                  <a:lnTo>
                    <a:pt x="143330" y="877431"/>
                  </a:lnTo>
                  <a:lnTo>
                    <a:pt x="149656" y="883954"/>
                  </a:lnTo>
                  <a:lnTo>
                    <a:pt x="156096" y="890366"/>
                  </a:lnTo>
                  <a:lnTo>
                    <a:pt x="162647" y="896664"/>
                  </a:lnTo>
                  <a:lnTo>
                    <a:pt x="169307" y="902846"/>
                  </a:lnTo>
                  <a:lnTo>
                    <a:pt x="176074" y="908911"/>
                  </a:lnTo>
                  <a:lnTo>
                    <a:pt x="182947" y="914856"/>
                  </a:lnTo>
                  <a:lnTo>
                    <a:pt x="189922" y="920681"/>
                  </a:lnTo>
                  <a:lnTo>
                    <a:pt x="196999" y="926382"/>
                  </a:lnTo>
                  <a:lnTo>
                    <a:pt x="204174" y="931958"/>
                  </a:lnTo>
                  <a:lnTo>
                    <a:pt x="211445" y="937409"/>
                  </a:lnTo>
                  <a:lnTo>
                    <a:pt x="218811" y="942731"/>
                  </a:lnTo>
                  <a:lnTo>
                    <a:pt x="226269" y="947923"/>
                  </a:lnTo>
                  <a:lnTo>
                    <a:pt x="233817" y="952984"/>
                  </a:lnTo>
                  <a:lnTo>
                    <a:pt x="241452" y="957912"/>
                  </a:lnTo>
                  <a:lnTo>
                    <a:pt x="249172" y="962706"/>
                  </a:lnTo>
                  <a:lnTo>
                    <a:pt x="256975" y="967364"/>
                  </a:lnTo>
                  <a:lnTo>
                    <a:pt x="264858" y="971885"/>
                  </a:lnTo>
                  <a:lnTo>
                    <a:pt x="272819" y="976267"/>
                  </a:lnTo>
                  <a:lnTo>
                    <a:pt x="280855" y="980509"/>
                  </a:lnTo>
                  <a:lnTo>
                    <a:pt x="288965" y="984610"/>
                  </a:lnTo>
                  <a:lnTo>
                    <a:pt x="297145" y="988568"/>
                  </a:lnTo>
                  <a:lnTo>
                    <a:pt x="305393" y="992382"/>
                  </a:lnTo>
                  <a:lnTo>
                    <a:pt x="313706" y="996052"/>
                  </a:lnTo>
                  <a:lnTo>
                    <a:pt x="322083" y="999575"/>
                  </a:lnTo>
                  <a:lnTo>
                    <a:pt x="330520" y="1002952"/>
                  </a:lnTo>
                  <a:lnTo>
                    <a:pt x="339014" y="1006180"/>
                  </a:lnTo>
                  <a:lnTo>
                    <a:pt x="347564" y="1009259"/>
                  </a:lnTo>
                  <a:lnTo>
                    <a:pt x="356166" y="1012188"/>
                  </a:lnTo>
                  <a:lnTo>
                    <a:pt x="364819" y="1014966"/>
                  </a:lnTo>
                  <a:lnTo>
                    <a:pt x="373518" y="1017592"/>
                  </a:lnTo>
                  <a:lnTo>
                    <a:pt x="382263" y="1020065"/>
                  </a:lnTo>
                  <a:lnTo>
                    <a:pt x="391049" y="1022385"/>
                  </a:lnTo>
                  <a:lnTo>
                    <a:pt x="399874" y="1024551"/>
                  </a:lnTo>
                  <a:lnTo>
                    <a:pt x="408737" y="1026562"/>
                  </a:lnTo>
                  <a:lnTo>
                    <a:pt x="417632" y="1028417"/>
                  </a:lnTo>
                  <a:lnTo>
                    <a:pt x="426559" y="1030117"/>
                  </a:lnTo>
                  <a:lnTo>
                    <a:pt x="435515" y="1031660"/>
                  </a:lnTo>
                  <a:lnTo>
                    <a:pt x="444496" y="1033046"/>
                  </a:lnTo>
                  <a:lnTo>
                    <a:pt x="453500" y="1034275"/>
                  </a:lnTo>
                  <a:lnTo>
                    <a:pt x="462524" y="1035346"/>
                  </a:lnTo>
                  <a:lnTo>
                    <a:pt x="471565" y="1036259"/>
                  </a:lnTo>
                  <a:lnTo>
                    <a:pt x="480621" y="1037014"/>
                  </a:lnTo>
                  <a:lnTo>
                    <a:pt x="489689" y="1037610"/>
                  </a:lnTo>
                  <a:lnTo>
                    <a:pt x="498766" y="1038047"/>
                  </a:lnTo>
                  <a:lnTo>
                    <a:pt x="507849" y="1038325"/>
                  </a:lnTo>
                  <a:lnTo>
                    <a:pt x="516935" y="1038445"/>
                  </a:lnTo>
                  <a:lnTo>
                    <a:pt x="526023" y="1038405"/>
                  </a:lnTo>
                  <a:lnTo>
                    <a:pt x="535108" y="1038206"/>
                  </a:lnTo>
                  <a:lnTo>
                    <a:pt x="544188" y="1037848"/>
                  </a:lnTo>
                  <a:lnTo>
                    <a:pt x="553261" y="1037332"/>
                  </a:lnTo>
                  <a:lnTo>
                    <a:pt x="562323" y="1036656"/>
                  </a:lnTo>
                  <a:lnTo>
                    <a:pt x="571372" y="1035823"/>
                  </a:lnTo>
                  <a:lnTo>
                    <a:pt x="580405" y="1034831"/>
                  </a:lnTo>
                  <a:lnTo>
                    <a:pt x="589419" y="1033681"/>
                  </a:lnTo>
                  <a:lnTo>
                    <a:pt x="598412" y="1032373"/>
                  </a:lnTo>
                  <a:lnTo>
                    <a:pt x="607381" y="1030908"/>
                  </a:lnTo>
                  <a:lnTo>
                    <a:pt x="616322" y="1029287"/>
                  </a:lnTo>
                  <a:lnTo>
                    <a:pt x="625234" y="1027509"/>
                  </a:lnTo>
                  <a:lnTo>
                    <a:pt x="634113" y="1025576"/>
                  </a:lnTo>
                  <a:lnTo>
                    <a:pt x="642957" y="1023487"/>
                  </a:lnTo>
                  <a:lnTo>
                    <a:pt x="651764" y="1021244"/>
                  </a:lnTo>
                  <a:lnTo>
                    <a:pt x="660529" y="1018847"/>
                  </a:lnTo>
                  <a:lnTo>
                    <a:pt x="669251" y="1016298"/>
                  </a:lnTo>
                  <a:lnTo>
                    <a:pt x="677928" y="1013596"/>
                  </a:lnTo>
                  <a:lnTo>
                    <a:pt x="686556" y="1010742"/>
                  </a:lnTo>
                  <a:lnTo>
                    <a:pt x="695132" y="1007738"/>
                  </a:lnTo>
                  <a:lnTo>
                    <a:pt x="703655" y="1004584"/>
                  </a:lnTo>
                  <a:lnTo>
                    <a:pt x="712121" y="1001282"/>
                  </a:lnTo>
                  <a:lnTo>
                    <a:pt x="720528" y="997832"/>
                  </a:lnTo>
                  <a:lnTo>
                    <a:pt x="728873" y="994235"/>
                  </a:lnTo>
                  <a:lnTo>
                    <a:pt x="737154" y="990493"/>
                  </a:lnTo>
                  <a:lnTo>
                    <a:pt x="745368" y="986607"/>
                  </a:lnTo>
                  <a:lnTo>
                    <a:pt x="753514" y="982577"/>
                  </a:lnTo>
                  <a:lnTo>
                    <a:pt x="761587" y="978406"/>
                  </a:lnTo>
                  <a:lnTo>
                    <a:pt x="769586" y="974093"/>
                  </a:lnTo>
                  <a:lnTo>
                    <a:pt x="777508" y="969642"/>
                  </a:lnTo>
                  <a:lnTo>
                    <a:pt x="785351" y="965052"/>
                  </a:lnTo>
                  <a:lnTo>
                    <a:pt x="793113" y="960326"/>
                  </a:lnTo>
                  <a:lnTo>
                    <a:pt x="800791" y="955465"/>
                  </a:lnTo>
                  <a:lnTo>
                    <a:pt x="808383" y="950470"/>
                  </a:lnTo>
                  <a:lnTo>
                    <a:pt x="815886" y="945343"/>
                  </a:lnTo>
                  <a:lnTo>
                    <a:pt x="823298" y="940086"/>
                  </a:lnTo>
                  <a:lnTo>
                    <a:pt x="830617" y="934699"/>
                  </a:lnTo>
                  <a:lnTo>
                    <a:pt x="837840" y="929186"/>
                  </a:lnTo>
                  <a:lnTo>
                    <a:pt x="844966" y="923547"/>
                  </a:lnTo>
                  <a:lnTo>
                    <a:pt x="851992" y="917784"/>
                  </a:lnTo>
                  <a:lnTo>
                    <a:pt x="858917" y="911899"/>
                  </a:lnTo>
                  <a:lnTo>
                    <a:pt x="865737" y="905893"/>
                  </a:lnTo>
                  <a:lnTo>
                    <a:pt x="872451" y="899769"/>
                  </a:lnTo>
                  <a:lnTo>
                    <a:pt x="879057" y="893529"/>
                  </a:lnTo>
                  <a:lnTo>
                    <a:pt x="885552" y="887174"/>
                  </a:lnTo>
                  <a:lnTo>
                    <a:pt x="891936" y="880706"/>
                  </a:lnTo>
                  <a:lnTo>
                    <a:pt x="898205" y="874128"/>
                  </a:lnTo>
                  <a:lnTo>
                    <a:pt x="904358" y="867440"/>
                  </a:lnTo>
                  <a:lnTo>
                    <a:pt x="910393" y="860646"/>
                  </a:lnTo>
                  <a:lnTo>
                    <a:pt x="916309" y="853748"/>
                  </a:lnTo>
                  <a:lnTo>
                    <a:pt x="922103" y="846747"/>
                  </a:lnTo>
                  <a:lnTo>
                    <a:pt x="927773" y="839646"/>
                  </a:lnTo>
                  <a:lnTo>
                    <a:pt x="933318" y="832446"/>
                  </a:lnTo>
                  <a:lnTo>
                    <a:pt x="938736" y="825151"/>
                  </a:lnTo>
                  <a:lnTo>
                    <a:pt x="944026" y="817762"/>
                  </a:lnTo>
                  <a:lnTo>
                    <a:pt x="949186" y="810282"/>
                  </a:lnTo>
                  <a:lnTo>
                    <a:pt x="954214" y="802712"/>
                  </a:lnTo>
                  <a:lnTo>
                    <a:pt x="959109" y="795056"/>
                  </a:lnTo>
                  <a:lnTo>
                    <a:pt x="963869" y="787315"/>
                  </a:lnTo>
                  <a:lnTo>
                    <a:pt x="968492" y="779491"/>
                  </a:lnTo>
                  <a:lnTo>
                    <a:pt x="972979" y="771589"/>
                  </a:lnTo>
                  <a:lnTo>
                    <a:pt x="977326" y="763609"/>
                  </a:lnTo>
                  <a:lnTo>
                    <a:pt x="981533" y="755554"/>
                  </a:lnTo>
                  <a:lnTo>
                    <a:pt x="985598" y="747426"/>
                  </a:lnTo>
                  <a:lnTo>
                    <a:pt x="989520" y="739229"/>
                  </a:lnTo>
                  <a:lnTo>
                    <a:pt x="993298" y="730964"/>
                  </a:lnTo>
                  <a:lnTo>
                    <a:pt x="996932" y="722635"/>
                  </a:lnTo>
                  <a:lnTo>
                    <a:pt x="1000418" y="714243"/>
                  </a:lnTo>
                  <a:lnTo>
                    <a:pt x="1003758" y="705791"/>
                  </a:lnTo>
                  <a:lnTo>
                    <a:pt x="1006949" y="697283"/>
                  </a:lnTo>
                  <a:lnTo>
                    <a:pt x="1009990" y="688719"/>
                  </a:lnTo>
                  <a:lnTo>
                    <a:pt x="1012881" y="680104"/>
                  </a:lnTo>
                  <a:lnTo>
                    <a:pt x="1015621" y="671440"/>
                  </a:lnTo>
                  <a:lnTo>
                    <a:pt x="1018209" y="662729"/>
                  </a:lnTo>
                  <a:lnTo>
                    <a:pt x="1020644" y="653974"/>
                  </a:lnTo>
                  <a:lnTo>
                    <a:pt x="1022926" y="645178"/>
                  </a:lnTo>
                  <a:lnTo>
                    <a:pt x="1025053" y="636343"/>
                  </a:lnTo>
                  <a:lnTo>
                    <a:pt x="1027025" y="627472"/>
                  </a:lnTo>
                  <a:lnTo>
                    <a:pt x="1028842" y="618568"/>
                  </a:lnTo>
                  <a:lnTo>
                    <a:pt x="1030503" y="609634"/>
                  </a:lnTo>
                  <a:lnTo>
                    <a:pt x="1032007" y="600672"/>
                  </a:lnTo>
                  <a:lnTo>
                    <a:pt x="1033354" y="591685"/>
                  </a:lnTo>
                  <a:lnTo>
                    <a:pt x="1034543" y="582675"/>
                  </a:lnTo>
                  <a:lnTo>
                    <a:pt x="1035575" y="573647"/>
                  </a:lnTo>
                  <a:lnTo>
                    <a:pt x="1036448" y="564602"/>
                  </a:lnTo>
                  <a:lnTo>
                    <a:pt x="1037163" y="555542"/>
                  </a:lnTo>
                  <a:lnTo>
                    <a:pt x="1037719" y="546472"/>
                  </a:lnTo>
                  <a:lnTo>
                    <a:pt x="1038117" y="537393"/>
                  </a:lnTo>
                  <a:lnTo>
                    <a:pt x="1038355" y="528309"/>
                  </a:lnTo>
                  <a:lnTo>
                    <a:pt x="1038435" y="5192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3322816" y="392680"/>
              <a:ext cx="247162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314312" y="1586903"/>
              <a:ext cx="264170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3868619" y="567570"/>
              <a:ext cx="438271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4043508" y="989791"/>
              <a:ext cx="20226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3868619" y="1412013"/>
              <a:ext cx="455279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61" name="pg61"/>
            <p:cNvSpPr/>
            <p:nvPr/>
          </p:nvSpPr>
          <p:spPr>
            <a:xfrm>
              <a:off x="2927189" y="506733"/>
              <a:ext cx="1038435" cy="1038445"/>
            </a:xfrm>
            <a:custGeom>
              <a:avLst/>
              <a:pathLst>
                <a:path w="1038435" h="1038445">
                  <a:moveTo>
                    <a:pt x="1038435" y="519222"/>
                  </a:moveTo>
                  <a:lnTo>
                    <a:pt x="1038355" y="510135"/>
                  </a:lnTo>
                  <a:lnTo>
                    <a:pt x="1038117" y="501051"/>
                  </a:lnTo>
                  <a:lnTo>
                    <a:pt x="1037719" y="491972"/>
                  </a:lnTo>
                  <a:lnTo>
                    <a:pt x="1037163" y="482902"/>
                  </a:lnTo>
                  <a:lnTo>
                    <a:pt x="1036448" y="473843"/>
                  </a:lnTo>
                  <a:lnTo>
                    <a:pt x="1035575" y="464797"/>
                  </a:lnTo>
                  <a:lnTo>
                    <a:pt x="1034543" y="455769"/>
                  </a:lnTo>
                  <a:lnTo>
                    <a:pt x="1033354" y="446760"/>
                  </a:lnTo>
                  <a:lnTo>
                    <a:pt x="1032007" y="437773"/>
                  </a:lnTo>
                  <a:lnTo>
                    <a:pt x="1030503" y="428811"/>
                  </a:lnTo>
                  <a:lnTo>
                    <a:pt x="1028842" y="419876"/>
                  </a:lnTo>
                  <a:lnTo>
                    <a:pt x="1027025" y="410972"/>
                  </a:lnTo>
                  <a:lnTo>
                    <a:pt x="1025053" y="402102"/>
                  </a:lnTo>
                  <a:lnTo>
                    <a:pt x="1022926" y="393267"/>
                  </a:lnTo>
                  <a:lnTo>
                    <a:pt x="1020644" y="384470"/>
                  </a:lnTo>
                  <a:lnTo>
                    <a:pt x="1018209" y="375715"/>
                  </a:lnTo>
                  <a:lnTo>
                    <a:pt x="1015621" y="367004"/>
                  </a:lnTo>
                  <a:lnTo>
                    <a:pt x="1012881" y="358340"/>
                  </a:lnTo>
                  <a:lnTo>
                    <a:pt x="1009990" y="349725"/>
                  </a:lnTo>
                  <a:lnTo>
                    <a:pt x="1006949" y="341161"/>
                  </a:lnTo>
                  <a:lnTo>
                    <a:pt x="1003758" y="332653"/>
                  </a:lnTo>
                  <a:lnTo>
                    <a:pt x="1000418" y="324201"/>
                  </a:lnTo>
                  <a:lnTo>
                    <a:pt x="996932" y="315809"/>
                  </a:lnTo>
                  <a:lnTo>
                    <a:pt x="993298" y="307480"/>
                  </a:lnTo>
                  <a:lnTo>
                    <a:pt x="989520" y="299215"/>
                  </a:lnTo>
                  <a:lnTo>
                    <a:pt x="985598" y="291018"/>
                  </a:lnTo>
                  <a:lnTo>
                    <a:pt x="981533" y="282891"/>
                  </a:lnTo>
                  <a:lnTo>
                    <a:pt x="977326" y="274836"/>
                  </a:lnTo>
                  <a:lnTo>
                    <a:pt x="972979" y="266856"/>
                  </a:lnTo>
                  <a:lnTo>
                    <a:pt x="968492" y="258953"/>
                  </a:lnTo>
                  <a:lnTo>
                    <a:pt x="963869" y="251130"/>
                  </a:lnTo>
                  <a:lnTo>
                    <a:pt x="959109" y="243389"/>
                  </a:lnTo>
                  <a:lnTo>
                    <a:pt x="954214" y="235732"/>
                  </a:lnTo>
                  <a:lnTo>
                    <a:pt x="949186" y="228163"/>
                  </a:lnTo>
                  <a:lnTo>
                    <a:pt x="944026" y="220682"/>
                  </a:lnTo>
                  <a:lnTo>
                    <a:pt x="938736" y="213293"/>
                  </a:lnTo>
                  <a:lnTo>
                    <a:pt x="933318" y="205998"/>
                  </a:lnTo>
                  <a:lnTo>
                    <a:pt x="927773" y="198798"/>
                  </a:lnTo>
                  <a:lnTo>
                    <a:pt x="922103" y="191697"/>
                  </a:lnTo>
                  <a:lnTo>
                    <a:pt x="916309" y="184696"/>
                  </a:lnTo>
                  <a:lnTo>
                    <a:pt x="910393" y="177798"/>
                  </a:lnTo>
                  <a:lnTo>
                    <a:pt x="904358" y="171004"/>
                  </a:lnTo>
                  <a:lnTo>
                    <a:pt x="898205" y="164317"/>
                  </a:lnTo>
                  <a:lnTo>
                    <a:pt x="891936" y="157738"/>
                  </a:lnTo>
                  <a:lnTo>
                    <a:pt x="885552" y="151270"/>
                  </a:lnTo>
                  <a:lnTo>
                    <a:pt x="879057" y="144915"/>
                  </a:lnTo>
                  <a:lnTo>
                    <a:pt x="872451" y="138675"/>
                  </a:lnTo>
                  <a:lnTo>
                    <a:pt x="865737" y="132551"/>
                  </a:lnTo>
                  <a:lnTo>
                    <a:pt x="858917" y="126546"/>
                  </a:lnTo>
                  <a:lnTo>
                    <a:pt x="851992" y="120661"/>
                  </a:lnTo>
                  <a:lnTo>
                    <a:pt x="844966" y="114898"/>
                  </a:lnTo>
                  <a:lnTo>
                    <a:pt x="837840" y="109258"/>
                  </a:lnTo>
                  <a:lnTo>
                    <a:pt x="830617" y="103745"/>
                  </a:lnTo>
                  <a:lnTo>
                    <a:pt x="823298" y="98358"/>
                  </a:lnTo>
                  <a:lnTo>
                    <a:pt x="815886" y="93101"/>
                  </a:lnTo>
                  <a:lnTo>
                    <a:pt x="808383" y="87974"/>
                  </a:lnTo>
                  <a:lnTo>
                    <a:pt x="800791" y="82979"/>
                  </a:lnTo>
                  <a:lnTo>
                    <a:pt x="793113" y="78118"/>
                  </a:lnTo>
                  <a:lnTo>
                    <a:pt x="785351" y="73392"/>
                  </a:lnTo>
                  <a:lnTo>
                    <a:pt x="777508" y="68802"/>
                  </a:lnTo>
                  <a:lnTo>
                    <a:pt x="769586" y="64351"/>
                  </a:lnTo>
                  <a:lnTo>
                    <a:pt x="761587" y="60039"/>
                  </a:lnTo>
                  <a:lnTo>
                    <a:pt x="753514" y="55867"/>
                  </a:lnTo>
                  <a:lnTo>
                    <a:pt x="745368" y="51838"/>
                  </a:lnTo>
                  <a:lnTo>
                    <a:pt x="737154" y="47951"/>
                  </a:lnTo>
                  <a:lnTo>
                    <a:pt x="728873" y="44209"/>
                  </a:lnTo>
                  <a:lnTo>
                    <a:pt x="720528" y="40612"/>
                  </a:lnTo>
                  <a:lnTo>
                    <a:pt x="712121" y="37162"/>
                  </a:lnTo>
                  <a:lnTo>
                    <a:pt x="703655" y="33860"/>
                  </a:lnTo>
                  <a:lnTo>
                    <a:pt x="695132" y="30706"/>
                  </a:lnTo>
                  <a:lnTo>
                    <a:pt x="686556" y="27702"/>
                  </a:lnTo>
                  <a:lnTo>
                    <a:pt x="677928" y="24849"/>
                  </a:lnTo>
                  <a:lnTo>
                    <a:pt x="669251" y="22147"/>
                  </a:lnTo>
                  <a:lnTo>
                    <a:pt x="660529" y="19597"/>
                  </a:lnTo>
                  <a:lnTo>
                    <a:pt x="651764" y="17200"/>
                  </a:lnTo>
                  <a:lnTo>
                    <a:pt x="642957" y="14957"/>
                  </a:lnTo>
                  <a:lnTo>
                    <a:pt x="634113" y="12869"/>
                  </a:lnTo>
                  <a:lnTo>
                    <a:pt x="625234" y="10935"/>
                  </a:lnTo>
                  <a:lnTo>
                    <a:pt x="616322" y="9157"/>
                  </a:lnTo>
                  <a:lnTo>
                    <a:pt x="607381" y="7536"/>
                  </a:lnTo>
                  <a:lnTo>
                    <a:pt x="598412" y="6071"/>
                  </a:lnTo>
                  <a:lnTo>
                    <a:pt x="589419" y="4764"/>
                  </a:lnTo>
                  <a:lnTo>
                    <a:pt x="580405" y="3614"/>
                  </a:lnTo>
                  <a:lnTo>
                    <a:pt x="571372" y="2622"/>
                  </a:lnTo>
                  <a:lnTo>
                    <a:pt x="562323" y="1788"/>
                  </a:lnTo>
                  <a:lnTo>
                    <a:pt x="553261" y="1112"/>
                  </a:lnTo>
                  <a:lnTo>
                    <a:pt x="544188" y="596"/>
                  </a:lnTo>
                  <a:lnTo>
                    <a:pt x="535108" y="238"/>
                  </a:lnTo>
                  <a:lnTo>
                    <a:pt x="526023" y="39"/>
                  </a:lnTo>
                  <a:lnTo>
                    <a:pt x="516935" y="0"/>
                  </a:lnTo>
                  <a:lnTo>
                    <a:pt x="507849" y="119"/>
                  </a:lnTo>
                  <a:lnTo>
                    <a:pt x="498766" y="397"/>
                  </a:lnTo>
                  <a:lnTo>
                    <a:pt x="489689" y="834"/>
                  </a:lnTo>
                  <a:lnTo>
                    <a:pt x="480621" y="1430"/>
                  </a:lnTo>
                  <a:lnTo>
                    <a:pt x="471565" y="2185"/>
                  </a:lnTo>
                  <a:lnTo>
                    <a:pt x="462524" y="3098"/>
                  </a:lnTo>
                  <a:lnTo>
                    <a:pt x="453500" y="4169"/>
                  </a:lnTo>
                  <a:lnTo>
                    <a:pt x="444496" y="5398"/>
                  </a:lnTo>
                  <a:lnTo>
                    <a:pt x="435515" y="6784"/>
                  </a:lnTo>
                  <a:lnTo>
                    <a:pt x="426559" y="8327"/>
                  </a:lnTo>
                  <a:lnTo>
                    <a:pt x="417632" y="10027"/>
                  </a:lnTo>
                  <a:lnTo>
                    <a:pt x="408737" y="11882"/>
                  </a:lnTo>
                  <a:lnTo>
                    <a:pt x="399874" y="13894"/>
                  </a:lnTo>
                  <a:lnTo>
                    <a:pt x="391049" y="16059"/>
                  </a:lnTo>
                  <a:lnTo>
                    <a:pt x="382263" y="18379"/>
                  </a:lnTo>
                  <a:lnTo>
                    <a:pt x="373518" y="20853"/>
                  </a:lnTo>
                  <a:lnTo>
                    <a:pt x="364819" y="23479"/>
                  </a:lnTo>
                  <a:lnTo>
                    <a:pt x="356166" y="26257"/>
                  </a:lnTo>
                  <a:lnTo>
                    <a:pt x="347564" y="29185"/>
                  </a:lnTo>
                  <a:lnTo>
                    <a:pt x="339014" y="32264"/>
                  </a:lnTo>
                  <a:lnTo>
                    <a:pt x="330520" y="35493"/>
                  </a:lnTo>
                  <a:lnTo>
                    <a:pt x="322083" y="38869"/>
                  </a:lnTo>
                  <a:lnTo>
                    <a:pt x="313706" y="42392"/>
                  </a:lnTo>
                  <a:lnTo>
                    <a:pt x="305393" y="46062"/>
                  </a:lnTo>
                  <a:lnTo>
                    <a:pt x="297145" y="49876"/>
                  </a:lnTo>
                  <a:lnTo>
                    <a:pt x="288965" y="53834"/>
                  </a:lnTo>
                  <a:lnTo>
                    <a:pt x="280855" y="57935"/>
                  </a:lnTo>
                  <a:lnTo>
                    <a:pt x="272819" y="62177"/>
                  </a:lnTo>
                  <a:lnTo>
                    <a:pt x="264858" y="66559"/>
                  </a:lnTo>
                  <a:lnTo>
                    <a:pt x="256975" y="71080"/>
                  </a:lnTo>
                  <a:lnTo>
                    <a:pt x="249172" y="75738"/>
                  </a:lnTo>
                  <a:lnTo>
                    <a:pt x="241452" y="80532"/>
                  </a:lnTo>
                  <a:lnTo>
                    <a:pt x="233817" y="85460"/>
                  </a:lnTo>
                  <a:lnTo>
                    <a:pt x="226269" y="90521"/>
                  </a:lnTo>
                  <a:lnTo>
                    <a:pt x="218811" y="95713"/>
                  </a:lnTo>
                  <a:lnTo>
                    <a:pt x="211445" y="101036"/>
                  </a:lnTo>
                  <a:lnTo>
                    <a:pt x="204174" y="106486"/>
                  </a:lnTo>
                  <a:lnTo>
                    <a:pt x="196999" y="112062"/>
                  </a:lnTo>
                  <a:lnTo>
                    <a:pt x="189922" y="117764"/>
                  </a:lnTo>
                  <a:lnTo>
                    <a:pt x="182947" y="123588"/>
                  </a:lnTo>
                  <a:lnTo>
                    <a:pt x="176074" y="129533"/>
                  </a:lnTo>
                  <a:lnTo>
                    <a:pt x="169307" y="135598"/>
                  </a:lnTo>
                  <a:lnTo>
                    <a:pt x="162647" y="141781"/>
                  </a:lnTo>
                  <a:lnTo>
                    <a:pt x="156096" y="148079"/>
                  </a:lnTo>
                  <a:lnTo>
                    <a:pt x="149656" y="154490"/>
                  </a:lnTo>
                  <a:lnTo>
                    <a:pt x="143330" y="161014"/>
                  </a:lnTo>
                  <a:lnTo>
                    <a:pt x="137118" y="167647"/>
                  </a:lnTo>
                  <a:lnTo>
                    <a:pt x="131024" y="174388"/>
                  </a:lnTo>
                  <a:lnTo>
                    <a:pt x="125048" y="181234"/>
                  </a:lnTo>
                  <a:lnTo>
                    <a:pt x="119193" y="188184"/>
                  </a:lnTo>
                  <a:lnTo>
                    <a:pt x="113461" y="195235"/>
                  </a:lnTo>
                  <a:lnTo>
                    <a:pt x="107853" y="202386"/>
                  </a:lnTo>
                  <a:lnTo>
                    <a:pt x="102371" y="209634"/>
                  </a:lnTo>
                  <a:lnTo>
                    <a:pt x="97017" y="216976"/>
                  </a:lnTo>
                  <a:lnTo>
                    <a:pt x="91792" y="224411"/>
                  </a:lnTo>
                  <a:lnTo>
                    <a:pt x="86698" y="231936"/>
                  </a:lnTo>
                  <a:lnTo>
                    <a:pt x="81736" y="239550"/>
                  </a:lnTo>
                  <a:lnTo>
                    <a:pt x="76909" y="247249"/>
                  </a:lnTo>
                  <a:lnTo>
                    <a:pt x="72217" y="255031"/>
                  </a:lnTo>
                  <a:lnTo>
                    <a:pt x="67662" y="262894"/>
                  </a:lnTo>
                  <a:lnTo>
                    <a:pt x="63245" y="270836"/>
                  </a:lnTo>
                  <a:lnTo>
                    <a:pt x="58968" y="278854"/>
                  </a:lnTo>
                  <a:lnTo>
                    <a:pt x="54831" y="286945"/>
                  </a:lnTo>
                  <a:lnTo>
                    <a:pt x="50838" y="295108"/>
                  </a:lnTo>
                  <a:lnTo>
                    <a:pt x="46987" y="303339"/>
                  </a:lnTo>
                  <a:lnTo>
                    <a:pt x="43281" y="311637"/>
                  </a:lnTo>
                  <a:lnTo>
                    <a:pt x="39721" y="319998"/>
                  </a:lnTo>
                  <a:lnTo>
                    <a:pt x="36308" y="328420"/>
                  </a:lnTo>
                  <a:lnTo>
                    <a:pt x="33043" y="336900"/>
                  </a:lnTo>
                  <a:lnTo>
                    <a:pt x="29926" y="345436"/>
                  </a:lnTo>
                  <a:lnTo>
                    <a:pt x="26960" y="354026"/>
                  </a:lnTo>
                  <a:lnTo>
                    <a:pt x="24144" y="362666"/>
                  </a:lnTo>
                  <a:lnTo>
                    <a:pt x="21480" y="371354"/>
                  </a:lnTo>
                  <a:lnTo>
                    <a:pt x="18968" y="380088"/>
                  </a:lnTo>
                  <a:lnTo>
                    <a:pt x="16610" y="388864"/>
                  </a:lnTo>
                  <a:lnTo>
                    <a:pt x="14406" y="397680"/>
                  </a:lnTo>
                  <a:lnTo>
                    <a:pt x="12356" y="406533"/>
                  </a:lnTo>
                  <a:lnTo>
                    <a:pt x="10461" y="415420"/>
                  </a:lnTo>
                  <a:lnTo>
                    <a:pt x="8723" y="424340"/>
                  </a:lnTo>
                  <a:lnTo>
                    <a:pt x="7140" y="433288"/>
                  </a:lnTo>
                  <a:lnTo>
                    <a:pt x="5715" y="442263"/>
                  </a:lnTo>
                  <a:lnTo>
                    <a:pt x="4446" y="451262"/>
                  </a:lnTo>
                  <a:lnTo>
                    <a:pt x="3336" y="460281"/>
                  </a:lnTo>
                  <a:lnTo>
                    <a:pt x="2383" y="469318"/>
                  </a:lnTo>
                  <a:lnTo>
                    <a:pt x="1589" y="478371"/>
                  </a:lnTo>
                  <a:lnTo>
                    <a:pt x="953" y="487436"/>
                  </a:lnTo>
                  <a:lnTo>
                    <a:pt x="477" y="496511"/>
                  </a:lnTo>
                  <a:lnTo>
                    <a:pt x="159" y="505592"/>
                  </a:lnTo>
                  <a:lnTo>
                    <a:pt x="0" y="514678"/>
                  </a:lnTo>
                  <a:lnTo>
                    <a:pt x="0" y="523766"/>
                  </a:lnTo>
                  <a:lnTo>
                    <a:pt x="159" y="532852"/>
                  </a:lnTo>
                  <a:lnTo>
                    <a:pt x="477" y="541934"/>
                  </a:lnTo>
                  <a:lnTo>
                    <a:pt x="953" y="551008"/>
                  </a:lnTo>
                  <a:lnTo>
                    <a:pt x="1589" y="560073"/>
                  </a:lnTo>
                  <a:lnTo>
                    <a:pt x="2383" y="569126"/>
                  </a:lnTo>
                  <a:lnTo>
                    <a:pt x="3336" y="578163"/>
                  </a:lnTo>
                  <a:lnTo>
                    <a:pt x="4446" y="587183"/>
                  </a:lnTo>
                  <a:lnTo>
                    <a:pt x="5715" y="596181"/>
                  </a:lnTo>
                  <a:lnTo>
                    <a:pt x="7140" y="605156"/>
                  </a:lnTo>
                  <a:lnTo>
                    <a:pt x="8723" y="614104"/>
                  </a:lnTo>
                  <a:lnTo>
                    <a:pt x="10461" y="623024"/>
                  </a:lnTo>
                  <a:lnTo>
                    <a:pt x="12356" y="631912"/>
                  </a:lnTo>
                  <a:lnTo>
                    <a:pt x="14406" y="640765"/>
                  </a:lnTo>
                  <a:lnTo>
                    <a:pt x="16610" y="649581"/>
                  </a:lnTo>
                  <a:lnTo>
                    <a:pt x="18968" y="658357"/>
                  </a:lnTo>
                  <a:lnTo>
                    <a:pt x="21480" y="667090"/>
                  </a:lnTo>
                  <a:lnTo>
                    <a:pt x="24144" y="675778"/>
                  </a:lnTo>
                  <a:lnTo>
                    <a:pt x="26960" y="684418"/>
                  </a:lnTo>
                  <a:lnTo>
                    <a:pt x="29926" y="693008"/>
                  </a:lnTo>
                  <a:lnTo>
                    <a:pt x="33043" y="701544"/>
                  </a:lnTo>
                  <a:lnTo>
                    <a:pt x="36308" y="710025"/>
                  </a:lnTo>
                  <a:lnTo>
                    <a:pt x="39721" y="718447"/>
                  </a:lnTo>
                  <a:lnTo>
                    <a:pt x="43281" y="726808"/>
                  </a:lnTo>
                  <a:lnTo>
                    <a:pt x="46987" y="735105"/>
                  </a:lnTo>
                  <a:lnTo>
                    <a:pt x="50838" y="743336"/>
                  </a:lnTo>
                  <a:lnTo>
                    <a:pt x="54831" y="751499"/>
                  </a:lnTo>
                  <a:lnTo>
                    <a:pt x="58968" y="759590"/>
                  </a:lnTo>
                  <a:lnTo>
                    <a:pt x="63245" y="767608"/>
                  </a:lnTo>
                  <a:lnTo>
                    <a:pt x="67662" y="775550"/>
                  </a:lnTo>
                  <a:lnTo>
                    <a:pt x="72217" y="783413"/>
                  </a:lnTo>
                  <a:lnTo>
                    <a:pt x="76909" y="791195"/>
                  </a:lnTo>
                  <a:lnTo>
                    <a:pt x="81736" y="798894"/>
                  </a:lnTo>
                  <a:lnTo>
                    <a:pt x="86698" y="806508"/>
                  </a:lnTo>
                  <a:lnTo>
                    <a:pt x="91792" y="814033"/>
                  </a:lnTo>
                  <a:lnTo>
                    <a:pt x="97017" y="821468"/>
                  </a:lnTo>
                  <a:lnTo>
                    <a:pt x="102371" y="828811"/>
                  </a:lnTo>
                  <a:lnTo>
                    <a:pt x="107853" y="836058"/>
                  </a:lnTo>
                  <a:lnTo>
                    <a:pt x="113461" y="843209"/>
                  </a:lnTo>
                  <a:lnTo>
                    <a:pt x="119193" y="850260"/>
                  </a:lnTo>
                  <a:lnTo>
                    <a:pt x="125048" y="857210"/>
                  </a:lnTo>
                  <a:lnTo>
                    <a:pt x="131024" y="864057"/>
                  </a:lnTo>
                  <a:lnTo>
                    <a:pt x="137118" y="870797"/>
                  </a:lnTo>
                  <a:lnTo>
                    <a:pt x="143330" y="877431"/>
                  </a:lnTo>
                  <a:lnTo>
                    <a:pt x="149656" y="883954"/>
                  </a:lnTo>
                  <a:lnTo>
                    <a:pt x="156096" y="890366"/>
                  </a:lnTo>
                  <a:lnTo>
                    <a:pt x="162647" y="896664"/>
                  </a:lnTo>
                  <a:lnTo>
                    <a:pt x="169307" y="902846"/>
                  </a:lnTo>
                  <a:lnTo>
                    <a:pt x="176074" y="908911"/>
                  </a:lnTo>
                  <a:lnTo>
                    <a:pt x="182947" y="914856"/>
                  </a:lnTo>
                  <a:lnTo>
                    <a:pt x="189922" y="920681"/>
                  </a:lnTo>
                  <a:lnTo>
                    <a:pt x="196999" y="926382"/>
                  </a:lnTo>
                  <a:lnTo>
                    <a:pt x="204174" y="931958"/>
                  </a:lnTo>
                  <a:lnTo>
                    <a:pt x="211445" y="937409"/>
                  </a:lnTo>
                  <a:lnTo>
                    <a:pt x="218811" y="942731"/>
                  </a:lnTo>
                  <a:lnTo>
                    <a:pt x="226269" y="947923"/>
                  </a:lnTo>
                  <a:lnTo>
                    <a:pt x="233817" y="952984"/>
                  </a:lnTo>
                  <a:lnTo>
                    <a:pt x="241452" y="957912"/>
                  </a:lnTo>
                  <a:lnTo>
                    <a:pt x="249172" y="962706"/>
                  </a:lnTo>
                  <a:lnTo>
                    <a:pt x="256975" y="967364"/>
                  </a:lnTo>
                  <a:lnTo>
                    <a:pt x="264858" y="971885"/>
                  </a:lnTo>
                  <a:lnTo>
                    <a:pt x="272819" y="976267"/>
                  </a:lnTo>
                  <a:lnTo>
                    <a:pt x="280855" y="980509"/>
                  </a:lnTo>
                  <a:lnTo>
                    <a:pt x="288965" y="984610"/>
                  </a:lnTo>
                  <a:lnTo>
                    <a:pt x="297145" y="988568"/>
                  </a:lnTo>
                  <a:lnTo>
                    <a:pt x="305393" y="992382"/>
                  </a:lnTo>
                  <a:lnTo>
                    <a:pt x="313706" y="996052"/>
                  </a:lnTo>
                  <a:lnTo>
                    <a:pt x="322083" y="999575"/>
                  </a:lnTo>
                  <a:lnTo>
                    <a:pt x="330520" y="1002952"/>
                  </a:lnTo>
                  <a:lnTo>
                    <a:pt x="339014" y="1006180"/>
                  </a:lnTo>
                  <a:lnTo>
                    <a:pt x="347564" y="1009259"/>
                  </a:lnTo>
                  <a:lnTo>
                    <a:pt x="356166" y="1012188"/>
                  </a:lnTo>
                  <a:lnTo>
                    <a:pt x="364819" y="1014966"/>
                  </a:lnTo>
                  <a:lnTo>
                    <a:pt x="373518" y="1017592"/>
                  </a:lnTo>
                  <a:lnTo>
                    <a:pt x="382263" y="1020065"/>
                  </a:lnTo>
                  <a:lnTo>
                    <a:pt x="391049" y="1022385"/>
                  </a:lnTo>
                  <a:lnTo>
                    <a:pt x="399874" y="1024551"/>
                  </a:lnTo>
                  <a:lnTo>
                    <a:pt x="408737" y="1026562"/>
                  </a:lnTo>
                  <a:lnTo>
                    <a:pt x="417632" y="1028417"/>
                  </a:lnTo>
                  <a:lnTo>
                    <a:pt x="426559" y="1030117"/>
                  </a:lnTo>
                  <a:lnTo>
                    <a:pt x="435515" y="1031660"/>
                  </a:lnTo>
                  <a:lnTo>
                    <a:pt x="444496" y="1033046"/>
                  </a:lnTo>
                  <a:lnTo>
                    <a:pt x="453500" y="1034275"/>
                  </a:lnTo>
                  <a:lnTo>
                    <a:pt x="462524" y="1035346"/>
                  </a:lnTo>
                  <a:lnTo>
                    <a:pt x="471565" y="1036259"/>
                  </a:lnTo>
                  <a:lnTo>
                    <a:pt x="480621" y="1037014"/>
                  </a:lnTo>
                  <a:lnTo>
                    <a:pt x="489689" y="1037610"/>
                  </a:lnTo>
                  <a:lnTo>
                    <a:pt x="498766" y="1038047"/>
                  </a:lnTo>
                  <a:lnTo>
                    <a:pt x="507849" y="1038325"/>
                  </a:lnTo>
                  <a:lnTo>
                    <a:pt x="516935" y="1038445"/>
                  </a:lnTo>
                  <a:lnTo>
                    <a:pt x="526023" y="1038405"/>
                  </a:lnTo>
                  <a:lnTo>
                    <a:pt x="535108" y="1038206"/>
                  </a:lnTo>
                  <a:lnTo>
                    <a:pt x="544188" y="1037848"/>
                  </a:lnTo>
                  <a:lnTo>
                    <a:pt x="553261" y="1037332"/>
                  </a:lnTo>
                  <a:lnTo>
                    <a:pt x="562323" y="1036656"/>
                  </a:lnTo>
                  <a:lnTo>
                    <a:pt x="571372" y="1035823"/>
                  </a:lnTo>
                  <a:lnTo>
                    <a:pt x="580405" y="1034831"/>
                  </a:lnTo>
                  <a:lnTo>
                    <a:pt x="589419" y="1033681"/>
                  </a:lnTo>
                  <a:lnTo>
                    <a:pt x="598412" y="1032373"/>
                  </a:lnTo>
                  <a:lnTo>
                    <a:pt x="607381" y="1030908"/>
                  </a:lnTo>
                  <a:lnTo>
                    <a:pt x="616322" y="1029287"/>
                  </a:lnTo>
                  <a:lnTo>
                    <a:pt x="625234" y="1027509"/>
                  </a:lnTo>
                  <a:lnTo>
                    <a:pt x="634113" y="1025576"/>
                  </a:lnTo>
                  <a:lnTo>
                    <a:pt x="642957" y="1023487"/>
                  </a:lnTo>
                  <a:lnTo>
                    <a:pt x="651764" y="1021244"/>
                  </a:lnTo>
                  <a:lnTo>
                    <a:pt x="660529" y="1018847"/>
                  </a:lnTo>
                  <a:lnTo>
                    <a:pt x="669251" y="1016298"/>
                  </a:lnTo>
                  <a:lnTo>
                    <a:pt x="677928" y="1013596"/>
                  </a:lnTo>
                  <a:lnTo>
                    <a:pt x="686556" y="1010742"/>
                  </a:lnTo>
                  <a:lnTo>
                    <a:pt x="695132" y="1007738"/>
                  </a:lnTo>
                  <a:lnTo>
                    <a:pt x="703655" y="1004584"/>
                  </a:lnTo>
                  <a:lnTo>
                    <a:pt x="712121" y="1001282"/>
                  </a:lnTo>
                  <a:lnTo>
                    <a:pt x="720528" y="997832"/>
                  </a:lnTo>
                  <a:lnTo>
                    <a:pt x="728873" y="994235"/>
                  </a:lnTo>
                  <a:lnTo>
                    <a:pt x="737154" y="990493"/>
                  </a:lnTo>
                  <a:lnTo>
                    <a:pt x="745368" y="986607"/>
                  </a:lnTo>
                  <a:lnTo>
                    <a:pt x="753514" y="982577"/>
                  </a:lnTo>
                  <a:lnTo>
                    <a:pt x="761587" y="978406"/>
                  </a:lnTo>
                  <a:lnTo>
                    <a:pt x="769586" y="974093"/>
                  </a:lnTo>
                  <a:lnTo>
                    <a:pt x="777508" y="969642"/>
                  </a:lnTo>
                  <a:lnTo>
                    <a:pt x="785351" y="965052"/>
                  </a:lnTo>
                  <a:lnTo>
                    <a:pt x="793113" y="960326"/>
                  </a:lnTo>
                  <a:lnTo>
                    <a:pt x="800791" y="955465"/>
                  </a:lnTo>
                  <a:lnTo>
                    <a:pt x="808383" y="950470"/>
                  </a:lnTo>
                  <a:lnTo>
                    <a:pt x="815886" y="945343"/>
                  </a:lnTo>
                  <a:lnTo>
                    <a:pt x="823298" y="940086"/>
                  </a:lnTo>
                  <a:lnTo>
                    <a:pt x="830617" y="934699"/>
                  </a:lnTo>
                  <a:lnTo>
                    <a:pt x="837840" y="929186"/>
                  </a:lnTo>
                  <a:lnTo>
                    <a:pt x="844966" y="923547"/>
                  </a:lnTo>
                  <a:lnTo>
                    <a:pt x="851992" y="917784"/>
                  </a:lnTo>
                  <a:lnTo>
                    <a:pt x="858917" y="911899"/>
                  </a:lnTo>
                  <a:lnTo>
                    <a:pt x="865737" y="905893"/>
                  </a:lnTo>
                  <a:lnTo>
                    <a:pt x="872451" y="899769"/>
                  </a:lnTo>
                  <a:lnTo>
                    <a:pt x="879057" y="893529"/>
                  </a:lnTo>
                  <a:lnTo>
                    <a:pt x="885552" y="887174"/>
                  </a:lnTo>
                  <a:lnTo>
                    <a:pt x="891936" y="880706"/>
                  </a:lnTo>
                  <a:lnTo>
                    <a:pt x="898205" y="874128"/>
                  </a:lnTo>
                  <a:lnTo>
                    <a:pt x="904358" y="867440"/>
                  </a:lnTo>
                  <a:lnTo>
                    <a:pt x="910393" y="860646"/>
                  </a:lnTo>
                  <a:lnTo>
                    <a:pt x="916309" y="853748"/>
                  </a:lnTo>
                  <a:lnTo>
                    <a:pt x="922103" y="846747"/>
                  </a:lnTo>
                  <a:lnTo>
                    <a:pt x="927773" y="839646"/>
                  </a:lnTo>
                  <a:lnTo>
                    <a:pt x="933318" y="832446"/>
                  </a:lnTo>
                  <a:lnTo>
                    <a:pt x="938736" y="825151"/>
                  </a:lnTo>
                  <a:lnTo>
                    <a:pt x="944026" y="817762"/>
                  </a:lnTo>
                  <a:lnTo>
                    <a:pt x="949186" y="810282"/>
                  </a:lnTo>
                  <a:lnTo>
                    <a:pt x="954214" y="802712"/>
                  </a:lnTo>
                  <a:lnTo>
                    <a:pt x="959109" y="795056"/>
                  </a:lnTo>
                  <a:lnTo>
                    <a:pt x="963869" y="787315"/>
                  </a:lnTo>
                  <a:lnTo>
                    <a:pt x="968492" y="779491"/>
                  </a:lnTo>
                  <a:lnTo>
                    <a:pt x="972979" y="771589"/>
                  </a:lnTo>
                  <a:lnTo>
                    <a:pt x="977326" y="763609"/>
                  </a:lnTo>
                  <a:lnTo>
                    <a:pt x="981533" y="755554"/>
                  </a:lnTo>
                  <a:lnTo>
                    <a:pt x="985598" y="747426"/>
                  </a:lnTo>
                  <a:lnTo>
                    <a:pt x="989520" y="739229"/>
                  </a:lnTo>
                  <a:lnTo>
                    <a:pt x="993298" y="730964"/>
                  </a:lnTo>
                  <a:lnTo>
                    <a:pt x="996932" y="722635"/>
                  </a:lnTo>
                  <a:lnTo>
                    <a:pt x="1000418" y="714243"/>
                  </a:lnTo>
                  <a:lnTo>
                    <a:pt x="1003758" y="705791"/>
                  </a:lnTo>
                  <a:lnTo>
                    <a:pt x="1006949" y="697283"/>
                  </a:lnTo>
                  <a:lnTo>
                    <a:pt x="1009990" y="688719"/>
                  </a:lnTo>
                  <a:lnTo>
                    <a:pt x="1012881" y="680104"/>
                  </a:lnTo>
                  <a:lnTo>
                    <a:pt x="1015621" y="671440"/>
                  </a:lnTo>
                  <a:lnTo>
                    <a:pt x="1018209" y="662729"/>
                  </a:lnTo>
                  <a:lnTo>
                    <a:pt x="1020644" y="653974"/>
                  </a:lnTo>
                  <a:lnTo>
                    <a:pt x="1022926" y="645178"/>
                  </a:lnTo>
                  <a:lnTo>
                    <a:pt x="1025053" y="636343"/>
                  </a:lnTo>
                  <a:lnTo>
                    <a:pt x="1027025" y="627472"/>
                  </a:lnTo>
                  <a:lnTo>
                    <a:pt x="1028842" y="618568"/>
                  </a:lnTo>
                  <a:lnTo>
                    <a:pt x="1030503" y="609634"/>
                  </a:lnTo>
                  <a:lnTo>
                    <a:pt x="1032007" y="600672"/>
                  </a:lnTo>
                  <a:lnTo>
                    <a:pt x="1033354" y="591685"/>
                  </a:lnTo>
                  <a:lnTo>
                    <a:pt x="1034543" y="582675"/>
                  </a:lnTo>
                  <a:lnTo>
                    <a:pt x="1035575" y="573647"/>
                  </a:lnTo>
                  <a:lnTo>
                    <a:pt x="1036448" y="564602"/>
                  </a:lnTo>
                  <a:lnTo>
                    <a:pt x="1037163" y="555542"/>
                  </a:lnTo>
                  <a:lnTo>
                    <a:pt x="1037719" y="546472"/>
                  </a:lnTo>
                  <a:lnTo>
                    <a:pt x="1038117" y="537393"/>
                  </a:lnTo>
                  <a:lnTo>
                    <a:pt x="1038355" y="528309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446397" y="506728"/>
              <a:ext cx="0" cy="467304"/>
            </a:xfrm>
            <a:custGeom>
              <a:avLst/>
              <a:pathLst>
                <a:path w="0" h="467304">
                  <a:moveTo>
                    <a:pt x="0" y="46730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483112" y="658807"/>
              <a:ext cx="330434" cy="330434"/>
            </a:xfrm>
            <a:custGeom>
              <a:avLst/>
              <a:pathLst>
                <a:path w="330434" h="330434">
                  <a:moveTo>
                    <a:pt x="0" y="330434"/>
                  </a:moveTo>
                  <a:lnTo>
                    <a:pt x="33043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498320" y="1025956"/>
              <a:ext cx="467304" cy="0"/>
            </a:xfrm>
            <a:custGeom>
              <a:avLst/>
              <a:pathLst>
                <a:path w="467304" h="0">
                  <a:moveTo>
                    <a:pt x="0" y="0"/>
                  </a:moveTo>
                  <a:lnTo>
                    <a:pt x="46730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483112" y="1062671"/>
              <a:ext cx="330434" cy="330434"/>
            </a:xfrm>
            <a:custGeom>
              <a:avLst/>
              <a:pathLst>
                <a:path w="330434" h="330434">
                  <a:moveTo>
                    <a:pt x="0" y="0"/>
                  </a:moveTo>
                  <a:lnTo>
                    <a:pt x="330434" y="33043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397" y="1077879"/>
              <a:ext cx="0" cy="467304"/>
            </a:xfrm>
            <a:custGeom>
              <a:avLst/>
              <a:pathLst>
                <a:path w="0" h="467304">
                  <a:moveTo>
                    <a:pt x="0" y="0"/>
                  </a:moveTo>
                  <a:lnTo>
                    <a:pt x="0" y="46730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079247" y="1062671"/>
              <a:ext cx="330434" cy="330434"/>
            </a:xfrm>
            <a:custGeom>
              <a:avLst/>
              <a:pathLst>
                <a:path w="330434" h="330434">
                  <a:moveTo>
                    <a:pt x="330434" y="0"/>
                  </a:moveTo>
                  <a:lnTo>
                    <a:pt x="0" y="33043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927169" y="1025956"/>
              <a:ext cx="467304" cy="0"/>
            </a:xfrm>
            <a:custGeom>
              <a:avLst/>
              <a:pathLst>
                <a:path w="467304" h="0">
                  <a:moveTo>
                    <a:pt x="467304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079247" y="658807"/>
              <a:ext cx="330434" cy="330434"/>
            </a:xfrm>
            <a:custGeom>
              <a:avLst/>
              <a:pathLst>
                <a:path w="330434" h="330434">
                  <a:moveTo>
                    <a:pt x="330434" y="33043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377481" y="881099"/>
              <a:ext cx="273774" cy="211611"/>
            </a:xfrm>
            <a:custGeom>
              <a:avLst/>
              <a:pathLst>
                <a:path w="273774" h="211611">
                  <a:moveTo>
                    <a:pt x="68915" y="33459"/>
                  </a:moveTo>
                  <a:lnTo>
                    <a:pt x="213772" y="0"/>
                  </a:lnTo>
                  <a:lnTo>
                    <a:pt x="273774" y="144857"/>
                  </a:lnTo>
                  <a:lnTo>
                    <a:pt x="135670" y="211611"/>
                  </a:lnTo>
                  <a:lnTo>
                    <a:pt x="68915" y="196779"/>
                  </a:lnTo>
                  <a:lnTo>
                    <a:pt x="14177" y="199595"/>
                  </a:lnTo>
                  <a:lnTo>
                    <a:pt x="0" y="144857"/>
                  </a:lnTo>
                  <a:lnTo>
                    <a:pt x="20184" y="96126"/>
                  </a:lnTo>
                  <a:lnTo>
                    <a:pt x="68915" y="33459"/>
                  </a:lnTo>
                </a:path>
              </a:pathLst>
            </a:custGeom>
            <a:ln w="31166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411127" y="879288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555984" y="845829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615985" y="990686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477881" y="1057440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411127" y="1042609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356388" y="1045424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3342211" y="990686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362396" y="941955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411127" y="879288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tx80"/>
            <p:cNvSpPr/>
            <p:nvPr/>
          </p:nvSpPr>
          <p:spPr>
            <a:xfrm>
              <a:off x="3306966" y="952362"/>
              <a:ext cx="87508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273316" y="718709"/>
              <a:ext cx="12115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3239666" y="485057"/>
              <a:ext cx="15480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83" name="rc83"/>
            <p:cNvSpPr/>
            <p:nvPr/>
          </p:nvSpPr>
          <p:spPr>
            <a:xfrm>
              <a:off x="4571999" y="69589"/>
              <a:ext cx="2251205" cy="233029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4571999" y="302618"/>
              <a:ext cx="2251205" cy="14466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4609957" y="69589"/>
              <a:ext cx="2175290" cy="23302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tx86"/>
            <p:cNvSpPr/>
            <p:nvPr/>
          </p:nvSpPr>
          <p:spPr>
            <a:xfrm>
              <a:off x="5290191" y="103556"/>
              <a:ext cx="814821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Anseriformes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070415" y="205046"/>
              <a:ext cx="1254373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35, species = 16</a:t>
              </a:r>
            </a:p>
          </p:txBody>
        </p:sp>
        <p:sp>
          <p:nvSpPr>
            <p:cNvPr id="88" name="rc88"/>
            <p:cNvSpPr/>
            <p:nvPr/>
          </p:nvSpPr>
          <p:spPr>
            <a:xfrm>
              <a:off x="4840877" y="340576"/>
              <a:ext cx="1713451" cy="1370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tx89"/>
            <p:cNvSpPr/>
            <p:nvPr/>
          </p:nvSpPr>
          <p:spPr>
            <a:xfrm>
              <a:off x="4803367" y="1412013"/>
              <a:ext cx="472013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4872073" y="989791"/>
              <a:ext cx="228417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4820375" y="567570"/>
              <a:ext cx="45500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92" name="pl92"/>
            <p:cNvSpPr/>
            <p:nvPr/>
          </p:nvSpPr>
          <p:spPr>
            <a:xfrm>
              <a:off x="5645681" y="974034"/>
              <a:ext cx="103843" cy="103844"/>
            </a:xfrm>
            <a:custGeom>
              <a:avLst/>
              <a:pathLst>
                <a:path w="103843" h="103844">
                  <a:moveTo>
                    <a:pt x="103843" y="51922"/>
                  </a:moveTo>
                  <a:lnTo>
                    <a:pt x="103835" y="51013"/>
                  </a:lnTo>
                  <a:lnTo>
                    <a:pt x="103811" y="50105"/>
                  </a:lnTo>
                  <a:lnTo>
                    <a:pt x="103771" y="49197"/>
                  </a:lnTo>
                  <a:lnTo>
                    <a:pt x="103716" y="48290"/>
                  </a:lnTo>
                  <a:lnTo>
                    <a:pt x="103644" y="47384"/>
                  </a:lnTo>
                  <a:lnTo>
                    <a:pt x="103557" y="46479"/>
                  </a:lnTo>
                  <a:lnTo>
                    <a:pt x="103454" y="45576"/>
                  </a:lnTo>
                  <a:lnTo>
                    <a:pt x="103335" y="44676"/>
                  </a:lnTo>
                  <a:lnTo>
                    <a:pt x="103200" y="43777"/>
                  </a:lnTo>
                  <a:lnTo>
                    <a:pt x="103050" y="42881"/>
                  </a:lnTo>
                  <a:lnTo>
                    <a:pt x="102884" y="41987"/>
                  </a:lnTo>
                  <a:lnTo>
                    <a:pt x="102702" y="41097"/>
                  </a:lnTo>
                  <a:lnTo>
                    <a:pt x="102505" y="40210"/>
                  </a:lnTo>
                  <a:lnTo>
                    <a:pt x="102292" y="39326"/>
                  </a:lnTo>
                  <a:lnTo>
                    <a:pt x="102064" y="38447"/>
                  </a:lnTo>
                  <a:lnTo>
                    <a:pt x="101820" y="37571"/>
                  </a:lnTo>
                  <a:lnTo>
                    <a:pt x="101562" y="36700"/>
                  </a:lnTo>
                  <a:lnTo>
                    <a:pt x="101288" y="35834"/>
                  </a:lnTo>
                  <a:lnTo>
                    <a:pt x="100999" y="34972"/>
                  </a:lnTo>
                  <a:lnTo>
                    <a:pt x="100694" y="34116"/>
                  </a:lnTo>
                  <a:lnTo>
                    <a:pt x="100375" y="33265"/>
                  </a:lnTo>
                  <a:lnTo>
                    <a:pt x="100041" y="32420"/>
                  </a:lnTo>
                  <a:lnTo>
                    <a:pt x="99693" y="31580"/>
                  </a:lnTo>
                  <a:lnTo>
                    <a:pt x="99329" y="30748"/>
                  </a:lnTo>
                  <a:lnTo>
                    <a:pt x="98952" y="29921"/>
                  </a:lnTo>
                  <a:lnTo>
                    <a:pt x="98559" y="29101"/>
                  </a:lnTo>
                  <a:lnTo>
                    <a:pt x="98153" y="28289"/>
                  </a:lnTo>
                  <a:lnTo>
                    <a:pt x="97732" y="27483"/>
                  </a:lnTo>
                  <a:lnTo>
                    <a:pt x="97297" y="26685"/>
                  </a:lnTo>
                  <a:lnTo>
                    <a:pt x="96849" y="25895"/>
                  </a:lnTo>
                  <a:lnTo>
                    <a:pt x="96386" y="25113"/>
                  </a:lnTo>
                  <a:lnTo>
                    <a:pt x="95910" y="24338"/>
                  </a:lnTo>
                  <a:lnTo>
                    <a:pt x="95421" y="23573"/>
                  </a:lnTo>
                  <a:lnTo>
                    <a:pt x="94918" y="22816"/>
                  </a:lnTo>
                  <a:lnTo>
                    <a:pt x="94402" y="22068"/>
                  </a:lnTo>
                  <a:lnTo>
                    <a:pt x="93873" y="21329"/>
                  </a:lnTo>
                  <a:lnTo>
                    <a:pt x="93331" y="20599"/>
                  </a:lnTo>
                  <a:lnTo>
                    <a:pt x="92777" y="19879"/>
                  </a:lnTo>
                  <a:lnTo>
                    <a:pt x="92210" y="19169"/>
                  </a:lnTo>
                  <a:lnTo>
                    <a:pt x="91630" y="18469"/>
                  </a:lnTo>
                  <a:lnTo>
                    <a:pt x="91039" y="17779"/>
                  </a:lnTo>
                  <a:lnTo>
                    <a:pt x="90435" y="17100"/>
                  </a:lnTo>
                  <a:lnTo>
                    <a:pt x="89820" y="16431"/>
                  </a:lnTo>
                  <a:lnTo>
                    <a:pt x="89193" y="15773"/>
                  </a:lnTo>
                  <a:lnTo>
                    <a:pt x="88555" y="15127"/>
                  </a:lnTo>
                  <a:lnTo>
                    <a:pt x="87905" y="14491"/>
                  </a:lnTo>
                  <a:lnTo>
                    <a:pt x="87245" y="13867"/>
                  </a:lnTo>
                  <a:lnTo>
                    <a:pt x="86573" y="13255"/>
                  </a:lnTo>
                  <a:lnTo>
                    <a:pt x="85891" y="12654"/>
                  </a:lnTo>
                  <a:lnTo>
                    <a:pt x="85199" y="12066"/>
                  </a:lnTo>
                  <a:lnTo>
                    <a:pt x="84496" y="11489"/>
                  </a:lnTo>
                  <a:lnTo>
                    <a:pt x="83784" y="10925"/>
                  </a:lnTo>
                  <a:lnTo>
                    <a:pt x="83061" y="10374"/>
                  </a:lnTo>
                  <a:lnTo>
                    <a:pt x="82329" y="9835"/>
                  </a:lnTo>
                  <a:lnTo>
                    <a:pt x="81588" y="9310"/>
                  </a:lnTo>
                  <a:lnTo>
                    <a:pt x="80838" y="8797"/>
                  </a:lnTo>
                  <a:lnTo>
                    <a:pt x="80079" y="8297"/>
                  </a:lnTo>
                  <a:lnTo>
                    <a:pt x="79311" y="7811"/>
                  </a:lnTo>
                  <a:lnTo>
                    <a:pt x="78535" y="7339"/>
                  </a:lnTo>
                  <a:lnTo>
                    <a:pt x="77750" y="6880"/>
                  </a:lnTo>
                  <a:lnTo>
                    <a:pt x="76958" y="6435"/>
                  </a:lnTo>
                  <a:lnTo>
                    <a:pt x="76158" y="6003"/>
                  </a:lnTo>
                  <a:lnTo>
                    <a:pt x="75351" y="5586"/>
                  </a:lnTo>
                  <a:lnTo>
                    <a:pt x="74536" y="5183"/>
                  </a:lnTo>
                  <a:lnTo>
                    <a:pt x="73715" y="4795"/>
                  </a:lnTo>
                  <a:lnTo>
                    <a:pt x="72887" y="4420"/>
                  </a:lnTo>
                  <a:lnTo>
                    <a:pt x="72052" y="4061"/>
                  </a:lnTo>
                  <a:lnTo>
                    <a:pt x="71212" y="3716"/>
                  </a:lnTo>
                  <a:lnTo>
                    <a:pt x="70365" y="3386"/>
                  </a:lnTo>
                  <a:lnTo>
                    <a:pt x="69513" y="3070"/>
                  </a:lnTo>
                  <a:lnTo>
                    <a:pt x="68655" y="2770"/>
                  </a:lnTo>
                  <a:lnTo>
                    <a:pt x="67792" y="2484"/>
                  </a:lnTo>
                  <a:lnTo>
                    <a:pt x="66925" y="2214"/>
                  </a:lnTo>
                  <a:lnTo>
                    <a:pt x="66052" y="1959"/>
                  </a:lnTo>
                  <a:lnTo>
                    <a:pt x="65176" y="1720"/>
                  </a:lnTo>
                  <a:lnTo>
                    <a:pt x="64295" y="1495"/>
                  </a:lnTo>
                  <a:lnTo>
                    <a:pt x="63411" y="1286"/>
                  </a:lnTo>
                  <a:lnTo>
                    <a:pt x="62523" y="1093"/>
                  </a:lnTo>
                  <a:lnTo>
                    <a:pt x="61632" y="915"/>
                  </a:lnTo>
                  <a:lnTo>
                    <a:pt x="60738" y="753"/>
                  </a:lnTo>
                  <a:lnTo>
                    <a:pt x="59841" y="607"/>
                  </a:lnTo>
                  <a:lnTo>
                    <a:pt x="58941" y="476"/>
                  </a:lnTo>
                  <a:lnTo>
                    <a:pt x="58040" y="361"/>
                  </a:lnTo>
                  <a:lnTo>
                    <a:pt x="57137" y="262"/>
                  </a:lnTo>
                  <a:lnTo>
                    <a:pt x="56232" y="178"/>
                  </a:lnTo>
                  <a:lnTo>
                    <a:pt x="55326" y="111"/>
                  </a:lnTo>
                  <a:lnTo>
                    <a:pt x="54418" y="59"/>
                  </a:lnTo>
                  <a:lnTo>
                    <a:pt x="53510" y="23"/>
                  </a:lnTo>
                  <a:lnTo>
                    <a:pt x="52602" y="3"/>
                  </a:lnTo>
                  <a:lnTo>
                    <a:pt x="51693" y="0"/>
                  </a:lnTo>
                  <a:lnTo>
                    <a:pt x="50784" y="11"/>
                  </a:lnTo>
                  <a:lnTo>
                    <a:pt x="49876" y="39"/>
                  </a:lnTo>
                  <a:lnTo>
                    <a:pt x="48968" y="83"/>
                  </a:lnTo>
                  <a:lnTo>
                    <a:pt x="48062" y="143"/>
                  </a:lnTo>
                  <a:lnTo>
                    <a:pt x="47156" y="218"/>
                  </a:lnTo>
                  <a:lnTo>
                    <a:pt x="46252" y="309"/>
                  </a:lnTo>
                  <a:lnTo>
                    <a:pt x="45350" y="416"/>
                  </a:lnTo>
                  <a:lnTo>
                    <a:pt x="44449" y="539"/>
                  </a:lnTo>
                  <a:lnTo>
                    <a:pt x="43551" y="678"/>
                  </a:lnTo>
                  <a:lnTo>
                    <a:pt x="42655" y="832"/>
                  </a:lnTo>
                  <a:lnTo>
                    <a:pt x="41763" y="1002"/>
                  </a:lnTo>
                  <a:lnTo>
                    <a:pt x="40873" y="1188"/>
                  </a:lnTo>
                  <a:lnTo>
                    <a:pt x="39987" y="1389"/>
                  </a:lnTo>
                  <a:lnTo>
                    <a:pt x="39104" y="1605"/>
                  </a:lnTo>
                  <a:lnTo>
                    <a:pt x="38226" y="1837"/>
                  </a:lnTo>
                  <a:lnTo>
                    <a:pt x="37351" y="2085"/>
                  </a:lnTo>
                  <a:lnTo>
                    <a:pt x="36481" y="2347"/>
                  </a:lnTo>
                  <a:lnTo>
                    <a:pt x="35616" y="2625"/>
                  </a:lnTo>
                  <a:lnTo>
                    <a:pt x="34756" y="2918"/>
                  </a:lnTo>
                  <a:lnTo>
                    <a:pt x="33901" y="3226"/>
                  </a:lnTo>
                  <a:lnTo>
                    <a:pt x="33052" y="3549"/>
                  </a:lnTo>
                  <a:lnTo>
                    <a:pt x="32208" y="3886"/>
                  </a:lnTo>
                  <a:lnTo>
                    <a:pt x="31370" y="4239"/>
                  </a:lnTo>
                  <a:lnTo>
                    <a:pt x="30539" y="4606"/>
                  </a:lnTo>
                  <a:lnTo>
                    <a:pt x="29714" y="4987"/>
                  </a:lnTo>
                  <a:lnTo>
                    <a:pt x="28896" y="5383"/>
                  </a:lnTo>
                  <a:lnTo>
                    <a:pt x="28085" y="5793"/>
                  </a:lnTo>
                  <a:lnTo>
                    <a:pt x="27281" y="6217"/>
                  </a:lnTo>
                  <a:lnTo>
                    <a:pt x="26485" y="6655"/>
                  </a:lnTo>
                  <a:lnTo>
                    <a:pt x="25697" y="7108"/>
                  </a:lnTo>
                  <a:lnTo>
                    <a:pt x="24917" y="7573"/>
                  </a:lnTo>
                  <a:lnTo>
                    <a:pt x="24145" y="8053"/>
                  </a:lnTo>
                  <a:lnTo>
                    <a:pt x="23381" y="8546"/>
                  </a:lnTo>
                  <a:lnTo>
                    <a:pt x="22626" y="9052"/>
                  </a:lnTo>
                  <a:lnTo>
                    <a:pt x="21881" y="9571"/>
                  </a:lnTo>
                  <a:lnTo>
                    <a:pt x="21144" y="10103"/>
                  </a:lnTo>
                  <a:lnTo>
                    <a:pt x="20417" y="10648"/>
                  </a:lnTo>
                  <a:lnTo>
                    <a:pt x="19699" y="11206"/>
                  </a:lnTo>
                  <a:lnTo>
                    <a:pt x="18992" y="11776"/>
                  </a:lnTo>
                  <a:lnTo>
                    <a:pt x="18294" y="12358"/>
                  </a:lnTo>
                  <a:lnTo>
                    <a:pt x="17607" y="12953"/>
                  </a:lnTo>
                  <a:lnTo>
                    <a:pt x="16930" y="13559"/>
                  </a:lnTo>
                  <a:lnTo>
                    <a:pt x="16264" y="14178"/>
                  </a:lnTo>
                  <a:lnTo>
                    <a:pt x="15609" y="14807"/>
                  </a:lnTo>
                  <a:lnTo>
                    <a:pt x="14965" y="15449"/>
                  </a:lnTo>
                  <a:lnTo>
                    <a:pt x="14333" y="16101"/>
                  </a:lnTo>
                  <a:lnTo>
                    <a:pt x="13711" y="16764"/>
                  </a:lnTo>
                  <a:lnTo>
                    <a:pt x="13102" y="17438"/>
                  </a:lnTo>
                  <a:lnTo>
                    <a:pt x="12504" y="18123"/>
                  </a:lnTo>
                  <a:lnTo>
                    <a:pt x="11919" y="18818"/>
                  </a:lnTo>
                  <a:lnTo>
                    <a:pt x="11346" y="19523"/>
                  </a:lnTo>
                  <a:lnTo>
                    <a:pt x="10785" y="20238"/>
                  </a:lnTo>
                  <a:lnTo>
                    <a:pt x="10237" y="20963"/>
                  </a:lnTo>
                  <a:lnTo>
                    <a:pt x="9701" y="21697"/>
                  </a:lnTo>
                  <a:lnTo>
                    <a:pt x="9179" y="22441"/>
                  </a:lnTo>
                  <a:lnTo>
                    <a:pt x="8669" y="23193"/>
                  </a:lnTo>
                  <a:lnTo>
                    <a:pt x="8173" y="23955"/>
                  </a:lnTo>
                  <a:lnTo>
                    <a:pt x="7690" y="24724"/>
                  </a:lnTo>
                  <a:lnTo>
                    <a:pt x="7221" y="25503"/>
                  </a:lnTo>
                  <a:lnTo>
                    <a:pt x="6766" y="26289"/>
                  </a:lnTo>
                  <a:lnTo>
                    <a:pt x="6324" y="27083"/>
                  </a:lnTo>
                  <a:lnTo>
                    <a:pt x="5896" y="27885"/>
                  </a:lnTo>
                  <a:lnTo>
                    <a:pt x="5483" y="28694"/>
                  </a:lnTo>
                  <a:lnTo>
                    <a:pt x="5083" y="29510"/>
                  </a:lnTo>
                  <a:lnTo>
                    <a:pt x="4698" y="30333"/>
                  </a:lnTo>
                  <a:lnTo>
                    <a:pt x="4328" y="31163"/>
                  </a:lnTo>
                  <a:lnTo>
                    <a:pt x="3972" y="31999"/>
                  </a:lnTo>
                  <a:lnTo>
                    <a:pt x="3630" y="32842"/>
                  </a:lnTo>
                  <a:lnTo>
                    <a:pt x="3304" y="33690"/>
                  </a:lnTo>
                  <a:lnTo>
                    <a:pt x="2992" y="34543"/>
                  </a:lnTo>
                  <a:lnTo>
                    <a:pt x="2696" y="35402"/>
                  </a:lnTo>
                  <a:lnTo>
                    <a:pt x="2414" y="36266"/>
                  </a:lnTo>
                  <a:lnTo>
                    <a:pt x="2148" y="37135"/>
                  </a:lnTo>
                  <a:lnTo>
                    <a:pt x="1896" y="38008"/>
                  </a:lnTo>
                  <a:lnTo>
                    <a:pt x="1661" y="38886"/>
                  </a:lnTo>
                  <a:lnTo>
                    <a:pt x="1440" y="39768"/>
                  </a:lnTo>
                  <a:lnTo>
                    <a:pt x="1235" y="40653"/>
                  </a:lnTo>
                  <a:lnTo>
                    <a:pt x="1046" y="41542"/>
                  </a:lnTo>
                  <a:lnTo>
                    <a:pt x="872" y="42434"/>
                  </a:lnTo>
                  <a:lnTo>
                    <a:pt x="714" y="43328"/>
                  </a:lnTo>
                  <a:lnTo>
                    <a:pt x="571" y="44226"/>
                  </a:lnTo>
                  <a:lnTo>
                    <a:pt x="444" y="45126"/>
                  </a:lnTo>
                  <a:lnTo>
                    <a:pt x="333" y="46028"/>
                  </a:lnTo>
                  <a:lnTo>
                    <a:pt x="238" y="46931"/>
                  </a:lnTo>
                  <a:lnTo>
                    <a:pt x="158" y="47837"/>
                  </a:lnTo>
                  <a:lnTo>
                    <a:pt x="95" y="48743"/>
                  </a:lnTo>
                  <a:lnTo>
                    <a:pt x="47" y="49651"/>
                  </a:lnTo>
                  <a:lnTo>
                    <a:pt x="15" y="50559"/>
                  </a:lnTo>
                  <a:lnTo>
                    <a:pt x="0" y="51467"/>
                  </a:lnTo>
                  <a:lnTo>
                    <a:pt x="0" y="52376"/>
                  </a:lnTo>
                  <a:lnTo>
                    <a:pt x="15" y="53285"/>
                  </a:lnTo>
                  <a:lnTo>
                    <a:pt x="47" y="54193"/>
                  </a:lnTo>
                  <a:lnTo>
                    <a:pt x="95" y="55100"/>
                  </a:lnTo>
                  <a:lnTo>
                    <a:pt x="158" y="56007"/>
                  </a:lnTo>
                  <a:lnTo>
                    <a:pt x="238" y="56912"/>
                  </a:lnTo>
                  <a:lnTo>
                    <a:pt x="333" y="57816"/>
                  </a:lnTo>
                  <a:lnTo>
                    <a:pt x="444" y="58718"/>
                  </a:lnTo>
                  <a:lnTo>
                    <a:pt x="571" y="59618"/>
                  </a:lnTo>
                  <a:lnTo>
                    <a:pt x="714" y="60515"/>
                  </a:lnTo>
                  <a:lnTo>
                    <a:pt x="872" y="61410"/>
                  </a:lnTo>
                  <a:lnTo>
                    <a:pt x="1046" y="62302"/>
                  </a:lnTo>
                  <a:lnTo>
                    <a:pt x="1235" y="63191"/>
                  </a:lnTo>
                  <a:lnTo>
                    <a:pt x="1440" y="64076"/>
                  </a:lnTo>
                  <a:lnTo>
                    <a:pt x="1661" y="64958"/>
                  </a:lnTo>
                  <a:lnTo>
                    <a:pt x="1896" y="65835"/>
                  </a:lnTo>
                  <a:lnTo>
                    <a:pt x="2148" y="66709"/>
                  </a:lnTo>
                  <a:lnTo>
                    <a:pt x="2414" y="67577"/>
                  </a:lnTo>
                  <a:lnTo>
                    <a:pt x="2696" y="68441"/>
                  </a:lnTo>
                  <a:lnTo>
                    <a:pt x="2992" y="69300"/>
                  </a:lnTo>
                  <a:lnTo>
                    <a:pt x="3304" y="70154"/>
                  </a:lnTo>
                  <a:lnTo>
                    <a:pt x="3630" y="71002"/>
                  </a:lnTo>
                  <a:lnTo>
                    <a:pt x="3972" y="71844"/>
                  </a:lnTo>
                  <a:lnTo>
                    <a:pt x="4328" y="72680"/>
                  </a:lnTo>
                  <a:lnTo>
                    <a:pt x="4698" y="73510"/>
                  </a:lnTo>
                  <a:lnTo>
                    <a:pt x="5083" y="74333"/>
                  </a:lnTo>
                  <a:lnTo>
                    <a:pt x="5483" y="75149"/>
                  </a:lnTo>
                  <a:lnTo>
                    <a:pt x="5896" y="75959"/>
                  </a:lnTo>
                  <a:lnTo>
                    <a:pt x="6324" y="76760"/>
                  </a:lnTo>
                  <a:lnTo>
                    <a:pt x="6766" y="77555"/>
                  </a:lnTo>
                  <a:lnTo>
                    <a:pt x="7221" y="78341"/>
                  </a:lnTo>
                  <a:lnTo>
                    <a:pt x="7690" y="79119"/>
                  </a:lnTo>
                  <a:lnTo>
                    <a:pt x="8173" y="79889"/>
                  </a:lnTo>
                  <a:lnTo>
                    <a:pt x="8669" y="80650"/>
                  </a:lnTo>
                  <a:lnTo>
                    <a:pt x="9179" y="81403"/>
                  </a:lnTo>
                  <a:lnTo>
                    <a:pt x="9701" y="82146"/>
                  </a:lnTo>
                  <a:lnTo>
                    <a:pt x="10237" y="82881"/>
                  </a:lnTo>
                  <a:lnTo>
                    <a:pt x="10785" y="83605"/>
                  </a:lnTo>
                  <a:lnTo>
                    <a:pt x="11346" y="84320"/>
                  </a:lnTo>
                  <a:lnTo>
                    <a:pt x="11919" y="85026"/>
                  </a:lnTo>
                  <a:lnTo>
                    <a:pt x="12504" y="85721"/>
                  </a:lnTo>
                  <a:lnTo>
                    <a:pt x="13102" y="86405"/>
                  </a:lnTo>
                  <a:lnTo>
                    <a:pt x="13711" y="87079"/>
                  </a:lnTo>
                  <a:lnTo>
                    <a:pt x="14333" y="87743"/>
                  </a:lnTo>
                  <a:lnTo>
                    <a:pt x="14965" y="88395"/>
                  </a:lnTo>
                  <a:lnTo>
                    <a:pt x="15609" y="89036"/>
                  </a:lnTo>
                  <a:lnTo>
                    <a:pt x="16264" y="89666"/>
                  </a:lnTo>
                  <a:lnTo>
                    <a:pt x="16930" y="90284"/>
                  </a:lnTo>
                  <a:lnTo>
                    <a:pt x="17607" y="90891"/>
                  </a:lnTo>
                  <a:lnTo>
                    <a:pt x="18294" y="91485"/>
                  </a:lnTo>
                  <a:lnTo>
                    <a:pt x="18992" y="92068"/>
                  </a:lnTo>
                  <a:lnTo>
                    <a:pt x="19699" y="92638"/>
                  </a:lnTo>
                  <a:lnTo>
                    <a:pt x="20417" y="93195"/>
                  </a:lnTo>
                  <a:lnTo>
                    <a:pt x="21144" y="93740"/>
                  </a:lnTo>
                  <a:lnTo>
                    <a:pt x="21881" y="94273"/>
                  </a:lnTo>
                  <a:lnTo>
                    <a:pt x="22626" y="94792"/>
                  </a:lnTo>
                  <a:lnTo>
                    <a:pt x="23381" y="95298"/>
                  </a:lnTo>
                  <a:lnTo>
                    <a:pt x="24145" y="95791"/>
                  </a:lnTo>
                  <a:lnTo>
                    <a:pt x="24917" y="96270"/>
                  </a:lnTo>
                  <a:lnTo>
                    <a:pt x="25697" y="96736"/>
                  </a:lnTo>
                  <a:lnTo>
                    <a:pt x="26485" y="97188"/>
                  </a:lnTo>
                  <a:lnTo>
                    <a:pt x="27281" y="97626"/>
                  </a:lnTo>
                  <a:lnTo>
                    <a:pt x="28085" y="98050"/>
                  </a:lnTo>
                  <a:lnTo>
                    <a:pt x="28896" y="98461"/>
                  </a:lnTo>
                  <a:lnTo>
                    <a:pt x="29714" y="98856"/>
                  </a:lnTo>
                  <a:lnTo>
                    <a:pt x="30539" y="99238"/>
                  </a:lnTo>
                  <a:lnTo>
                    <a:pt x="31370" y="99605"/>
                  </a:lnTo>
                  <a:lnTo>
                    <a:pt x="32208" y="99957"/>
                  </a:lnTo>
                  <a:lnTo>
                    <a:pt x="33052" y="100295"/>
                  </a:lnTo>
                  <a:lnTo>
                    <a:pt x="33901" y="100618"/>
                  </a:lnTo>
                  <a:lnTo>
                    <a:pt x="34756" y="100925"/>
                  </a:lnTo>
                  <a:lnTo>
                    <a:pt x="35616" y="101218"/>
                  </a:lnTo>
                  <a:lnTo>
                    <a:pt x="36481" y="101496"/>
                  </a:lnTo>
                  <a:lnTo>
                    <a:pt x="37351" y="101759"/>
                  </a:lnTo>
                  <a:lnTo>
                    <a:pt x="38226" y="102006"/>
                  </a:lnTo>
                  <a:lnTo>
                    <a:pt x="39104" y="102238"/>
                  </a:lnTo>
                  <a:lnTo>
                    <a:pt x="39987" y="102455"/>
                  </a:lnTo>
                  <a:lnTo>
                    <a:pt x="40873" y="102656"/>
                  </a:lnTo>
                  <a:lnTo>
                    <a:pt x="41763" y="102841"/>
                  </a:lnTo>
                  <a:lnTo>
                    <a:pt x="42655" y="103011"/>
                  </a:lnTo>
                  <a:lnTo>
                    <a:pt x="43551" y="103166"/>
                  </a:lnTo>
                  <a:lnTo>
                    <a:pt x="44449" y="103304"/>
                  </a:lnTo>
                  <a:lnTo>
                    <a:pt x="45350" y="103427"/>
                  </a:lnTo>
                  <a:lnTo>
                    <a:pt x="46252" y="103534"/>
                  </a:lnTo>
                  <a:lnTo>
                    <a:pt x="47156" y="103625"/>
                  </a:lnTo>
                  <a:lnTo>
                    <a:pt x="48062" y="103701"/>
                  </a:lnTo>
                  <a:lnTo>
                    <a:pt x="48968" y="103761"/>
                  </a:lnTo>
                  <a:lnTo>
                    <a:pt x="49876" y="103804"/>
                  </a:lnTo>
                  <a:lnTo>
                    <a:pt x="50784" y="103832"/>
                  </a:lnTo>
                  <a:lnTo>
                    <a:pt x="51693" y="103844"/>
                  </a:lnTo>
                  <a:lnTo>
                    <a:pt x="52602" y="103840"/>
                  </a:lnTo>
                  <a:lnTo>
                    <a:pt x="53510" y="103820"/>
                  </a:lnTo>
                  <a:lnTo>
                    <a:pt x="54418" y="103784"/>
                  </a:lnTo>
                  <a:lnTo>
                    <a:pt x="55326" y="103733"/>
                  </a:lnTo>
                  <a:lnTo>
                    <a:pt x="56232" y="103665"/>
                  </a:lnTo>
                  <a:lnTo>
                    <a:pt x="57137" y="103582"/>
                  </a:lnTo>
                  <a:lnTo>
                    <a:pt x="58040" y="103483"/>
                  </a:lnTo>
                  <a:lnTo>
                    <a:pt x="58941" y="103368"/>
                  </a:lnTo>
                  <a:lnTo>
                    <a:pt x="59841" y="103237"/>
                  </a:lnTo>
                  <a:lnTo>
                    <a:pt x="60738" y="103090"/>
                  </a:lnTo>
                  <a:lnTo>
                    <a:pt x="61632" y="102928"/>
                  </a:lnTo>
                  <a:lnTo>
                    <a:pt x="62523" y="102750"/>
                  </a:lnTo>
                  <a:lnTo>
                    <a:pt x="63411" y="102557"/>
                  </a:lnTo>
                  <a:lnTo>
                    <a:pt x="64295" y="102348"/>
                  </a:lnTo>
                  <a:lnTo>
                    <a:pt x="65176" y="102124"/>
                  </a:lnTo>
                  <a:lnTo>
                    <a:pt x="66052" y="101884"/>
                  </a:lnTo>
                  <a:lnTo>
                    <a:pt x="66925" y="101629"/>
                  </a:lnTo>
                  <a:lnTo>
                    <a:pt x="67792" y="101359"/>
                  </a:lnTo>
                  <a:lnTo>
                    <a:pt x="68655" y="101074"/>
                  </a:lnTo>
                  <a:lnTo>
                    <a:pt x="69513" y="100773"/>
                  </a:lnTo>
                  <a:lnTo>
                    <a:pt x="70365" y="100458"/>
                  </a:lnTo>
                  <a:lnTo>
                    <a:pt x="71212" y="100128"/>
                  </a:lnTo>
                  <a:lnTo>
                    <a:pt x="72052" y="99783"/>
                  </a:lnTo>
                  <a:lnTo>
                    <a:pt x="72887" y="99423"/>
                  </a:lnTo>
                  <a:lnTo>
                    <a:pt x="73715" y="99049"/>
                  </a:lnTo>
                  <a:lnTo>
                    <a:pt x="74536" y="98660"/>
                  </a:lnTo>
                  <a:lnTo>
                    <a:pt x="75351" y="98257"/>
                  </a:lnTo>
                  <a:lnTo>
                    <a:pt x="76158" y="97840"/>
                  </a:lnTo>
                  <a:lnTo>
                    <a:pt x="76958" y="97409"/>
                  </a:lnTo>
                  <a:lnTo>
                    <a:pt x="77750" y="96964"/>
                  </a:lnTo>
                  <a:lnTo>
                    <a:pt x="78535" y="96505"/>
                  </a:lnTo>
                  <a:lnTo>
                    <a:pt x="79311" y="96032"/>
                  </a:lnTo>
                  <a:lnTo>
                    <a:pt x="80079" y="95546"/>
                  </a:lnTo>
                  <a:lnTo>
                    <a:pt x="80838" y="95047"/>
                  </a:lnTo>
                  <a:lnTo>
                    <a:pt x="81588" y="94534"/>
                  </a:lnTo>
                  <a:lnTo>
                    <a:pt x="82329" y="94008"/>
                  </a:lnTo>
                  <a:lnTo>
                    <a:pt x="83061" y="93469"/>
                  </a:lnTo>
                  <a:lnTo>
                    <a:pt x="83784" y="92918"/>
                  </a:lnTo>
                  <a:lnTo>
                    <a:pt x="84496" y="92354"/>
                  </a:lnTo>
                  <a:lnTo>
                    <a:pt x="85199" y="91778"/>
                  </a:lnTo>
                  <a:lnTo>
                    <a:pt x="85891" y="91189"/>
                  </a:lnTo>
                  <a:lnTo>
                    <a:pt x="86573" y="90589"/>
                  </a:lnTo>
                  <a:lnTo>
                    <a:pt x="87245" y="89976"/>
                  </a:lnTo>
                  <a:lnTo>
                    <a:pt x="87905" y="89352"/>
                  </a:lnTo>
                  <a:lnTo>
                    <a:pt x="88555" y="88717"/>
                  </a:lnTo>
                  <a:lnTo>
                    <a:pt x="89193" y="88070"/>
                  </a:lnTo>
                  <a:lnTo>
                    <a:pt x="89820" y="87412"/>
                  </a:lnTo>
                  <a:lnTo>
                    <a:pt x="90435" y="86744"/>
                  </a:lnTo>
                  <a:lnTo>
                    <a:pt x="91039" y="86064"/>
                  </a:lnTo>
                  <a:lnTo>
                    <a:pt x="91630" y="85374"/>
                  </a:lnTo>
                  <a:lnTo>
                    <a:pt x="92210" y="84674"/>
                  </a:lnTo>
                  <a:lnTo>
                    <a:pt x="92777" y="83964"/>
                  </a:lnTo>
                  <a:lnTo>
                    <a:pt x="93331" y="83244"/>
                  </a:lnTo>
                  <a:lnTo>
                    <a:pt x="93873" y="82515"/>
                  </a:lnTo>
                  <a:lnTo>
                    <a:pt x="94402" y="81776"/>
                  </a:lnTo>
                  <a:lnTo>
                    <a:pt x="94918" y="81028"/>
                  </a:lnTo>
                  <a:lnTo>
                    <a:pt x="95421" y="80271"/>
                  </a:lnTo>
                  <a:lnTo>
                    <a:pt x="95910" y="79505"/>
                  </a:lnTo>
                  <a:lnTo>
                    <a:pt x="96386" y="78731"/>
                  </a:lnTo>
                  <a:lnTo>
                    <a:pt x="96849" y="77949"/>
                  </a:lnTo>
                  <a:lnTo>
                    <a:pt x="97297" y="77158"/>
                  </a:lnTo>
                  <a:lnTo>
                    <a:pt x="97732" y="76360"/>
                  </a:lnTo>
                  <a:lnTo>
                    <a:pt x="98153" y="75555"/>
                  </a:lnTo>
                  <a:lnTo>
                    <a:pt x="98559" y="74742"/>
                  </a:lnTo>
                  <a:lnTo>
                    <a:pt x="98952" y="73922"/>
                  </a:lnTo>
                  <a:lnTo>
                    <a:pt x="99329" y="73096"/>
                  </a:lnTo>
                  <a:lnTo>
                    <a:pt x="99693" y="72263"/>
                  </a:lnTo>
                  <a:lnTo>
                    <a:pt x="100041" y="71424"/>
                  </a:lnTo>
                  <a:lnTo>
                    <a:pt x="100375" y="70579"/>
                  </a:lnTo>
                  <a:lnTo>
                    <a:pt x="100694" y="69728"/>
                  </a:lnTo>
                  <a:lnTo>
                    <a:pt x="100999" y="68871"/>
                  </a:lnTo>
                  <a:lnTo>
                    <a:pt x="101288" y="68010"/>
                  </a:lnTo>
                  <a:lnTo>
                    <a:pt x="101562" y="67144"/>
                  </a:lnTo>
                  <a:lnTo>
                    <a:pt x="101820" y="66272"/>
                  </a:lnTo>
                  <a:lnTo>
                    <a:pt x="102064" y="65397"/>
                  </a:lnTo>
                  <a:lnTo>
                    <a:pt x="102292" y="64517"/>
                  </a:lnTo>
                  <a:lnTo>
                    <a:pt x="102505" y="63634"/>
                  </a:lnTo>
                  <a:lnTo>
                    <a:pt x="102702" y="62747"/>
                  </a:lnTo>
                  <a:lnTo>
                    <a:pt x="102884" y="61856"/>
                  </a:lnTo>
                  <a:lnTo>
                    <a:pt x="103050" y="60963"/>
                  </a:lnTo>
                  <a:lnTo>
                    <a:pt x="103200" y="60067"/>
                  </a:lnTo>
                  <a:lnTo>
                    <a:pt x="103335" y="59168"/>
                  </a:lnTo>
                  <a:lnTo>
                    <a:pt x="103454" y="58267"/>
                  </a:lnTo>
                  <a:lnTo>
                    <a:pt x="103557" y="57364"/>
                  </a:lnTo>
                  <a:lnTo>
                    <a:pt x="103644" y="56460"/>
                  </a:lnTo>
                  <a:lnTo>
                    <a:pt x="103716" y="55554"/>
                  </a:lnTo>
                  <a:lnTo>
                    <a:pt x="103771" y="54647"/>
                  </a:lnTo>
                  <a:lnTo>
                    <a:pt x="103811" y="53739"/>
                  </a:lnTo>
                  <a:lnTo>
                    <a:pt x="103835" y="52830"/>
                  </a:lnTo>
                  <a:lnTo>
                    <a:pt x="103843" y="519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5412038" y="740384"/>
              <a:ext cx="571139" cy="571144"/>
            </a:xfrm>
            <a:custGeom>
              <a:avLst/>
              <a:pathLst>
                <a:path w="571139" h="571144">
                  <a:moveTo>
                    <a:pt x="571139" y="285572"/>
                  </a:moveTo>
                  <a:lnTo>
                    <a:pt x="571095" y="280574"/>
                  </a:lnTo>
                  <a:lnTo>
                    <a:pt x="570964" y="275578"/>
                  </a:lnTo>
                  <a:lnTo>
                    <a:pt x="570745" y="270584"/>
                  </a:lnTo>
                  <a:lnTo>
                    <a:pt x="570439" y="265596"/>
                  </a:lnTo>
                  <a:lnTo>
                    <a:pt x="570046" y="260613"/>
                  </a:lnTo>
                  <a:lnTo>
                    <a:pt x="569566" y="255638"/>
                  </a:lnTo>
                  <a:lnTo>
                    <a:pt x="568998" y="250673"/>
                  </a:lnTo>
                  <a:lnTo>
                    <a:pt x="568344" y="245718"/>
                  </a:lnTo>
                  <a:lnTo>
                    <a:pt x="567603" y="240775"/>
                  </a:lnTo>
                  <a:lnTo>
                    <a:pt x="566776" y="235846"/>
                  </a:lnTo>
                  <a:lnTo>
                    <a:pt x="565863" y="230932"/>
                  </a:lnTo>
                  <a:lnTo>
                    <a:pt x="564864" y="226035"/>
                  </a:lnTo>
                  <a:lnTo>
                    <a:pt x="563779" y="221156"/>
                  </a:lnTo>
                  <a:lnTo>
                    <a:pt x="562609" y="216296"/>
                  </a:lnTo>
                  <a:lnTo>
                    <a:pt x="561354" y="211459"/>
                  </a:lnTo>
                  <a:lnTo>
                    <a:pt x="560015" y="206643"/>
                  </a:lnTo>
                  <a:lnTo>
                    <a:pt x="558592" y="201852"/>
                  </a:lnTo>
                  <a:lnTo>
                    <a:pt x="557085" y="197087"/>
                  </a:lnTo>
                  <a:lnTo>
                    <a:pt x="555494" y="192348"/>
                  </a:lnTo>
                  <a:lnTo>
                    <a:pt x="553822" y="187639"/>
                  </a:lnTo>
                  <a:lnTo>
                    <a:pt x="552067" y="182959"/>
                  </a:lnTo>
                  <a:lnTo>
                    <a:pt x="550230" y="178310"/>
                  </a:lnTo>
                  <a:lnTo>
                    <a:pt x="548312" y="173695"/>
                  </a:lnTo>
                  <a:lnTo>
                    <a:pt x="546314" y="169114"/>
                  </a:lnTo>
                  <a:lnTo>
                    <a:pt x="544236" y="164568"/>
                  </a:lnTo>
                  <a:lnTo>
                    <a:pt x="542079" y="160060"/>
                  </a:lnTo>
                  <a:lnTo>
                    <a:pt x="539843" y="155590"/>
                  </a:lnTo>
                  <a:lnTo>
                    <a:pt x="537529" y="151159"/>
                  </a:lnTo>
                  <a:lnTo>
                    <a:pt x="535138" y="146770"/>
                  </a:lnTo>
                  <a:lnTo>
                    <a:pt x="532671" y="142424"/>
                  </a:lnTo>
                  <a:lnTo>
                    <a:pt x="530127" y="138121"/>
                  </a:lnTo>
                  <a:lnTo>
                    <a:pt x="527509" y="133864"/>
                  </a:lnTo>
                  <a:lnTo>
                    <a:pt x="524817" y="129653"/>
                  </a:lnTo>
                  <a:lnTo>
                    <a:pt x="522052" y="125489"/>
                  </a:lnTo>
                  <a:lnTo>
                    <a:pt x="519214" y="121375"/>
                  </a:lnTo>
                  <a:lnTo>
                    <a:pt x="516305" y="117311"/>
                  </a:lnTo>
                  <a:lnTo>
                    <a:pt x="513325" y="113299"/>
                  </a:lnTo>
                  <a:lnTo>
                    <a:pt x="510275" y="109339"/>
                  </a:lnTo>
                  <a:lnTo>
                    <a:pt x="507156" y="105433"/>
                  </a:lnTo>
                  <a:lnTo>
                    <a:pt x="503970" y="101583"/>
                  </a:lnTo>
                  <a:lnTo>
                    <a:pt x="500716" y="97789"/>
                  </a:lnTo>
                  <a:lnTo>
                    <a:pt x="497397" y="94052"/>
                  </a:lnTo>
                  <a:lnTo>
                    <a:pt x="494013" y="90374"/>
                  </a:lnTo>
                  <a:lnTo>
                    <a:pt x="490565" y="86756"/>
                  </a:lnTo>
                  <a:lnTo>
                    <a:pt x="487054" y="83199"/>
                  </a:lnTo>
                  <a:lnTo>
                    <a:pt x="483481" y="79703"/>
                  </a:lnTo>
                  <a:lnTo>
                    <a:pt x="479848" y="76271"/>
                  </a:lnTo>
                  <a:lnTo>
                    <a:pt x="476155" y="72903"/>
                  </a:lnTo>
                  <a:lnTo>
                    <a:pt x="472404" y="69600"/>
                  </a:lnTo>
                  <a:lnTo>
                    <a:pt x="468596" y="66363"/>
                  </a:lnTo>
                  <a:lnTo>
                    <a:pt x="464731" y="63193"/>
                  </a:lnTo>
                  <a:lnTo>
                    <a:pt x="460812" y="60092"/>
                  </a:lnTo>
                  <a:lnTo>
                    <a:pt x="456839" y="57059"/>
                  </a:lnTo>
                  <a:lnTo>
                    <a:pt x="452813" y="54097"/>
                  </a:lnTo>
                  <a:lnTo>
                    <a:pt x="448737" y="51205"/>
                  </a:lnTo>
                  <a:lnTo>
                    <a:pt x="444610" y="48386"/>
                  </a:lnTo>
                  <a:lnTo>
                    <a:pt x="440435" y="45638"/>
                  </a:lnTo>
                  <a:lnTo>
                    <a:pt x="436212" y="42965"/>
                  </a:lnTo>
                  <a:lnTo>
                    <a:pt x="431943" y="40365"/>
                  </a:lnTo>
                  <a:lnTo>
                    <a:pt x="427629" y="37841"/>
                  </a:lnTo>
                  <a:lnTo>
                    <a:pt x="423272" y="35393"/>
                  </a:lnTo>
                  <a:lnTo>
                    <a:pt x="418873" y="33021"/>
                  </a:lnTo>
                  <a:lnTo>
                    <a:pt x="414432" y="30727"/>
                  </a:lnTo>
                  <a:lnTo>
                    <a:pt x="409952" y="28510"/>
                  </a:lnTo>
                  <a:lnTo>
                    <a:pt x="405435" y="26373"/>
                  </a:lnTo>
                  <a:lnTo>
                    <a:pt x="400880" y="24315"/>
                  </a:lnTo>
                  <a:lnTo>
                    <a:pt x="396290" y="22337"/>
                  </a:lnTo>
                  <a:lnTo>
                    <a:pt x="391666" y="20439"/>
                  </a:lnTo>
                  <a:lnTo>
                    <a:pt x="387010" y="18623"/>
                  </a:lnTo>
                  <a:lnTo>
                    <a:pt x="382322" y="16888"/>
                  </a:lnTo>
                  <a:lnTo>
                    <a:pt x="377605" y="15236"/>
                  </a:lnTo>
                  <a:lnTo>
                    <a:pt x="372860" y="13667"/>
                  </a:lnTo>
                  <a:lnTo>
                    <a:pt x="368088" y="12180"/>
                  </a:lnTo>
                  <a:lnTo>
                    <a:pt x="363291" y="10778"/>
                  </a:lnTo>
                  <a:lnTo>
                    <a:pt x="358470" y="9460"/>
                  </a:lnTo>
                  <a:lnTo>
                    <a:pt x="353626" y="8226"/>
                  </a:lnTo>
                  <a:lnTo>
                    <a:pt x="348762" y="7078"/>
                  </a:lnTo>
                  <a:lnTo>
                    <a:pt x="343878" y="6014"/>
                  </a:lnTo>
                  <a:lnTo>
                    <a:pt x="338977" y="5036"/>
                  </a:lnTo>
                  <a:lnTo>
                    <a:pt x="334059" y="4145"/>
                  </a:lnTo>
                  <a:lnTo>
                    <a:pt x="329126" y="3339"/>
                  </a:lnTo>
                  <a:lnTo>
                    <a:pt x="324180" y="2620"/>
                  </a:lnTo>
                  <a:lnTo>
                    <a:pt x="319223" y="1987"/>
                  </a:lnTo>
                  <a:lnTo>
                    <a:pt x="314254" y="1442"/>
                  </a:lnTo>
                  <a:lnTo>
                    <a:pt x="309277" y="983"/>
                  </a:lnTo>
                  <a:lnTo>
                    <a:pt x="304293" y="612"/>
                  </a:lnTo>
                  <a:lnTo>
                    <a:pt x="299303" y="327"/>
                  </a:lnTo>
                  <a:lnTo>
                    <a:pt x="294309" y="131"/>
                  </a:lnTo>
                  <a:lnTo>
                    <a:pt x="289312" y="21"/>
                  </a:lnTo>
                  <a:lnTo>
                    <a:pt x="284314" y="0"/>
                  </a:lnTo>
                  <a:lnTo>
                    <a:pt x="279317" y="65"/>
                  </a:lnTo>
                  <a:lnTo>
                    <a:pt x="274321" y="218"/>
                  </a:lnTo>
                  <a:lnTo>
                    <a:pt x="269329" y="459"/>
                  </a:lnTo>
                  <a:lnTo>
                    <a:pt x="264341" y="786"/>
                  </a:lnTo>
                  <a:lnTo>
                    <a:pt x="259361" y="1201"/>
                  </a:lnTo>
                  <a:lnTo>
                    <a:pt x="254388" y="1704"/>
                  </a:lnTo>
                  <a:lnTo>
                    <a:pt x="249425" y="2293"/>
                  </a:lnTo>
                  <a:lnTo>
                    <a:pt x="244472" y="2969"/>
                  </a:lnTo>
                  <a:lnTo>
                    <a:pt x="239533" y="3731"/>
                  </a:lnTo>
                  <a:lnTo>
                    <a:pt x="234607" y="4580"/>
                  </a:lnTo>
                  <a:lnTo>
                    <a:pt x="229698" y="5515"/>
                  </a:lnTo>
                  <a:lnTo>
                    <a:pt x="224805" y="6535"/>
                  </a:lnTo>
                  <a:lnTo>
                    <a:pt x="219931" y="7641"/>
                  </a:lnTo>
                  <a:lnTo>
                    <a:pt x="215077" y="8832"/>
                  </a:lnTo>
                  <a:lnTo>
                    <a:pt x="210244" y="10108"/>
                  </a:lnTo>
                  <a:lnTo>
                    <a:pt x="205435" y="11469"/>
                  </a:lnTo>
                  <a:lnTo>
                    <a:pt x="200650" y="12913"/>
                  </a:lnTo>
                  <a:lnTo>
                    <a:pt x="195891" y="14441"/>
                  </a:lnTo>
                  <a:lnTo>
                    <a:pt x="191160" y="16052"/>
                  </a:lnTo>
                  <a:lnTo>
                    <a:pt x="186458" y="17745"/>
                  </a:lnTo>
                  <a:lnTo>
                    <a:pt x="181786" y="19521"/>
                  </a:lnTo>
                  <a:lnTo>
                    <a:pt x="177145" y="21378"/>
                  </a:lnTo>
                  <a:lnTo>
                    <a:pt x="172538" y="23316"/>
                  </a:lnTo>
                  <a:lnTo>
                    <a:pt x="167966" y="25334"/>
                  </a:lnTo>
                  <a:lnTo>
                    <a:pt x="163429" y="27432"/>
                  </a:lnTo>
                  <a:lnTo>
                    <a:pt x="158930" y="29609"/>
                  </a:lnTo>
                  <a:lnTo>
                    <a:pt x="154470" y="31864"/>
                  </a:lnTo>
                  <a:lnTo>
                    <a:pt x="150050" y="34197"/>
                  </a:lnTo>
                  <a:lnTo>
                    <a:pt x="145671" y="36607"/>
                  </a:lnTo>
                  <a:lnTo>
                    <a:pt x="141336" y="39094"/>
                  </a:lnTo>
                  <a:lnTo>
                    <a:pt x="137044" y="41656"/>
                  </a:lnTo>
                  <a:lnTo>
                    <a:pt x="132798" y="44292"/>
                  </a:lnTo>
                  <a:lnTo>
                    <a:pt x="128599" y="47003"/>
                  </a:lnTo>
                  <a:lnTo>
                    <a:pt x="124448" y="49786"/>
                  </a:lnTo>
                  <a:lnTo>
                    <a:pt x="120346" y="52642"/>
                  </a:lnTo>
                  <a:lnTo>
                    <a:pt x="116295" y="55569"/>
                  </a:lnTo>
                  <a:lnTo>
                    <a:pt x="112295" y="58567"/>
                  </a:lnTo>
                  <a:lnTo>
                    <a:pt x="108349" y="61634"/>
                  </a:lnTo>
                  <a:lnTo>
                    <a:pt x="104457" y="64770"/>
                  </a:lnTo>
                  <a:lnTo>
                    <a:pt x="100621" y="67973"/>
                  </a:lnTo>
                  <a:lnTo>
                    <a:pt x="96841" y="71243"/>
                  </a:lnTo>
                  <a:lnTo>
                    <a:pt x="93119" y="74579"/>
                  </a:lnTo>
                  <a:lnTo>
                    <a:pt x="89456" y="77979"/>
                  </a:lnTo>
                  <a:lnTo>
                    <a:pt x="85853" y="81443"/>
                  </a:lnTo>
                  <a:lnTo>
                    <a:pt x="82311" y="84969"/>
                  </a:lnTo>
                  <a:lnTo>
                    <a:pt x="78831" y="88557"/>
                  </a:lnTo>
                  <a:lnTo>
                    <a:pt x="75415" y="92206"/>
                  </a:lnTo>
                  <a:lnTo>
                    <a:pt x="72063" y="95913"/>
                  </a:lnTo>
                  <a:lnTo>
                    <a:pt x="68776" y="99678"/>
                  </a:lnTo>
                  <a:lnTo>
                    <a:pt x="65556" y="103501"/>
                  </a:lnTo>
                  <a:lnTo>
                    <a:pt x="62403" y="107379"/>
                  </a:lnTo>
                  <a:lnTo>
                    <a:pt x="59319" y="111312"/>
                  </a:lnTo>
                  <a:lnTo>
                    <a:pt x="56304" y="115298"/>
                  </a:lnTo>
                  <a:lnTo>
                    <a:pt x="53359" y="119337"/>
                  </a:lnTo>
                  <a:lnTo>
                    <a:pt x="50485" y="123426"/>
                  </a:lnTo>
                  <a:lnTo>
                    <a:pt x="47684" y="127565"/>
                  </a:lnTo>
                  <a:lnTo>
                    <a:pt x="44955" y="131752"/>
                  </a:lnTo>
                  <a:lnTo>
                    <a:pt x="42300" y="135987"/>
                  </a:lnTo>
                  <a:lnTo>
                    <a:pt x="39719" y="140267"/>
                  </a:lnTo>
                  <a:lnTo>
                    <a:pt x="37214" y="144592"/>
                  </a:lnTo>
                  <a:lnTo>
                    <a:pt x="34784" y="148960"/>
                  </a:lnTo>
                  <a:lnTo>
                    <a:pt x="32432" y="153369"/>
                  </a:lnTo>
                  <a:lnTo>
                    <a:pt x="30157" y="157820"/>
                  </a:lnTo>
                  <a:lnTo>
                    <a:pt x="27960" y="162309"/>
                  </a:lnTo>
                  <a:lnTo>
                    <a:pt x="25843" y="166836"/>
                  </a:lnTo>
                  <a:lnTo>
                    <a:pt x="23804" y="171400"/>
                  </a:lnTo>
                  <a:lnTo>
                    <a:pt x="21846" y="175999"/>
                  </a:lnTo>
                  <a:lnTo>
                    <a:pt x="19969" y="180631"/>
                  </a:lnTo>
                  <a:lnTo>
                    <a:pt x="18173" y="185295"/>
                  </a:lnTo>
                  <a:lnTo>
                    <a:pt x="16459" y="189990"/>
                  </a:lnTo>
                  <a:lnTo>
                    <a:pt x="14828" y="194714"/>
                  </a:lnTo>
                  <a:lnTo>
                    <a:pt x="13279" y="199466"/>
                  </a:lnTo>
                  <a:lnTo>
                    <a:pt x="11814" y="204245"/>
                  </a:lnTo>
                  <a:lnTo>
                    <a:pt x="10432" y="209048"/>
                  </a:lnTo>
                  <a:lnTo>
                    <a:pt x="9135" y="213875"/>
                  </a:lnTo>
                  <a:lnTo>
                    <a:pt x="7923" y="218724"/>
                  </a:lnTo>
                  <a:lnTo>
                    <a:pt x="6795" y="223593"/>
                  </a:lnTo>
                  <a:lnTo>
                    <a:pt x="5753" y="228481"/>
                  </a:lnTo>
                  <a:lnTo>
                    <a:pt x="4797" y="233387"/>
                  </a:lnTo>
                  <a:lnTo>
                    <a:pt x="3927" y="238308"/>
                  </a:lnTo>
                  <a:lnTo>
                    <a:pt x="3143" y="243245"/>
                  </a:lnTo>
                  <a:lnTo>
                    <a:pt x="2445" y="248194"/>
                  </a:lnTo>
                  <a:lnTo>
                    <a:pt x="1835" y="253154"/>
                  </a:lnTo>
                  <a:lnTo>
                    <a:pt x="1311" y="258125"/>
                  </a:lnTo>
                  <a:lnTo>
                    <a:pt x="874" y="263104"/>
                  </a:lnTo>
                  <a:lnTo>
                    <a:pt x="524" y="268089"/>
                  </a:lnTo>
                  <a:lnTo>
                    <a:pt x="262" y="273081"/>
                  </a:lnTo>
                  <a:lnTo>
                    <a:pt x="87" y="278076"/>
                  </a:lnTo>
                  <a:lnTo>
                    <a:pt x="0" y="283073"/>
                  </a:lnTo>
                  <a:lnTo>
                    <a:pt x="0" y="288071"/>
                  </a:lnTo>
                  <a:lnTo>
                    <a:pt x="87" y="293068"/>
                  </a:lnTo>
                  <a:lnTo>
                    <a:pt x="262" y="298063"/>
                  </a:lnTo>
                  <a:lnTo>
                    <a:pt x="524" y="303054"/>
                  </a:lnTo>
                  <a:lnTo>
                    <a:pt x="874" y="308040"/>
                  </a:lnTo>
                  <a:lnTo>
                    <a:pt x="1311" y="313019"/>
                  </a:lnTo>
                  <a:lnTo>
                    <a:pt x="1835" y="317990"/>
                  </a:lnTo>
                  <a:lnTo>
                    <a:pt x="2445" y="322950"/>
                  </a:lnTo>
                  <a:lnTo>
                    <a:pt x="3143" y="327899"/>
                  </a:lnTo>
                  <a:lnTo>
                    <a:pt x="3927" y="332836"/>
                  </a:lnTo>
                  <a:lnTo>
                    <a:pt x="4797" y="337757"/>
                  </a:lnTo>
                  <a:lnTo>
                    <a:pt x="5753" y="342663"/>
                  </a:lnTo>
                  <a:lnTo>
                    <a:pt x="6795" y="347551"/>
                  </a:lnTo>
                  <a:lnTo>
                    <a:pt x="7923" y="352420"/>
                  </a:lnTo>
                  <a:lnTo>
                    <a:pt x="9135" y="357269"/>
                  </a:lnTo>
                  <a:lnTo>
                    <a:pt x="10432" y="362096"/>
                  </a:lnTo>
                  <a:lnTo>
                    <a:pt x="11814" y="366899"/>
                  </a:lnTo>
                  <a:lnTo>
                    <a:pt x="13279" y="371678"/>
                  </a:lnTo>
                  <a:lnTo>
                    <a:pt x="14828" y="376430"/>
                  </a:lnTo>
                  <a:lnTo>
                    <a:pt x="16459" y="381154"/>
                  </a:lnTo>
                  <a:lnTo>
                    <a:pt x="18173" y="385849"/>
                  </a:lnTo>
                  <a:lnTo>
                    <a:pt x="19969" y="390513"/>
                  </a:lnTo>
                  <a:lnTo>
                    <a:pt x="21846" y="395145"/>
                  </a:lnTo>
                  <a:lnTo>
                    <a:pt x="23804" y="399744"/>
                  </a:lnTo>
                  <a:lnTo>
                    <a:pt x="25843" y="404307"/>
                  </a:lnTo>
                  <a:lnTo>
                    <a:pt x="27960" y="408835"/>
                  </a:lnTo>
                  <a:lnTo>
                    <a:pt x="30157" y="413324"/>
                  </a:lnTo>
                  <a:lnTo>
                    <a:pt x="32432" y="417774"/>
                  </a:lnTo>
                  <a:lnTo>
                    <a:pt x="34784" y="422184"/>
                  </a:lnTo>
                  <a:lnTo>
                    <a:pt x="37214" y="426552"/>
                  </a:lnTo>
                  <a:lnTo>
                    <a:pt x="39719" y="430877"/>
                  </a:lnTo>
                  <a:lnTo>
                    <a:pt x="42300" y="435157"/>
                  </a:lnTo>
                  <a:lnTo>
                    <a:pt x="44955" y="439392"/>
                  </a:lnTo>
                  <a:lnTo>
                    <a:pt x="47684" y="443579"/>
                  </a:lnTo>
                  <a:lnTo>
                    <a:pt x="50485" y="447718"/>
                  </a:lnTo>
                  <a:lnTo>
                    <a:pt x="53359" y="451807"/>
                  </a:lnTo>
                  <a:lnTo>
                    <a:pt x="56304" y="455846"/>
                  </a:lnTo>
                  <a:lnTo>
                    <a:pt x="59319" y="459832"/>
                  </a:lnTo>
                  <a:lnTo>
                    <a:pt x="62403" y="463765"/>
                  </a:lnTo>
                  <a:lnTo>
                    <a:pt x="65556" y="467643"/>
                  </a:lnTo>
                  <a:lnTo>
                    <a:pt x="68776" y="471465"/>
                  </a:lnTo>
                  <a:lnTo>
                    <a:pt x="72063" y="475231"/>
                  </a:lnTo>
                  <a:lnTo>
                    <a:pt x="75415" y="478938"/>
                  </a:lnTo>
                  <a:lnTo>
                    <a:pt x="78831" y="482587"/>
                  </a:lnTo>
                  <a:lnTo>
                    <a:pt x="82311" y="486174"/>
                  </a:lnTo>
                  <a:lnTo>
                    <a:pt x="85853" y="489701"/>
                  </a:lnTo>
                  <a:lnTo>
                    <a:pt x="89456" y="493165"/>
                  </a:lnTo>
                  <a:lnTo>
                    <a:pt x="93119" y="496565"/>
                  </a:lnTo>
                  <a:lnTo>
                    <a:pt x="96841" y="499901"/>
                  </a:lnTo>
                  <a:lnTo>
                    <a:pt x="100621" y="503171"/>
                  </a:lnTo>
                  <a:lnTo>
                    <a:pt x="104457" y="506374"/>
                  </a:lnTo>
                  <a:lnTo>
                    <a:pt x="108349" y="509510"/>
                  </a:lnTo>
                  <a:lnTo>
                    <a:pt x="112295" y="512577"/>
                  </a:lnTo>
                  <a:lnTo>
                    <a:pt x="116295" y="515575"/>
                  </a:lnTo>
                  <a:lnTo>
                    <a:pt x="120346" y="518502"/>
                  </a:lnTo>
                  <a:lnTo>
                    <a:pt x="124448" y="521357"/>
                  </a:lnTo>
                  <a:lnTo>
                    <a:pt x="128599" y="524141"/>
                  </a:lnTo>
                  <a:lnTo>
                    <a:pt x="132798" y="526852"/>
                  </a:lnTo>
                  <a:lnTo>
                    <a:pt x="137044" y="529488"/>
                  </a:lnTo>
                  <a:lnTo>
                    <a:pt x="141336" y="532050"/>
                  </a:lnTo>
                  <a:lnTo>
                    <a:pt x="145671" y="534536"/>
                  </a:lnTo>
                  <a:lnTo>
                    <a:pt x="150050" y="536947"/>
                  </a:lnTo>
                  <a:lnTo>
                    <a:pt x="154470" y="539280"/>
                  </a:lnTo>
                  <a:lnTo>
                    <a:pt x="158930" y="541535"/>
                  </a:lnTo>
                  <a:lnTo>
                    <a:pt x="163429" y="543712"/>
                  </a:lnTo>
                  <a:lnTo>
                    <a:pt x="167966" y="545810"/>
                  </a:lnTo>
                  <a:lnTo>
                    <a:pt x="172538" y="547828"/>
                  </a:lnTo>
                  <a:lnTo>
                    <a:pt x="177145" y="549766"/>
                  </a:lnTo>
                  <a:lnTo>
                    <a:pt x="181786" y="551623"/>
                  </a:lnTo>
                  <a:lnTo>
                    <a:pt x="186458" y="553399"/>
                  </a:lnTo>
                  <a:lnTo>
                    <a:pt x="191160" y="555092"/>
                  </a:lnTo>
                  <a:lnTo>
                    <a:pt x="195891" y="556703"/>
                  </a:lnTo>
                  <a:lnTo>
                    <a:pt x="200650" y="558231"/>
                  </a:lnTo>
                  <a:lnTo>
                    <a:pt x="205435" y="559675"/>
                  </a:lnTo>
                  <a:lnTo>
                    <a:pt x="210244" y="561035"/>
                  </a:lnTo>
                  <a:lnTo>
                    <a:pt x="215077" y="562311"/>
                  </a:lnTo>
                  <a:lnTo>
                    <a:pt x="219931" y="563503"/>
                  </a:lnTo>
                  <a:lnTo>
                    <a:pt x="224805" y="564609"/>
                  </a:lnTo>
                  <a:lnTo>
                    <a:pt x="229698" y="565629"/>
                  </a:lnTo>
                  <a:lnTo>
                    <a:pt x="234607" y="566564"/>
                  </a:lnTo>
                  <a:lnTo>
                    <a:pt x="239533" y="567413"/>
                  </a:lnTo>
                  <a:lnTo>
                    <a:pt x="244472" y="568175"/>
                  </a:lnTo>
                  <a:lnTo>
                    <a:pt x="249425" y="568851"/>
                  </a:lnTo>
                  <a:lnTo>
                    <a:pt x="254388" y="569440"/>
                  </a:lnTo>
                  <a:lnTo>
                    <a:pt x="259361" y="569942"/>
                  </a:lnTo>
                  <a:lnTo>
                    <a:pt x="264341" y="570357"/>
                  </a:lnTo>
                  <a:lnTo>
                    <a:pt x="269329" y="570685"/>
                  </a:lnTo>
                  <a:lnTo>
                    <a:pt x="274321" y="570926"/>
                  </a:lnTo>
                  <a:lnTo>
                    <a:pt x="279317" y="571079"/>
                  </a:lnTo>
                  <a:lnTo>
                    <a:pt x="284314" y="571144"/>
                  </a:lnTo>
                  <a:lnTo>
                    <a:pt x="289312" y="571123"/>
                  </a:lnTo>
                  <a:lnTo>
                    <a:pt x="294309" y="571013"/>
                  </a:lnTo>
                  <a:lnTo>
                    <a:pt x="299303" y="570816"/>
                  </a:lnTo>
                  <a:lnTo>
                    <a:pt x="304293" y="570532"/>
                  </a:lnTo>
                  <a:lnTo>
                    <a:pt x="309277" y="570161"/>
                  </a:lnTo>
                  <a:lnTo>
                    <a:pt x="314254" y="569702"/>
                  </a:lnTo>
                  <a:lnTo>
                    <a:pt x="319223" y="569157"/>
                  </a:lnTo>
                  <a:lnTo>
                    <a:pt x="324180" y="568524"/>
                  </a:lnTo>
                  <a:lnTo>
                    <a:pt x="329126" y="567805"/>
                  </a:lnTo>
                  <a:lnTo>
                    <a:pt x="334059" y="566999"/>
                  </a:lnTo>
                  <a:lnTo>
                    <a:pt x="338977" y="566108"/>
                  </a:lnTo>
                  <a:lnTo>
                    <a:pt x="343878" y="565130"/>
                  </a:lnTo>
                  <a:lnTo>
                    <a:pt x="348762" y="564066"/>
                  </a:lnTo>
                  <a:lnTo>
                    <a:pt x="353626" y="562918"/>
                  </a:lnTo>
                  <a:lnTo>
                    <a:pt x="358470" y="561684"/>
                  </a:lnTo>
                  <a:lnTo>
                    <a:pt x="363291" y="560366"/>
                  </a:lnTo>
                  <a:lnTo>
                    <a:pt x="368088" y="558963"/>
                  </a:lnTo>
                  <a:lnTo>
                    <a:pt x="372860" y="557477"/>
                  </a:lnTo>
                  <a:lnTo>
                    <a:pt x="377605" y="555908"/>
                  </a:lnTo>
                  <a:lnTo>
                    <a:pt x="382322" y="554256"/>
                  </a:lnTo>
                  <a:lnTo>
                    <a:pt x="387010" y="552521"/>
                  </a:lnTo>
                  <a:lnTo>
                    <a:pt x="391666" y="550705"/>
                  </a:lnTo>
                  <a:lnTo>
                    <a:pt x="396290" y="548807"/>
                  </a:lnTo>
                  <a:lnTo>
                    <a:pt x="400880" y="546829"/>
                  </a:lnTo>
                  <a:lnTo>
                    <a:pt x="405435" y="544771"/>
                  </a:lnTo>
                  <a:lnTo>
                    <a:pt x="409952" y="542633"/>
                  </a:lnTo>
                  <a:lnTo>
                    <a:pt x="414432" y="540417"/>
                  </a:lnTo>
                  <a:lnTo>
                    <a:pt x="418873" y="538123"/>
                  </a:lnTo>
                  <a:lnTo>
                    <a:pt x="423272" y="535751"/>
                  </a:lnTo>
                  <a:lnTo>
                    <a:pt x="427629" y="533303"/>
                  </a:lnTo>
                  <a:lnTo>
                    <a:pt x="431943" y="530779"/>
                  </a:lnTo>
                  <a:lnTo>
                    <a:pt x="436212" y="528179"/>
                  </a:lnTo>
                  <a:lnTo>
                    <a:pt x="440435" y="525506"/>
                  </a:lnTo>
                  <a:lnTo>
                    <a:pt x="444610" y="522758"/>
                  </a:lnTo>
                  <a:lnTo>
                    <a:pt x="448737" y="519939"/>
                  </a:lnTo>
                  <a:lnTo>
                    <a:pt x="452813" y="517047"/>
                  </a:lnTo>
                  <a:lnTo>
                    <a:pt x="456839" y="514084"/>
                  </a:lnTo>
                  <a:lnTo>
                    <a:pt x="460812" y="511052"/>
                  </a:lnTo>
                  <a:lnTo>
                    <a:pt x="464731" y="507950"/>
                  </a:lnTo>
                  <a:lnTo>
                    <a:pt x="468596" y="504781"/>
                  </a:lnTo>
                  <a:lnTo>
                    <a:pt x="472404" y="501544"/>
                  </a:lnTo>
                  <a:lnTo>
                    <a:pt x="476155" y="498241"/>
                  </a:lnTo>
                  <a:lnTo>
                    <a:pt x="479848" y="494873"/>
                  </a:lnTo>
                  <a:lnTo>
                    <a:pt x="483481" y="491441"/>
                  </a:lnTo>
                  <a:lnTo>
                    <a:pt x="487054" y="487945"/>
                  </a:lnTo>
                  <a:lnTo>
                    <a:pt x="490565" y="484388"/>
                  </a:lnTo>
                  <a:lnTo>
                    <a:pt x="494013" y="480770"/>
                  </a:lnTo>
                  <a:lnTo>
                    <a:pt x="497397" y="477092"/>
                  </a:lnTo>
                  <a:lnTo>
                    <a:pt x="500716" y="473355"/>
                  </a:lnTo>
                  <a:lnTo>
                    <a:pt x="503970" y="469561"/>
                  </a:lnTo>
                  <a:lnTo>
                    <a:pt x="507156" y="465711"/>
                  </a:lnTo>
                  <a:lnTo>
                    <a:pt x="510275" y="461805"/>
                  </a:lnTo>
                  <a:lnTo>
                    <a:pt x="513325" y="457845"/>
                  </a:lnTo>
                  <a:lnTo>
                    <a:pt x="516305" y="453833"/>
                  </a:lnTo>
                  <a:lnTo>
                    <a:pt x="519214" y="449769"/>
                  </a:lnTo>
                  <a:lnTo>
                    <a:pt x="522052" y="445655"/>
                  </a:lnTo>
                  <a:lnTo>
                    <a:pt x="524817" y="441491"/>
                  </a:lnTo>
                  <a:lnTo>
                    <a:pt x="527509" y="437280"/>
                  </a:lnTo>
                  <a:lnTo>
                    <a:pt x="530127" y="433023"/>
                  </a:lnTo>
                  <a:lnTo>
                    <a:pt x="532671" y="428720"/>
                  </a:lnTo>
                  <a:lnTo>
                    <a:pt x="535138" y="424374"/>
                  </a:lnTo>
                  <a:lnTo>
                    <a:pt x="537529" y="419984"/>
                  </a:lnTo>
                  <a:lnTo>
                    <a:pt x="539843" y="415554"/>
                  </a:lnTo>
                  <a:lnTo>
                    <a:pt x="542079" y="411084"/>
                  </a:lnTo>
                  <a:lnTo>
                    <a:pt x="544236" y="406576"/>
                  </a:lnTo>
                  <a:lnTo>
                    <a:pt x="546314" y="402030"/>
                  </a:lnTo>
                  <a:lnTo>
                    <a:pt x="548312" y="397449"/>
                  </a:lnTo>
                  <a:lnTo>
                    <a:pt x="550230" y="392833"/>
                  </a:lnTo>
                  <a:lnTo>
                    <a:pt x="552067" y="388185"/>
                  </a:lnTo>
                  <a:lnTo>
                    <a:pt x="553822" y="383505"/>
                  </a:lnTo>
                  <a:lnTo>
                    <a:pt x="555494" y="378795"/>
                  </a:lnTo>
                  <a:lnTo>
                    <a:pt x="557085" y="374057"/>
                  </a:lnTo>
                  <a:lnTo>
                    <a:pt x="558592" y="369292"/>
                  </a:lnTo>
                  <a:lnTo>
                    <a:pt x="560015" y="364501"/>
                  </a:lnTo>
                  <a:lnTo>
                    <a:pt x="561354" y="359685"/>
                  </a:lnTo>
                  <a:lnTo>
                    <a:pt x="562609" y="354847"/>
                  </a:lnTo>
                  <a:lnTo>
                    <a:pt x="563779" y="349988"/>
                  </a:lnTo>
                  <a:lnTo>
                    <a:pt x="564864" y="345109"/>
                  </a:lnTo>
                  <a:lnTo>
                    <a:pt x="565863" y="340212"/>
                  </a:lnTo>
                  <a:lnTo>
                    <a:pt x="566776" y="335298"/>
                  </a:lnTo>
                  <a:lnTo>
                    <a:pt x="567603" y="330369"/>
                  </a:lnTo>
                  <a:lnTo>
                    <a:pt x="568344" y="325426"/>
                  </a:lnTo>
                  <a:lnTo>
                    <a:pt x="568998" y="320471"/>
                  </a:lnTo>
                  <a:lnTo>
                    <a:pt x="569566" y="315506"/>
                  </a:lnTo>
                  <a:lnTo>
                    <a:pt x="570046" y="310531"/>
                  </a:lnTo>
                  <a:lnTo>
                    <a:pt x="570439" y="305548"/>
                  </a:lnTo>
                  <a:lnTo>
                    <a:pt x="570745" y="300559"/>
                  </a:lnTo>
                  <a:lnTo>
                    <a:pt x="570964" y="295566"/>
                  </a:lnTo>
                  <a:lnTo>
                    <a:pt x="571095" y="290570"/>
                  </a:lnTo>
                  <a:lnTo>
                    <a:pt x="571139" y="28557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5178395" y="506733"/>
              <a:ext cx="1038435" cy="1038445"/>
            </a:xfrm>
            <a:custGeom>
              <a:avLst/>
              <a:pathLst>
                <a:path w="1038435" h="1038445">
                  <a:moveTo>
                    <a:pt x="1038435" y="519222"/>
                  </a:moveTo>
                  <a:lnTo>
                    <a:pt x="1038355" y="510135"/>
                  </a:lnTo>
                  <a:lnTo>
                    <a:pt x="1038117" y="501051"/>
                  </a:lnTo>
                  <a:lnTo>
                    <a:pt x="1037719" y="491972"/>
                  </a:lnTo>
                  <a:lnTo>
                    <a:pt x="1037163" y="482902"/>
                  </a:lnTo>
                  <a:lnTo>
                    <a:pt x="1036448" y="473843"/>
                  </a:lnTo>
                  <a:lnTo>
                    <a:pt x="1035575" y="464797"/>
                  </a:lnTo>
                  <a:lnTo>
                    <a:pt x="1034543" y="455769"/>
                  </a:lnTo>
                  <a:lnTo>
                    <a:pt x="1033354" y="446760"/>
                  </a:lnTo>
                  <a:lnTo>
                    <a:pt x="1032007" y="437773"/>
                  </a:lnTo>
                  <a:lnTo>
                    <a:pt x="1030503" y="428811"/>
                  </a:lnTo>
                  <a:lnTo>
                    <a:pt x="1028842" y="419876"/>
                  </a:lnTo>
                  <a:lnTo>
                    <a:pt x="1027025" y="410972"/>
                  </a:lnTo>
                  <a:lnTo>
                    <a:pt x="1025053" y="402102"/>
                  </a:lnTo>
                  <a:lnTo>
                    <a:pt x="1022926" y="393267"/>
                  </a:lnTo>
                  <a:lnTo>
                    <a:pt x="1020644" y="384470"/>
                  </a:lnTo>
                  <a:lnTo>
                    <a:pt x="1018209" y="375715"/>
                  </a:lnTo>
                  <a:lnTo>
                    <a:pt x="1015621" y="367004"/>
                  </a:lnTo>
                  <a:lnTo>
                    <a:pt x="1012881" y="358340"/>
                  </a:lnTo>
                  <a:lnTo>
                    <a:pt x="1009990" y="349725"/>
                  </a:lnTo>
                  <a:lnTo>
                    <a:pt x="1006949" y="341161"/>
                  </a:lnTo>
                  <a:lnTo>
                    <a:pt x="1003758" y="332653"/>
                  </a:lnTo>
                  <a:lnTo>
                    <a:pt x="1000418" y="324201"/>
                  </a:lnTo>
                  <a:lnTo>
                    <a:pt x="996932" y="315809"/>
                  </a:lnTo>
                  <a:lnTo>
                    <a:pt x="993298" y="307480"/>
                  </a:lnTo>
                  <a:lnTo>
                    <a:pt x="989520" y="299215"/>
                  </a:lnTo>
                  <a:lnTo>
                    <a:pt x="985598" y="291018"/>
                  </a:lnTo>
                  <a:lnTo>
                    <a:pt x="981533" y="282891"/>
                  </a:lnTo>
                  <a:lnTo>
                    <a:pt x="977326" y="274836"/>
                  </a:lnTo>
                  <a:lnTo>
                    <a:pt x="972979" y="266856"/>
                  </a:lnTo>
                  <a:lnTo>
                    <a:pt x="968492" y="258953"/>
                  </a:lnTo>
                  <a:lnTo>
                    <a:pt x="963869" y="251130"/>
                  </a:lnTo>
                  <a:lnTo>
                    <a:pt x="959109" y="243389"/>
                  </a:lnTo>
                  <a:lnTo>
                    <a:pt x="954214" y="235732"/>
                  </a:lnTo>
                  <a:lnTo>
                    <a:pt x="949186" y="228163"/>
                  </a:lnTo>
                  <a:lnTo>
                    <a:pt x="944026" y="220682"/>
                  </a:lnTo>
                  <a:lnTo>
                    <a:pt x="938736" y="213293"/>
                  </a:lnTo>
                  <a:lnTo>
                    <a:pt x="933318" y="205998"/>
                  </a:lnTo>
                  <a:lnTo>
                    <a:pt x="927773" y="198798"/>
                  </a:lnTo>
                  <a:lnTo>
                    <a:pt x="922103" y="191697"/>
                  </a:lnTo>
                  <a:lnTo>
                    <a:pt x="916309" y="184696"/>
                  </a:lnTo>
                  <a:lnTo>
                    <a:pt x="910393" y="177798"/>
                  </a:lnTo>
                  <a:lnTo>
                    <a:pt x="904358" y="171004"/>
                  </a:lnTo>
                  <a:lnTo>
                    <a:pt x="898205" y="164317"/>
                  </a:lnTo>
                  <a:lnTo>
                    <a:pt x="891936" y="157738"/>
                  </a:lnTo>
                  <a:lnTo>
                    <a:pt x="885552" y="151270"/>
                  </a:lnTo>
                  <a:lnTo>
                    <a:pt x="879057" y="144915"/>
                  </a:lnTo>
                  <a:lnTo>
                    <a:pt x="872451" y="138675"/>
                  </a:lnTo>
                  <a:lnTo>
                    <a:pt x="865737" y="132551"/>
                  </a:lnTo>
                  <a:lnTo>
                    <a:pt x="858917" y="126546"/>
                  </a:lnTo>
                  <a:lnTo>
                    <a:pt x="851992" y="120661"/>
                  </a:lnTo>
                  <a:lnTo>
                    <a:pt x="844966" y="114898"/>
                  </a:lnTo>
                  <a:lnTo>
                    <a:pt x="837840" y="109258"/>
                  </a:lnTo>
                  <a:lnTo>
                    <a:pt x="830617" y="103745"/>
                  </a:lnTo>
                  <a:lnTo>
                    <a:pt x="823298" y="98358"/>
                  </a:lnTo>
                  <a:lnTo>
                    <a:pt x="815886" y="93101"/>
                  </a:lnTo>
                  <a:lnTo>
                    <a:pt x="808383" y="87974"/>
                  </a:lnTo>
                  <a:lnTo>
                    <a:pt x="800791" y="82979"/>
                  </a:lnTo>
                  <a:lnTo>
                    <a:pt x="793113" y="78118"/>
                  </a:lnTo>
                  <a:lnTo>
                    <a:pt x="785351" y="73392"/>
                  </a:lnTo>
                  <a:lnTo>
                    <a:pt x="777508" y="68802"/>
                  </a:lnTo>
                  <a:lnTo>
                    <a:pt x="769586" y="64351"/>
                  </a:lnTo>
                  <a:lnTo>
                    <a:pt x="761587" y="60039"/>
                  </a:lnTo>
                  <a:lnTo>
                    <a:pt x="753514" y="55867"/>
                  </a:lnTo>
                  <a:lnTo>
                    <a:pt x="745368" y="51838"/>
                  </a:lnTo>
                  <a:lnTo>
                    <a:pt x="737154" y="47951"/>
                  </a:lnTo>
                  <a:lnTo>
                    <a:pt x="728873" y="44209"/>
                  </a:lnTo>
                  <a:lnTo>
                    <a:pt x="720528" y="40612"/>
                  </a:lnTo>
                  <a:lnTo>
                    <a:pt x="712121" y="37162"/>
                  </a:lnTo>
                  <a:lnTo>
                    <a:pt x="703655" y="33860"/>
                  </a:lnTo>
                  <a:lnTo>
                    <a:pt x="695132" y="30706"/>
                  </a:lnTo>
                  <a:lnTo>
                    <a:pt x="686556" y="27702"/>
                  </a:lnTo>
                  <a:lnTo>
                    <a:pt x="677928" y="24849"/>
                  </a:lnTo>
                  <a:lnTo>
                    <a:pt x="669251" y="22147"/>
                  </a:lnTo>
                  <a:lnTo>
                    <a:pt x="660529" y="19597"/>
                  </a:lnTo>
                  <a:lnTo>
                    <a:pt x="651764" y="17200"/>
                  </a:lnTo>
                  <a:lnTo>
                    <a:pt x="642957" y="14957"/>
                  </a:lnTo>
                  <a:lnTo>
                    <a:pt x="634113" y="12869"/>
                  </a:lnTo>
                  <a:lnTo>
                    <a:pt x="625234" y="10935"/>
                  </a:lnTo>
                  <a:lnTo>
                    <a:pt x="616322" y="9157"/>
                  </a:lnTo>
                  <a:lnTo>
                    <a:pt x="607381" y="7536"/>
                  </a:lnTo>
                  <a:lnTo>
                    <a:pt x="598412" y="6071"/>
                  </a:lnTo>
                  <a:lnTo>
                    <a:pt x="589419" y="4764"/>
                  </a:lnTo>
                  <a:lnTo>
                    <a:pt x="580405" y="3614"/>
                  </a:lnTo>
                  <a:lnTo>
                    <a:pt x="571372" y="2622"/>
                  </a:lnTo>
                  <a:lnTo>
                    <a:pt x="562323" y="1788"/>
                  </a:lnTo>
                  <a:lnTo>
                    <a:pt x="553261" y="1112"/>
                  </a:lnTo>
                  <a:lnTo>
                    <a:pt x="544188" y="596"/>
                  </a:lnTo>
                  <a:lnTo>
                    <a:pt x="535108" y="238"/>
                  </a:lnTo>
                  <a:lnTo>
                    <a:pt x="526023" y="39"/>
                  </a:lnTo>
                  <a:lnTo>
                    <a:pt x="516935" y="0"/>
                  </a:lnTo>
                  <a:lnTo>
                    <a:pt x="507849" y="119"/>
                  </a:lnTo>
                  <a:lnTo>
                    <a:pt x="498766" y="397"/>
                  </a:lnTo>
                  <a:lnTo>
                    <a:pt x="489689" y="834"/>
                  </a:lnTo>
                  <a:lnTo>
                    <a:pt x="480621" y="1430"/>
                  </a:lnTo>
                  <a:lnTo>
                    <a:pt x="471565" y="2185"/>
                  </a:lnTo>
                  <a:lnTo>
                    <a:pt x="462524" y="3098"/>
                  </a:lnTo>
                  <a:lnTo>
                    <a:pt x="453500" y="4169"/>
                  </a:lnTo>
                  <a:lnTo>
                    <a:pt x="444496" y="5398"/>
                  </a:lnTo>
                  <a:lnTo>
                    <a:pt x="435515" y="6784"/>
                  </a:lnTo>
                  <a:lnTo>
                    <a:pt x="426559" y="8327"/>
                  </a:lnTo>
                  <a:lnTo>
                    <a:pt x="417632" y="10027"/>
                  </a:lnTo>
                  <a:lnTo>
                    <a:pt x="408737" y="11882"/>
                  </a:lnTo>
                  <a:lnTo>
                    <a:pt x="399874" y="13894"/>
                  </a:lnTo>
                  <a:lnTo>
                    <a:pt x="391049" y="16059"/>
                  </a:lnTo>
                  <a:lnTo>
                    <a:pt x="382263" y="18379"/>
                  </a:lnTo>
                  <a:lnTo>
                    <a:pt x="373518" y="20853"/>
                  </a:lnTo>
                  <a:lnTo>
                    <a:pt x="364819" y="23479"/>
                  </a:lnTo>
                  <a:lnTo>
                    <a:pt x="356166" y="26257"/>
                  </a:lnTo>
                  <a:lnTo>
                    <a:pt x="347564" y="29185"/>
                  </a:lnTo>
                  <a:lnTo>
                    <a:pt x="339014" y="32264"/>
                  </a:lnTo>
                  <a:lnTo>
                    <a:pt x="330520" y="35493"/>
                  </a:lnTo>
                  <a:lnTo>
                    <a:pt x="322083" y="38869"/>
                  </a:lnTo>
                  <a:lnTo>
                    <a:pt x="313706" y="42392"/>
                  </a:lnTo>
                  <a:lnTo>
                    <a:pt x="305393" y="46062"/>
                  </a:lnTo>
                  <a:lnTo>
                    <a:pt x="297145" y="49876"/>
                  </a:lnTo>
                  <a:lnTo>
                    <a:pt x="288965" y="53834"/>
                  </a:lnTo>
                  <a:lnTo>
                    <a:pt x="280855" y="57935"/>
                  </a:lnTo>
                  <a:lnTo>
                    <a:pt x="272819" y="62177"/>
                  </a:lnTo>
                  <a:lnTo>
                    <a:pt x="264858" y="66559"/>
                  </a:lnTo>
                  <a:lnTo>
                    <a:pt x="256975" y="71080"/>
                  </a:lnTo>
                  <a:lnTo>
                    <a:pt x="249172" y="75738"/>
                  </a:lnTo>
                  <a:lnTo>
                    <a:pt x="241452" y="80532"/>
                  </a:lnTo>
                  <a:lnTo>
                    <a:pt x="233817" y="85460"/>
                  </a:lnTo>
                  <a:lnTo>
                    <a:pt x="226269" y="90521"/>
                  </a:lnTo>
                  <a:lnTo>
                    <a:pt x="218811" y="95713"/>
                  </a:lnTo>
                  <a:lnTo>
                    <a:pt x="211445" y="101036"/>
                  </a:lnTo>
                  <a:lnTo>
                    <a:pt x="204174" y="106486"/>
                  </a:lnTo>
                  <a:lnTo>
                    <a:pt x="196999" y="112062"/>
                  </a:lnTo>
                  <a:lnTo>
                    <a:pt x="189922" y="117764"/>
                  </a:lnTo>
                  <a:lnTo>
                    <a:pt x="182947" y="123588"/>
                  </a:lnTo>
                  <a:lnTo>
                    <a:pt x="176074" y="129533"/>
                  </a:lnTo>
                  <a:lnTo>
                    <a:pt x="169307" y="135598"/>
                  </a:lnTo>
                  <a:lnTo>
                    <a:pt x="162647" y="141781"/>
                  </a:lnTo>
                  <a:lnTo>
                    <a:pt x="156096" y="148079"/>
                  </a:lnTo>
                  <a:lnTo>
                    <a:pt x="149656" y="154490"/>
                  </a:lnTo>
                  <a:lnTo>
                    <a:pt x="143330" y="161014"/>
                  </a:lnTo>
                  <a:lnTo>
                    <a:pt x="137118" y="167647"/>
                  </a:lnTo>
                  <a:lnTo>
                    <a:pt x="131024" y="174388"/>
                  </a:lnTo>
                  <a:lnTo>
                    <a:pt x="125048" y="181234"/>
                  </a:lnTo>
                  <a:lnTo>
                    <a:pt x="119193" y="188184"/>
                  </a:lnTo>
                  <a:lnTo>
                    <a:pt x="113461" y="195235"/>
                  </a:lnTo>
                  <a:lnTo>
                    <a:pt x="107853" y="202386"/>
                  </a:lnTo>
                  <a:lnTo>
                    <a:pt x="102371" y="209634"/>
                  </a:lnTo>
                  <a:lnTo>
                    <a:pt x="97017" y="216976"/>
                  </a:lnTo>
                  <a:lnTo>
                    <a:pt x="91792" y="224411"/>
                  </a:lnTo>
                  <a:lnTo>
                    <a:pt x="86698" y="231936"/>
                  </a:lnTo>
                  <a:lnTo>
                    <a:pt x="81736" y="239550"/>
                  </a:lnTo>
                  <a:lnTo>
                    <a:pt x="76909" y="247249"/>
                  </a:lnTo>
                  <a:lnTo>
                    <a:pt x="72217" y="255031"/>
                  </a:lnTo>
                  <a:lnTo>
                    <a:pt x="67662" y="262894"/>
                  </a:lnTo>
                  <a:lnTo>
                    <a:pt x="63245" y="270836"/>
                  </a:lnTo>
                  <a:lnTo>
                    <a:pt x="58968" y="278854"/>
                  </a:lnTo>
                  <a:lnTo>
                    <a:pt x="54831" y="286945"/>
                  </a:lnTo>
                  <a:lnTo>
                    <a:pt x="50838" y="295108"/>
                  </a:lnTo>
                  <a:lnTo>
                    <a:pt x="46987" y="303339"/>
                  </a:lnTo>
                  <a:lnTo>
                    <a:pt x="43281" y="311637"/>
                  </a:lnTo>
                  <a:lnTo>
                    <a:pt x="39721" y="319998"/>
                  </a:lnTo>
                  <a:lnTo>
                    <a:pt x="36308" y="328420"/>
                  </a:lnTo>
                  <a:lnTo>
                    <a:pt x="33043" y="336900"/>
                  </a:lnTo>
                  <a:lnTo>
                    <a:pt x="29926" y="345436"/>
                  </a:lnTo>
                  <a:lnTo>
                    <a:pt x="26960" y="354026"/>
                  </a:lnTo>
                  <a:lnTo>
                    <a:pt x="24144" y="362666"/>
                  </a:lnTo>
                  <a:lnTo>
                    <a:pt x="21480" y="371354"/>
                  </a:lnTo>
                  <a:lnTo>
                    <a:pt x="18968" y="380088"/>
                  </a:lnTo>
                  <a:lnTo>
                    <a:pt x="16610" y="388864"/>
                  </a:lnTo>
                  <a:lnTo>
                    <a:pt x="14406" y="397680"/>
                  </a:lnTo>
                  <a:lnTo>
                    <a:pt x="12356" y="406533"/>
                  </a:lnTo>
                  <a:lnTo>
                    <a:pt x="10461" y="415420"/>
                  </a:lnTo>
                  <a:lnTo>
                    <a:pt x="8723" y="424340"/>
                  </a:lnTo>
                  <a:lnTo>
                    <a:pt x="7140" y="433288"/>
                  </a:lnTo>
                  <a:lnTo>
                    <a:pt x="5715" y="442263"/>
                  </a:lnTo>
                  <a:lnTo>
                    <a:pt x="4446" y="451262"/>
                  </a:lnTo>
                  <a:lnTo>
                    <a:pt x="3336" y="460281"/>
                  </a:lnTo>
                  <a:lnTo>
                    <a:pt x="2383" y="469318"/>
                  </a:lnTo>
                  <a:lnTo>
                    <a:pt x="1589" y="478371"/>
                  </a:lnTo>
                  <a:lnTo>
                    <a:pt x="953" y="487436"/>
                  </a:lnTo>
                  <a:lnTo>
                    <a:pt x="477" y="496511"/>
                  </a:lnTo>
                  <a:lnTo>
                    <a:pt x="159" y="505592"/>
                  </a:lnTo>
                  <a:lnTo>
                    <a:pt x="0" y="514678"/>
                  </a:lnTo>
                  <a:lnTo>
                    <a:pt x="0" y="523766"/>
                  </a:lnTo>
                  <a:lnTo>
                    <a:pt x="159" y="532852"/>
                  </a:lnTo>
                  <a:lnTo>
                    <a:pt x="477" y="541934"/>
                  </a:lnTo>
                  <a:lnTo>
                    <a:pt x="953" y="551008"/>
                  </a:lnTo>
                  <a:lnTo>
                    <a:pt x="1589" y="560073"/>
                  </a:lnTo>
                  <a:lnTo>
                    <a:pt x="2383" y="569126"/>
                  </a:lnTo>
                  <a:lnTo>
                    <a:pt x="3336" y="578163"/>
                  </a:lnTo>
                  <a:lnTo>
                    <a:pt x="4446" y="587183"/>
                  </a:lnTo>
                  <a:lnTo>
                    <a:pt x="5715" y="596181"/>
                  </a:lnTo>
                  <a:lnTo>
                    <a:pt x="7140" y="605156"/>
                  </a:lnTo>
                  <a:lnTo>
                    <a:pt x="8723" y="614104"/>
                  </a:lnTo>
                  <a:lnTo>
                    <a:pt x="10461" y="623024"/>
                  </a:lnTo>
                  <a:lnTo>
                    <a:pt x="12356" y="631912"/>
                  </a:lnTo>
                  <a:lnTo>
                    <a:pt x="14406" y="640765"/>
                  </a:lnTo>
                  <a:lnTo>
                    <a:pt x="16610" y="649581"/>
                  </a:lnTo>
                  <a:lnTo>
                    <a:pt x="18968" y="658357"/>
                  </a:lnTo>
                  <a:lnTo>
                    <a:pt x="21480" y="667090"/>
                  </a:lnTo>
                  <a:lnTo>
                    <a:pt x="24144" y="675778"/>
                  </a:lnTo>
                  <a:lnTo>
                    <a:pt x="26960" y="684418"/>
                  </a:lnTo>
                  <a:lnTo>
                    <a:pt x="29926" y="693008"/>
                  </a:lnTo>
                  <a:lnTo>
                    <a:pt x="33043" y="701544"/>
                  </a:lnTo>
                  <a:lnTo>
                    <a:pt x="36308" y="710025"/>
                  </a:lnTo>
                  <a:lnTo>
                    <a:pt x="39721" y="718447"/>
                  </a:lnTo>
                  <a:lnTo>
                    <a:pt x="43281" y="726808"/>
                  </a:lnTo>
                  <a:lnTo>
                    <a:pt x="46987" y="735105"/>
                  </a:lnTo>
                  <a:lnTo>
                    <a:pt x="50838" y="743336"/>
                  </a:lnTo>
                  <a:lnTo>
                    <a:pt x="54831" y="751499"/>
                  </a:lnTo>
                  <a:lnTo>
                    <a:pt x="58968" y="759590"/>
                  </a:lnTo>
                  <a:lnTo>
                    <a:pt x="63245" y="767608"/>
                  </a:lnTo>
                  <a:lnTo>
                    <a:pt x="67662" y="775550"/>
                  </a:lnTo>
                  <a:lnTo>
                    <a:pt x="72217" y="783413"/>
                  </a:lnTo>
                  <a:lnTo>
                    <a:pt x="76909" y="791195"/>
                  </a:lnTo>
                  <a:lnTo>
                    <a:pt x="81736" y="798894"/>
                  </a:lnTo>
                  <a:lnTo>
                    <a:pt x="86698" y="806508"/>
                  </a:lnTo>
                  <a:lnTo>
                    <a:pt x="91792" y="814033"/>
                  </a:lnTo>
                  <a:lnTo>
                    <a:pt x="97017" y="821468"/>
                  </a:lnTo>
                  <a:lnTo>
                    <a:pt x="102371" y="828811"/>
                  </a:lnTo>
                  <a:lnTo>
                    <a:pt x="107853" y="836058"/>
                  </a:lnTo>
                  <a:lnTo>
                    <a:pt x="113461" y="843209"/>
                  </a:lnTo>
                  <a:lnTo>
                    <a:pt x="119193" y="850260"/>
                  </a:lnTo>
                  <a:lnTo>
                    <a:pt x="125048" y="857210"/>
                  </a:lnTo>
                  <a:lnTo>
                    <a:pt x="131024" y="864057"/>
                  </a:lnTo>
                  <a:lnTo>
                    <a:pt x="137118" y="870797"/>
                  </a:lnTo>
                  <a:lnTo>
                    <a:pt x="143330" y="877431"/>
                  </a:lnTo>
                  <a:lnTo>
                    <a:pt x="149656" y="883954"/>
                  </a:lnTo>
                  <a:lnTo>
                    <a:pt x="156096" y="890366"/>
                  </a:lnTo>
                  <a:lnTo>
                    <a:pt x="162647" y="896664"/>
                  </a:lnTo>
                  <a:lnTo>
                    <a:pt x="169307" y="902846"/>
                  </a:lnTo>
                  <a:lnTo>
                    <a:pt x="176074" y="908911"/>
                  </a:lnTo>
                  <a:lnTo>
                    <a:pt x="182947" y="914856"/>
                  </a:lnTo>
                  <a:lnTo>
                    <a:pt x="189922" y="920681"/>
                  </a:lnTo>
                  <a:lnTo>
                    <a:pt x="196999" y="926382"/>
                  </a:lnTo>
                  <a:lnTo>
                    <a:pt x="204174" y="931958"/>
                  </a:lnTo>
                  <a:lnTo>
                    <a:pt x="211445" y="937409"/>
                  </a:lnTo>
                  <a:lnTo>
                    <a:pt x="218811" y="942731"/>
                  </a:lnTo>
                  <a:lnTo>
                    <a:pt x="226269" y="947923"/>
                  </a:lnTo>
                  <a:lnTo>
                    <a:pt x="233817" y="952984"/>
                  </a:lnTo>
                  <a:lnTo>
                    <a:pt x="241452" y="957912"/>
                  </a:lnTo>
                  <a:lnTo>
                    <a:pt x="249172" y="962706"/>
                  </a:lnTo>
                  <a:lnTo>
                    <a:pt x="256975" y="967364"/>
                  </a:lnTo>
                  <a:lnTo>
                    <a:pt x="264858" y="971885"/>
                  </a:lnTo>
                  <a:lnTo>
                    <a:pt x="272819" y="976267"/>
                  </a:lnTo>
                  <a:lnTo>
                    <a:pt x="280855" y="980509"/>
                  </a:lnTo>
                  <a:lnTo>
                    <a:pt x="288965" y="984610"/>
                  </a:lnTo>
                  <a:lnTo>
                    <a:pt x="297145" y="988568"/>
                  </a:lnTo>
                  <a:lnTo>
                    <a:pt x="305393" y="992382"/>
                  </a:lnTo>
                  <a:lnTo>
                    <a:pt x="313706" y="996052"/>
                  </a:lnTo>
                  <a:lnTo>
                    <a:pt x="322083" y="999575"/>
                  </a:lnTo>
                  <a:lnTo>
                    <a:pt x="330520" y="1002952"/>
                  </a:lnTo>
                  <a:lnTo>
                    <a:pt x="339014" y="1006180"/>
                  </a:lnTo>
                  <a:lnTo>
                    <a:pt x="347564" y="1009259"/>
                  </a:lnTo>
                  <a:lnTo>
                    <a:pt x="356166" y="1012188"/>
                  </a:lnTo>
                  <a:lnTo>
                    <a:pt x="364819" y="1014966"/>
                  </a:lnTo>
                  <a:lnTo>
                    <a:pt x="373518" y="1017592"/>
                  </a:lnTo>
                  <a:lnTo>
                    <a:pt x="382263" y="1020065"/>
                  </a:lnTo>
                  <a:lnTo>
                    <a:pt x="391049" y="1022385"/>
                  </a:lnTo>
                  <a:lnTo>
                    <a:pt x="399874" y="1024551"/>
                  </a:lnTo>
                  <a:lnTo>
                    <a:pt x="408737" y="1026562"/>
                  </a:lnTo>
                  <a:lnTo>
                    <a:pt x="417632" y="1028417"/>
                  </a:lnTo>
                  <a:lnTo>
                    <a:pt x="426559" y="1030117"/>
                  </a:lnTo>
                  <a:lnTo>
                    <a:pt x="435515" y="1031660"/>
                  </a:lnTo>
                  <a:lnTo>
                    <a:pt x="444496" y="1033046"/>
                  </a:lnTo>
                  <a:lnTo>
                    <a:pt x="453500" y="1034275"/>
                  </a:lnTo>
                  <a:lnTo>
                    <a:pt x="462524" y="1035346"/>
                  </a:lnTo>
                  <a:lnTo>
                    <a:pt x="471565" y="1036259"/>
                  </a:lnTo>
                  <a:lnTo>
                    <a:pt x="480621" y="1037014"/>
                  </a:lnTo>
                  <a:lnTo>
                    <a:pt x="489689" y="1037610"/>
                  </a:lnTo>
                  <a:lnTo>
                    <a:pt x="498766" y="1038047"/>
                  </a:lnTo>
                  <a:lnTo>
                    <a:pt x="507849" y="1038325"/>
                  </a:lnTo>
                  <a:lnTo>
                    <a:pt x="516935" y="1038445"/>
                  </a:lnTo>
                  <a:lnTo>
                    <a:pt x="526023" y="1038405"/>
                  </a:lnTo>
                  <a:lnTo>
                    <a:pt x="535108" y="1038206"/>
                  </a:lnTo>
                  <a:lnTo>
                    <a:pt x="544188" y="1037848"/>
                  </a:lnTo>
                  <a:lnTo>
                    <a:pt x="553261" y="1037332"/>
                  </a:lnTo>
                  <a:lnTo>
                    <a:pt x="562323" y="1036656"/>
                  </a:lnTo>
                  <a:lnTo>
                    <a:pt x="571372" y="1035823"/>
                  </a:lnTo>
                  <a:lnTo>
                    <a:pt x="580405" y="1034831"/>
                  </a:lnTo>
                  <a:lnTo>
                    <a:pt x="589419" y="1033681"/>
                  </a:lnTo>
                  <a:lnTo>
                    <a:pt x="598412" y="1032373"/>
                  </a:lnTo>
                  <a:lnTo>
                    <a:pt x="607381" y="1030908"/>
                  </a:lnTo>
                  <a:lnTo>
                    <a:pt x="616322" y="1029287"/>
                  </a:lnTo>
                  <a:lnTo>
                    <a:pt x="625234" y="1027509"/>
                  </a:lnTo>
                  <a:lnTo>
                    <a:pt x="634113" y="1025576"/>
                  </a:lnTo>
                  <a:lnTo>
                    <a:pt x="642957" y="1023487"/>
                  </a:lnTo>
                  <a:lnTo>
                    <a:pt x="651764" y="1021244"/>
                  </a:lnTo>
                  <a:lnTo>
                    <a:pt x="660529" y="1018847"/>
                  </a:lnTo>
                  <a:lnTo>
                    <a:pt x="669251" y="1016298"/>
                  </a:lnTo>
                  <a:lnTo>
                    <a:pt x="677928" y="1013596"/>
                  </a:lnTo>
                  <a:lnTo>
                    <a:pt x="686556" y="1010742"/>
                  </a:lnTo>
                  <a:lnTo>
                    <a:pt x="695132" y="1007738"/>
                  </a:lnTo>
                  <a:lnTo>
                    <a:pt x="703655" y="1004584"/>
                  </a:lnTo>
                  <a:lnTo>
                    <a:pt x="712121" y="1001282"/>
                  </a:lnTo>
                  <a:lnTo>
                    <a:pt x="720528" y="997832"/>
                  </a:lnTo>
                  <a:lnTo>
                    <a:pt x="728873" y="994235"/>
                  </a:lnTo>
                  <a:lnTo>
                    <a:pt x="737154" y="990493"/>
                  </a:lnTo>
                  <a:lnTo>
                    <a:pt x="745368" y="986607"/>
                  </a:lnTo>
                  <a:lnTo>
                    <a:pt x="753514" y="982577"/>
                  </a:lnTo>
                  <a:lnTo>
                    <a:pt x="761587" y="978406"/>
                  </a:lnTo>
                  <a:lnTo>
                    <a:pt x="769586" y="974093"/>
                  </a:lnTo>
                  <a:lnTo>
                    <a:pt x="777508" y="969642"/>
                  </a:lnTo>
                  <a:lnTo>
                    <a:pt x="785351" y="965052"/>
                  </a:lnTo>
                  <a:lnTo>
                    <a:pt x="793113" y="960326"/>
                  </a:lnTo>
                  <a:lnTo>
                    <a:pt x="800791" y="955465"/>
                  </a:lnTo>
                  <a:lnTo>
                    <a:pt x="808383" y="950470"/>
                  </a:lnTo>
                  <a:lnTo>
                    <a:pt x="815886" y="945343"/>
                  </a:lnTo>
                  <a:lnTo>
                    <a:pt x="823298" y="940086"/>
                  </a:lnTo>
                  <a:lnTo>
                    <a:pt x="830617" y="934699"/>
                  </a:lnTo>
                  <a:lnTo>
                    <a:pt x="837840" y="929186"/>
                  </a:lnTo>
                  <a:lnTo>
                    <a:pt x="844966" y="923547"/>
                  </a:lnTo>
                  <a:lnTo>
                    <a:pt x="851992" y="917784"/>
                  </a:lnTo>
                  <a:lnTo>
                    <a:pt x="858917" y="911899"/>
                  </a:lnTo>
                  <a:lnTo>
                    <a:pt x="865737" y="905893"/>
                  </a:lnTo>
                  <a:lnTo>
                    <a:pt x="872451" y="899769"/>
                  </a:lnTo>
                  <a:lnTo>
                    <a:pt x="879057" y="893529"/>
                  </a:lnTo>
                  <a:lnTo>
                    <a:pt x="885552" y="887174"/>
                  </a:lnTo>
                  <a:lnTo>
                    <a:pt x="891936" y="880706"/>
                  </a:lnTo>
                  <a:lnTo>
                    <a:pt x="898205" y="874128"/>
                  </a:lnTo>
                  <a:lnTo>
                    <a:pt x="904358" y="867440"/>
                  </a:lnTo>
                  <a:lnTo>
                    <a:pt x="910393" y="860646"/>
                  </a:lnTo>
                  <a:lnTo>
                    <a:pt x="916309" y="853748"/>
                  </a:lnTo>
                  <a:lnTo>
                    <a:pt x="922103" y="846747"/>
                  </a:lnTo>
                  <a:lnTo>
                    <a:pt x="927773" y="839646"/>
                  </a:lnTo>
                  <a:lnTo>
                    <a:pt x="933318" y="832446"/>
                  </a:lnTo>
                  <a:lnTo>
                    <a:pt x="938736" y="825151"/>
                  </a:lnTo>
                  <a:lnTo>
                    <a:pt x="944026" y="817762"/>
                  </a:lnTo>
                  <a:lnTo>
                    <a:pt x="949186" y="810282"/>
                  </a:lnTo>
                  <a:lnTo>
                    <a:pt x="954214" y="802712"/>
                  </a:lnTo>
                  <a:lnTo>
                    <a:pt x="959109" y="795056"/>
                  </a:lnTo>
                  <a:lnTo>
                    <a:pt x="963869" y="787315"/>
                  </a:lnTo>
                  <a:lnTo>
                    <a:pt x="968492" y="779491"/>
                  </a:lnTo>
                  <a:lnTo>
                    <a:pt x="972979" y="771589"/>
                  </a:lnTo>
                  <a:lnTo>
                    <a:pt x="977326" y="763609"/>
                  </a:lnTo>
                  <a:lnTo>
                    <a:pt x="981533" y="755554"/>
                  </a:lnTo>
                  <a:lnTo>
                    <a:pt x="985598" y="747426"/>
                  </a:lnTo>
                  <a:lnTo>
                    <a:pt x="989520" y="739229"/>
                  </a:lnTo>
                  <a:lnTo>
                    <a:pt x="993298" y="730964"/>
                  </a:lnTo>
                  <a:lnTo>
                    <a:pt x="996932" y="722635"/>
                  </a:lnTo>
                  <a:lnTo>
                    <a:pt x="1000418" y="714243"/>
                  </a:lnTo>
                  <a:lnTo>
                    <a:pt x="1003758" y="705791"/>
                  </a:lnTo>
                  <a:lnTo>
                    <a:pt x="1006949" y="697283"/>
                  </a:lnTo>
                  <a:lnTo>
                    <a:pt x="1009990" y="688719"/>
                  </a:lnTo>
                  <a:lnTo>
                    <a:pt x="1012881" y="680104"/>
                  </a:lnTo>
                  <a:lnTo>
                    <a:pt x="1015621" y="671440"/>
                  </a:lnTo>
                  <a:lnTo>
                    <a:pt x="1018209" y="662729"/>
                  </a:lnTo>
                  <a:lnTo>
                    <a:pt x="1020644" y="653974"/>
                  </a:lnTo>
                  <a:lnTo>
                    <a:pt x="1022926" y="645178"/>
                  </a:lnTo>
                  <a:lnTo>
                    <a:pt x="1025053" y="636343"/>
                  </a:lnTo>
                  <a:lnTo>
                    <a:pt x="1027025" y="627472"/>
                  </a:lnTo>
                  <a:lnTo>
                    <a:pt x="1028842" y="618568"/>
                  </a:lnTo>
                  <a:lnTo>
                    <a:pt x="1030503" y="609634"/>
                  </a:lnTo>
                  <a:lnTo>
                    <a:pt x="1032007" y="600672"/>
                  </a:lnTo>
                  <a:lnTo>
                    <a:pt x="1033354" y="591685"/>
                  </a:lnTo>
                  <a:lnTo>
                    <a:pt x="1034543" y="582675"/>
                  </a:lnTo>
                  <a:lnTo>
                    <a:pt x="1035575" y="573647"/>
                  </a:lnTo>
                  <a:lnTo>
                    <a:pt x="1036448" y="564602"/>
                  </a:lnTo>
                  <a:lnTo>
                    <a:pt x="1037163" y="555542"/>
                  </a:lnTo>
                  <a:lnTo>
                    <a:pt x="1037719" y="546472"/>
                  </a:lnTo>
                  <a:lnTo>
                    <a:pt x="1038117" y="537393"/>
                  </a:lnTo>
                  <a:lnTo>
                    <a:pt x="1038355" y="528309"/>
                  </a:lnTo>
                  <a:lnTo>
                    <a:pt x="1038435" y="5192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95" name="tx95"/>
            <p:cNvSpPr/>
            <p:nvPr/>
          </p:nvSpPr>
          <p:spPr>
            <a:xfrm>
              <a:off x="5574021" y="392680"/>
              <a:ext cx="247162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5565517" y="1586903"/>
              <a:ext cx="264170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6119824" y="567570"/>
              <a:ext cx="438271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6294714" y="989791"/>
              <a:ext cx="20226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6119824" y="1412013"/>
              <a:ext cx="455279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100" name="pg100"/>
            <p:cNvSpPr/>
            <p:nvPr/>
          </p:nvSpPr>
          <p:spPr>
            <a:xfrm>
              <a:off x="5178395" y="506733"/>
              <a:ext cx="1038435" cy="1038445"/>
            </a:xfrm>
            <a:custGeom>
              <a:avLst/>
              <a:pathLst>
                <a:path w="1038435" h="1038445">
                  <a:moveTo>
                    <a:pt x="1038435" y="519222"/>
                  </a:moveTo>
                  <a:lnTo>
                    <a:pt x="1038355" y="510135"/>
                  </a:lnTo>
                  <a:lnTo>
                    <a:pt x="1038117" y="501051"/>
                  </a:lnTo>
                  <a:lnTo>
                    <a:pt x="1037719" y="491972"/>
                  </a:lnTo>
                  <a:lnTo>
                    <a:pt x="1037163" y="482902"/>
                  </a:lnTo>
                  <a:lnTo>
                    <a:pt x="1036448" y="473843"/>
                  </a:lnTo>
                  <a:lnTo>
                    <a:pt x="1035575" y="464797"/>
                  </a:lnTo>
                  <a:lnTo>
                    <a:pt x="1034543" y="455769"/>
                  </a:lnTo>
                  <a:lnTo>
                    <a:pt x="1033354" y="446760"/>
                  </a:lnTo>
                  <a:lnTo>
                    <a:pt x="1032007" y="437773"/>
                  </a:lnTo>
                  <a:lnTo>
                    <a:pt x="1030503" y="428811"/>
                  </a:lnTo>
                  <a:lnTo>
                    <a:pt x="1028842" y="419876"/>
                  </a:lnTo>
                  <a:lnTo>
                    <a:pt x="1027025" y="410972"/>
                  </a:lnTo>
                  <a:lnTo>
                    <a:pt x="1025053" y="402102"/>
                  </a:lnTo>
                  <a:lnTo>
                    <a:pt x="1022926" y="393267"/>
                  </a:lnTo>
                  <a:lnTo>
                    <a:pt x="1020644" y="384470"/>
                  </a:lnTo>
                  <a:lnTo>
                    <a:pt x="1018209" y="375715"/>
                  </a:lnTo>
                  <a:lnTo>
                    <a:pt x="1015621" y="367004"/>
                  </a:lnTo>
                  <a:lnTo>
                    <a:pt x="1012881" y="358340"/>
                  </a:lnTo>
                  <a:lnTo>
                    <a:pt x="1009990" y="349725"/>
                  </a:lnTo>
                  <a:lnTo>
                    <a:pt x="1006949" y="341161"/>
                  </a:lnTo>
                  <a:lnTo>
                    <a:pt x="1003758" y="332653"/>
                  </a:lnTo>
                  <a:lnTo>
                    <a:pt x="1000418" y="324201"/>
                  </a:lnTo>
                  <a:lnTo>
                    <a:pt x="996932" y="315809"/>
                  </a:lnTo>
                  <a:lnTo>
                    <a:pt x="993298" y="307480"/>
                  </a:lnTo>
                  <a:lnTo>
                    <a:pt x="989520" y="299215"/>
                  </a:lnTo>
                  <a:lnTo>
                    <a:pt x="985598" y="291018"/>
                  </a:lnTo>
                  <a:lnTo>
                    <a:pt x="981533" y="282891"/>
                  </a:lnTo>
                  <a:lnTo>
                    <a:pt x="977326" y="274836"/>
                  </a:lnTo>
                  <a:lnTo>
                    <a:pt x="972979" y="266856"/>
                  </a:lnTo>
                  <a:lnTo>
                    <a:pt x="968492" y="258953"/>
                  </a:lnTo>
                  <a:lnTo>
                    <a:pt x="963869" y="251130"/>
                  </a:lnTo>
                  <a:lnTo>
                    <a:pt x="959109" y="243389"/>
                  </a:lnTo>
                  <a:lnTo>
                    <a:pt x="954214" y="235732"/>
                  </a:lnTo>
                  <a:lnTo>
                    <a:pt x="949186" y="228163"/>
                  </a:lnTo>
                  <a:lnTo>
                    <a:pt x="944026" y="220682"/>
                  </a:lnTo>
                  <a:lnTo>
                    <a:pt x="938736" y="213293"/>
                  </a:lnTo>
                  <a:lnTo>
                    <a:pt x="933318" y="205998"/>
                  </a:lnTo>
                  <a:lnTo>
                    <a:pt x="927773" y="198798"/>
                  </a:lnTo>
                  <a:lnTo>
                    <a:pt x="922103" y="191697"/>
                  </a:lnTo>
                  <a:lnTo>
                    <a:pt x="916309" y="184696"/>
                  </a:lnTo>
                  <a:lnTo>
                    <a:pt x="910393" y="177798"/>
                  </a:lnTo>
                  <a:lnTo>
                    <a:pt x="904358" y="171004"/>
                  </a:lnTo>
                  <a:lnTo>
                    <a:pt x="898205" y="164317"/>
                  </a:lnTo>
                  <a:lnTo>
                    <a:pt x="891936" y="157738"/>
                  </a:lnTo>
                  <a:lnTo>
                    <a:pt x="885552" y="151270"/>
                  </a:lnTo>
                  <a:lnTo>
                    <a:pt x="879057" y="144915"/>
                  </a:lnTo>
                  <a:lnTo>
                    <a:pt x="872451" y="138675"/>
                  </a:lnTo>
                  <a:lnTo>
                    <a:pt x="865737" y="132551"/>
                  </a:lnTo>
                  <a:lnTo>
                    <a:pt x="858917" y="126546"/>
                  </a:lnTo>
                  <a:lnTo>
                    <a:pt x="851992" y="120661"/>
                  </a:lnTo>
                  <a:lnTo>
                    <a:pt x="844966" y="114898"/>
                  </a:lnTo>
                  <a:lnTo>
                    <a:pt x="837840" y="109258"/>
                  </a:lnTo>
                  <a:lnTo>
                    <a:pt x="830617" y="103745"/>
                  </a:lnTo>
                  <a:lnTo>
                    <a:pt x="823298" y="98358"/>
                  </a:lnTo>
                  <a:lnTo>
                    <a:pt x="815886" y="93101"/>
                  </a:lnTo>
                  <a:lnTo>
                    <a:pt x="808383" y="87974"/>
                  </a:lnTo>
                  <a:lnTo>
                    <a:pt x="800791" y="82979"/>
                  </a:lnTo>
                  <a:lnTo>
                    <a:pt x="793113" y="78118"/>
                  </a:lnTo>
                  <a:lnTo>
                    <a:pt x="785351" y="73392"/>
                  </a:lnTo>
                  <a:lnTo>
                    <a:pt x="777508" y="68802"/>
                  </a:lnTo>
                  <a:lnTo>
                    <a:pt x="769586" y="64351"/>
                  </a:lnTo>
                  <a:lnTo>
                    <a:pt x="761587" y="60039"/>
                  </a:lnTo>
                  <a:lnTo>
                    <a:pt x="753514" y="55867"/>
                  </a:lnTo>
                  <a:lnTo>
                    <a:pt x="745368" y="51838"/>
                  </a:lnTo>
                  <a:lnTo>
                    <a:pt x="737154" y="47951"/>
                  </a:lnTo>
                  <a:lnTo>
                    <a:pt x="728873" y="44209"/>
                  </a:lnTo>
                  <a:lnTo>
                    <a:pt x="720528" y="40612"/>
                  </a:lnTo>
                  <a:lnTo>
                    <a:pt x="712121" y="37162"/>
                  </a:lnTo>
                  <a:lnTo>
                    <a:pt x="703655" y="33860"/>
                  </a:lnTo>
                  <a:lnTo>
                    <a:pt x="695132" y="30706"/>
                  </a:lnTo>
                  <a:lnTo>
                    <a:pt x="686556" y="27702"/>
                  </a:lnTo>
                  <a:lnTo>
                    <a:pt x="677928" y="24849"/>
                  </a:lnTo>
                  <a:lnTo>
                    <a:pt x="669251" y="22147"/>
                  </a:lnTo>
                  <a:lnTo>
                    <a:pt x="660529" y="19597"/>
                  </a:lnTo>
                  <a:lnTo>
                    <a:pt x="651764" y="17200"/>
                  </a:lnTo>
                  <a:lnTo>
                    <a:pt x="642957" y="14957"/>
                  </a:lnTo>
                  <a:lnTo>
                    <a:pt x="634113" y="12869"/>
                  </a:lnTo>
                  <a:lnTo>
                    <a:pt x="625234" y="10935"/>
                  </a:lnTo>
                  <a:lnTo>
                    <a:pt x="616322" y="9157"/>
                  </a:lnTo>
                  <a:lnTo>
                    <a:pt x="607381" y="7536"/>
                  </a:lnTo>
                  <a:lnTo>
                    <a:pt x="598412" y="6071"/>
                  </a:lnTo>
                  <a:lnTo>
                    <a:pt x="589419" y="4764"/>
                  </a:lnTo>
                  <a:lnTo>
                    <a:pt x="580405" y="3614"/>
                  </a:lnTo>
                  <a:lnTo>
                    <a:pt x="571372" y="2622"/>
                  </a:lnTo>
                  <a:lnTo>
                    <a:pt x="562323" y="1788"/>
                  </a:lnTo>
                  <a:lnTo>
                    <a:pt x="553261" y="1112"/>
                  </a:lnTo>
                  <a:lnTo>
                    <a:pt x="544188" y="596"/>
                  </a:lnTo>
                  <a:lnTo>
                    <a:pt x="535108" y="238"/>
                  </a:lnTo>
                  <a:lnTo>
                    <a:pt x="526023" y="39"/>
                  </a:lnTo>
                  <a:lnTo>
                    <a:pt x="516935" y="0"/>
                  </a:lnTo>
                  <a:lnTo>
                    <a:pt x="507849" y="119"/>
                  </a:lnTo>
                  <a:lnTo>
                    <a:pt x="498766" y="397"/>
                  </a:lnTo>
                  <a:lnTo>
                    <a:pt x="489689" y="834"/>
                  </a:lnTo>
                  <a:lnTo>
                    <a:pt x="480621" y="1430"/>
                  </a:lnTo>
                  <a:lnTo>
                    <a:pt x="471565" y="2185"/>
                  </a:lnTo>
                  <a:lnTo>
                    <a:pt x="462524" y="3098"/>
                  </a:lnTo>
                  <a:lnTo>
                    <a:pt x="453500" y="4169"/>
                  </a:lnTo>
                  <a:lnTo>
                    <a:pt x="444496" y="5398"/>
                  </a:lnTo>
                  <a:lnTo>
                    <a:pt x="435515" y="6784"/>
                  </a:lnTo>
                  <a:lnTo>
                    <a:pt x="426559" y="8327"/>
                  </a:lnTo>
                  <a:lnTo>
                    <a:pt x="417632" y="10027"/>
                  </a:lnTo>
                  <a:lnTo>
                    <a:pt x="408737" y="11882"/>
                  </a:lnTo>
                  <a:lnTo>
                    <a:pt x="399874" y="13894"/>
                  </a:lnTo>
                  <a:lnTo>
                    <a:pt x="391049" y="16059"/>
                  </a:lnTo>
                  <a:lnTo>
                    <a:pt x="382263" y="18379"/>
                  </a:lnTo>
                  <a:lnTo>
                    <a:pt x="373518" y="20853"/>
                  </a:lnTo>
                  <a:lnTo>
                    <a:pt x="364819" y="23479"/>
                  </a:lnTo>
                  <a:lnTo>
                    <a:pt x="356166" y="26257"/>
                  </a:lnTo>
                  <a:lnTo>
                    <a:pt x="347564" y="29185"/>
                  </a:lnTo>
                  <a:lnTo>
                    <a:pt x="339014" y="32264"/>
                  </a:lnTo>
                  <a:lnTo>
                    <a:pt x="330520" y="35493"/>
                  </a:lnTo>
                  <a:lnTo>
                    <a:pt x="322083" y="38869"/>
                  </a:lnTo>
                  <a:lnTo>
                    <a:pt x="313706" y="42392"/>
                  </a:lnTo>
                  <a:lnTo>
                    <a:pt x="305393" y="46062"/>
                  </a:lnTo>
                  <a:lnTo>
                    <a:pt x="297145" y="49876"/>
                  </a:lnTo>
                  <a:lnTo>
                    <a:pt x="288965" y="53834"/>
                  </a:lnTo>
                  <a:lnTo>
                    <a:pt x="280855" y="57935"/>
                  </a:lnTo>
                  <a:lnTo>
                    <a:pt x="272819" y="62177"/>
                  </a:lnTo>
                  <a:lnTo>
                    <a:pt x="264858" y="66559"/>
                  </a:lnTo>
                  <a:lnTo>
                    <a:pt x="256975" y="71080"/>
                  </a:lnTo>
                  <a:lnTo>
                    <a:pt x="249172" y="75738"/>
                  </a:lnTo>
                  <a:lnTo>
                    <a:pt x="241452" y="80532"/>
                  </a:lnTo>
                  <a:lnTo>
                    <a:pt x="233817" y="85460"/>
                  </a:lnTo>
                  <a:lnTo>
                    <a:pt x="226269" y="90521"/>
                  </a:lnTo>
                  <a:lnTo>
                    <a:pt x="218811" y="95713"/>
                  </a:lnTo>
                  <a:lnTo>
                    <a:pt x="211445" y="101036"/>
                  </a:lnTo>
                  <a:lnTo>
                    <a:pt x="204174" y="106486"/>
                  </a:lnTo>
                  <a:lnTo>
                    <a:pt x="196999" y="112062"/>
                  </a:lnTo>
                  <a:lnTo>
                    <a:pt x="189922" y="117764"/>
                  </a:lnTo>
                  <a:lnTo>
                    <a:pt x="182947" y="123588"/>
                  </a:lnTo>
                  <a:lnTo>
                    <a:pt x="176074" y="129533"/>
                  </a:lnTo>
                  <a:lnTo>
                    <a:pt x="169307" y="135598"/>
                  </a:lnTo>
                  <a:lnTo>
                    <a:pt x="162647" y="141781"/>
                  </a:lnTo>
                  <a:lnTo>
                    <a:pt x="156096" y="148079"/>
                  </a:lnTo>
                  <a:lnTo>
                    <a:pt x="149656" y="154490"/>
                  </a:lnTo>
                  <a:lnTo>
                    <a:pt x="143330" y="161014"/>
                  </a:lnTo>
                  <a:lnTo>
                    <a:pt x="137118" y="167647"/>
                  </a:lnTo>
                  <a:lnTo>
                    <a:pt x="131024" y="174388"/>
                  </a:lnTo>
                  <a:lnTo>
                    <a:pt x="125048" y="181234"/>
                  </a:lnTo>
                  <a:lnTo>
                    <a:pt x="119193" y="188184"/>
                  </a:lnTo>
                  <a:lnTo>
                    <a:pt x="113461" y="195235"/>
                  </a:lnTo>
                  <a:lnTo>
                    <a:pt x="107853" y="202386"/>
                  </a:lnTo>
                  <a:lnTo>
                    <a:pt x="102371" y="209634"/>
                  </a:lnTo>
                  <a:lnTo>
                    <a:pt x="97017" y="216976"/>
                  </a:lnTo>
                  <a:lnTo>
                    <a:pt x="91792" y="224411"/>
                  </a:lnTo>
                  <a:lnTo>
                    <a:pt x="86698" y="231936"/>
                  </a:lnTo>
                  <a:lnTo>
                    <a:pt x="81736" y="239550"/>
                  </a:lnTo>
                  <a:lnTo>
                    <a:pt x="76909" y="247249"/>
                  </a:lnTo>
                  <a:lnTo>
                    <a:pt x="72217" y="255031"/>
                  </a:lnTo>
                  <a:lnTo>
                    <a:pt x="67662" y="262894"/>
                  </a:lnTo>
                  <a:lnTo>
                    <a:pt x="63245" y="270836"/>
                  </a:lnTo>
                  <a:lnTo>
                    <a:pt x="58968" y="278854"/>
                  </a:lnTo>
                  <a:lnTo>
                    <a:pt x="54831" y="286945"/>
                  </a:lnTo>
                  <a:lnTo>
                    <a:pt x="50838" y="295108"/>
                  </a:lnTo>
                  <a:lnTo>
                    <a:pt x="46987" y="303339"/>
                  </a:lnTo>
                  <a:lnTo>
                    <a:pt x="43281" y="311637"/>
                  </a:lnTo>
                  <a:lnTo>
                    <a:pt x="39721" y="319998"/>
                  </a:lnTo>
                  <a:lnTo>
                    <a:pt x="36308" y="328420"/>
                  </a:lnTo>
                  <a:lnTo>
                    <a:pt x="33043" y="336900"/>
                  </a:lnTo>
                  <a:lnTo>
                    <a:pt x="29926" y="345436"/>
                  </a:lnTo>
                  <a:lnTo>
                    <a:pt x="26960" y="354026"/>
                  </a:lnTo>
                  <a:lnTo>
                    <a:pt x="24144" y="362666"/>
                  </a:lnTo>
                  <a:lnTo>
                    <a:pt x="21480" y="371354"/>
                  </a:lnTo>
                  <a:lnTo>
                    <a:pt x="18968" y="380088"/>
                  </a:lnTo>
                  <a:lnTo>
                    <a:pt x="16610" y="388864"/>
                  </a:lnTo>
                  <a:lnTo>
                    <a:pt x="14406" y="397680"/>
                  </a:lnTo>
                  <a:lnTo>
                    <a:pt x="12356" y="406533"/>
                  </a:lnTo>
                  <a:lnTo>
                    <a:pt x="10461" y="415420"/>
                  </a:lnTo>
                  <a:lnTo>
                    <a:pt x="8723" y="424340"/>
                  </a:lnTo>
                  <a:lnTo>
                    <a:pt x="7140" y="433288"/>
                  </a:lnTo>
                  <a:lnTo>
                    <a:pt x="5715" y="442263"/>
                  </a:lnTo>
                  <a:lnTo>
                    <a:pt x="4446" y="451262"/>
                  </a:lnTo>
                  <a:lnTo>
                    <a:pt x="3336" y="460281"/>
                  </a:lnTo>
                  <a:lnTo>
                    <a:pt x="2383" y="469318"/>
                  </a:lnTo>
                  <a:lnTo>
                    <a:pt x="1589" y="478371"/>
                  </a:lnTo>
                  <a:lnTo>
                    <a:pt x="953" y="487436"/>
                  </a:lnTo>
                  <a:lnTo>
                    <a:pt x="477" y="496511"/>
                  </a:lnTo>
                  <a:lnTo>
                    <a:pt x="159" y="505592"/>
                  </a:lnTo>
                  <a:lnTo>
                    <a:pt x="0" y="514678"/>
                  </a:lnTo>
                  <a:lnTo>
                    <a:pt x="0" y="523766"/>
                  </a:lnTo>
                  <a:lnTo>
                    <a:pt x="159" y="532852"/>
                  </a:lnTo>
                  <a:lnTo>
                    <a:pt x="477" y="541934"/>
                  </a:lnTo>
                  <a:lnTo>
                    <a:pt x="953" y="551008"/>
                  </a:lnTo>
                  <a:lnTo>
                    <a:pt x="1589" y="560073"/>
                  </a:lnTo>
                  <a:lnTo>
                    <a:pt x="2383" y="569126"/>
                  </a:lnTo>
                  <a:lnTo>
                    <a:pt x="3336" y="578163"/>
                  </a:lnTo>
                  <a:lnTo>
                    <a:pt x="4446" y="587183"/>
                  </a:lnTo>
                  <a:lnTo>
                    <a:pt x="5715" y="596181"/>
                  </a:lnTo>
                  <a:lnTo>
                    <a:pt x="7140" y="605156"/>
                  </a:lnTo>
                  <a:lnTo>
                    <a:pt x="8723" y="614104"/>
                  </a:lnTo>
                  <a:lnTo>
                    <a:pt x="10461" y="623024"/>
                  </a:lnTo>
                  <a:lnTo>
                    <a:pt x="12356" y="631912"/>
                  </a:lnTo>
                  <a:lnTo>
                    <a:pt x="14406" y="640765"/>
                  </a:lnTo>
                  <a:lnTo>
                    <a:pt x="16610" y="649581"/>
                  </a:lnTo>
                  <a:lnTo>
                    <a:pt x="18968" y="658357"/>
                  </a:lnTo>
                  <a:lnTo>
                    <a:pt x="21480" y="667090"/>
                  </a:lnTo>
                  <a:lnTo>
                    <a:pt x="24144" y="675778"/>
                  </a:lnTo>
                  <a:lnTo>
                    <a:pt x="26960" y="684418"/>
                  </a:lnTo>
                  <a:lnTo>
                    <a:pt x="29926" y="693008"/>
                  </a:lnTo>
                  <a:lnTo>
                    <a:pt x="33043" y="701544"/>
                  </a:lnTo>
                  <a:lnTo>
                    <a:pt x="36308" y="710025"/>
                  </a:lnTo>
                  <a:lnTo>
                    <a:pt x="39721" y="718447"/>
                  </a:lnTo>
                  <a:lnTo>
                    <a:pt x="43281" y="726808"/>
                  </a:lnTo>
                  <a:lnTo>
                    <a:pt x="46987" y="735105"/>
                  </a:lnTo>
                  <a:lnTo>
                    <a:pt x="50838" y="743336"/>
                  </a:lnTo>
                  <a:lnTo>
                    <a:pt x="54831" y="751499"/>
                  </a:lnTo>
                  <a:lnTo>
                    <a:pt x="58968" y="759590"/>
                  </a:lnTo>
                  <a:lnTo>
                    <a:pt x="63245" y="767608"/>
                  </a:lnTo>
                  <a:lnTo>
                    <a:pt x="67662" y="775550"/>
                  </a:lnTo>
                  <a:lnTo>
                    <a:pt x="72217" y="783413"/>
                  </a:lnTo>
                  <a:lnTo>
                    <a:pt x="76909" y="791195"/>
                  </a:lnTo>
                  <a:lnTo>
                    <a:pt x="81736" y="798894"/>
                  </a:lnTo>
                  <a:lnTo>
                    <a:pt x="86698" y="806508"/>
                  </a:lnTo>
                  <a:lnTo>
                    <a:pt x="91792" y="814033"/>
                  </a:lnTo>
                  <a:lnTo>
                    <a:pt x="97017" y="821468"/>
                  </a:lnTo>
                  <a:lnTo>
                    <a:pt x="102371" y="828811"/>
                  </a:lnTo>
                  <a:lnTo>
                    <a:pt x="107853" y="836058"/>
                  </a:lnTo>
                  <a:lnTo>
                    <a:pt x="113461" y="843209"/>
                  </a:lnTo>
                  <a:lnTo>
                    <a:pt x="119193" y="850260"/>
                  </a:lnTo>
                  <a:lnTo>
                    <a:pt x="125048" y="857210"/>
                  </a:lnTo>
                  <a:lnTo>
                    <a:pt x="131024" y="864057"/>
                  </a:lnTo>
                  <a:lnTo>
                    <a:pt x="137118" y="870797"/>
                  </a:lnTo>
                  <a:lnTo>
                    <a:pt x="143330" y="877431"/>
                  </a:lnTo>
                  <a:lnTo>
                    <a:pt x="149656" y="883954"/>
                  </a:lnTo>
                  <a:lnTo>
                    <a:pt x="156096" y="890366"/>
                  </a:lnTo>
                  <a:lnTo>
                    <a:pt x="162647" y="896664"/>
                  </a:lnTo>
                  <a:lnTo>
                    <a:pt x="169307" y="902846"/>
                  </a:lnTo>
                  <a:lnTo>
                    <a:pt x="176074" y="908911"/>
                  </a:lnTo>
                  <a:lnTo>
                    <a:pt x="182947" y="914856"/>
                  </a:lnTo>
                  <a:lnTo>
                    <a:pt x="189922" y="920681"/>
                  </a:lnTo>
                  <a:lnTo>
                    <a:pt x="196999" y="926382"/>
                  </a:lnTo>
                  <a:lnTo>
                    <a:pt x="204174" y="931958"/>
                  </a:lnTo>
                  <a:lnTo>
                    <a:pt x="211445" y="937409"/>
                  </a:lnTo>
                  <a:lnTo>
                    <a:pt x="218811" y="942731"/>
                  </a:lnTo>
                  <a:lnTo>
                    <a:pt x="226269" y="947923"/>
                  </a:lnTo>
                  <a:lnTo>
                    <a:pt x="233817" y="952984"/>
                  </a:lnTo>
                  <a:lnTo>
                    <a:pt x="241452" y="957912"/>
                  </a:lnTo>
                  <a:lnTo>
                    <a:pt x="249172" y="962706"/>
                  </a:lnTo>
                  <a:lnTo>
                    <a:pt x="256975" y="967364"/>
                  </a:lnTo>
                  <a:lnTo>
                    <a:pt x="264858" y="971885"/>
                  </a:lnTo>
                  <a:lnTo>
                    <a:pt x="272819" y="976267"/>
                  </a:lnTo>
                  <a:lnTo>
                    <a:pt x="280855" y="980509"/>
                  </a:lnTo>
                  <a:lnTo>
                    <a:pt x="288965" y="984610"/>
                  </a:lnTo>
                  <a:lnTo>
                    <a:pt x="297145" y="988568"/>
                  </a:lnTo>
                  <a:lnTo>
                    <a:pt x="305393" y="992382"/>
                  </a:lnTo>
                  <a:lnTo>
                    <a:pt x="313706" y="996052"/>
                  </a:lnTo>
                  <a:lnTo>
                    <a:pt x="322083" y="999575"/>
                  </a:lnTo>
                  <a:lnTo>
                    <a:pt x="330520" y="1002952"/>
                  </a:lnTo>
                  <a:lnTo>
                    <a:pt x="339014" y="1006180"/>
                  </a:lnTo>
                  <a:lnTo>
                    <a:pt x="347564" y="1009259"/>
                  </a:lnTo>
                  <a:lnTo>
                    <a:pt x="356166" y="1012188"/>
                  </a:lnTo>
                  <a:lnTo>
                    <a:pt x="364819" y="1014966"/>
                  </a:lnTo>
                  <a:lnTo>
                    <a:pt x="373518" y="1017592"/>
                  </a:lnTo>
                  <a:lnTo>
                    <a:pt x="382263" y="1020065"/>
                  </a:lnTo>
                  <a:lnTo>
                    <a:pt x="391049" y="1022385"/>
                  </a:lnTo>
                  <a:lnTo>
                    <a:pt x="399874" y="1024551"/>
                  </a:lnTo>
                  <a:lnTo>
                    <a:pt x="408737" y="1026562"/>
                  </a:lnTo>
                  <a:lnTo>
                    <a:pt x="417632" y="1028417"/>
                  </a:lnTo>
                  <a:lnTo>
                    <a:pt x="426559" y="1030117"/>
                  </a:lnTo>
                  <a:lnTo>
                    <a:pt x="435515" y="1031660"/>
                  </a:lnTo>
                  <a:lnTo>
                    <a:pt x="444496" y="1033046"/>
                  </a:lnTo>
                  <a:lnTo>
                    <a:pt x="453500" y="1034275"/>
                  </a:lnTo>
                  <a:lnTo>
                    <a:pt x="462524" y="1035346"/>
                  </a:lnTo>
                  <a:lnTo>
                    <a:pt x="471565" y="1036259"/>
                  </a:lnTo>
                  <a:lnTo>
                    <a:pt x="480621" y="1037014"/>
                  </a:lnTo>
                  <a:lnTo>
                    <a:pt x="489689" y="1037610"/>
                  </a:lnTo>
                  <a:lnTo>
                    <a:pt x="498766" y="1038047"/>
                  </a:lnTo>
                  <a:lnTo>
                    <a:pt x="507849" y="1038325"/>
                  </a:lnTo>
                  <a:lnTo>
                    <a:pt x="516935" y="1038445"/>
                  </a:lnTo>
                  <a:lnTo>
                    <a:pt x="526023" y="1038405"/>
                  </a:lnTo>
                  <a:lnTo>
                    <a:pt x="535108" y="1038206"/>
                  </a:lnTo>
                  <a:lnTo>
                    <a:pt x="544188" y="1037848"/>
                  </a:lnTo>
                  <a:lnTo>
                    <a:pt x="553261" y="1037332"/>
                  </a:lnTo>
                  <a:lnTo>
                    <a:pt x="562323" y="1036656"/>
                  </a:lnTo>
                  <a:lnTo>
                    <a:pt x="571372" y="1035823"/>
                  </a:lnTo>
                  <a:lnTo>
                    <a:pt x="580405" y="1034831"/>
                  </a:lnTo>
                  <a:lnTo>
                    <a:pt x="589419" y="1033681"/>
                  </a:lnTo>
                  <a:lnTo>
                    <a:pt x="598412" y="1032373"/>
                  </a:lnTo>
                  <a:lnTo>
                    <a:pt x="607381" y="1030908"/>
                  </a:lnTo>
                  <a:lnTo>
                    <a:pt x="616322" y="1029287"/>
                  </a:lnTo>
                  <a:lnTo>
                    <a:pt x="625234" y="1027509"/>
                  </a:lnTo>
                  <a:lnTo>
                    <a:pt x="634113" y="1025576"/>
                  </a:lnTo>
                  <a:lnTo>
                    <a:pt x="642957" y="1023487"/>
                  </a:lnTo>
                  <a:lnTo>
                    <a:pt x="651764" y="1021244"/>
                  </a:lnTo>
                  <a:lnTo>
                    <a:pt x="660529" y="1018847"/>
                  </a:lnTo>
                  <a:lnTo>
                    <a:pt x="669251" y="1016298"/>
                  </a:lnTo>
                  <a:lnTo>
                    <a:pt x="677928" y="1013596"/>
                  </a:lnTo>
                  <a:lnTo>
                    <a:pt x="686556" y="1010742"/>
                  </a:lnTo>
                  <a:lnTo>
                    <a:pt x="695132" y="1007738"/>
                  </a:lnTo>
                  <a:lnTo>
                    <a:pt x="703655" y="1004584"/>
                  </a:lnTo>
                  <a:lnTo>
                    <a:pt x="712121" y="1001282"/>
                  </a:lnTo>
                  <a:lnTo>
                    <a:pt x="720528" y="997832"/>
                  </a:lnTo>
                  <a:lnTo>
                    <a:pt x="728873" y="994235"/>
                  </a:lnTo>
                  <a:lnTo>
                    <a:pt x="737154" y="990493"/>
                  </a:lnTo>
                  <a:lnTo>
                    <a:pt x="745368" y="986607"/>
                  </a:lnTo>
                  <a:lnTo>
                    <a:pt x="753514" y="982577"/>
                  </a:lnTo>
                  <a:lnTo>
                    <a:pt x="761587" y="978406"/>
                  </a:lnTo>
                  <a:lnTo>
                    <a:pt x="769586" y="974093"/>
                  </a:lnTo>
                  <a:lnTo>
                    <a:pt x="777508" y="969642"/>
                  </a:lnTo>
                  <a:lnTo>
                    <a:pt x="785351" y="965052"/>
                  </a:lnTo>
                  <a:lnTo>
                    <a:pt x="793113" y="960326"/>
                  </a:lnTo>
                  <a:lnTo>
                    <a:pt x="800791" y="955465"/>
                  </a:lnTo>
                  <a:lnTo>
                    <a:pt x="808383" y="950470"/>
                  </a:lnTo>
                  <a:lnTo>
                    <a:pt x="815886" y="945343"/>
                  </a:lnTo>
                  <a:lnTo>
                    <a:pt x="823298" y="940086"/>
                  </a:lnTo>
                  <a:lnTo>
                    <a:pt x="830617" y="934699"/>
                  </a:lnTo>
                  <a:lnTo>
                    <a:pt x="837840" y="929186"/>
                  </a:lnTo>
                  <a:lnTo>
                    <a:pt x="844966" y="923547"/>
                  </a:lnTo>
                  <a:lnTo>
                    <a:pt x="851992" y="917784"/>
                  </a:lnTo>
                  <a:lnTo>
                    <a:pt x="858917" y="911899"/>
                  </a:lnTo>
                  <a:lnTo>
                    <a:pt x="865737" y="905893"/>
                  </a:lnTo>
                  <a:lnTo>
                    <a:pt x="872451" y="899769"/>
                  </a:lnTo>
                  <a:lnTo>
                    <a:pt x="879057" y="893529"/>
                  </a:lnTo>
                  <a:lnTo>
                    <a:pt x="885552" y="887174"/>
                  </a:lnTo>
                  <a:lnTo>
                    <a:pt x="891936" y="880706"/>
                  </a:lnTo>
                  <a:lnTo>
                    <a:pt x="898205" y="874128"/>
                  </a:lnTo>
                  <a:lnTo>
                    <a:pt x="904358" y="867440"/>
                  </a:lnTo>
                  <a:lnTo>
                    <a:pt x="910393" y="860646"/>
                  </a:lnTo>
                  <a:lnTo>
                    <a:pt x="916309" y="853748"/>
                  </a:lnTo>
                  <a:lnTo>
                    <a:pt x="922103" y="846747"/>
                  </a:lnTo>
                  <a:lnTo>
                    <a:pt x="927773" y="839646"/>
                  </a:lnTo>
                  <a:lnTo>
                    <a:pt x="933318" y="832446"/>
                  </a:lnTo>
                  <a:lnTo>
                    <a:pt x="938736" y="825151"/>
                  </a:lnTo>
                  <a:lnTo>
                    <a:pt x="944026" y="817762"/>
                  </a:lnTo>
                  <a:lnTo>
                    <a:pt x="949186" y="810282"/>
                  </a:lnTo>
                  <a:lnTo>
                    <a:pt x="954214" y="802712"/>
                  </a:lnTo>
                  <a:lnTo>
                    <a:pt x="959109" y="795056"/>
                  </a:lnTo>
                  <a:lnTo>
                    <a:pt x="963869" y="787315"/>
                  </a:lnTo>
                  <a:lnTo>
                    <a:pt x="968492" y="779491"/>
                  </a:lnTo>
                  <a:lnTo>
                    <a:pt x="972979" y="771589"/>
                  </a:lnTo>
                  <a:lnTo>
                    <a:pt x="977326" y="763609"/>
                  </a:lnTo>
                  <a:lnTo>
                    <a:pt x="981533" y="755554"/>
                  </a:lnTo>
                  <a:lnTo>
                    <a:pt x="985598" y="747426"/>
                  </a:lnTo>
                  <a:lnTo>
                    <a:pt x="989520" y="739229"/>
                  </a:lnTo>
                  <a:lnTo>
                    <a:pt x="993298" y="730964"/>
                  </a:lnTo>
                  <a:lnTo>
                    <a:pt x="996932" y="722635"/>
                  </a:lnTo>
                  <a:lnTo>
                    <a:pt x="1000418" y="714243"/>
                  </a:lnTo>
                  <a:lnTo>
                    <a:pt x="1003758" y="705791"/>
                  </a:lnTo>
                  <a:lnTo>
                    <a:pt x="1006949" y="697283"/>
                  </a:lnTo>
                  <a:lnTo>
                    <a:pt x="1009990" y="688719"/>
                  </a:lnTo>
                  <a:lnTo>
                    <a:pt x="1012881" y="680104"/>
                  </a:lnTo>
                  <a:lnTo>
                    <a:pt x="1015621" y="671440"/>
                  </a:lnTo>
                  <a:lnTo>
                    <a:pt x="1018209" y="662729"/>
                  </a:lnTo>
                  <a:lnTo>
                    <a:pt x="1020644" y="653974"/>
                  </a:lnTo>
                  <a:lnTo>
                    <a:pt x="1022926" y="645178"/>
                  </a:lnTo>
                  <a:lnTo>
                    <a:pt x="1025053" y="636343"/>
                  </a:lnTo>
                  <a:lnTo>
                    <a:pt x="1027025" y="627472"/>
                  </a:lnTo>
                  <a:lnTo>
                    <a:pt x="1028842" y="618568"/>
                  </a:lnTo>
                  <a:lnTo>
                    <a:pt x="1030503" y="609634"/>
                  </a:lnTo>
                  <a:lnTo>
                    <a:pt x="1032007" y="600672"/>
                  </a:lnTo>
                  <a:lnTo>
                    <a:pt x="1033354" y="591685"/>
                  </a:lnTo>
                  <a:lnTo>
                    <a:pt x="1034543" y="582675"/>
                  </a:lnTo>
                  <a:lnTo>
                    <a:pt x="1035575" y="573647"/>
                  </a:lnTo>
                  <a:lnTo>
                    <a:pt x="1036448" y="564602"/>
                  </a:lnTo>
                  <a:lnTo>
                    <a:pt x="1037163" y="555542"/>
                  </a:lnTo>
                  <a:lnTo>
                    <a:pt x="1037719" y="546472"/>
                  </a:lnTo>
                  <a:lnTo>
                    <a:pt x="1038117" y="537393"/>
                  </a:lnTo>
                  <a:lnTo>
                    <a:pt x="1038355" y="528309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697602" y="506728"/>
              <a:ext cx="0" cy="467304"/>
            </a:xfrm>
            <a:custGeom>
              <a:avLst/>
              <a:pathLst>
                <a:path w="0" h="467304">
                  <a:moveTo>
                    <a:pt x="0" y="46730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5734317" y="658807"/>
              <a:ext cx="330434" cy="330434"/>
            </a:xfrm>
            <a:custGeom>
              <a:avLst/>
              <a:pathLst>
                <a:path w="330434" h="330434">
                  <a:moveTo>
                    <a:pt x="0" y="330434"/>
                  </a:moveTo>
                  <a:lnTo>
                    <a:pt x="33043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5749525" y="1025956"/>
              <a:ext cx="467304" cy="0"/>
            </a:xfrm>
            <a:custGeom>
              <a:avLst/>
              <a:pathLst>
                <a:path w="467304" h="0">
                  <a:moveTo>
                    <a:pt x="0" y="0"/>
                  </a:moveTo>
                  <a:lnTo>
                    <a:pt x="46730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734317" y="1062671"/>
              <a:ext cx="330434" cy="330434"/>
            </a:xfrm>
            <a:custGeom>
              <a:avLst/>
              <a:pathLst>
                <a:path w="330434" h="330434">
                  <a:moveTo>
                    <a:pt x="0" y="0"/>
                  </a:moveTo>
                  <a:lnTo>
                    <a:pt x="330434" y="33043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5697602" y="1077879"/>
              <a:ext cx="0" cy="467304"/>
            </a:xfrm>
            <a:custGeom>
              <a:avLst/>
              <a:pathLst>
                <a:path w="0" h="467304">
                  <a:moveTo>
                    <a:pt x="0" y="0"/>
                  </a:moveTo>
                  <a:lnTo>
                    <a:pt x="0" y="46730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330453" y="1062671"/>
              <a:ext cx="330434" cy="330434"/>
            </a:xfrm>
            <a:custGeom>
              <a:avLst/>
              <a:pathLst>
                <a:path w="330434" h="330434">
                  <a:moveTo>
                    <a:pt x="330434" y="0"/>
                  </a:moveTo>
                  <a:lnTo>
                    <a:pt x="0" y="33043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5178375" y="1025956"/>
              <a:ext cx="467304" cy="0"/>
            </a:xfrm>
            <a:custGeom>
              <a:avLst/>
              <a:pathLst>
                <a:path w="467304" h="0">
                  <a:moveTo>
                    <a:pt x="467304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5330453" y="658807"/>
              <a:ext cx="330434" cy="330434"/>
            </a:xfrm>
            <a:custGeom>
              <a:avLst/>
              <a:pathLst>
                <a:path w="330434" h="330434">
                  <a:moveTo>
                    <a:pt x="330434" y="33043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5605625" y="974033"/>
              <a:ext cx="397579" cy="154724"/>
            </a:xfrm>
            <a:custGeom>
              <a:avLst/>
              <a:pathLst>
                <a:path w="397579" h="154724">
                  <a:moveTo>
                    <a:pt x="91977" y="0"/>
                  </a:moveTo>
                  <a:lnTo>
                    <a:pt x="138133" y="5766"/>
                  </a:lnTo>
                  <a:lnTo>
                    <a:pt x="397579" y="51922"/>
                  </a:lnTo>
                  <a:lnTo>
                    <a:pt x="194779" y="154724"/>
                  </a:lnTo>
                  <a:lnTo>
                    <a:pt x="91977" y="130548"/>
                  </a:lnTo>
                  <a:lnTo>
                    <a:pt x="26939" y="116960"/>
                  </a:lnTo>
                  <a:lnTo>
                    <a:pt x="0" y="51922"/>
                  </a:lnTo>
                  <a:lnTo>
                    <a:pt x="55262" y="15207"/>
                  </a:lnTo>
                  <a:lnTo>
                    <a:pt x="91977" y="0"/>
                  </a:lnTo>
                </a:path>
              </a:pathLst>
            </a:custGeom>
            <a:ln w="31166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5662332" y="938763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5708488" y="944530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5967935" y="990686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5765134" y="1093488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5662332" y="1069312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5597294" y="1055724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5570355" y="990686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5625617" y="953971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5662332" y="938763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tx119"/>
            <p:cNvSpPr/>
            <p:nvPr/>
          </p:nvSpPr>
          <p:spPr>
            <a:xfrm>
              <a:off x="5558171" y="952362"/>
              <a:ext cx="87508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5524521" y="718709"/>
              <a:ext cx="12115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5490872" y="485057"/>
              <a:ext cx="15480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122" name="rc122"/>
            <p:cNvSpPr/>
            <p:nvPr/>
          </p:nvSpPr>
          <p:spPr>
            <a:xfrm>
              <a:off x="6823205" y="69589"/>
              <a:ext cx="2251205" cy="233029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6823205" y="302618"/>
              <a:ext cx="2251205" cy="14466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6861163" y="69589"/>
              <a:ext cx="2175290" cy="23302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tx125"/>
            <p:cNvSpPr/>
            <p:nvPr/>
          </p:nvSpPr>
          <p:spPr>
            <a:xfrm>
              <a:off x="7460655" y="103556"/>
              <a:ext cx="97630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Charadriiformes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7321621" y="205046"/>
              <a:ext cx="1254373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32, species = 18</a:t>
              </a:r>
            </a:p>
          </p:txBody>
        </p:sp>
        <p:sp>
          <p:nvSpPr>
            <p:cNvPr id="127" name="rc127"/>
            <p:cNvSpPr/>
            <p:nvPr/>
          </p:nvSpPr>
          <p:spPr>
            <a:xfrm>
              <a:off x="7092082" y="340576"/>
              <a:ext cx="1713451" cy="1370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" name="tx128"/>
            <p:cNvSpPr/>
            <p:nvPr/>
          </p:nvSpPr>
          <p:spPr>
            <a:xfrm>
              <a:off x="7054573" y="1412013"/>
              <a:ext cx="472013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7123279" y="989791"/>
              <a:ext cx="228417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7071581" y="567570"/>
              <a:ext cx="45500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131" name="pl131"/>
            <p:cNvSpPr/>
            <p:nvPr/>
          </p:nvSpPr>
          <p:spPr>
            <a:xfrm>
              <a:off x="7896887" y="974034"/>
              <a:ext cx="103843" cy="103844"/>
            </a:xfrm>
            <a:custGeom>
              <a:avLst/>
              <a:pathLst>
                <a:path w="103843" h="103844">
                  <a:moveTo>
                    <a:pt x="103843" y="51922"/>
                  </a:moveTo>
                  <a:lnTo>
                    <a:pt x="103835" y="51013"/>
                  </a:lnTo>
                  <a:lnTo>
                    <a:pt x="103811" y="50105"/>
                  </a:lnTo>
                  <a:lnTo>
                    <a:pt x="103771" y="49197"/>
                  </a:lnTo>
                  <a:lnTo>
                    <a:pt x="103716" y="48290"/>
                  </a:lnTo>
                  <a:lnTo>
                    <a:pt x="103644" y="47384"/>
                  </a:lnTo>
                  <a:lnTo>
                    <a:pt x="103557" y="46479"/>
                  </a:lnTo>
                  <a:lnTo>
                    <a:pt x="103454" y="45576"/>
                  </a:lnTo>
                  <a:lnTo>
                    <a:pt x="103335" y="44676"/>
                  </a:lnTo>
                  <a:lnTo>
                    <a:pt x="103200" y="43777"/>
                  </a:lnTo>
                  <a:lnTo>
                    <a:pt x="103050" y="42881"/>
                  </a:lnTo>
                  <a:lnTo>
                    <a:pt x="102884" y="41987"/>
                  </a:lnTo>
                  <a:lnTo>
                    <a:pt x="102702" y="41097"/>
                  </a:lnTo>
                  <a:lnTo>
                    <a:pt x="102505" y="40210"/>
                  </a:lnTo>
                  <a:lnTo>
                    <a:pt x="102292" y="39326"/>
                  </a:lnTo>
                  <a:lnTo>
                    <a:pt x="102064" y="38447"/>
                  </a:lnTo>
                  <a:lnTo>
                    <a:pt x="101820" y="37571"/>
                  </a:lnTo>
                  <a:lnTo>
                    <a:pt x="101562" y="36700"/>
                  </a:lnTo>
                  <a:lnTo>
                    <a:pt x="101288" y="35834"/>
                  </a:lnTo>
                  <a:lnTo>
                    <a:pt x="100999" y="34972"/>
                  </a:lnTo>
                  <a:lnTo>
                    <a:pt x="100694" y="34116"/>
                  </a:lnTo>
                  <a:lnTo>
                    <a:pt x="100375" y="33265"/>
                  </a:lnTo>
                  <a:lnTo>
                    <a:pt x="100041" y="32420"/>
                  </a:lnTo>
                  <a:lnTo>
                    <a:pt x="99693" y="31580"/>
                  </a:lnTo>
                  <a:lnTo>
                    <a:pt x="99329" y="30748"/>
                  </a:lnTo>
                  <a:lnTo>
                    <a:pt x="98952" y="29921"/>
                  </a:lnTo>
                  <a:lnTo>
                    <a:pt x="98559" y="29101"/>
                  </a:lnTo>
                  <a:lnTo>
                    <a:pt x="98153" y="28289"/>
                  </a:lnTo>
                  <a:lnTo>
                    <a:pt x="97732" y="27483"/>
                  </a:lnTo>
                  <a:lnTo>
                    <a:pt x="97297" y="26685"/>
                  </a:lnTo>
                  <a:lnTo>
                    <a:pt x="96849" y="25895"/>
                  </a:lnTo>
                  <a:lnTo>
                    <a:pt x="96386" y="25113"/>
                  </a:lnTo>
                  <a:lnTo>
                    <a:pt x="95910" y="24338"/>
                  </a:lnTo>
                  <a:lnTo>
                    <a:pt x="95421" y="23573"/>
                  </a:lnTo>
                  <a:lnTo>
                    <a:pt x="94918" y="22816"/>
                  </a:lnTo>
                  <a:lnTo>
                    <a:pt x="94402" y="22068"/>
                  </a:lnTo>
                  <a:lnTo>
                    <a:pt x="93873" y="21329"/>
                  </a:lnTo>
                  <a:lnTo>
                    <a:pt x="93331" y="20599"/>
                  </a:lnTo>
                  <a:lnTo>
                    <a:pt x="92777" y="19879"/>
                  </a:lnTo>
                  <a:lnTo>
                    <a:pt x="92210" y="19169"/>
                  </a:lnTo>
                  <a:lnTo>
                    <a:pt x="91630" y="18469"/>
                  </a:lnTo>
                  <a:lnTo>
                    <a:pt x="91039" y="17779"/>
                  </a:lnTo>
                  <a:lnTo>
                    <a:pt x="90435" y="17100"/>
                  </a:lnTo>
                  <a:lnTo>
                    <a:pt x="89820" y="16431"/>
                  </a:lnTo>
                  <a:lnTo>
                    <a:pt x="89193" y="15773"/>
                  </a:lnTo>
                  <a:lnTo>
                    <a:pt x="88555" y="15127"/>
                  </a:lnTo>
                  <a:lnTo>
                    <a:pt x="87905" y="14491"/>
                  </a:lnTo>
                  <a:lnTo>
                    <a:pt x="87245" y="13867"/>
                  </a:lnTo>
                  <a:lnTo>
                    <a:pt x="86573" y="13255"/>
                  </a:lnTo>
                  <a:lnTo>
                    <a:pt x="85891" y="12654"/>
                  </a:lnTo>
                  <a:lnTo>
                    <a:pt x="85199" y="12066"/>
                  </a:lnTo>
                  <a:lnTo>
                    <a:pt x="84496" y="11489"/>
                  </a:lnTo>
                  <a:lnTo>
                    <a:pt x="83784" y="10925"/>
                  </a:lnTo>
                  <a:lnTo>
                    <a:pt x="83061" y="10374"/>
                  </a:lnTo>
                  <a:lnTo>
                    <a:pt x="82329" y="9835"/>
                  </a:lnTo>
                  <a:lnTo>
                    <a:pt x="81588" y="9310"/>
                  </a:lnTo>
                  <a:lnTo>
                    <a:pt x="80838" y="8797"/>
                  </a:lnTo>
                  <a:lnTo>
                    <a:pt x="80079" y="8297"/>
                  </a:lnTo>
                  <a:lnTo>
                    <a:pt x="79311" y="7811"/>
                  </a:lnTo>
                  <a:lnTo>
                    <a:pt x="78535" y="7339"/>
                  </a:lnTo>
                  <a:lnTo>
                    <a:pt x="77750" y="6880"/>
                  </a:lnTo>
                  <a:lnTo>
                    <a:pt x="76958" y="6435"/>
                  </a:lnTo>
                  <a:lnTo>
                    <a:pt x="76158" y="6003"/>
                  </a:lnTo>
                  <a:lnTo>
                    <a:pt x="75351" y="5586"/>
                  </a:lnTo>
                  <a:lnTo>
                    <a:pt x="74536" y="5183"/>
                  </a:lnTo>
                  <a:lnTo>
                    <a:pt x="73715" y="4795"/>
                  </a:lnTo>
                  <a:lnTo>
                    <a:pt x="72887" y="4420"/>
                  </a:lnTo>
                  <a:lnTo>
                    <a:pt x="72052" y="4061"/>
                  </a:lnTo>
                  <a:lnTo>
                    <a:pt x="71212" y="3716"/>
                  </a:lnTo>
                  <a:lnTo>
                    <a:pt x="70365" y="3386"/>
                  </a:lnTo>
                  <a:lnTo>
                    <a:pt x="69513" y="3070"/>
                  </a:lnTo>
                  <a:lnTo>
                    <a:pt x="68655" y="2770"/>
                  </a:lnTo>
                  <a:lnTo>
                    <a:pt x="67792" y="2484"/>
                  </a:lnTo>
                  <a:lnTo>
                    <a:pt x="66925" y="2214"/>
                  </a:lnTo>
                  <a:lnTo>
                    <a:pt x="66052" y="1959"/>
                  </a:lnTo>
                  <a:lnTo>
                    <a:pt x="65176" y="1720"/>
                  </a:lnTo>
                  <a:lnTo>
                    <a:pt x="64295" y="1495"/>
                  </a:lnTo>
                  <a:lnTo>
                    <a:pt x="63411" y="1286"/>
                  </a:lnTo>
                  <a:lnTo>
                    <a:pt x="62523" y="1093"/>
                  </a:lnTo>
                  <a:lnTo>
                    <a:pt x="61632" y="915"/>
                  </a:lnTo>
                  <a:lnTo>
                    <a:pt x="60738" y="753"/>
                  </a:lnTo>
                  <a:lnTo>
                    <a:pt x="59841" y="607"/>
                  </a:lnTo>
                  <a:lnTo>
                    <a:pt x="58941" y="476"/>
                  </a:lnTo>
                  <a:lnTo>
                    <a:pt x="58040" y="361"/>
                  </a:lnTo>
                  <a:lnTo>
                    <a:pt x="57137" y="262"/>
                  </a:lnTo>
                  <a:lnTo>
                    <a:pt x="56232" y="178"/>
                  </a:lnTo>
                  <a:lnTo>
                    <a:pt x="55326" y="111"/>
                  </a:lnTo>
                  <a:lnTo>
                    <a:pt x="54418" y="59"/>
                  </a:lnTo>
                  <a:lnTo>
                    <a:pt x="53510" y="23"/>
                  </a:lnTo>
                  <a:lnTo>
                    <a:pt x="52602" y="3"/>
                  </a:lnTo>
                  <a:lnTo>
                    <a:pt x="51693" y="0"/>
                  </a:lnTo>
                  <a:lnTo>
                    <a:pt x="50784" y="11"/>
                  </a:lnTo>
                  <a:lnTo>
                    <a:pt x="49876" y="39"/>
                  </a:lnTo>
                  <a:lnTo>
                    <a:pt x="48968" y="83"/>
                  </a:lnTo>
                  <a:lnTo>
                    <a:pt x="48062" y="143"/>
                  </a:lnTo>
                  <a:lnTo>
                    <a:pt x="47156" y="218"/>
                  </a:lnTo>
                  <a:lnTo>
                    <a:pt x="46252" y="309"/>
                  </a:lnTo>
                  <a:lnTo>
                    <a:pt x="45350" y="416"/>
                  </a:lnTo>
                  <a:lnTo>
                    <a:pt x="44449" y="539"/>
                  </a:lnTo>
                  <a:lnTo>
                    <a:pt x="43551" y="678"/>
                  </a:lnTo>
                  <a:lnTo>
                    <a:pt x="42655" y="832"/>
                  </a:lnTo>
                  <a:lnTo>
                    <a:pt x="41763" y="1002"/>
                  </a:lnTo>
                  <a:lnTo>
                    <a:pt x="40873" y="1188"/>
                  </a:lnTo>
                  <a:lnTo>
                    <a:pt x="39987" y="1389"/>
                  </a:lnTo>
                  <a:lnTo>
                    <a:pt x="39104" y="1605"/>
                  </a:lnTo>
                  <a:lnTo>
                    <a:pt x="38226" y="1837"/>
                  </a:lnTo>
                  <a:lnTo>
                    <a:pt x="37351" y="2085"/>
                  </a:lnTo>
                  <a:lnTo>
                    <a:pt x="36481" y="2347"/>
                  </a:lnTo>
                  <a:lnTo>
                    <a:pt x="35616" y="2625"/>
                  </a:lnTo>
                  <a:lnTo>
                    <a:pt x="34756" y="2918"/>
                  </a:lnTo>
                  <a:lnTo>
                    <a:pt x="33901" y="3226"/>
                  </a:lnTo>
                  <a:lnTo>
                    <a:pt x="33052" y="3549"/>
                  </a:lnTo>
                  <a:lnTo>
                    <a:pt x="32208" y="3886"/>
                  </a:lnTo>
                  <a:lnTo>
                    <a:pt x="31370" y="4239"/>
                  </a:lnTo>
                  <a:lnTo>
                    <a:pt x="30539" y="4606"/>
                  </a:lnTo>
                  <a:lnTo>
                    <a:pt x="29714" y="4987"/>
                  </a:lnTo>
                  <a:lnTo>
                    <a:pt x="28896" y="5383"/>
                  </a:lnTo>
                  <a:lnTo>
                    <a:pt x="28085" y="5793"/>
                  </a:lnTo>
                  <a:lnTo>
                    <a:pt x="27281" y="6217"/>
                  </a:lnTo>
                  <a:lnTo>
                    <a:pt x="26485" y="6655"/>
                  </a:lnTo>
                  <a:lnTo>
                    <a:pt x="25697" y="7108"/>
                  </a:lnTo>
                  <a:lnTo>
                    <a:pt x="24917" y="7573"/>
                  </a:lnTo>
                  <a:lnTo>
                    <a:pt x="24145" y="8053"/>
                  </a:lnTo>
                  <a:lnTo>
                    <a:pt x="23381" y="8546"/>
                  </a:lnTo>
                  <a:lnTo>
                    <a:pt x="22626" y="9052"/>
                  </a:lnTo>
                  <a:lnTo>
                    <a:pt x="21881" y="9571"/>
                  </a:lnTo>
                  <a:lnTo>
                    <a:pt x="21144" y="10103"/>
                  </a:lnTo>
                  <a:lnTo>
                    <a:pt x="20417" y="10648"/>
                  </a:lnTo>
                  <a:lnTo>
                    <a:pt x="19699" y="11206"/>
                  </a:lnTo>
                  <a:lnTo>
                    <a:pt x="18992" y="11776"/>
                  </a:lnTo>
                  <a:lnTo>
                    <a:pt x="18294" y="12358"/>
                  </a:lnTo>
                  <a:lnTo>
                    <a:pt x="17607" y="12953"/>
                  </a:lnTo>
                  <a:lnTo>
                    <a:pt x="16930" y="13559"/>
                  </a:lnTo>
                  <a:lnTo>
                    <a:pt x="16264" y="14178"/>
                  </a:lnTo>
                  <a:lnTo>
                    <a:pt x="15609" y="14807"/>
                  </a:lnTo>
                  <a:lnTo>
                    <a:pt x="14965" y="15449"/>
                  </a:lnTo>
                  <a:lnTo>
                    <a:pt x="14333" y="16101"/>
                  </a:lnTo>
                  <a:lnTo>
                    <a:pt x="13711" y="16764"/>
                  </a:lnTo>
                  <a:lnTo>
                    <a:pt x="13102" y="17438"/>
                  </a:lnTo>
                  <a:lnTo>
                    <a:pt x="12504" y="18123"/>
                  </a:lnTo>
                  <a:lnTo>
                    <a:pt x="11919" y="18818"/>
                  </a:lnTo>
                  <a:lnTo>
                    <a:pt x="11346" y="19523"/>
                  </a:lnTo>
                  <a:lnTo>
                    <a:pt x="10785" y="20238"/>
                  </a:lnTo>
                  <a:lnTo>
                    <a:pt x="10237" y="20963"/>
                  </a:lnTo>
                  <a:lnTo>
                    <a:pt x="9701" y="21697"/>
                  </a:lnTo>
                  <a:lnTo>
                    <a:pt x="9179" y="22441"/>
                  </a:lnTo>
                  <a:lnTo>
                    <a:pt x="8669" y="23193"/>
                  </a:lnTo>
                  <a:lnTo>
                    <a:pt x="8173" y="23955"/>
                  </a:lnTo>
                  <a:lnTo>
                    <a:pt x="7690" y="24724"/>
                  </a:lnTo>
                  <a:lnTo>
                    <a:pt x="7221" y="25503"/>
                  </a:lnTo>
                  <a:lnTo>
                    <a:pt x="6766" y="26289"/>
                  </a:lnTo>
                  <a:lnTo>
                    <a:pt x="6324" y="27083"/>
                  </a:lnTo>
                  <a:lnTo>
                    <a:pt x="5896" y="27885"/>
                  </a:lnTo>
                  <a:lnTo>
                    <a:pt x="5483" y="28694"/>
                  </a:lnTo>
                  <a:lnTo>
                    <a:pt x="5083" y="29510"/>
                  </a:lnTo>
                  <a:lnTo>
                    <a:pt x="4698" y="30333"/>
                  </a:lnTo>
                  <a:lnTo>
                    <a:pt x="4328" y="31163"/>
                  </a:lnTo>
                  <a:lnTo>
                    <a:pt x="3972" y="31999"/>
                  </a:lnTo>
                  <a:lnTo>
                    <a:pt x="3630" y="32842"/>
                  </a:lnTo>
                  <a:lnTo>
                    <a:pt x="3304" y="33690"/>
                  </a:lnTo>
                  <a:lnTo>
                    <a:pt x="2992" y="34543"/>
                  </a:lnTo>
                  <a:lnTo>
                    <a:pt x="2696" y="35402"/>
                  </a:lnTo>
                  <a:lnTo>
                    <a:pt x="2414" y="36266"/>
                  </a:lnTo>
                  <a:lnTo>
                    <a:pt x="2148" y="37135"/>
                  </a:lnTo>
                  <a:lnTo>
                    <a:pt x="1896" y="38008"/>
                  </a:lnTo>
                  <a:lnTo>
                    <a:pt x="1661" y="38886"/>
                  </a:lnTo>
                  <a:lnTo>
                    <a:pt x="1440" y="39768"/>
                  </a:lnTo>
                  <a:lnTo>
                    <a:pt x="1235" y="40653"/>
                  </a:lnTo>
                  <a:lnTo>
                    <a:pt x="1046" y="41542"/>
                  </a:lnTo>
                  <a:lnTo>
                    <a:pt x="872" y="42434"/>
                  </a:lnTo>
                  <a:lnTo>
                    <a:pt x="714" y="43328"/>
                  </a:lnTo>
                  <a:lnTo>
                    <a:pt x="571" y="44226"/>
                  </a:lnTo>
                  <a:lnTo>
                    <a:pt x="444" y="45126"/>
                  </a:lnTo>
                  <a:lnTo>
                    <a:pt x="333" y="46028"/>
                  </a:lnTo>
                  <a:lnTo>
                    <a:pt x="238" y="46931"/>
                  </a:lnTo>
                  <a:lnTo>
                    <a:pt x="158" y="47837"/>
                  </a:lnTo>
                  <a:lnTo>
                    <a:pt x="95" y="48743"/>
                  </a:lnTo>
                  <a:lnTo>
                    <a:pt x="47" y="49651"/>
                  </a:lnTo>
                  <a:lnTo>
                    <a:pt x="15" y="50559"/>
                  </a:lnTo>
                  <a:lnTo>
                    <a:pt x="0" y="51467"/>
                  </a:lnTo>
                  <a:lnTo>
                    <a:pt x="0" y="52376"/>
                  </a:lnTo>
                  <a:lnTo>
                    <a:pt x="15" y="53285"/>
                  </a:lnTo>
                  <a:lnTo>
                    <a:pt x="47" y="54193"/>
                  </a:lnTo>
                  <a:lnTo>
                    <a:pt x="95" y="55100"/>
                  </a:lnTo>
                  <a:lnTo>
                    <a:pt x="158" y="56007"/>
                  </a:lnTo>
                  <a:lnTo>
                    <a:pt x="238" y="56912"/>
                  </a:lnTo>
                  <a:lnTo>
                    <a:pt x="333" y="57816"/>
                  </a:lnTo>
                  <a:lnTo>
                    <a:pt x="444" y="58718"/>
                  </a:lnTo>
                  <a:lnTo>
                    <a:pt x="571" y="59618"/>
                  </a:lnTo>
                  <a:lnTo>
                    <a:pt x="714" y="60515"/>
                  </a:lnTo>
                  <a:lnTo>
                    <a:pt x="872" y="61410"/>
                  </a:lnTo>
                  <a:lnTo>
                    <a:pt x="1046" y="62302"/>
                  </a:lnTo>
                  <a:lnTo>
                    <a:pt x="1235" y="63191"/>
                  </a:lnTo>
                  <a:lnTo>
                    <a:pt x="1440" y="64076"/>
                  </a:lnTo>
                  <a:lnTo>
                    <a:pt x="1661" y="64958"/>
                  </a:lnTo>
                  <a:lnTo>
                    <a:pt x="1896" y="65835"/>
                  </a:lnTo>
                  <a:lnTo>
                    <a:pt x="2148" y="66709"/>
                  </a:lnTo>
                  <a:lnTo>
                    <a:pt x="2414" y="67577"/>
                  </a:lnTo>
                  <a:lnTo>
                    <a:pt x="2696" y="68441"/>
                  </a:lnTo>
                  <a:lnTo>
                    <a:pt x="2992" y="69300"/>
                  </a:lnTo>
                  <a:lnTo>
                    <a:pt x="3304" y="70154"/>
                  </a:lnTo>
                  <a:lnTo>
                    <a:pt x="3630" y="71002"/>
                  </a:lnTo>
                  <a:lnTo>
                    <a:pt x="3972" y="71844"/>
                  </a:lnTo>
                  <a:lnTo>
                    <a:pt x="4328" y="72680"/>
                  </a:lnTo>
                  <a:lnTo>
                    <a:pt x="4698" y="73510"/>
                  </a:lnTo>
                  <a:lnTo>
                    <a:pt x="5083" y="74333"/>
                  </a:lnTo>
                  <a:lnTo>
                    <a:pt x="5483" y="75149"/>
                  </a:lnTo>
                  <a:lnTo>
                    <a:pt x="5896" y="75959"/>
                  </a:lnTo>
                  <a:lnTo>
                    <a:pt x="6324" y="76760"/>
                  </a:lnTo>
                  <a:lnTo>
                    <a:pt x="6766" y="77555"/>
                  </a:lnTo>
                  <a:lnTo>
                    <a:pt x="7221" y="78341"/>
                  </a:lnTo>
                  <a:lnTo>
                    <a:pt x="7690" y="79119"/>
                  </a:lnTo>
                  <a:lnTo>
                    <a:pt x="8173" y="79889"/>
                  </a:lnTo>
                  <a:lnTo>
                    <a:pt x="8669" y="80650"/>
                  </a:lnTo>
                  <a:lnTo>
                    <a:pt x="9179" y="81403"/>
                  </a:lnTo>
                  <a:lnTo>
                    <a:pt x="9701" y="82146"/>
                  </a:lnTo>
                  <a:lnTo>
                    <a:pt x="10237" y="82881"/>
                  </a:lnTo>
                  <a:lnTo>
                    <a:pt x="10785" y="83605"/>
                  </a:lnTo>
                  <a:lnTo>
                    <a:pt x="11346" y="84320"/>
                  </a:lnTo>
                  <a:lnTo>
                    <a:pt x="11919" y="85026"/>
                  </a:lnTo>
                  <a:lnTo>
                    <a:pt x="12504" y="85721"/>
                  </a:lnTo>
                  <a:lnTo>
                    <a:pt x="13102" y="86405"/>
                  </a:lnTo>
                  <a:lnTo>
                    <a:pt x="13711" y="87079"/>
                  </a:lnTo>
                  <a:lnTo>
                    <a:pt x="14333" y="87743"/>
                  </a:lnTo>
                  <a:lnTo>
                    <a:pt x="14965" y="88395"/>
                  </a:lnTo>
                  <a:lnTo>
                    <a:pt x="15609" y="89036"/>
                  </a:lnTo>
                  <a:lnTo>
                    <a:pt x="16264" y="89666"/>
                  </a:lnTo>
                  <a:lnTo>
                    <a:pt x="16930" y="90284"/>
                  </a:lnTo>
                  <a:lnTo>
                    <a:pt x="17607" y="90891"/>
                  </a:lnTo>
                  <a:lnTo>
                    <a:pt x="18294" y="91485"/>
                  </a:lnTo>
                  <a:lnTo>
                    <a:pt x="18992" y="92068"/>
                  </a:lnTo>
                  <a:lnTo>
                    <a:pt x="19699" y="92638"/>
                  </a:lnTo>
                  <a:lnTo>
                    <a:pt x="20417" y="93195"/>
                  </a:lnTo>
                  <a:lnTo>
                    <a:pt x="21144" y="93740"/>
                  </a:lnTo>
                  <a:lnTo>
                    <a:pt x="21881" y="94273"/>
                  </a:lnTo>
                  <a:lnTo>
                    <a:pt x="22626" y="94792"/>
                  </a:lnTo>
                  <a:lnTo>
                    <a:pt x="23381" y="95298"/>
                  </a:lnTo>
                  <a:lnTo>
                    <a:pt x="24145" y="95791"/>
                  </a:lnTo>
                  <a:lnTo>
                    <a:pt x="24917" y="96270"/>
                  </a:lnTo>
                  <a:lnTo>
                    <a:pt x="25697" y="96736"/>
                  </a:lnTo>
                  <a:lnTo>
                    <a:pt x="26485" y="97188"/>
                  </a:lnTo>
                  <a:lnTo>
                    <a:pt x="27281" y="97626"/>
                  </a:lnTo>
                  <a:lnTo>
                    <a:pt x="28085" y="98050"/>
                  </a:lnTo>
                  <a:lnTo>
                    <a:pt x="28896" y="98461"/>
                  </a:lnTo>
                  <a:lnTo>
                    <a:pt x="29714" y="98856"/>
                  </a:lnTo>
                  <a:lnTo>
                    <a:pt x="30539" y="99238"/>
                  </a:lnTo>
                  <a:lnTo>
                    <a:pt x="31370" y="99605"/>
                  </a:lnTo>
                  <a:lnTo>
                    <a:pt x="32208" y="99957"/>
                  </a:lnTo>
                  <a:lnTo>
                    <a:pt x="33052" y="100295"/>
                  </a:lnTo>
                  <a:lnTo>
                    <a:pt x="33901" y="100618"/>
                  </a:lnTo>
                  <a:lnTo>
                    <a:pt x="34756" y="100925"/>
                  </a:lnTo>
                  <a:lnTo>
                    <a:pt x="35616" y="101218"/>
                  </a:lnTo>
                  <a:lnTo>
                    <a:pt x="36481" y="101496"/>
                  </a:lnTo>
                  <a:lnTo>
                    <a:pt x="37351" y="101759"/>
                  </a:lnTo>
                  <a:lnTo>
                    <a:pt x="38226" y="102006"/>
                  </a:lnTo>
                  <a:lnTo>
                    <a:pt x="39104" y="102238"/>
                  </a:lnTo>
                  <a:lnTo>
                    <a:pt x="39987" y="102455"/>
                  </a:lnTo>
                  <a:lnTo>
                    <a:pt x="40873" y="102656"/>
                  </a:lnTo>
                  <a:lnTo>
                    <a:pt x="41763" y="102841"/>
                  </a:lnTo>
                  <a:lnTo>
                    <a:pt x="42655" y="103011"/>
                  </a:lnTo>
                  <a:lnTo>
                    <a:pt x="43551" y="103166"/>
                  </a:lnTo>
                  <a:lnTo>
                    <a:pt x="44449" y="103304"/>
                  </a:lnTo>
                  <a:lnTo>
                    <a:pt x="45350" y="103427"/>
                  </a:lnTo>
                  <a:lnTo>
                    <a:pt x="46252" y="103534"/>
                  </a:lnTo>
                  <a:lnTo>
                    <a:pt x="47156" y="103625"/>
                  </a:lnTo>
                  <a:lnTo>
                    <a:pt x="48062" y="103701"/>
                  </a:lnTo>
                  <a:lnTo>
                    <a:pt x="48968" y="103761"/>
                  </a:lnTo>
                  <a:lnTo>
                    <a:pt x="49876" y="103804"/>
                  </a:lnTo>
                  <a:lnTo>
                    <a:pt x="50784" y="103832"/>
                  </a:lnTo>
                  <a:lnTo>
                    <a:pt x="51693" y="103844"/>
                  </a:lnTo>
                  <a:lnTo>
                    <a:pt x="52602" y="103840"/>
                  </a:lnTo>
                  <a:lnTo>
                    <a:pt x="53510" y="103820"/>
                  </a:lnTo>
                  <a:lnTo>
                    <a:pt x="54418" y="103784"/>
                  </a:lnTo>
                  <a:lnTo>
                    <a:pt x="55326" y="103733"/>
                  </a:lnTo>
                  <a:lnTo>
                    <a:pt x="56232" y="103665"/>
                  </a:lnTo>
                  <a:lnTo>
                    <a:pt x="57137" y="103582"/>
                  </a:lnTo>
                  <a:lnTo>
                    <a:pt x="58040" y="103483"/>
                  </a:lnTo>
                  <a:lnTo>
                    <a:pt x="58941" y="103368"/>
                  </a:lnTo>
                  <a:lnTo>
                    <a:pt x="59841" y="103237"/>
                  </a:lnTo>
                  <a:lnTo>
                    <a:pt x="60738" y="103090"/>
                  </a:lnTo>
                  <a:lnTo>
                    <a:pt x="61632" y="102928"/>
                  </a:lnTo>
                  <a:lnTo>
                    <a:pt x="62523" y="102750"/>
                  </a:lnTo>
                  <a:lnTo>
                    <a:pt x="63411" y="102557"/>
                  </a:lnTo>
                  <a:lnTo>
                    <a:pt x="64295" y="102348"/>
                  </a:lnTo>
                  <a:lnTo>
                    <a:pt x="65176" y="102124"/>
                  </a:lnTo>
                  <a:lnTo>
                    <a:pt x="66052" y="101884"/>
                  </a:lnTo>
                  <a:lnTo>
                    <a:pt x="66925" y="101629"/>
                  </a:lnTo>
                  <a:lnTo>
                    <a:pt x="67792" y="101359"/>
                  </a:lnTo>
                  <a:lnTo>
                    <a:pt x="68655" y="101074"/>
                  </a:lnTo>
                  <a:lnTo>
                    <a:pt x="69513" y="100773"/>
                  </a:lnTo>
                  <a:lnTo>
                    <a:pt x="70365" y="100458"/>
                  </a:lnTo>
                  <a:lnTo>
                    <a:pt x="71212" y="100128"/>
                  </a:lnTo>
                  <a:lnTo>
                    <a:pt x="72052" y="99783"/>
                  </a:lnTo>
                  <a:lnTo>
                    <a:pt x="72887" y="99423"/>
                  </a:lnTo>
                  <a:lnTo>
                    <a:pt x="73715" y="99049"/>
                  </a:lnTo>
                  <a:lnTo>
                    <a:pt x="74536" y="98660"/>
                  </a:lnTo>
                  <a:lnTo>
                    <a:pt x="75351" y="98257"/>
                  </a:lnTo>
                  <a:lnTo>
                    <a:pt x="76158" y="97840"/>
                  </a:lnTo>
                  <a:lnTo>
                    <a:pt x="76958" y="97409"/>
                  </a:lnTo>
                  <a:lnTo>
                    <a:pt x="77750" y="96964"/>
                  </a:lnTo>
                  <a:lnTo>
                    <a:pt x="78535" y="96505"/>
                  </a:lnTo>
                  <a:lnTo>
                    <a:pt x="79311" y="96032"/>
                  </a:lnTo>
                  <a:lnTo>
                    <a:pt x="80079" y="95546"/>
                  </a:lnTo>
                  <a:lnTo>
                    <a:pt x="80838" y="95047"/>
                  </a:lnTo>
                  <a:lnTo>
                    <a:pt x="81588" y="94534"/>
                  </a:lnTo>
                  <a:lnTo>
                    <a:pt x="82329" y="94008"/>
                  </a:lnTo>
                  <a:lnTo>
                    <a:pt x="83061" y="93469"/>
                  </a:lnTo>
                  <a:lnTo>
                    <a:pt x="83784" y="92918"/>
                  </a:lnTo>
                  <a:lnTo>
                    <a:pt x="84496" y="92354"/>
                  </a:lnTo>
                  <a:lnTo>
                    <a:pt x="85199" y="91778"/>
                  </a:lnTo>
                  <a:lnTo>
                    <a:pt x="85891" y="91189"/>
                  </a:lnTo>
                  <a:lnTo>
                    <a:pt x="86573" y="90589"/>
                  </a:lnTo>
                  <a:lnTo>
                    <a:pt x="87245" y="89976"/>
                  </a:lnTo>
                  <a:lnTo>
                    <a:pt x="87905" y="89352"/>
                  </a:lnTo>
                  <a:lnTo>
                    <a:pt x="88555" y="88717"/>
                  </a:lnTo>
                  <a:lnTo>
                    <a:pt x="89193" y="88070"/>
                  </a:lnTo>
                  <a:lnTo>
                    <a:pt x="89820" y="87412"/>
                  </a:lnTo>
                  <a:lnTo>
                    <a:pt x="90435" y="86744"/>
                  </a:lnTo>
                  <a:lnTo>
                    <a:pt x="91039" y="86064"/>
                  </a:lnTo>
                  <a:lnTo>
                    <a:pt x="91630" y="85374"/>
                  </a:lnTo>
                  <a:lnTo>
                    <a:pt x="92210" y="84674"/>
                  </a:lnTo>
                  <a:lnTo>
                    <a:pt x="92777" y="83964"/>
                  </a:lnTo>
                  <a:lnTo>
                    <a:pt x="93331" y="83244"/>
                  </a:lnTo>
                  <a:lnTo>
                    <a:pt x="93873" y="82515"/>
                  </a:lnTo>
                  <a:lnTo>
                    <a:pt x="94402" y="81776"/>
                  </a:lnTo>
                  <a:lnTo>
                    <a:pt x="94918" y="81028"/>
                  </a:lnTo>
                  <a:lnTo>
                    <a:pt x="95421" y="80271"/>
                  </a:lnTo>
                  <a:lnTo>
                    <a:pt x="95910" y="79505"/>
                  </a:lnTo>
                  <a:lnTo>
                    <a:pt x="96386" y="78731"/>
                  </a:lnTo>
                  <a:lnTo>
                    <a:pt x="96849" y="77949"/>
                  </a:lnTo>
                  <a:lnTo>
                    <a:pt x="97297" y="77158"/>
                  </a:lnTo>
                  <a:lnTo>
                    <a:pt x="97732" y="76360"/>
                  </a:lnTo>
                  <a:lnTo>
                    <a:pt x="98153" y="75555"/>
                  </a:lnTo>
                  <a:lnTo>
                    <a:pt x="98559" y="74742"/>
                  </a:lnTo>
                  <a:lnTo>
                    <a:pt x="98952" y="73922"/>
                  </a:lnTo>
                  <a:lnTo>
                    <a:pt x="99329" y="73096"/>
                  </a:lnTo>
                  <a:lnTo>
                    <a:pt x="99693" y="72263"/>
                  </a:lnTo>
                  <a:lnTo>
                    <a:pt x="100041" y="71424"/>
                  </a:lnTo>
                  <a:lnTo>
                    <a:pt x="100375" y="70579"/>
                  </a:lnTo>
                  <a:lnTo>
                    <a:pt x="100694" y="69728"/>
                  </a:lnTo>
                  <a:lnTo>
                    <a:pt x="100999" y="68871"/>
                  </a:lnTo>
                  <a:lnTo>
                    <a:pt x="101288" y="68010"/>
                  </a:lnTo>
                  <a:lnTo>
                    <a:pt x="101562" y="67144"/>
                  </a:lnTo>
                  <a:lnTo>
                    <a:pt x="101820" y="66272"/>
                  </a:lnTo>
                  <a:lnTo>
                    <a:pt x="102064" y="65397"/>
                  </a:lnTo>
                  <a:lnTo>
                    <a:pt x="102292" y="64517"/>
                  </a:lnTo>
                  <a:lnTo>
                    <a:pt x="102505" y="63634"/>
                  </a:lnTo>
                  <a:lnTo>
                    <a:pt x="102702" y="62747"/>
                  </a:lnTo>
                  <a:lnTo>
                    <a:pt x="102884" y="61856"/>
                  </a:lnTo>
                  <a:lnTo>
                    <a:pt x="103050" y="60963"/>
                  </a:lnTo>
                  <a:lnTo>
                    <a:pt x="103200" y="60067"/>
                  </a:lnTo>
                  <a:lnTo>
                    <a:pt x="103335" y="59168"/>
                  </a:lnTo>
                  <a:lnTo>
                    <a:pt x="103454" y="58267"/>
                  </a:lnTo>
                  <a:lnTo>
                    <a:pt x="103557" y="57364"/>
                  </a:lnTo>
                  <a:lnTo>
                    <a:pt x="103644" y="56460"/>
                  </a:lnTo>
                  <a:lnTo>
                    <a:pt x="103716" y="55554"/>
                  </a:lnTo>
                  <a:lnTo>
                    <a:pt x="103771" y="54647"/>
                  </a:lnTo>
                  <a:lnTo>
                    <a:pt x="103811" y="53739"/>
                  </a:lnTo>
                  <a:lnTo>
                    <a:pt x="103835" y="52830"/>
                  </a:lnTo>
                  <a:lnTo>
                    <a:pt x="103843" y="519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7663243" y="740384"/>
              <a:ext cx="571139" cy="571144"/>
            </a:xfrm>
            <a:custGeom>
              <a:avLst/>
              <a:pathLst>
                <a:path w="571139" h="571144">
                  <a:moveTo>
                    <a:pt x="571139" y="285572"/>
                  </a:moveTo>
                  <a:lnTo>
                    <a:pt x="571095" y="280574"/>
                  </a:lnTo>
                  <a:lnTo>
                    <a:pt x="570964" y="275578"/>
                  </a:lnTo>
                  <a:lnTo>
                    <a:pt x="570745" y="270584"/>
                  </a:lnTo>
                  <a:lnTo>
                    <a:pt x="570439" y="265596"/>
                  </a:lnTo>
                  <a:lnTo>
                    <a:pt x="570046" y="260613"/>
                  </a:lnTo>
                  <a:lnTo>
                    <a:pt x="569566" y="255638"/>
                  </a:lnTo>
                  <a:lnTo>
                    <a:pt x="568998" y="250673"/>
                  </a:lnTo>
                  <a:lnTo>
                    <a:pt x="568344" y="245718"/>
                  </a:lnTo>
                  <a:lnTo>
                    <a:pt x="567603" y="240775"/>
                  </a:lnTo>
                  <a:lnTo>
                    <a:pt x="566776" y="235846"/>
                  </a:lnTo>
                  <a:lnTo>
                    <a:pt x="565863" y="230932"/>
                  </a:lnTo>
                  <a:lnTo>
                    <a:pt x="564864" y="226035"/>
                  </a:lnTo>
                  <a:lnTo>
                    <a:pt x="563779" y="221156"/>
                  </a:lnTo>
                  <a:lnTo>
                    <a:pt x="562609" y="216296"/>
                  </a:lnTo>
                  <a:lnTo>
                    <a:pt x="561354" y="211459"/>
                  </a:lnTo>
                  <a:lnTo>
                    <a:pt x="560015" y="206643"/>
                  </a:lnTo>
                  <a:lnTo>
                    <a:pt x="558592" y="201852"/>
                  </a:lnTo>
                  <a:lnTo>
                    <a:pt x="557085" y="197087"/>
                  </a:lnTo>
                  <a:lnTo>
                    <a:pt x="555494" y="192348"/>
                  </a:lnTo>
                  <a:lnTo>
                    <a:pt x="553822" y="187639"/>
                  </a:lnTo>
                  <a:lnTo>
                    <a:pt x="552067" y="182959"/>
                  </a:lnTo>
                  <a:lnTo>
                    <a:pt x="550230" y="178310"/>
                  </a:lnTo>
                  <a:lnTo>
                    <a:pt x="548312" y="173695"/>
                  </a:lnTo>
                  <a:lnTo>
                    <a:pt x="546314" y="169114"/>
                  </a:lnTo>
                  <a:lnTo>
                    <a:pt x="544236" y="164568"/>
                  </a:lnTo>
                  <a:lnTo>
                    <a:pt x="542079" y="160060"/>
                  </a:lnTo>
                  <a:lnTo>
                    <a:pt x="539843" y="155590"/>
                  </a:lnTo>
                  <a:lnTo>
                    <a:pt x="537529" y="151159"/>
                  </a:lnTo>
                  <a:lnTo>
                    <a:pt x="535138" y="146770"/>
                  </a:lnTo>
                  <a:lnTo>
                    <a:pt x="532671" y="142424"/>
                  </a:lnTo>
                  <a:lnTo>
                    <a:pt x="530127" y="138121"/>
                  </a:lnTo>
                  <a:lnTo>
                    <a:pt x="527509" y="133864"/>
                  </a:lnTo>
                  <a:lnTo>
                    <a:pt x="524817" y="129653"/>
                  </a:lnTo>
                  <a:lnTo>
                    <a:pt x="522052" y="125489"/>
                  </a:lnTo>
                  <a:lnTo>
                    <a:pt x="519214" y="121375"/>
                  </a:lnTo>
                  <a:lnTo>
                    <a:pt x="516305" y="117311"/>
                  </a:lnTo>
                  <a:lnTo>
                    <a:pt x="513325" y="113299"/>
                  </a:lnTo>
                  <a:lnTo>
                    <a:pt x="510275" y="109339"/>
                  </a:lnTo>
                  <a:lnTo>
                    <a:pt x="507156" y="105433"/>
                  </a:lnTo>
                  <a:lnTo>
                    <a:pt x="503970" y="101583"/>
                  </a:lnTo>
                  <a:lnTo>
                    <a:pt x="500716" y="97789"/>
                  </a:lnTo>
                  <a:lnTo>
                    <a:pt x="497397" y="94052"/>
                  </a:lnTo>
                  <a:lnTo>
                    <a:pt x="494013" y="90374"/>
                  </a:lnTo>
                  <a:lnTo>
                    <a:pt x="490565" y="86756"/>
                  </a:lnTo>
                  <a:lnTo>
                    <a:pt x="487054" y="83199"/>
                  </a:lnTo>
                  <a:lnTo>
                    <a:pt x="483481" y="79703"/>
                  </a:lnTo>
                  <a:lnTo>
                    <a:pt x="479848" y="76271"/>
                  </a:lnTo>
                  <a:lnTo>
                    <a:pt x="476155" y="72903"/>
                  </a:lnTo>
                  <a:lnTo>
                    <a:pt x="472404" y="69600"/>
                  </a:lnTo>
                  <a:lnTo>
                    <a:pt x="468596" y="66363"/>
                  </a:lnTo>
                  <a:lnTo>
                    <a:pt x="464731" y="63193"/>
                  </a:lnTo>
                  <a:lnTo>
                    <a:pt x="460812" y="60092"/>
                  </a:lnTo>
                  <a:lnTo>
                    <a:pt x="456839" y="57059"/>
                  </a:lnTo>
                  <a:lnTo>
                    <a:pt x="452813" y="54097"/>
                  </a:lnTo>
                  <a:lnTo>
                    <a:pt x="448737" y="51205"/>
                  </a:lnTo>
                  <a:lnTo>
                    <a:pt x="444610" y="48386"/>
                  </a:lnTo>
                  <a:lnTo>
                    <a:pt x="440435" y="45638"/>
                  </a:lnTo>
                  <a:lnTo>
                    <a:pt x="436212" y="42965"/>
                  </a:lnTo>
                  <a:lnTo>
                    <a:pt x="431943" y="40365"/>
                  </a:lnTo>
                  <a:lnTo>
                    <a:pt x="427629" y="37841"/>
                  </a:lnTo>
                  <a:lnTo>
                    <a:pt x="423272" y="35393"/>
                  </a:lnTo>
                  <a:lnTo>
                    <a:pt x="418873" y="33021"/>
                  </a:lnTo>
                  <a:lnTo>
                    <a:pt x="414432" y="30727"/>
                  </a:lnTo>
                  <a:lnTo>
                    <a:pt x="409952" y="28510"/>
                  </a:lnTo>
                  <a:lnTo>
                    <a:pt x="405435" y="26373"/>
                  </a:lnTo>
                  <a:lnTo>
                    <a:pt x="400880" y="24315"/>
                  </a:lnTo>
                  <a:lnTo>
                    <a:pt x="396290" y="22337"/>
                  </a:lnTo>
                  <a:lnTo>
                    <a:pt x="391666" y="20439"/>
                  </a:lnTo>
                  <a:lnTo>
                    <a:pt x="387010" y="18623"/>
                  </a:lnTo>
                  <a:lnTo>
                    <a:pt x="382322" y="16888"/>
                  </a:lnTo>
                  <a:lnTo>
                    <a:pt x="377605" y="15236"/>
                  </a:lnTo>
                  <a:lnTo>
                    <a:pt x="372860" y="13667"/>
                  </a:lnTo>
                  <a:lnTo>
                    <a:pt x="368088" y="12180"/>
                  </a:lnTo>
                  <a:lnTo>
                    <a:pt x="363291" y="10778"/>
                  </a:lnTo>
                  <a:lnTo>
                    <a:pt x="358470" y="9460"/>
                  </a:lnTo>
                  <a:lnTo>
                    <a:pt x="353626" y="8226"/>
                  </a:lnTo>
                  <a:lnTo>
                    <a:pt x="348762" y="7078"/>
                  </a:lnTo>
                  <a:lnTo>
                    <a:pt x="343878" y="6014"/>
                  </a:lnTo>
                  <a:lnTo>
                    <a:pt x="338977" y="5036"/>
                  </a:lnTo>
                  <a:lnTo>
                    <a:pt x="334059" y="4145"/>
                  </a:lnTo>
                  <a:lnTo>
                    <a:pt x="329126" y="3339"/>
                  </a:lnTo>
                  <a:lnTo>
                    <a:pt x="324180" y="2620"/>
                  </a:lnTo>
                  <a:lnTo>
                    <a:pt x="319223" y="1987"/>
                  </a:lnTo>
                  <a:lnTo>
                    <a:pt x="314254" y="1442"/>
                  </a:lnTo>
                  <a:lnTo>
                    <a:pt x="309277" y="983"/>
                  </a:lnTo>
                  <a:lnTo>
                    <a:pt x="304293" y="612"/>
                  </a:lnTo>
                  <a:lnTo>
                    <a:pt x="299303" y="327"/>
                  </a:lnTo>
                  <a:lnTo>
                    <a:pt x="294309" y="131"/>
                  </a:lnTo>
                  <a:lnTo>
                    <a:pt x="289312" y="21"/>
                  </a:lnTo>
                  <a:lnTo>
                    <a:pt x="284314" y="0"/>
                  </a:lnTo>
                  <a:lnTo>
                    <a:pt x="279317" y="65"/>
                  </a:lnTo>
                  <a:lnTo>
                    <a:pt x="274321" y="218"/>
                  </a:lnTo>
                  <a:lnTo>
                    <a:pt x="269329" y="459"/>
                  </a:lnTo>
                  <a:lnTo>
                    <a:pt x="264341" y="786"/>
                  </a:lnTo>
                  <a:lnTo>
                    <a:pt x="259361" y="1201"/>
                  </a:lnTo>
                  <a:lnTo>
                    <a:pt x="254388" y="1704"/>
                  </a:lnTo>
                  <a:lnTo>
                    <a:pt x="249425" y="2293"/>
                  </a:lnTo>
                  <a:lnTo>
                    <a:pt x="244472" y="2969"/>
                  </a:lnTo>
                  <a:lnTo>
                    <a:pt x="239533" y="3731"/>
                  </a:lnTo>
                  <a:lnTo>
                    <a:pt x="234607" y="4580"/>
                  </a:lnTo>
                  <a:lnTo>
                    <a:pt x="229698" y="5515"/>
                  </a:lnTo>
                  <a:lnTo>
                    <a:pt x="224805" y="6535"/>
                  </a:lnTo>
                  <a:lnTo>
                    <a:pt x="219931" y="7641"/>
                  </a:lnTo>
                  <a:lnTo>
                    <a:pt x="215077" y="8832"/>
                  </a:lnTo>
                  <a:lnTo>
                    <a:pt x="210244" y="10108"/>
                  </a:lnTo>
                  <a:lnTo>
                    <a:pt x="205435" y="11469"/>
                  </a:lnTo>
                  <a:lnTo>
                    <a:pt x="200650" y="12913"/>
                  </a:lnTo>
                  <a:lnTo>
                    <a:pt x="195891" y="14441"/>
                  </a:lnTo>
                  <a:lnTo>
                    <a:pt x="191160" y="16052"/>
                  </a:lnTo>
                  <a:lnTo>
                    <a:pt x="186458" y="17745"/>
                  </a:lnTo>
                  <a:lnTo>
                    <a:pt x="181786" y="19521"/>
                  </a:lnTo>
                  <a:lnTo>
                    <a:pt x="177145" y="21378"/>
                  </a:lnTo>
                  <a:lnTo>
                    <a:pt x="172538" y="23316"/>
                  </a:lnTo>
                  <a:lnTo>
                    <a:pt x="167966" y="25334"/>
                  </a:lnTo>
                  <a:lnTo>
                    <a:pt x="163429" y="27432"/>
                  </a:lnTo>
                  <a:lnTo>
                    <a:pt x="158930" y="29609"/>
                  </a:lnTo>
                  <a:lnTo>
                    <a:pt x="154470" y="31864"/>
                  </a:lnTo>
                  <a:lnTo>
                    <a:pt x="150050" y="34197"/>
                  </a:lnTo>
                  <a:lnTo>
                    <a:pt x="145671" y="36607"/>
                  </a:lnTo>
                  <a:lnTo>
                    <a:pt x="141336" y="39094"/>
                  </a:lnTo>
                  <a:lnTo>
                    <a:pt x="137044" y="41656"/>
                  </a:lnTo>
                  <a:lnTo>
                    <a:pt x="132798" y="44292"/>
                  </a:lnTo>
                  <a:lnTo>
                    <a:pt x="128599" y="47003"/>
                  </a:lnTo>
                  <a:lnTo>
                    <a:pt x="124448" y="49786"/>
                  </a:lnTo>
                  <a:lnTo>
                    <a:pt x="120346" y="52642"/>
                  </a:lnTo>
                  <a:lnTo>
                    <a:pt x="116295" y="55569"/>
                  </a:lnTo>
                  <a:lnTo>
                    <a:pt x="112295" y="58567"/>
                  </a:lnTo>
                  <a:lnTo>
                    <a:pt x="108349" y="61634"/>
                  </a:lnTo>
                  <a:lnTo>
                    <a:pt x="104457" y="64770"/>
                  </a:lnTo>
                  <a:lnTo>
                    <a:pt x="100621" y="67973"/>
                  </a:lnTo>
                  <a:lnTo>
                    <a:pt x="96841" y="71243"/>
                  </a:lnTo>
                  <a:lnTo>
                    <a:pt x="93119" y="74579"/>
                  </a:lnTo>
                  <a:lnTo>
                    <a:pt x="89456" y="77979"/>
                  </a:lnTo>
                  <a:lnTo>
                    <a:pt x="85853" y="81443"/>
                  </a:lnTo>
                  <a:lnTo>
                    <a:pt x="82311" y="84969"/>
                  </a:lnTo>
                  <a:lnTo>
                    <a:pt x="78831" y="88557"/>
                  </a:lnTo>
                  <a:lnTo>
                    <a:pt x="75415" y="92206"/>
                  </a:lnTo>
                  <a:lnTo>
                    <a:pt x="72063" y="95913"/>
                  </a:lnTo>
                  <a:lnTo>
                    <a:pt x="68776" y="99678"/>
                  </a:lnTo>
                  <a:lnTo>
                    <a:pt x="65556" y="103501"/>
                  </a:lnTo>
                  <a:lnTo>
                    <a:pt x="62403" y="107379"/>
                  </a:lnTo>
                  <a:lnTo>
                    <a:pt x="59319" y="111312"/>
                  </a:lnTo>
                  <a:lnTo>
                    <a:pt x="56304" y="115298"/>
                  </a:lnTo>
                  <a:lnTo>
                    <a:pt x="53359" y="119337"/>
                  </a:lnTo>
                  <a:lnTo>
                    <a:pt x="50485" y="123426"/>
                  </a:lnTo>
                  <a:lnTo>
                    <a:pt x="47684" y="127565"/>
                  </a:lnTo>
                  <a:lnTo>
                    <a:pt x="44955" y="131752"/>
                  </a:lnTo>
                  <a:lnTo>
                    <a:pt x="42300" y="135987"/>
                  </a:lnTo>
                  <a:lnTo>
                    <a:pt x="39719" y="140267"/>
                  </a:lnTo>
                  <a:lnTo>
                    <a:pt x="37214" y="144592"/>
                  </a:lnTo>
                  <a:lnTo>
                    <a:pt x="34784" y="148960"/>
                  </a:lnTo>
                  <a:lnTo>
                    <a:pt x="32432" y="153369"/>
                  </a:lnTo>
                  <a:lnTo>
                    <a:pt x="30157" y="157820"/>
                  </a:lnTo>
                  <a:lnTo>
                    <a:pt x="27960" y="162309"/>
                  </a:lnTo>
                  <a:lnTo>
                    <a:pt x="25843" y="166836"/>
                  </a:lnTo>
                  <a:lnTo>
                    <a:pt x="23804" y="171400"/>
                  </a:lnTo>
                  <a:lnTo>
                    <a:pt x="21846" y="175999"/>
                  </a:lnTo>
                  <a:lnTo>
                    <a:pt x="19969" y="180631"/>
                  </a:lnTo>
                  <a:lnTo>
                    <a:pt x="18173" y="185295"/>
                  </a:lnTo>
                  <a:lnTo>
                    <a:pt x="16459" y="189990"/>
                  </a:lnTo>
                  <a:lnTo>
                    <a:pt x="14828" y="194714"/>
                  </a:lnTo>
                  <a:lnTo>
                    <a:pt x="13279" y="199466"/>
                  </a:lnTo>
                  <a:lnTo>
                    <a:pt x="11814" y="204245"/>
                  </a:lnTo>
                  <a:lnTo>
                    <a:pt x="10432" y="209048"/>
                  </a:lnTo>
                  <a:lnTo>
                    <a:pt x="9135" y="213875"/>
                  </a:lnTo>
                  <a:lnTo>
                    <a:pt x="7923" y="218724"/>
                  </a:lnTo>
                  <a:lnTo>
                    <a:pt x="6795" y="223593"/>
                  </a:lnTo>
                  <a:lnTo>
                    <a:pt x="5753" y="228481"/>
                  </a:lnTo>
                  <a:lnTo>
                    <a:pt x="4797" y="233387"/>
                  </a:lnTo>
                  <a:lnTo>
                    <a:pt x="3927" y="238308"/>
                  </a:lnTo>
                  <a:lnTo>
                    <a:pt x="3143" y="243245"/>
                  </a:lnTo>
                  <a:lnTo>
                    <a:pt x="2445" y="248194"/>
                  </a:lnTo>
                  <a:lnTo>
                    <a:pt x="1835" y="253154"/>
                  </a:lnTo>
                  <a:lnTo>
                    <a:pt x="1311" y="258125"/>
                  </a:lnTo>
                  <a:lnTo>
                    <a:pt x="874" y="263104"/>
                  </a:lnTo>
                  <a:lnTo>
                    <a:pt x="524" y="268089"/>
                  </a:lnTo>
                  <a:lnTo>
                    <a:pt x="262" y="273081"/>
                  </a:lnTo>
                  <a:lnTo>
                    <a:pt x="87" y="278076"/>
                  </a:lnTo>
                  <a:lnTo>
                    <a:pt x="0" y="283073"/>
                  </a:lnTo>
                  <a:lnTo>
                    <a:pt x="0" y="288071"/>
                  </a:lnTo>
                  <a:lnTo>
                    <a:pt x="87" y="293068"/>
                  </a:lnTo>
                  <a:lnTo>
                    <a:pt x="262" y="298063"/>
                  </a:lnTo>
                  <a:lnTo>
                    <a:pt x="524" y="303054"/>
                  </a:lnTo>
                  <a:lnTo>
                    <a:pt x="874" y="308040"/>
                  </a:lnTo>
                  <a:lnTo>
                    <a:pt x="1311" y="313019"/>
                  </a:lnTo>
                  <a:lnTo>
                    <a:pt x="1835" y="317990"/>
                  </a:lnTo>
                  <a:lnTo>
                    <a:pt x="2445" y="322950"/>
                  </a:lnTo>
                  <a:lnTo>
                    <a:pt x="3143" y="327899"/>
                  </a:lnTo>
                  <a:lnTo>
                    <a:pt x="3927" y="332836"/>
                  </a:lnTo>
                  <a:lnTo>
                    <a:pt x="4797" y="337757"/>
                  </a:lnTo>
                  <a:lnTo>
                    <a:pt x="5753" y="342663"/>
                  </a:lnTo>
                  <a:lnTo>
                    <a:pt x="6795" y="347551"/>
                  </a:lnTo>
                  <a:lnTo>
                    <a:pt x="7923" y="352420"/>
                  </a:lnTo>
                  <a:lnTo>
                    <a:pt x="9135" y="357269"/>
                  </a:lnTo>
                  <a:lnTo>
                    <a:pt x="10432" y="362096"/>
                  </a:lnTo>
                  <a:lnTo>
                    <a:pt x="11814" y="366899"/>
                  </a:lnTo>
                  <a:lnTo>
                    <a:pt x="13279" y="371678"/>
                  </a:lnTo>
                  <a:lnTo>
                    <a:pt x="14828" y="376430"/>
                  </a:lnTo>
                  <a:lnTo>
                    <a:pt x="16459" y="381154"/>
                  </a:lnTo>
                  <a:lnTo>
                    <a:pt x="18173" y="385849"/>
                  </a:lnTo>
                  <a:lnTo>
                    <a:pt x="19969" y="390513"/>
                  </a:lnTo>
                  <a:lnTo>
                    <a:pt x="21846" y="395145"/>
                  </a:lnTo>
                  <a:lnTo>
                    <a:pt x="23804" y="399744"/>
                  </a:lnTo>
                  <a:lnTo>
                    <a:pt x="25843" y="404307"/>
                  </a:lnTo>
                  <a:lnTo>
                    <a:pt x="27960" y="408835"/>
                  </a:lnTo>
                  <a:lnTo>
                    <a:pt x="30157" y="413324"/>
                  </a:lnTo>
                  <a:lnTo>
                    <a:pt x="32432" y="417774"/>
                  </a:lnTo>
                  <a:lnTo>
                    <a:pt x="34784" y="422184"/>
                  </a:lnTo>
                  <a:lnTo>
                    <a:pt x="37214" y="426552"/>
                  </a:lnTo>
                  <a:lnTo>
                    <a:pt x="39719" y="430877"/>
                  </a:lnTo>
                  <a:lnTo>
                    <a:pt x="42300" y="435157"/>
                  </a:lnTo>
                  <a:lnTo>
                    <a:pt x="44955" y="439392"/>
                  </a:lnTo>
                  <a:lnTo>
                    <a:pt x="47684" y="443579"/>
                  </a:lnTo>
                  <a:lnTo>
                    <a:pt x="50485" y="447718"/>
                  </a:lnTo>
                  <a:lnTo>
                    <a:pt x="53359" y="451807"/>
                  </a:lnTo>
                  <a:lnTo>
                    <a:pt x="56304" y="455846"/>
                  </a:lnTo>
                  <a:lnTo>
                    <a:pt x="59319" y="459832"/>
                  </a:lnTo>
                  <a:lnTo>
                    <a:pt x="62403" y="463765"/>
                  </a:lnTo>
                  <a:lnTo>
                    <a:pt x="65556" y="467643"/>
                  </a:lnTo>
                  <a:lnTo>
                    <a:pt x="68776" y="471465"/>
                  </a:lnTo>
                  <a:lnTo>
                    <a:pt x="72063" y="475231"/>
                  </a:lnTo>
                  <a:lnTo>
                    <a:pt x="75415" y="478938"/>
                  </a:lnTo>
                  <a:lnTo>
                    <a:pt x="78831" y="482587"/>
                  </a:lnTo>
                  <a:lnTo>
                    <a:pt x="82311" y="486174"/>
                  </a:lnTo>
                  <a:lnTo>
                    <a:pt x="85853" y="489701"/>
                  </a:lnTo>
                  <a:lnTo>
                    <a:pt x="89456" y="493165"/>
                  </a:lnTo>
                  <a:lnTo>
                    <a:pt x="93119" y="496565"/>
                  </a:lnTo>
                  <a:lnTo>
                    <a:pt x="96841" y="499901"/>
                  </a:lnTo>
                  <a:lnTo>
                    <a:pt x="100621" y="503171"/>
                  </a:lnTo>
                  <a:lnTo>
                    <a:pt x="104457" y="506374"/>
                  </a:lnTo>
                  <a:lnTo>
                    <a:pt x="108349" y="509510"/>
                  </a:lnTo>
                  <a:lnTo>
                    <a:pt x="112295" y="512577"/>
                  </a:lnTo>
                  <a:lnTo>
                    <a:pt x="116295" y="515575"/>
                  </a:lnTo>
                  <a:lnTo>
                    <a:pt x="120346" y="518502"/>
                  </a:lnTo>
                  <a:lnTo>
                    <a:pt x="124448" y="521357"/>
                  </a:lnTo>
                  <a:lnTo>
                    <a:pt x="128599" y="524141"/>
                  </a:lnTo>
                  <a:lnTo>
                    <a:pt x="132798" y="526852"/>
                  </a:lnTo>
                  <a:lnTo>
                    <a:pt x="137044" y="529488"/>
                  </a:lnTo>
                  <a:lnTo>
                    <a:pt x="141336" y="532050"/>
                  </a:lnTo>
                  <a:lnTo>
                    <a:pt x="145671" y="534536"/>
                  </a:lnTo>
                  <a:lnTo>
                    <a:pt x="150050" y="536947"/>
                  </a:lnTo>
                  <a:lnTo>
                    <a:pt x="154470" y="539280"/>
                  </a:lnTo>
                  <a:lnTo>
                    <a:pt x="158930" y="541535"/>
                  </a:lnTo>
                  <a:lnTo>
                    <a:pt x="163429" y="543712"/>
                  </a:lnTo>
                  <a:lnTo>
                    <a:pt x="167966" y="545810"/>
                  </a:lnTo>
                  <a:lnTo>
                    <a:pt x="172538" y="547828"/>
                  </a:lnTo>
                  <a:lnTo>
                    <a:pt x="177145" y="549766"/>
                  </a:lnTo>
                  <a:lnTo>
                    <a:pt x="181786" y="551623"/>
                  </a:lnTo>
                  <a:lnTo>
                    <a:pt x="186458" y="553399"/>
                  </a:lnTo>
                  <a:lnTo>
                    <a:pt x="191160" y="555092"/>
                  </a:lnTo>
                  <a:lnTo>
                    <a:pt x="195891" y="556703"/>
                  </a:lnTo>
                  <a:lnTo>
                    <a:pt x="200650" y="558231"/>
                  </a:lnTo>
                  <a:lnTo>
                    <a:pt x="205435" y="559675"/>
                  </a:lnTo>
                  <a:lnTo>
                    <a:pt x="210244" y="561035"/>
                  </a:lnTo>
                  <a:lnTo>
                    <a:pt x="215077" y="562311"/>
                  </a:lnTo>
                  <a:lnTo>
                    <a:pt x="219931" y="563503"/>
                  </a:lnTo>
                  <a:lnTo>
                    <a:pt x="224805" y="564609"/>
                  </a:lnTo>
                  <a:lnTo>
                    <a:pt x="229698" y="565629"/>
                  </a:lnTo>
                  <a:lnTo>
                    <a:pt x="234607" y="566564"/>
                  </a:lnTo>
                  <a:lnTo>
                    <a:pt x="239533" y="567413"/>
                  </a:lnTo>
                  <a:lnTo>
                    <a:pt x="244472" y="568175"/>
                  </a:lnTo>
                  <a:lnTo>
                    <a:pt x="249425" y="568851"/>
                  </a:lnTo>
                  <a:lnTo>
                    <a:pt x="254388" y="569440"/>
                  </a:lnTo>
                  <a:lnTo>
                    <a:pt x="259361" y="569942"/>
                  </a:lnTo>
                  <a:lnTo>
                    <a:pt x="264341" y="570357"/>
                  </a:lnTo>
                  <a:lnTo>
                    <a:pt x="269329" y="570685"/>
                  </a:lnTo>
                  <a:lnTo>
                    <a:pt x="274321" y="570926"/>
                  </a:lnTo>
                  <a:lnTo>
                    <a:pt x="279317" y="571079"/>
                  </a:lnTo>
                  <a:lnTo>
                    <a:pt x="284314" y="571144"/>
                  </a:lnTo>
                  <a:lnTo>
                    <a:pt x="289312" y="571123"/>
                  </a:lnTo>
                  <a:lnTo>
                    <a:pt x="294309" y="571013"/>
                  </a:lnTo>
                  <a:lnTo>
                    <a:pt x="299303" y="570816"/>
                  </a:lnTo>
                  <a:lnTo>
                    <a:pt x="304293" y="570532"/>
                  </a:lnTo>
                  <a:lnTo>
                    <a:pt x="309277" y="570161"/>
                  </a:lnTo>
                  <a:lnTo>
                    <a:pt x="314254" y="569702"/>
                  </a:lnTo>
                  <a:lnTo>
                    <a:pt x="319223" y="569157"/>
                  </a:lnTo>
                  <a:lnTo>
                    <a:pt x="324180" y="568524"/>
                  </a:lnTo>
                  <a:lnTo>
                    <a:pt x="329126" y="567805"/>
                  </a:lnTo>
                  <a:lnTo>
                    <a:pt x="334059" y="566999"/>
                  </a:lnTo>
                  <a:lnTo>
                    <a:pt x="338977" y="566108"/>
                  </a:lnTo>
                  <a:lnTo>
                    <a:pt x="343878" y="565130"/>
                  </a:lnTo>
                  <a:lnTo>
                    <a:pt x="348762" y="564066"/>
                  </a:lnTo>
                  <a:lnTo>
                    <a:pt x="353626" y="562918"/>
                  </a:lnTo>
                  <a:lnTo>
                    <a:pt x="358470" y="561684"/>
                  </a:lnTo>
                  <a:lnTo>
                    <a:pt x="363291" y="560366"/>
                  </a:lnTo>
                  <a:lnTo>
                    <a:pt x="368088" y="558963"/>
                  </a:lnTo>
                  <a:lnTo>
                    <a:pt x="372860" y="557477"/>
                  </a:lnTo>
                  <a:lnTo>
                    <a:pt x="377605" y="555908"/>
                  </a:lnTo>
                  <a:lnTo>
                    <a:pt x="382322" y="554256"/>
                  </a:lnTo>
                  <a:lnTo>
                    <a:pt x="387010" y="552521"/>
                  </a:lnTo>
                  <a:lnTo>
                    <a:pt x="391666" y="550705"/>
                  </a:lnTo>
                  <a:lnTo>
                    <a:pt x="396290" y="548807"/>
                  </a:lnTo>
                  <a:lnTo>
                    <a:pt x="400880" y="546829"/>
                  </a:lnTo>
                  <a:lnTo>
                    <a:pt x="405435" y="544771"/>
                  </a:lnTo>
                  <a:lnTo>
                    <a:pt x="409952" y="542633"/>
                  </a:lnTo>
                  <a:lnTo>
                    <a:pt x="414432" y="540417"/>
                  </a:lnTo>
                  <a:lnTo>
                    <a:pt x="418873" y="538123"/>
                  </a:lnTo>
                  <a:lnTo>
                    <a:pt x="423272" y="535751"/>
                  </a:lnTo>
                  <a:lnTo>
                    <a:pt x="427629" y="533303"/>
                  </a:lnTo>
                  <a:lnTo>
                    <a:pt x="431943" y="530779"/>
                  </a:lnTo>
                  <a:lnTo>
                    <a:pt x="436212" y="528179"/>
                  </a:lnTo>
                  <a:lnTo>
                    <a:pt x="440435" y="525506"/>
                  </a:lnTo>
                  <a:lnTo>
                    <a:pt x="444610" y="522758"/>
                  </a:lnTo>
                  <a:lnTo>
                    <a:pt x="448737" y="519939"/>
                  </a:lnTo>
                  <a:lnTo>
                    <a:pt x="452813" y="517047"/>
                  </a:lnTo>
                  <a:lnTo>
                    <a:pt x="456839" y="514084"/>
                  </a:lnTo>
                  <a:lnTo>
                    <a:pt x="460812" y="511052"/>
                  </a:lnTo>
                  <a:lnTo>
                    <a:pt x="464731" y="507950"/>
                  </a:lnTo>
                  <a:lnTo>
                    <a:pt x="468596" y="504781"/>
                  </a:lnTo>
                  <a:lnTo>
                    <a:pt x="472404" y="501544"/>
                  </a:lnTo>
                  <a:lnTo>
                    <a:pt x="476155" y="498241"/>
                  </a:lnTo>
                  <a:lnTo>
                    <a:pt x="479848" y="494873"/>
                  </a:lnTo>
                  <a:lnTo>
                    <a:pt x="483481" y="491441"/>
                  </a:lnTo>
                  <a:lnTo>
                    <a:pt x="487054" y="487945"/>
                  </a:lnTo>
                  <a:lnTo>
                    <a:pt x="490565" y="484388"/>
                  </a:lnTo>
                  <a:lnTo>
                    <a:pt x="494013" y="480770"/>
                  </a:lnTo>
                  <a:lnTo>
                    <a:pt x="497397" y="477092"/>
                  </a:lnTo>
                  <a:lnTo>
                    <a:pt x="500716" y="473355"/>
                  </a:lnTo>
                  <a:lnTo>
                    <a:pt x="503970" y="469561"/>
                  </a:lnTo>
                  <a:lnTo>
                    <a:pt x="507156" y="465711"/>
                  </a:lnTo>
                  <a:lnTo>
                    <a:pt x="510275" y="461805"/>
                  </a:lnTo>
                  <a:lnTo>
                    <a:pt x="513325" y="457845"/>
                  </a:lnTo>
                  <a:lnTo>
                    <a:pt x="516305" y="453833"/>
                  </a:lnTo>
                  <a:lnTo>
                    <a:pt x="519214" y="449769"/>
                  </a:lnTo>
                  <a:lnTo>
                    <a:pt x="522052" y="445655"/>
                  </a:lnTo>
                  <a:lnTo>
                    <a:pt x="524817" y="441491"/>
                  </a:lnTo>
                  <a:lnTo>
                    <a:pt x="527509" y="437280"/>
                  </a:lnTo>
                  <a:lnTo>
                    <a:pt x="530127" y="433023"/>
                  </a:lnTo>
                  <a:lnTo>
                    <a:pt x="532671" y="428720"/>
                  </a:lnTo>
                  <a:lnTo>
                    <a:pt x="535138" y="424374"/>
                  </a:lnTo>
                  <a:lnTo>
                    <a:pt x="537529" y="419984"/>
                  </a:lnTo>
                  <a:lnTo>
                    <a:pt x="539843" y="415554"/>
                  </a:lnTo>
                  <a:lnTo>
                    <a:pt x="542079" y="411084"/>
                  </a:lnTo>
                  <a:lnTo>
                    <a:pt x="544236" y="406576"/>
                  </a:lnTo>
                  <a:lnTo>
                    <a:pt x="546314" y="402030"/>
                  </a:lnTo>
                  <a:lnTo>
                    <a:pt x="548312" y="397449"/>
                  </a:lnTo>
                  <a:lnTo>
                    <a:pt x="550230" y="392833"/>
                  </a:lnTo>
                  <a:lnTo>
                    <a:pt x="552067" y="388185"/>
                  </a:lnTo>
                  <a:lnTo>
                    <a:pt x="553822" y="383505"/>
                  </a:lnTo>
                  <a:lnTo>
                    <a:pt x="555494" y="378795"/>
                  </a:lnTo>
                  <a:lnTo>
                    <a:pt x="557085" y="374057"/>
                  </a:lnTo>
                  <a:lnTo>
                    <a:pt x="558592" y="369292"/>
                  </a:lnTo>
                  <a:lnTo>
                    <a:pt x="560015" y="364501"/>
                  </a:lnTo>
                  <a:lnTo>
                    <a:pt x="561354" y="359685"/>
                  </a:lnTo>
                  <a:lnTo>
                    <a:pt x="562609" y="354847"/>
                  </a:lnTo>
                  <a:lnTo>
                    <a:pt x="563779" y="349988"/>
                  </a:lnTo>
                  <a:lnTo>
                    <a:pt x="564864" y="345109"/>
                  </a:lnTo>
                  <a:lnTo>
                    <a:pt x="565863" y="340212"/>
                  </a:lnTo>
                  <a:lnTo>
                    <a:pt x="566776" y="335298"/>
                  </a:lnTo>
                  <a:lnTo>
                    <a:pt x="567603" y="330369"/>
                  </a:lnTo>
                  <a:lnTo>
                    <a:pt x="568344" y="325426"/>
                  </a:lnTo>
                  <a:lnTo>
                    <a:pt x="568998" y="320471"/>
                  </a:lnTo>
                  <a:lnTo>
                    <a:pt x="569566" y="315506"/>
                  </a:lnTo>
                  <a:lnTo>
                    <a:pt x="570046" y="310531"/>
                  </a:lnTo>
                  <a:lnTo>
                    <a:pt x="570439" y="305548"/>
                  </a:lnTo>
                  <a:lnTo>
                    <a:pt x="570745" y="300559"/>
                  </a:lnTo>
                  <a:lnTo>
                    <a:pt x="570964" y="295566"/>
                  </a:lnTo>
                  <a:lnTo>
                    <a:pt x="571095" y="290570"/>
                  </a:lnTo>
                  <a:lnTo>
                    <a:pt x="571139" y="28557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7429600" y="506733"/>
              <a:ext cx="1038435" cy="1038445"/>
            </a:xfrm>
            <a:custGeom>
              <a:avLst/>
              <a:pathLst>
                <a:path w="1038435" h="1038445">
                  <a:moveTo>
                    <a:pt x="1038435" y="519222"/>
                  </a:moveTo>
                  <a:lnTo>
                    <a:pt x="1038355" y="510135"/>
                  </a:lnTo>
                  <a:lnTo>
                    <a:pt x="1038117" y="501051"/>
                  </a:lnTo>
                  <a:lnTo>
                    <a:pt x="1037719" y="491972"/>
                  </a:lnTo>
                  <a:lnTo>
                    <a:pt x="1037163" y="482902"/>
                  </a:lnTo>
                  <a:lnTo>
                    <a:pt x="1036448" y="473843"/>
                  </a:lnTo>
                  <a:lnTo>
                    <a:pt x="1035575" y="464797"/>
                  </a:lnTo>
                  <a:lnTo>
                    <a:pt x="1034543" y="455769"/>
                  </a:lnTo>
                  <a:lnTo>
                    <a:pt x="1033354" y="446760"/>
                  </a:lnTo>
                  <a:lnTo>
                    <a:pt x="1032007" y="437773"/>
                  </a:lnTo>
                  <a:lnTo>
                    <a:pt x="1030503" y="428811"/>
                  </a:lnTo>
                  <a:lnTo>
                    <a:pt x="1028842" y="419876"/>
                  </a:lnTo>
                  <a:lnTo>
                    <a:pt x="1027025" y="410972"/>
                  </a:lnTo>
                  <a:lnTo>
                    <a:pt x="1025053" y="402102"/>
                  </a:lnTo>
                  <a:lnTo>
                    <a:pt x="1022926" y="393267"/>
                  </a:lnTo>
                  <a:lnTo>
                    <a:pt x="1020644" y="384470"/>
                  </a:lnTo>
                  <a:lnTo>
                    <a:pt x="1018209" y="375715"/>
                  </a:lnTo>
                  <a:lnTo>
                    <a:pt x="1015621" y="367004"/>
                  </a:lnTo>
                  <a:lnTo>
                    <a:pt x="1012881" y="358340"/>
                  </a:lnTo>
                  <a:lnTo>
                    <a:pt x="1009990" y="349725"/>
                  </a:lnTo>
                  <a:lnTo>
                    <a:pt x="1006949" y="341161"/>
                  </a:lnTo>
                  <a:lnTo>
                    <a:pt x="1003758" y="332653"/>
                  </a:lnTo>
                  <a:lnTo>
                    <a:pt x="1000418" y="324201"/>
                  </a:lnTo>
                  <a:lnTo>
                    <a:pt x="996932" y="315809"/>
                  </a:lnTo>
                  <a:lnTo>
                    <a:pt x="993298" y="307480"/>
                  </a:lnTo>
                  <a:lnTo>
                    <a:pt x="989520" y="299215"/>
                  </a:lnTo>
                  <a:lnTo>
                    <a:pt x="985598" y="291018"/>
                  </a:lnTo>
                  <a:lnTo>
                    <a:pt x="981533" y="282891"/>
                  </a:lnTo>
                  <a:lnTo>
                    <a:pt x="977326" y="274836"/>
                  </a:lnTo>
                  <a:lnTo>
                    <a:pt x="972979" y="266856"/>
                  </a:lnTo>
                  <a:lnTo>
                    <a:pt x="968492" y="258953"/>
                  </a:lnTo>
                  <a:lnTo>
                    <a:pt x="963869" y="251130"/>
                  </a:lnTo>
                  <a:lnTo>
                    <a:pt x="959109" y="243389"/>
                  </a:lnTo>
                  <a:lnTo>
                    <a:pt x="954214" y="235732"/>
                  </a:lnTo>
                  <a:lnTo>
                    <a:pt x="949186" y="228163"/>
                  </a:lnTo>
                  <a:lnTo>
                    <a:pt x="944026" y="220682"/>
                  </a:lnTo>
                  <a:lnTo>
                    <a:pt x="938736" y="213293"/>
                  </a:lnTo>
                  <a:lnTo>
                    <a:pt x="933318" y="205998"/>
                  </a:lnTo>
                  <a:lnTo>
                    <a:pt x="927773" y="198798"/>
                  </a:lnTo>
                  <a:lnTo>
                    <a:pt x="922103" y="191697"/>
                  </a:lnTo>
                  <a:lnTo>
                    <a:pt x="916309" y="184696"/>
                  </a:lnTo>
                  <a:lnTo>
                    <a:pt x="910393" y="177798"/>
                  </a:lnTo>
                  <a:lnTo>
                    <a:pt x="904358" y="171004"/>
                  </a:lnTo>
                  <a:lnTo>
                    <a:pt x="898205" y="164317"/>
                  </a:lnTo>
                  <a:lnTo>
                    <a:pt x="891936" y="157738"/>
                  </a:lnTo>
                  <a:lnTo>
                    <a:pt x="885552" y="151270"/>
                  </a:lnTo>
                  <a:lnTo>
                    <a:pt x="879057" y="144915"/>
                  </a:lnTo>
                  <a:lnTo>
                    <a:pt x="872451" y="138675"/>
                  </a:lnTo>
                  <a:lnTo>
                    <a:pt x="865737" y="132551"/>
                  </a:lnTo>
                  <a:lnTo>
                    <a:pt x="858917" y="126546"/>
                  </a:lnTo>
                  <a:lnTo>
                    <a:pt x="851992" y="120661"/>
                  </a:lnTo>
                  <a:lnTo>
                    <a:pt x="844966" y="114898"/>
                  </a:lnTo>
                  <a:lnTo>
                    <a:pt x="837840" y="109258"/>
                  </a:lnTo>
                  <a:lnTo>
                    <a:pt x="830617" y="103745"/>
                  </a:lnTo>
                  <a:lnTo>
                    <a:pt x="823298" y="98358"/>
                  </a:lnTo>
                  <a:lnTo>
                    <a:pt x="815886" y="93101"/>
                  </a:lnTo>
                  <a:lnTo>
                    <a:pt x="808383" y="87974"/>
                  </a:lnTo>
                  <a:lnTo>
                    <a:pt x="800791" y="82979"/>
                  </a:lnTo>
                  <a:lnTo>
                    <a:pt x="793113" y="78118"/>
                  </a:lnTo>
                  <a:lnTo>
                    <a:pt x="785351" y="73392"/>
                  </a:lnTo>
                  <a:lnTo>
                    <a:pt x="777508" y="68802"/>
                  </a:lnTo>
                  <a:lnTo>
                    <a:pt x="769586" y="64351"/>
                  </a:lnTo>
                  <a:lnTo>
                    <a:pt x="761587" y="60039"/>
                  </a:lnTo>
                  <a:lnTo>
                    <a:pt x="753514" y="55867"/>
                  </a:lnTo>
                  <a:lnTo>
                    <a:pt x="745368" y="51838"/>
                  </a:lnTo>
                  <a:lnTo>
                    <a:pt x="737154" y="47951"/>
                  </a:lnTo>
                  <a:lnTo>
                    <a:pt x="728873" y="44209"/>
                  </a:lnTo>
                  <a:lnTo>
                    <a:pt x="720528" y="40612"/>
                  </a:lnTo>
                  <a:lnTo>
                    <a:pt x="712121" y="37162"/>
                  </a:lnTo>
                  <a:lnTo>
                    <a:pt x="703655" y="33860"/>
                  </a:lnTo>
                  <a:lnTo>
                    <a:pt x="695132" y="30706"/>
                  </a:lnTo>
                  <a:lnTo>
                    <a:pt x="686556" y="27702"/>
                  </a:lnTo>
                  <a:lnTo>
                    <a:pt x="677928" y="24849"/>
                  </a:lnTo>
                  <a:lnTo>
                    <a:pt x="669251" y="22147"/>
                  </a:lnTo>
                  <a:lnTo>
                    <a:pt x="660529" y="19597"/>
                  </a:lnTo>
                  <a:lnTo>
                    <a:pt x="651764" y="17200"/>
                  </a:lnTo>
                  <a:lnTo>
                    <a:pt x="642957" y="14957"/>
                  </a:lnTo>
                  <a:lnTo>
                    <a:pt x="634113" y="12869"/>
                  </a:lnTo>
                  <a:lnTo>
                    <a:pt x="625234" y="10935"/>
                  </a:lnTo>
                  <a:lnTo>
                    <a:pt x="616322" y="9157"/>
                  </a:lnTo>
                  <a:lnTo>
                    <a:pt x="607381" y="7536"/>
                  </a:lnTo>
                  <a:lnTo>
                    <a:pt x="598412" y="6071"/>
                  </a:lnTo>
                  <a:lnTo>
                    <a:pt x="589419" y="4764"/>
                  </a:lnTo>
                  <a:lnTo>
                    <a:pt x="580405" y="3614"/>
                  </a:lnTo>
                  <a:lnTo>
                    <a:pt x="571372" y="2622"/>
                  </a:lnTo>
                  <a:lnTo>
                    <a:pt x="562323" y="1788"/>
                  </a:lnTo>
                  <a:lnTo>
                    <a:pt x="553261" y="1112"/>
                  </a:lnTo>
                  <a:lnTo>
                    <a:pt x="544188" y="596"/>
                  </a:lnTo>
                  <a:lnTo>
                    <a:pt x="535108" y="238"/>
                  </a:lnTo>
                  <a:lnTo>
                    <a:pt x="526023" y="39"/>
                  </a:lnTo>
                  <a:lnTo>
                    <a:pt x="516935" y="0"/>
                  </a:lnTo>
                  <a:lnTo>
                    <a:pt x="507849" y="119"/>
                  </a:lnTo>
                  <a:lnTo>
                    <a:pt x="498766" y="397"/>
                  </a:lnTo>
                  <a:lnTo>
                    <a:pt x="489689" y="834"/>
                  </a:lnTo>
                  <a:lnTo>
                    <a:pt x="480621" y="1430"/>
                  </a:lnTo>
                  <a:lnTo>
                    <a:pt x="471565" y="2185"/>
                  </a:lnTo>
                  <a:lnTo>
                    <a:pt x="462524" y="3098"/>
                  </a:lnTo>
                  <a:lnTo>
                    <a:pt x="453500" y="4169"/>
                  </a:lnTo>
                  <a:lnTo>
                    <a:pt x="444496" y="5398"/>
                  </a:lnTo>
                  <a:lnTo>
                    <a:pt x="435515" y="6784"/>
                  </a:lnTo>
                  <a:lnTo>
                    <a:pt x="426559" y="8327"/>
                  </a:lnTo>
                  <a:lnTo>
                    <a:pt x="417632" y="10027"/>
                  </a:lnTo>
                  <a:lnTo>
                    <a:pt x="408737" y="11882"/>
                  </a:lnTo>
                  <a:lnTo>
                    <a:pt x="399874" y="13894"/>
                  </a:lnTo>
                  <a:lnTo>
                    <a:pt x="391049" y="16059"/>
                  </a:lnTo>
                  <a:lnTo>
                    <a:pt x="382263" y="18379"/>
                  </a:lnTo>
                  <a:lnTo>
                    <a:pt x="373518" y="20853"/>
                  </a:lnTo>
                  <a:lnTo>
                    <a:pt x="364819" y="23479"/>
                  </a:lnTo>
                  <a:lnTo>
                    <a:pt x="356166" y="26257"/>
                  </a:lnTo>
                  <a:lnTo>
                    <a:pt x="347564" y="29185"/>
                  </a:lnTo>
                  <a:lnTo>
                    <a:pt x="339014" y="32264"/>
                  </a:lnTo>
                  <a:lnTo>
                    <a:pt x="330520" y="35493"/>
                  </a:lnTo>
                  <a:lnTo>
                    <a:pt x="322083" y="38869"/>
                  </a:lnTo>
                  <a:lnTo>
                    <a:pt x="313706" y="42392"/>
                  </a:lnTo>
                  <a:lnTo>
                    <a:pt x="305393" y="46062"/>
                  </a:lnTo>
                  <a:lnTo>
                    <a:pt x="297145" y="49876"/>
                  </a:lnTo>
                  <a:lnTo>
                    <a:pt x="288965" y="53834"/>
                  </a:lnTo>
                  <a:lnTo>
                    <a:pt x="280855" y="57935"/>
                  </a:lnTo>
                  <a:lnTo>
                    <a:pt x="272819" y="62177"/>
                  </a:lnTo>
                  <a:lnTo>
                    <a:pt x="264858" y="66559"/>
                  </a:lnTo>
                  <a:lnTo>
                    <a:pt x="256975" y="71080"/>
                  </a:lnTo>
                  <a:lnTo>
                    <a:pt x="249172" y="75738"/>
                  </a:lnTo>
                  <a:lnTo>
                    <a:pt x="241452" y="80532"/>
                  </a:lnTo>
                  <a:lnTo>
                    <a:pt x="233817" y="85460"/>
                  </a:lnTo>
                  <a:lnTo>
                    <a:pt x="226269" y="90521"/>
                  </a:lnTo>
                  <a:lnTo>
                    <a:pt x="218811" y="95713"/>
                  </a:lnTo>
                  <a:lnTo>
                    <a:pt x="211445" y="101036"/>
                  </a:lnTo>
                  <a:lnTo>
                    <a:pt x="204174" y="106486"/>
                  </a:lnTo>
                  <a:lnTo>
                    <a:pt x="196999" y="112062"/>
                  </a:lnTo>
                  <a:lnTo>
                    <a:pt x="189922" y="117764"/>
                  </a:lnTo>
                  <a:lnTo>
                    <a:pt x="182947" y="123588"/>
                  </a:lnTo>
                  <a:lnTo>
                    <a:pt x="176074" y="129533"/>
                  </a:lnTo>
                  <a:lnTo>
                    <a:pt x="169307" y="135598"/>
                  </a:lnTo>
                  <a:lnTo>
                    <a:pt x="162647" y="141781"/>
                  </a:lnTo>
                  <a:lnTo>
                    <a:pt x="156096" y="148079"/>
                  </a:lnTo>
                  <a:lnTo>
                    <a:pt x="149656" y="154490"/>
                  </a:lnTo>
                  <a:lnTo>
                    <a:pt x="143330" y="161014"/>
                  </a:lnTo>
                  <a:lnTo>
                    <a:pt x="137118" y="167647"/>
                  </a:lnTo>
                  <a:lnTo>
                    <a:pt x="131024" y="174388"/>
                  </a:lnTo>
                  <a:lnTo>
                    <a:pt x="125048" y="181234"/>
                  </a:lnTo>
                  <a:lnTo>
                    <a:pt x="119193" y="188184"/>
                  </a:lnTo>
                  <a:lnTo>
                    <a:pt x="113461" y="195235"/>
                  </a:lnTo>
                  <a:lnTo>
                    <a:pt x="107853" y="202386"/>
                  </a:lnTo>
                  <a:lnTo>
                    <a:pt x="102371" y="209634"/>
                  </a:lnTo>
                  <a:lnTo>
                    <a:pt x="97017" y="216976"/>
                  </a:lnTo>
                  <a:lnTo>
                    <a:pt x="91792" y="224411"/>
                  </a:lnTo>
                  <a:lnTo>
                    <a:pt x="86698" y="231936"/>
                  </a:lnTo>
                  <a:lnTo>
                    <a:pt x="81736" y="239550"/>
                  </a:lnTo>
                  <a:lnTo>
                    <a:pt x="76909" y="247249"/>
                  </a:lnTo>
                  <a:lnTo>
                    <a:pt x="72217" y="255031"/>
                  </a:lnTo>
                  <a:lnTo>
                    <a:pt x="67662" y="262894"/>
                  </a:lnTo>
                  <a:lnTo>
                    <a:pt x="63245" y="270836"/>
                  </a:lnTo>
                  <a:lnTo>
                    <a:pt x="58968" y="278854"/>
                  </a:lnTo>
                  <a:lnTo>
                    <a:pt x="54831" y="286945"/>
                  </a:lnTo>
                  <a:lnTo>
                    <a:pt x="50838" y="295108"/>
                  </a:lnTo>
                  <a:lnTo>
                    <a:pt x="46987" y="303339"/>
                  </a:lnTo>
                  <a:lnTo>
                    <a:pt x="43281" y="311637"/>
                  </a:lnTo>
                  <a:lnTo>
                    <a:pt x="39721" y="319998"/>
                  </a:lnTo>
                  <a:lnTo>
                    <a:pt x="36308" y="328420"/>
                  </a:lnTo>
                  <a:lnTo>
                    <a:pt x="33043" y="336900"/>
                  </a:lnTo>
                  <a:lnTo>
                    <a:pt x="29926" y="345436"/>
                  </a:lnTo>
                  <a:lnTo>
                    <a:pt x="26960" y="354026"/>
                  </a:lnTo>
                  <a:lnTo>
                    <a:pt x="24144" y="362666"/>
                  </a:lnTo>
                  <a:lnTo>
                    <a:pt x="21480" y="371354"/>
                  </a:lnTo>
                  <a:lnTo>
                    <a:pt x="18968" y="380088"/>
                  </a:lnTo>
                  <a:lnTo>
                    <a:pt x="16610" y="388864"/>
                  </a:lnTo>
                  <a:lnTo>
                    <a:pt x="14406" y="397680"/>
                  </a:lnTo>
                  <a:lnTo>
                    <a:pt x="12356" y="406533"/>
                  </a:lnTo>
                  <a:lnTo>
                    <a:pt x="10461" y="415420"/>
                  </a:lnTo>
                  <a:lnTo>
                    <a:pt x="8723" y="424340"/>
                  </a:lnTo>
                  <a:lnTo>
                    <a:pt x="7140" y="433288"/>
                  </a:lnTo>
                  <a:lnTo>
                    <a:pt x="5715" y="442263"/>
                  </a:lnTo>
                  <a:lnTo>
                    <a:pt x="4446" y="451262"/>
                  </a:lnTo>
                  <a:lnTo>
                    <a:pt x="3336" y="460281"/>
                  </a:lnTo>
                  <a:lnTo>
                    <a:pt x="2383" y="469318"/>
                  </a:lnTo>
                  <a:lnTo>
                    <a:pt x="1589" y="478371"/>
                  </a:lnTo>
                  <a:lnTo>
                    <a:pt x="953" y="487436"/>
                  </a:lnTo>
                  <a:lnTo>
                    <a:pt x="477" y="496511"/>
                  </a:lnTo>
                  <a:lnTo>
                    <a:pt x="159" y="505592"/>
                  </a:lnTo>
                  <a:lnTo>
                    <a:pt x="0" y="514678"/>
                  </a:lnTo>
                  <a:lnTo>
                    <a:pt x="0" y="523766"/>
                  </a:lnTo>
                  <a:lnTo>
                    <a:pt x="159" y="532852"/>
                  </a:lnTo>
                  <a:lnTo>
                    <a:pt x="477" y="541934"/>
                  </a:lnTo>
                  <a:lnTo>
                    <a:pt x="953" y="551008"/>
                  </a:lnTo>
                  <a:lnTo>
                    <a:pt x="1589" y="560073"/>
                  </a:lnTo>
                  <a:lnTo>
                    <a:pt x="2383" y="569126"/>
                  </a:lnTo>
                  <a:lnTo>
                    <a:pt x="3336" y="578163"/>
                  </a:lnTo>
                  <a:lnTo>
                    <a:pt x="4446" y="587183"/>
                  </a:lnTo>
                  <a:lnTo>
                    <a:pt x="5715" y="596181"/>
                  </a:lnTo>
                  <a:lnTo>
                    <a:pt x="7140" y="605156"/>
                  </a:lnTo>
                  <a:lnTo>
                    <a:pt x="8723" y="614104"/>
                  </a:lnTo>
                  <a:lnTo>
                    <a:pt x="10461" y="623024"/>
                  </a:lnTo>
                  <a:lnTo>
                    <a:pt x="12356" y="631912"/>
                  </a:lnTo>
                  <a:lnTo>
                    <a:pt x="14406" y="640765"/>
                  </a:lnTo>
                  <a:lnTo>
                    <a:pt x="16610" y="649581"/>
                  </a:lnTo>
                  <a:lnTo>
                    <a:pt x="18968" y="658357"/>
                  </a:lnTo>
                  <a:lnTo>
                    <a:pt x="21480" y="667090"/>
                  </a:lnTo>
                  <a:lnTo>
                    <a:pt x="24144" y="675778"/>
                  </a:lnTo>
                  <a:lnTo>
                    <a:pt x="26960" y="684418"/>
                  </a:lnTo>
                  <a:lnTo>
                    <a:pt x="29926" y="693008"/>
                  </a:lnTo>
                  <a:lnTo>
                    <a:pt x="33043" y="701544"/>
                  </a:lnTo>
                  <a:lnTo>
                    <a:pt x="36308" y="710025"/>
                  </a:lnTo>
                  <a:lnTo>
                    <a:pt x="39721" y="718447"/>
                  </a:lnTo>
                  <a:lnTo>
                    <a:pt x="43281" y="726808"/>
                  </a:lnTo>
                  <a:lnTo>
                    <a:pt x="46987" y="735105"/>
                  </a:lnTo>
                  <a:lnTo>
                    <a:pt x="50838" y="743336"/>
                  </a:lnTo>
                  <a:lnTo>
                    <a:pt x="54831" y="751499"/>
                  </a:lnTo>
                  <a:lnTo>
                    <a:pt x="58968" y="759590"/>
                  </a:lnTo>
                  <a:lnTo>
                    <a:pt x="63245" y="767608"/>
                  </a:lnTo>
                  <a:lnTo>
                    <a:pt x="67662" y="775550"/>
                  </a:lnTo>
                  <a:lnTo>
                    <a:pt x="72217" y="783413"/>
                  </a:lnTo>
                  <a:lnTo>
                    <a:pt x="76909" y="791195"/>
                  </a:lnTo>
                  <a:lnTo>
                    <a:pt x="81736" y="798894"/>
                  </a:lnTo>
                  <a:lnTo>
                    <a:pt x="86698" y="806508"/>
                  </a:lnTo>
                  <a:lnTo>
                    <a:pt x="91792" y="814033"/>
                  </a:lnTo>
                  <a:lnTo>
                    <a:pt x="97017" y="821468"/>
                  </a:lnTo>
                  <a:lnTo>
                    <a:pt x="102371" y="828811"/>
                  </a:lnTo>
                  <a:lnTo>
                    <a:pt x="107853" y="836058"/>
                  </a:lnTo>
                  <a:lnTo>
                    <a:pt x="113461" y="843209"/>
                  </a:lnTo>
                  <a:lnTo>
                    <a:pt x="119193" y="850260"/>
                  </a:lnTo>
                  <a:lnTo>
                    <a:pt x="125048" y="857210"/>
                  </a:lnTo>
                  <a:lnTo>
                    <a:pt x="131024" y="864057"/>
                  </a:lnTo>
                  <a:lnTo>
                    <a:pt x="137118" y="870797"/>
                  </a:lnTo>
                  <a:lnTo>
                    <a:pt x="143330" y="877431"/>
                  </a:lnTo>
                  <a:lnTo>
                    <a:pt x="149656" y="883954"/>
                  </a:lnTo>
                  <a:lnTo>
                    <a:pt x="156096" y="890366"/>
                  </a:lnTo>
                  <a:lnTo>
                    <a:pt x="162647" y="896664"/>
                  </a:lnTo>
                  <a:lnTo>
                    <a:pt x="169307" y="902846"/>
                  </a:lnTo>
                  <a:lnTo>
                    <a:pt x="176074" y="908911"/>
                  </a:lnTo>
                  <a:lnTo>
                    <a:pt x="182947" y="914856"/>
                  </a:lnTo>
                  <a:lnTo>
                    <a:pt x="189922" y="920681"/>
                  </a:lnTo>
                  <a:lnTo>
                    <a:pt x="196999" y="926382"/>
                  </a:lnTo>
                  <a:lnTo>
                    <a:pt x="204174" y="931958"/>
                  </a:lnTo>
                  <a:lnTo>
                    <a:pt x="211445" y="937409"/>
                  </a:lnTo>
                  <a:lnTo>
                    <a:pt x="218811" y="942731"/>
                  </a:lnTo>
                  <a:lnTo>
                    <a:pt x="226269" y="947923"/>
                  </a:lnTo>
                  <a:lnTo>
                    <a:pt x="233817" y="952984"/>
                  </a:lnTo>
                  <a:lnTo>
                    <a:pt x="241452" y="957912"/>
                  </a:lnTo>
                  <a:lnTo>
                    <a:pt x="249172" y="962706"/>
                  </a:lnTo>
                  <a:lnTo>
                    <a:pt x="256975" y="967364"/>
                  </a:lnTo>
                  <a:lnTo>
                    <a:pt x="264858" y="971885"/>
                  </a:lnTo>
                  <a:lnTo>
                    <a:pt x="272819" y="976267"/>
                  </a:lnTo>
                  <a:lnTo>
                    <a:pt x="280855" y="980509"/>
                  </a:lnTo>
                  <a:lnTo>
                    <a:pt x="288965" y="984610"/>
                  </a:lnTo>
                  <a:lnTo>
                    <a:pt x="297145" y="988568"/>
                  </a:lnTo>
                  <a:lnTo>
                    <a:pt x="305393" y="992382"/>
                  </a:lnTo>
                  <a:lnTo>
                    <a:pt x="313706" y="996052"/>
                  </a:lnTo>
                  <a:lnTo>
                    <a:pt x="322083" y="999575"/>
                  </a:lnTo>
                  <a:lnTo>
                    <a:pt x="330520" y="1002952"/>
                  </a:lnTo>
                  <a:lnTo>
                    <a:pt x="339014" y="1006180"/>
                  </a:lnTo>
                  <a:lnTo>
                    <a:pt x="347564" y="1009259"/>
                  </a:lnTo>
                  <a:lnTo>
                    <a:pt x="356166" y="1012188"/>
                  </a:lnTo>
                  <a:lnTo>
                    <a:pt x="364819" y="1014966"/>
                  </a:lnTo>
                  <a:lnTo>
                    <a:pt x="373518" y="1017592"/>
                  </a:lnTo>
                  <a:lnTo>
                    <a:pt x="382263" y="1020065"/>
                  </a:lnTo>
                  <a:lnTo>
                    <a:pt x="391049" y="1022385"/>
                  </a:lnTo>
                  <a:lnTo>
                    <a:pt x="399874" y="1024551"/>
                  </a:lnTo>
                  <a:lnTo>
                    <a:pt x="408737" y="1026562"/>
                  </a:lnTo>
                  <a:lnTo>
                    <a:pt x="417632" y="1028417"/>
                  </a:lnTo>
                  <a:lnTo>
                    <a:pt x="426559" y="1030117"/>
                  </a:lnTo>
                  <a:lnTo>
                    <a:pt x="435515" y="1031660"/>
                  </a:lnTo>
                  <a:lnTo>
                    <a:pt x="444496" y="1033046"/>
                  </a:lnTo>
                  <a:lnTo>
                    <a:pt x="453500" y="1034275"/>
                  </a:lnTo>
                  <a:lnTo>
                    <a:pt x="462524" y="1035346"/>
                  </a:lnTo>
                  <a:lnTo>
                    <a:pt x="471565" y="1036259"/>
                  </a:lnTo>
                  <a:lnTo>
                    <a:pt x="480621" y="1037014"/>
                  </a:lnTo>
                  <a:lnTo>
                    <a:pt x="489689" y="1037610"/>
                  </a:lnTo>
                  <a:lnTo>
                    <a:pt x="498766" y="1038047"/>
                  </a:lnTo>
                  <a:lnTo>
                    <a:pt x="507849" y="1038325"/>
                  </a:lnTo>
                  <a:lnTo>
                    <a:pt x="516935" y="1038445"/>
                  </a:lnTo>
                  <a:lnTo>
                    <a:pt x="526023" y="1038405"/>
                  </a:lnTo>
                  <a:lnTo>
                    <a:pt x="535108" y="1038206"/>
                  </a:lnTo>
                  <a:lnTo>
                    <a:pt x="544188" y="1037848"/>
                  </a:lnTo>
                  <a:lnTo>
                    <a:pt x="553261" y="1037332"/>
                  </a:lnTo>
                  <a:lnTo>
                    <a:pt x="562323" y="1036656"/>
                  </a:lnTo>
                  <a:lnTo>
                    <a:pt x="571372" y="1035823"/>
                  </a:lnTo>
                  <a:lnTo>
                    <a:pt x="580405" y="1034831"/>
                  </a:lnTo>
                  <a:lnTo>
                    <a:pt x="589419" y="1033681"/>
                  </a:lnTo>
                  <a:lnTo>
                    <a:pt x="598412" y="1032373"/>
                  </a:lnTo>
                  <a:lnTo>
                    <a:pt x="607381" y="1030908"/>
                  </a:lnTo>
                  <a:lnTo>
                    <a:pt x="616322" y="1029287"/>
                  </a:lnTo>
                  <a:lnTo>
                    <a:pt x="625234" y="1027509"/>
                  </a:lnTo>
                  <a:lnTo>
                    <a:pt x="634113" y="1025576"/>
                  </a:lnTo>
                  <a:lnTo>
                    <a:pt x="642957" y="1023487"/>
                  </a:lnTo>
                  <a:lnTo>
                    <a:pt x="651764" y="1021244"/>
                  </a:lnTo>
                  <a:lnTo>
                    <a:pt x="660529" y="1018847"/>
                  </a:lnTo>
                  <a:lnTo>
                    <a:pt x="669251" y="1016298"/>
                  </a:lnTo>
                  <a:lnTo>
                    <a:pt x="677928" y="1013596"/>
                  </a:lnTo>
                  <a:lnTo>
                    <a:pt x="686556" y="1010742"/>
                  </a:lnTo>
                  <a:lnTo>
                    <a:pt x="695132" y="1007738"/>
                  </a:lnTo>
                  <a:lnTo>
                    <a:pt x="703655" y="1004584"/>
                  </a:lnTo>
                  <a:lnTo>
                    <a:pt x="712121" y="1001282"/>
                  </a:lnTo>
                  <a:lnTo>
                    <a:pt x="720528" y="997832"/>
                  </a:lnTo>
                  <a:lnTo>
                    <a:pt x="728873" y="994235"/>
                  </a:lnTo>
                  <a:lnTo>
                    <a:pt x="737154" y="990493"/>
                  </a:lnTo>
                  <a:lnTo>
                    <a:pt x="745368" y="986607"/>
                  </a:lnTo>
                  <a:lnTo>
                    <a:pt x="753514" y="982577"/>
                  </a:lnTo>
                  <a:lnTo>
                    <a:pt x="761587" y="978406"/>
                  </a:lnTo>
                  <a:lnTo>
                    <a:pt x="769586" y="974093"/>
                  </a:lnTo>
                  <a:lnTo>
                    <a:pt x="777508" y="969642"/>
                  </a:lnTo>
                  <a:lnTo>
                    <a:pt x="785351" y="965052"/>
                  </a:lnTo>
                  <a:lnTo>
                    <a:pt x="793113" y="960326"/>
                  </a:lnTo>
                  <a:lnTo>
                    <a:pt x="800791" y="955465"/>
                  </a:lnTo>
                  <a:lnTo>
                    <a:pt x="808383" y="950470"/>
                  </a:lnTo>
                  <a:lnTo>
                    <a:pt x="815886" y="945343"/>
                  </a:lnTo>
                  <a:lnTo>
                    <a:pt x="823298" y="940086"/>
                  </a:lnTo>
                  <a:lnTo>
                    <a:pt x="830617" y="934699"/>
                  </a:lnTo>
                  <a:lnTo>
                    <a:pt x="837840" y="929186"/>
                  </a:lnTo>
                  <a:lnTo>
                    <a:pt x="844966" y="923547"/>
                  </a:lnTo>
                  <a:lnTo>
                    <a:pt x="851992" y="917784"/>
                  </a:lnTo>
                  <a:lnTo>
                    <a:pt x="858917" y="911899"/>
                  </a:lnTo>
                  <a:lnTo>
                    <a:pt x="865737" y="905893"/>
                  </a:lnTo>
                  <a:lnTo>
                    <a:pt x="872451" y="899769"/>
                  </a:lnTo>
                  <a:lnTo>
                    <a:pt x="879057" y="893529"/>
                  </a:lnTo>
                  <a:lnTo>
                    <a:pt x="885552" y="887174"/>
                  </a:lnTo>
                  <a:lnTo>
                    <a:pt x="891936" y="880706"/>
                  </a:lnTo>
                  <a:lnTo>
                    <a:pt x="898205" y="874128"/>
                  </a:lnTo>
                  <a:lnTo>
                    <a:pt x="904358" y="867440"/>
                  </a:lnTo>
                  <a:lnTo>
                    <a:pt x="910393" y="860646"/>
                  </a:lnTo>
                  <a:lnTo>
                    <a:pt x="916309" y="853748"/>
                  </a:lnTo>
                  <a:lnTo>
                    <a:pt x="922103" y="846747"/>
                  </a:lnTo>
                  <a:lnTo>
                    <a:pt x="927773" y="839646"/>
                  </a:lnTo>
                  <a:lnTo>
                    <a:pt x="933318" y="832446"/>
                  </a:lnTo>
                  <a:lnTo>
                    <a:pt x="938736" y="825151"/>
                  </a:lnTo>
                  <a:lnTo>
                    <a:pt x="944026" y="817762"/>
                  </a:lnTo>
                  <a:lnTo>
                    <a:pt x="949186" y="810282"/>
                  </a:lnTo>
                  <a:lnTo>
                    <a:pt x="954214" y="802712"/>
                  </a:lnTo>
                  <a:lnTo>
                    <a:pt x="959109" y="795056"/>
                  </a:lnTo>
                  <a:lnTo>
                    <a:pt x="963869" y="787315"/>
                  </a:lnTo>
                  <a:lnTo>
                    <a:pt x="968492" y="779491"/>
                  </a:lnTo>
                  <a:lnTo>
                    <a:pt x="972979" y="771589"/>
                  </a:lnTo>
                  <a:lnTo>
                    <a:pt x="977326" y="763609"/>
                  </a:lnTo>
                  <a:lnTo>
                    <a:pt x="981533" y="755554"/>
                  </a:lnTo>
                  <a:lnTo>
                    <a:pt x="985598" y="747426"/>
                  </a:lnTo>
                  <a:lnTo>
                    <a:pt x="989520" y="739229"/>
                  </a:lnTo>
                  <a:lnTo>
                    <a:pt x="993298" y="730964"/>
                  </a:lnTo>
                  <a:lnTo>
                    <a:pt x="996932" y="722635"/>
                  </a:lnTo>
                  <a:lnTo>
                    <a:pt x="1000418" y="714243"/>
                  </a:lnTo>
                  <a:lnTo>
                    <a:pt x="1003758" y="705791"/>
                  </a:lnTo>
                  <a:lnTo>
                    <a:pt x="1006949" y="697283"/>
                  </a:lnTo>
                  <a:lnTo>
                    <a:pt x="1009990" y="688719"/>
                  </a:lnTo>
                  <a:lnTo>
                    <a:pt x="1012881" y="680104"/>
                  </a:lnTo>
                  <a:lnTo>
                    <a:pt x="1015621" y="671440"/>
                  </a:lnTo>
                  <a:lnTo>
                    <a:pt x="1018209" y="662729"/>
                  </a:lnTo>
                  <a:lnTo>
                    <a:pt x="1020644" y="653974"/>
                  </a:lnTo>
                  <a:lnTo>
                    <a:pt x="1022926" y="645178"/>
                  </a:lnTo>
                  <a:lnTo>
                    <a:pt x="1025053" y="636343"/>
                  </a:lnTo>
                  <a:lnTo>
                    <a:pt x="1027025" y="627472"/>
                  </a:lnTo>
                  <a:lnTo>
                    <a:pt x="1028842" y="618568"/>
                  </a:lnTo>
                  <a:lnTo>
                    <a:pt x="1030503" y="609634"/>
                  </a:lnTo>
                  <a:lnTo>
                    <a:pt x="1032007" y="600672"/>
                  </a:lnTo>
                  <a:lnTo>
                    <a:pt x="1033354" y="591685"/>
                  </a:lnTo>
                  <a:lnTo>
                    <a:pt x="1034543" y="582675"/>
                  </a:lnTo>
                  <a:lnTo>
                    <a:pt x="1035575" y="573647"/>
                  </a:lnTo>
                  <a:lnTo>
                    <a:pt x="1036448" y="564602"/>
                  </a:lnTo>
                  <a:lnTo>
                    <a:pt x="1037163" y="555542"/>
                  </a:lnTo>
                  <a:lnTo>
                    <a:pt x="1037719" y="546472"/>
                  </a:lnTo>
                  <a:lnTo>
                    <a:pt x="1038117" y="537393"/>
                  </a:lnTo>
                  <a:lnTo>
                    <a:pt x="1038355" y="528309"/>
                  </a:lnTo>
                  <a:lnTo>
                    <a:pt x="1038435" y="5192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34" name="tx134"/>
            <p:cNvSpPr/>
            <p:nvPr/>
          </p:nvSpPr>
          <p:spPr>
            <a:xfrm>
              <a:off x="7825227" y="392680"/>
              <a:ext cx="247162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7816723" y="1586903"/>
              <a:ext cx="264170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8371029" y="567570"/>
              <a:ext cx="438271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8545919" y="989791"/>
              <a:ext cx="20226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8371029" y="1412013"/>
              <a:ext cx="455279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139" name="pg139"/>
            <p:cNvSpPr/>
            <p:nvPr/>
          </p:nvSpPr>
          <p:spPr>
            <a:xfrm>
              <a:off x="7429600" y="506733"/>
              <a:ext cx="1038435" cy="1038445"/>
            </a:xfrm>
            <a:custGeom>
              <a:avLst/>
              <a:pathLst>
                <a:path w="1038435" h="1038445">
                  <a:moveTo>
                    <a:pt x="1038435" y="519222"/>
                  </a:moveTo>
                  <a:lnTo>
                    <a:pt x="1038355" y="510135"/>
                  </a:lnTo>
                  <a:lnTo>
                    <a:pt x="1038117" y="501051"/>
                  </a:lnTo>
                  <a:lnTo>
                    <a:pt x="1037719" y="491972"/>
                  </a:lnTo>
                  <a:lnTo>
                    <a:pt x="1037163" y="482902"/>
                  </a:lnTo>
                  <a:lnTo>
                    <a:pt x="1036448" y="473843"/>
                  </a:lnTo>
                  <a:lnTo>
                    <a:pt x="1035575" y="464797"/>
                  </a:lnTo>
                  <a:lnTo>
                    <a:pt x="1034543" y="455769"/>
                  </a:lnTo>
                  <a:lnTo>
                    <a:pt x="1033354" y="446760"/>
                  </a:lnTo>
                  <a:lnTo>
                    <a:pt x="1032007" y="437773"/>
                  </a:lnTo>
                  <a:lnTo>
                    <a:pt x="1030503" y="428811"/>
                  </a:lnTo>
                  <a:lnTo>
                    <a:pt x="1028842" y="419876"/>
                  </a:lnTo>
                  <a:lnTo>
                    <a:pt x="1027025" y="410972"/>
                  </a:lnTo>
                  <a:lnTo>
                    <a:pt x="1025053" y="402102"/>
                  </a:lnTo>
                  <a:lnTo>
                    <a:pt x="1022926" y="393267"/>
                  </a:lnTo>
                  <a:lnTo>
                    <a:pt x="1020644" y="384470"/>
                  </a:lnTo>
                  <a:lnTo>
                    <a:pt x="1018209" y="375715"/>
                  </a:lnTo>
                  <a:lnTo>
                    <a:pt x="1015621" y="367004"/>
                  </a:lnTo>
                  <a:lnTo>
                    <a:pt x="1012881" y="358340"/>
                  </a:lnTo>
                  <a:lnTo>
                    <a:pt x="1009990" y="349725"/>
                  </a:lnTo>
                  <a:lnTo>
                    <a:pt x="1006949" y="341161"/>
                  </a:lnTo>
                  <a:lnTo>
                    <a:pt x="1003758" y="332653"/>
                  </a:lnTo>
                  <a:lnTo>
                    <a:pt x="1000418" y="324201"/>
                  </a:lnTo>
                  <a:lnTo>
                    <a:pt x="996932" y="315809"/>
                  </a:lnTo>
                  <a:lnTo>
                    <a:pt x="993298" y="307480"/>
                  </a:lnTo>
                  <a:lnTo>
                    <a:pt x="989520" y="299215"/>
                  </a:lnTo>
                  <a:lnTo>
                    <a:pt x="985598" y="291018"/>
                  </a:lnTo>
                  <a:lnTo>
                    <a:pt x="981533" y="282891"/>
                  </a:lnTo>
                  <a:lnTo>
                    <a:pt x="977326" y="274836"/>
                  </a:lnTo>
                  <a:lnTo>
                    <a:pt x="972979" y="266856"/>
                  </a:lnTo>
                  <a:lnTo>
                    <a:pt x="968492" y="258953"/>
                  </a:lnTo>
                  <a:lnTo>
                    <a:pt x="963869" y="251130"/>
                  </a:lnTo>
                  <a:lnTo>
                    <a:pt x="959109" y="243389"/>
                  </a:lnTo>
                  <a:lnTo>
                    <a:pt x="954214" y="235732"/>
                  </a:lnTo>
                  <a:lnTo>
                    <a:pt x="949186" y="228163"/>
                  </a:lnTo>
                  <a:lnTo>
                    <a:pt x="944026" y="220682"/>
                  </a:lnTo>
                  <a:lnTo>
                    <a:pt x="938736" y="213293"/>
                  </a:lnTo>
                  <a:lnTo>
                    <a:pt x="933318" y="205998"/>
                  </a:lnTo>
                  <a:lnTo>
                    <a:pt x="927773" y="198798"/>
                  </a:lnTo>
                  <a:lnTo>
                    <a:pt x="922103" y="191697"/>
                  </a:lnTo>
                  <a:lnTo>
                    <a:pt x="916309" y="184696"/>
                  </a:lnTo>
                  <a:lnTo>
                    <a:pt x="910393" y="177798"/>
                  </a:lnTo>
                  <a:lnTo>
                    <a:pt x="904358" y="171004"/>
                  </a:lnTo>
                  <a:lnTo>
                    <a:pt x="898205" y="164317"/>
                  </a:lnTo>
                  <a:lnTo>
                    <a:pt x="891936" y="157738"/>
                  </a:lnTo>
                  <a:lnTo>
                    <a:pt x="885552" y="151270"/>
                  </a:lnTo>
                  <a:lnTo>
                    <a:pt x="879057" y="144915"/>
                  </a:lnTo>
                  <a:lnTo>
                    <a:pt x="872451" y="138675"/>
                  </a:lnTo>
                  <a:lnTo>
                    <a:pt x="865737" y="132551"/>
                  </a:lnTo>
                  <a:lnTo>
                    <a:pt x="858917" y="126546"/>
                  </a:lnTo>
                  <a:lnTo>
                    <a:pt x="851992" y="120661"/>
                  </a:lnTo>
                  <a:lnTo>
                    <a:pt x="844966" y="114898"/>
                  </a:lnTo>
                  <a:lnTo>
                    <a:pt x="837840" y="109258"/>
                  </a:lnTo>
                  <a:lnTo>
                    <a:pt x="830617" y="103745"/>
                  </a:lnTo>
                  <a:lnTo>
                    <a:pt x="823298" y="98358"/>
                  </a:lnTo>
                  <a:lnTo>
                    <a:pt x="815886" y="93101"/>
                  </a:lnTo>
                  <a:lnTo>
                    <a:pt x="808383" y="87974"/>
                  </a:lnTo>
                  <a:lnTo>
                    <a:pt x="800791" y="82979"/>
                  </a:lnTo>
                  <a:lnTo>
                    <a:pt x="793113" y="78118"/>
                  </a:lnTo>
                  <a:lnTo>
                    <a:pt x="785351" y="73392"/>
                  </a:lnTo>
                  <a:lnTo>
                    <a:pt x="777508" y="68802"/>
                  </a:lnTo>
                  <a:lnTo>
                    <a:pt x="769586" y="64351"/>
                  </a:lnTo>
                  <a:lnTo>
                    <a:pt x="761587" y="60039"/>
                  </a:lnTo>
                  <a:lnTo>
                    <a:pt x="753514" y="55867"/>
                  </a:lnTo>
                  <a:lnTo>
                    <a:pt x="745368" y="51838"/>
                  </a:lnTo>
                  <a:lnTo>
                    <a:pt x="737154" y="47951"/>
                  </a:lnTo>
                  <a:lnTo>
                    <a:pt x="728873" y="44209"/>
                  </a:lnTo>
                  <a:lnTo>
                    <a:pt x="720528" y="40612"/>
                  </a:lnTo>
                  <a:lnTo>
                    <a:pt x="712121" y="37162"/>
                  </a:lnTo>
                  <a:lnTo>
                    <a:pt x="703655" y="33860"/>
                  </a:lnTo>
                  <a:lnTo>
                    <a:pt x="695132" y="30706"/>
                  </a:lnTo>
                  <a:lnTo>
                    <a:pt x="686556" y="27702"/>
                  </a:lnTo>
                  <a:lnTo>
                    <a:pt x="677928" y="24849"/>
                  </a:lnTo>
                  <a:lnTo>
                    <a:pt x="669251" y="22147"/>
                  </a:lnTo>
                  <a:lnTo>
                    <a:pt x="660529" y="19597"/>
                  </a:lnTo>
                  <a:lnTo>
                    <a:pt x="651764" y="17200"/>
                  </a:lnTo>
                  <a:lnTo>
                    <a:pt x="642957" y="14957"/>
                  </a:lnTo>
                  <a:lnTo>
                    <a:pt x="634113" y="12869"/>
                  </a:lnTo>
                  <a:lnTo>
                    <a:pt x="625234" y="10935"/>
                  </a:lnTo>
                  <a:lnTo>
                    <a:pt x="616322" y="9157"/>
                  </a:lnTo>
                  <a:lnTo>
                    <a:pt x="607381" y="7536"/>
                  </a:lnTo>
                  <a:lnTo>
                    <a:pt x="598412" y="6071"/>
                  </a:lnTo>
                  <a:lnTo>
                    <a:pt x="589419" y="4764"/>
                  </a:lnTo>
                  <a:lnTo>
                    <a:pt x="580405" y="3614"/>
                  </a:lnTo>
                  <a:lnTo>
                    <a:pt x="571372" y="2622"/>
                  </a:lnTo>
                  <a:lnTo>
                    <a:pt x="562323" y="1788"/>
                  </a:lnTo>
                  <a:lnTo>
                    <a:pt x="553261" y="1112"/>
                  </a:lnTo>
                  <a:lnTo>
                    <a:pt x="544188" y="596"/>
                  </a:lnTo>
                  <a:lnTo>
                    <a:pt x="535108" y="238"/>
                  </a:lnTo>
                  <a:lnTo>
                    <a:pt x="526023" y="39"/>
                  </a:lnTo>
                  <a:lnTo>
                    <a:pt x="516935" y="0"/>
                  </a:lnTo>
                  <a:lnTo>
                    <a:pt x="507849" y="119"/>
                  </a:lnTo>
                  <a:lnTo>
                    <a:pt x="498766" y="397"/>
                  </a:lnTo>
                  <a:lnTo>
                    <a:pt x="489689" y="834"/>
                  </a:lnTo>
                  <a:lnTo>
                    <a:pt x="480621" y="1430"/>
                  </a:lnTo>
                  <a:lnTo>
                    <a:pt x="471565" y="2185"/>
                  </a:lnTo>
                  <a:lnTo>
                    <a:pt x="462524" y="3098"/>
                  </a:lnTo>
                  <a:lnTo>
                    <a:pt x="453500" y="4169"/>
                  </a:lnTo>
                  <a:lnTo>
                    <a:pt x="444496" y="5398"/>
                  </a:lnTo>
                  <a:lnTo>
                    <a:pt x="435515" y="6784"/>
                  </a:lnTo>
                  <a:lnTo>
                    <a:pt x="426559" y="8327"/>
                  </a:lnTo>
                  <a:lnTo>
                    <a:pt x="417632" y="10027"/>
                  </a:lnTo>
                  <a:lnTo>
                    <a:pt x="408737" y="11882"/>
                  </a:lnTo>
                  <a:lnTo>
                    <a:pt x="399874" y="13894"/>
                  </a:lnTo>
                  <a:lnTo>
                    <a:pt x="391049" y="16059"/>
                  </a:lnTo>
                  <a:lnTo>
                    <a:pt x="382263" y="18379"/>
                  </a:lnTo>
                  <a:lnTo>
                    <a:pt x="373518" y="20853"/>
                  </a:lnTo>
                  <a:lnTo>
                    <a:pt x="364819" y="23479"/>
                  </a:lnTo>
                  <a:lnTo>
                    <a:pt x="356166" y="26257"/>
                  </a:lnTo>
                  <a:lnTo>
                    <a:pt x="347564" y="29185"/>
                  </a:lnTo>
                  <a:lnTo>
                    <a:pt x="339014" y="32264"/>
                  </a:lnTo>
                  <a:lnTo>
                    <a:pt x="330520" y="35493"/>
                  </a:lnTo>
                  <a:lnTo>
                    <a:pt x="322083" y="38869"/>
                  </a:lnTo>
                  <a:lnTo>
                    <a:pt x="313706" y="42392"/>
                  </a:lnTo>
                  <a:lnTo>
                    <a:pt x="305393" y="46062"/>
                  </a:lnTo>
                  <a:lnTo>
                    <a:pt x="297145" y="49876"/>
                  </a:lnTo>
                  <a:lnTo>
                    <a:pt x="288965" y="53834"/>
                  </a:lnTo>
                  <a:lnTo>
                    <a:pt x="280855" y="57935"/>
                  </a:lnTo>
                  <a:lnTo>
                    <a:pt x="272819" y="62177"/>
                  </a:lnTo>
                  <a:lnTo>
                    <a:pt x="264858" y="66559"/>
                  </a:lnTo>
                  <a:lnTo>
                    <a:pt x="256975" y="71080"/>
                  </a:lnTo>
                  <a:lnTo>
                    <a:pt x="249172" y="75738"/>
                  </a:lnTo>
                  <a:lnTo>
                    <a:pt x="241452" y="80532"/>
                  </a:lnTo>
                  <a:lnTo>
                    <a:pt x="233817" y="85460"/>
                  </a:lnTo>
                  <a:lnTo>
                    <a:pt x="226269" y="90521"/>
                  </a:lnTo>
                  <a:lnTo>
                    <a:pt x="218811" y="95713"/>
                  </a:lnTo>
                  <a:lnTo>
                    <a:pt x="211445" y="101036"/>
                  </a:lnTo>
                  <a:lnTo>
                    <a:pt x="204174" y="106486"/>
                  </a:lnTo>
                  <a:lnTo>
                    <a:pt x="196999" y="112062"/>
                  </a:lnTo>
                  <a:lnTo>
                    <a:pt x="189922" y="117764"/>
                  </a:lnTo>
                  <a:lnTo>
                    <a:pt x="182947" y="123588"/>
                  </a:lnTo>
                  <a:lnTo>
                    <a:pt x="176074" y="129533"/>
                  </a:lnTo>
                  <a:lnTo>
                    <a:pt x="169307" y="135598"/>
                  </a:lnTo>
                  <a:lnTo>
                    <a:pt x="162647" y="141781"/>
                  </a:lnTo>
                  <a:lnTo>
                    <a:pt x="156096" y="148079"/>
                  </a:lnTo>
                  <a:lnTo>
                    <a:pt x="149656" y="154490"/>
                  </a:lnTo>
                  <a:lnTo>
                    <a:pt x="143330" y="161014"/>
                  </a:lnTo>
                  <a:lnTo>
                    <a:pt x="137118" y="167647"/>
                  </a:lnTo>
                  <a:lnTo>
                    <a:pt x="131024" y="174388"/>
                  </a:lnTo>
                  <a:lnTo>
                    <a:pt x="125048" y="181234"/>
                  </a:lnTo>
                  <a:lnTo>
                    <a:pt x="119193" y="188184"/>
                  </a:lnTo>
                  <a:lnTo>
                    <a:pt x="113461" y="195235"/>
                  </a:lnTo>
                  <a:lnTo>
                    <a:pt x="107853" y="202386"/>
                  </a:lnTo>
                  <a:lnTo>
                    <a:pt x="102371" y="209634"/>
                  </a:lnTo>
                  <a:lnTo>
                    <a:pt x="97017" y="216976"/>
                  </a:lnTo>
                  <a:lnTo>
                    <a:pt x="91792" y="224411"/>
                  </a:lnTo>
                  <a:lnTo>
                    <a:pt x="86698" y="231936"/>
                  </a:lnTo>
                  <a:lnTo>
                    <a:pt x="81736" y="239550"/>
                  </a:lnTo>
                  <a:lnTo>
                    <a:pt x="76909" y="247249"/>
                  </a:lnTo>
                  <a:lnTo>
                    <a:pt x="72217" y="255031"/>
                  </a:lnTo>
                  <a:lnTo>
                    <a:pt x="67662" y="262894"/>
                  </a:lnTo>
                  <a:lnTo>
                    <a:pt x="63245" y="270836"/>
                  </a:lnTo>
                  <a:lnTo>
                    <a:pt x="58968" y="278854"/>
                  </a:lnTo>
                  <a:lnTo>
                    <a:pt x="54831" y="286945"/>
                  </a:lnTo>
                  <a:lnTo>
                    <a:pt x="50838" y="295108"/>
                  </a:lnTo>
                  <a:lnTo>
                    <a:pt x="46987" y="303339"/>
                  </a:lnTo>
                  <a:lnTo>
                    <a:pt x="43281" y="311637"/>
                  </a:lnTo>
                  <a:lnTo>
                    <a:pt x="39721" y="319998"/>
                  </a:lnTo>
                  <a:lnTo>
                    <a:pt x="36308" y="328420"/>
                  </a:lnTo>
                  <a:lnTo>
                    <a:pt x="33043" y="336900"/>
                  </a:lnTo>
                  <a:lnTo>
                    <a:pt x="29926" y="345436"/>
                  </a:lnTo>
                  <a:lnTo>
                    <a:pt x="26960" y="354026"/>
                  </a:lnTo>
                  <a:lnTo>
                    <a:pt x="24144" y="362666"/>
                  </a:lnTo>
                  <a:lnTo>
                    <a:pt x="21480" y="371354"/>
                  </a:lnTo>
                  <a:lnTo>
                    <a:pt x="18968" y="380088"/>
                  </a:lnTo>
                  <a:lnTo>
                    <a:pt x="16610" y="388864"/>
                  </a:lnTo>
                  <a:lnTo>
                    <a:pt x="14406" y="397680"/>
                  </a:lnTo>
                  <a:lnTo>
                    <a:pt x="12356" y="406533"/>
                  </a:lnTo>
                  <a:lnTo>
                    <a:pt x="10461" y="415420"/>
                  </a:lnTo>
                  <a:lnTo>
                    <a:pt x="8723" y="424340"/>
                  </a:lnTo>
                  <a:lnTo>
                    <a:pt x="7140" y="433288"/>
                  </a:lnTo>
                  <a:lnTo>
                    <a:pt x="5715" y="442263"/>
                  </a:lnTo>
                  <a:lnTo>
                    <a:pt x="4446" y="451262"/>
                  </a:lnTo>
                  <a:lnTo>
                    <a:pt x="3336" y="460281"/>
                  </a:lnTo>
                  <a:lnTo>
                    <a:pt x="2383" y="469318"/>
                  </a:lnTo>
                  <a:lnTo>
                    <a:pt x="1589" y="478371"/>
                  </a:lnTo>
                  <a:lnTo>
                    <a:pt x="953" y="487436"/>
                  </a:lnTo>
                  <a:lnTo>
                    <a:pt x="477" y="496511"/>
                  </a:lnTo>
                  <a:lnTo>
                    <a:pt x="159" y="505592"/>
                  </a:lnTo>
                  <a:lnTo>
                    <a:pt x="0" y="514678"/>
                  </a:lnTo>
                  <a:lnTo>
                    <a:pt x="0" y="523766"/>
                  </a:lnTo>
                  <a:lnTo>
                    <a:pt x="159" y="532852"/>
                  </a:lnTo>
                  <a:lnTo>
                    <a:pt x="477" y="541934"/>
                  </a:lnTo>
                  <a:lnTo>
                    <a:pt x="953" y="551008"/>
                  </a:lnTo>
                  <a:lnTo>
                    <a:pt x="1589" y="560073"/>
                  </a:lnTo>
                  <a:lnTo>
                    <a:pt x="2383" y="569126"/>
                  </a:lnTo>
                  <a:lnTo>
                    <a:pt x="3336" y="578163"/>
                  </a:lnTo>
                  <a:lnTo>
                    <a:pt x="4446" y="587183"/>
                  </a:lnTo>
                  <a:lnTo>
                    <a:pt x="5715" y="596181"/>
                  </a:lnTo>
                  <a:lnTo>
                    <a:pt x="7140" y="605156"/>
                  </a:lnTo>
                  <a:lnTo>
                    <a:pt x="8723" y="614104"/>
                  </a:lnTo>
                  <a:lnTo>
                    <a:pt x="10461" y="623024"/>
                  </a:lnTo>
                  <a:lnTo>
                    <a:pt x="12356" y="631912"/>
                  </a:lnTo>
                  <a:lnTo>
                    <a:pt x="14406" y="640765"/>
                  </a:lnTo>
                  <a:lnTo>
                    <a:pt x="16610" y="649581"/>
                  </a:lnTo>
                  <a:lnTo>
                    <a:pt x="18968" y="658357"/>
                  </a:lnTo>
                  <a:lnTo>
                    <a:pt x="21480" y="667090"/>
                  </a:lnTo>
                  <a:lnTo>
                    <a:pt x="24144" y="675778"/>
                  </a:lnTo>
                  <a:lnTo>
                    <a:pt x="26960" y="684418"/>
                  </a:lnTo>
                  <a:lnTo>
                    <a:pt x="29926" y="693008"/>
                  </a:lnTo>
                  <a:lnTo>
                    <a:pt x="33043" y="701544"/>
                  </a:lnTo>
                  <a:lnTo>
                    <a:pt x="36308" y="710025"/>
                  </a:lnTo>
                  <a:lnTo>
                    <a:pt x="39721" y="718447"/>
                  </a:lnTo>
                  <a:lnTo>
                    <a:pt x="43281" y="726808"/>
                  </a:lnTo>
                  <a:lnTo>
                    <a:pt x="46987" y="735105"/>
                  </a:lnTo>
                  <a:lnTo>
                    <a:pt x="50838" y="743336"/>
                  </a:lnTo>
                  <a:lnTo>
                    <a:pt x="54831" y="751499"/>
                  </a:lnTo>
                  <a:lnTo>
                    <a:pt x="58968" y="759590"/>
                  </a:lnTo>
                  <a:lnTo>
                    <a:pt x="63245" y="767608"/>
                  </a:lnTo>
                  <a:lnTo>
                    <a:pt x="67662" y="775550"/>
                  </a:lnTo>
                  <a:lnTo>
                    <a:pt x="72217" y="783413"/>
                  </a:lnTo>
                  <a:lnTo>
                    <a:pt x="76909" y="791195"/>
                  </a:lnTo>
                  <a:lnTo>
                    <a:pt x="81736" y="798894"/>
                  </a:lnTo>
                  <a:lnTo>
                    <a:pt x="86698" y="806508"/>
                  </a:lnTo>
                  <a:lnTo>
                    <a:pt x="91792" y="814033"/>
                  </a:lnTo>
                  <a:lnTo>
                    <a:pt x="97017" y="821468"/>
                  </a:lnTo>
                  <a:lnTo>
                    <a:pt x="102371" y="828811"/>
                  </a:lnTo>
                  <a:lnTo>
                    <a:pt x="107853" y="836058"/>
                  </a:lnTo>
                  <a:lnTo>
                    <a:pt x="113461" y="843209"/>
                  </a:lnTo>
                  <a:lnTo>
                    <a:pt x="119193" y="850260"/>
                  </a:lnTo>
                  <a:lnTo>
                    <a:pt x="125048" y="857210"/>
                  </a:lnTo>
                  <a:lnTo>
                    <a:pt x="131024" y="864057"/>
                  </a:lnTo>
                  <a:lnTo>
                    <a:pt x="137118" y="870797"/>
                  </a:lnTo>
                  <a:lnTo>
                    <a:pt x="143330" y="877431"/>
                  </a:lnTo>
                  <a:lnTo>
                    <a:pt x="149656" y="883954"/>
                  </a:lnTo>
                  <a:lnTo>
                    <a:pt x="156096" y="890366"/>
                  </a:lnTo>
                  <a:lnTo>
                    <a:pt x="162647" y="896664"/>
                  </a:lnTo>
                  <a:lnTo>
                    <a:pt x="169307" y="902846"/>
                  </a:lnTo>
                  <a:lnTo>
                    <a:pt x="176074" y="908911"/>
                  </a:lnTo>
                  <a:lnTo>
                    <a:pt x="182947" y="914856"/>
                  </a:lnTo>
                  <a:lnTo>
                    <a:pt x="189922" y="920681"/>
                  </a:lnTo>
                  <a:lnTo>
                    <a:pt x="196999" y="926382"/>
                  </a:lnTo>
                  <a:lnTo>
                    <a:pt x="204174" y="931958"/>
                  </a:lnTo>
                  <a:lnTo>
                    <a:pt x="211445" y="937409"/>
                  </a:lnTo>
                  <a:lnTo>
                    <a:pt x="218811" y="942731"/>
                  </a:lnTo>
                  <a:lnTo>
                    <a:pt x="226269" y="947923"/>
                  </a:lnTo>
                  <a:lnTo>
                    <a:pt x="233817" y="952984"/>
                  </a:lnTo>
                  <a:lnTo>
                    <a:pt x="241452" y="957912"/>
                  </a:lnTo>
                  <a:lnTo>
                    <a:pt x="249172" y="962706"/>
                  </a:lnTo>
                  <a:lnTo>
                    <a:pt x="256975" y="967364"/>
                  </a:lnTo>
                  <a:lnTo>
                    <a:pt x="264858" y="971885"/>
                  </a:lnTo>
                  <a:lnTo>
                    <a:pt x="272819" y="976267"/>
                  </a:lnTo>
                  <a:lnTo>
                    <a:pt x="280855" y="980509"/>
                  </a:lnTo>
                  <a:lnTo>
                    <a:pt x="288965" y="984610"/>
                  </a:lnTo>
                  <a:lnTo>
                    <a:pt x="297145" y="988568"/>
                  </a:lnTo>
                  <a:lnTo>
                    <a:pt x="305393" y="992382"/>
                  </a:lnTo>
                  <a:lnTo>
                    <a:pt x="313706" y="996052"/>
                  </a:lnTo>
                  <a:lnTo>
                    <a:pt x="322083" y="999575"/>
                  </a:lnTo>
                  <a:lnTo>
                    <a:pt x="330520" y="1002952"/>
                  </a:lnTo>
                  <a:lnTo>
                    <a:pt x="339014" y="1006180"/>
                  </a:lnTo>
                  <a:lnTo>
                    <a:pt x="347564" y="1009259"/>
                  </a:lnTo>
                  <a:lnTo>
                    <a:pt x="356166" y="1012188"/>
                  </a:lnTo>
                  <a:lnTo>
                    <a:pt x="364819" y="1014966"/>
                  </a:lnTo>
                  <a:lnTo>
                    <a:pt x="373518" y="1017592"/>
                  </a:lnTo>
                  <a:lnTo>
                    <a:pt x="382263" y="1020065"/>
                  </a:lnTo>
                  <a:lnTo>
                    <a:pt x="391049" y="1022385"/>
                  </a:lnTo>
                  <a:lnTo>
                    <a:pt x="399874" y="1024551"/>
                  </a:lnTo>
                  <a:lnTo>
                    <a:pt x="408737" y="1026562"/>
                  </a:lnTo>
                  <a:lnTo>
                    <a:pt x="417632" y="1028417"/>
                  </a:lnTo>
                  <a:lnTo>
                    <a:pt x="426559" y="1030117"/>
                  </a:lnTo>
                  <a:lnTo>
                    <a:pt x="435515" y="1031660"/>
                  </a:lnTo>
                  <a:lnTo>
                    <a:pt x="444496" y="1033046"/>
                  </a:lnTo>
                  <a:lnTo>
                    <a:pt x="453500" y="1034275"/>
                  </a:lnTo>
                  <a:lnTo>
                    <a:pt x="462524" y="1035346"/>
                  </a:lnTo>
                  <a:lnTo>
                    <a:pt x="471565" y="1036259"/>
                  </a:lnTo>
                  <a:lnTo>
                    <a:pt x="480621" y="1037014"/>
                  </a:lnTo>
                  <a:lnTo>
                    <a:pt x="489689" y="1037610"/>
                  </a:lnTo>
                  <a:lnTo>
                    <a:pt x="498766" y="1038047"/>
                  </a:lnTo>
                  <a:lnTo>
                    <a:pt x="507849" y="1038325"/>
                  </a:lnTo>
                  <a:lnTo>
                    <a:pt x="516935" y="1038445"/>
                  </a:lnTo>
                  <a:lnTo>
                    <a:pt x="526023" y="1038405"/>
                  </a:lnTo>
                  <a:lnTo>
                    <a:pt x="535108" y="1038206"/>
                  </a:lnTo>
                  <a:lnTo>
                    <a:pt x="544188" y="1037848"/>
                  </a:lnTo>
                  <a:lnTo>
                    <a:pt x="553261" y="1037332"/>
                  </a:lnTo>
                  <a:lnTo>
                    <a:pt x="562323" y="1036656"/>
                  </a:lnTo>
                  <a:lnTo>
                    <a:pt x="571372" y="1035823"/>
                  </a:lnTo>
                  <a:lnTo>
                    <a:pt x="580405" y="1034831"/>
                  </a:lnTo>
                  <a:lnTo>
                    <a:pt x="589419" y="1033681"/>
                  </a:lnTo>
                  <a:lnTo>
                    <a:pt x="598412" y="1032373"/>
                  </a:lnTo>
                  <a:lnTo>
                    <a:pt x="607381" y="1030908"/>
                  </a:lnTo>
                  <a:lnTo>
                    <a:pt x="616322" y="1029287"/>
                  </a:lnTo>
                  <a:lnTo>
                    <a:pt x="625234" y="1027509"/>
                  </a:lnTo>
                  <a:lnTo>
                    <a:pt x="634113" y="1025576"/>
                  </a:lnTo>
                  <a:lnTo>
                    <a:pt x="642957" y="1023487"/>
                  </a:lnTo>
                  <a:lnTo>
                    <a:pt x="651764" y="1021244"/>
                  </a:lnTo>
                  <a:lnTo>
                    <a:pt x="660529" y="1018847"/>
                  </a:lnTo>
                  <a:lnTo>
                    <a:pt x="669251" y="1016298"/>
                  </a:lnTo>
                  <a:lnTo>
                    <a:pt x="677928" y="1013596"/>
                  </a:lnTo>
                  <a:lnTo>
                    <a:pt x="686556" y="1010742"/>
                  </a:lnTo>
                  <a:lnTo>
                    <a:pt x="695132" y="1007738"/>
                  </a:lnTo>
                  <a:lnTo>
                    <a:pt x="703655" y="1004584"/>
                  </a:lnTo>
                  <a:lnTo>
                    <a:pt x="712121" y="1001282"/>
                  </a:lnTo>
                  <a:lnTo>
                    <a:pt x="720528" y="997832"/>
                  </a:lnTo>
                  <a:lnTo>
                    <a:pt x="728873" y="994235"/>
                  </a:lnTo>
                  <a:lnTo>
                    <a:pt x="737154" y="990493"/>
                  </a:lnTo>
                  <a:lnTo>
                    <a:pt x="745368" y="986607"/>
                  </a:lnTo>
                  <a:lnTo>
                    <a:pt x="753514" y="982577"/>
                  </a:lnTo>
                  <a:lnTo>
                    <a:pt x="761587" y="978406"/>
                  </a:lnTo>
                  <a:lnTo>
                    <a:pt x="769586" y="974093"/>
                  </a:lnTo>
                  <a:lnTo>
                    <a:pt x="777508" y="969642"/>
                  </a:lnTo>
                  <a:lnTo>
                    <a:pt x="785351" y="965052"/>
                  </a:lnTo>
                  <a:lnTo>
                    <a:pt x="793113" y="960326"/>
                  </a:lnTo>
                  <a:lnTo>
                    <a:pt x="800791" y="955465"/>
                  </a:lnTo>
                  <a:lnTo>
                    <a:pt x="808383" y="950470"/>
                  </a:lnTo>
                  <a:lnTo>
                    <a:pt x="815886" y="945343"/>
                  </a:lnTo>
                  <a:lnTo>
                    <a:pt x="823298" y="940086"/>
                  </a:lnTo>
                  <a:lnTo>
                    <a:pt x="830617" y="934699"/>
                  </a:lnTo>
                  <a:lnTo>
                    <a:pt x="837840" y="929186"/>
                  </a:lnTo>
                  <a:lnTo>
                    <a:pt x="844966" y="923547"/>
                  </a:lnTo>
                  <a:lnTo>
                    <a:pt x="851992" y="917784"/>
                  </a:lnTo>
                  <a:lnTo>
                    <a:pt x="858917" y="911899"/>
                  </a:lnTo>
                  <a:lnTo>
                    <a:pt x="865737" y="905893"/>
                  </a:lnTo>
                  <a:lnTo>
                    <a:pt x="872451" y="899769"/>
                  </a:lnTo>
                  <a:lnTo>
                    <a:pt x="879057" y="893529"/>
                  </a:lnTo>
                  <a:lnTo>
                    <a:pt x="885552" y="887174"/>
                  </a:lnTo>
                  <a:lnTo>
                    <a:pt x="891936" y="880706"/>
                  </a:lnTo>
                  <a:lnTo>
                    <a:pt x="898205" y="874128"/>
                  </a:lnTo>
                  <a:lnTo>
                    <a:pt x="904358" y="867440"/>
                  </a:lnTo>
                  <a:lnTo>
                    <a:pt x="910393" y="860646"/>
                  </a:lnTo>
                  <a:lnTo>
                    <a:pt x="916309" y="853748"/>
                  </a:lnTo>
                  <a:lnTo>
                    <a:pt x="922103" y="846747"/>
                  </a:lnTo>
                  <a:lnTo>
                    <a:pt x="927773" y="839646"/>
                  </a:lnTo>
                  <a:lnTo>
                    <a:pt x="933318" y="832446"/>
                  </a:lnTo>
                  <a:lnTo>
                    <a:pt x="938736" y="825151"/>
                  </a:lnTo>
                  <a:lnTo>
                    <a:pt x="944026" y="817762"/>
                  </a:lnTo>
                  <a:lnTo>
                    <a:pt x="949186" y="810282"/>
                  </a:lnTo>
                  <a:lnTo>
                    <a:pt x="954214" y="802712"/>
                  </a:lnTo>
                  <a:lnTo>
                    <a:pt x="959109" y="795056"/>
                  </a:lnTo>
                  <a:lnTo>
                    <a:pt x="963869" y="787315"/>
                  </a:lnTo>
                  <a:lnTo>
                    <a:pt x="968492" y="779491"/>
                  </a:lnTo>
                  <a:lnTo>
                    <a:pt x="972979" y="771589"/>
                  </a:lnTo>
                  <a:lnTo>
                    <a:pt x="977326" y="763609"/>
                  </a:lnTo>
                  <a:lnTo>
                    <a:pt x="981533" y="755554"/>
                  </a:lnTo>
                  <a:lnTo>
                    <a:pt x="985598" y="747426"/>
                  </a:lnTo>
                  <a:lnTo>
                    <a:pt x="989520" y="739229"/>
                  </a:lnTo>
                  <a:lnTo>
                    <a:pt x="993298" y="730964"/>
                  </a:lnTo>
                  <a:lnTo>
                    <a:pt x="996932" y="722635"/>
                  </a:lnTo>
                  <a:lnTo>
                    <a:pt x="1000418" y="714243"/>
                  </a:lnTo>
                  <a:lnTo>
                    <a:pt x="1003758" y="705791"/>
                  </a:lnTo>
                  <a:lnTo>
                    <a:pt x="1006949" y="697283"/>
                  </a:lnTo>
                  <a:lnTo>
                    <a:pt x="1009990" y="688719"/>
                  </a:lnTo>
                  <a:lnTo>
                    <a:pt x="1012881" y="680104"/>
                  </a:lnTo>
                  <a:lnTo>
                    <a:pt x="1015621" y="671440"/>
                  </a:lnTo>
                  <a:lnTo>
                    <a:pt x="1018209" y="662729"/>
                  </a:lnTo>
                  <a:lnTo>
                    <a:pt x="1020644" y="653974"/>
                  </a:lnTo>
                  <a:lnTo>
                    <a:pt x="1022926" y="645178"/>
                  </a:lnTo>
                  <a:lnTo>
                    <a:pt x="1025053" y="636343"/>
                  </a:lnTo>
                  <a:lnTo>
                    <a:pt x="1027025" y="627472"/>
                  </a:lnTo>
                  <a:lnTo>
                    <a:pt x="1028842" y="618568"/>
                  </a:lnTo>
                  <a:lnTo>
                    <a:pt x="1030503" y="609634"/>
                  </a:lnTo>
                  <a:lnTo>
                    <a:pt x="1032007" y="600672"/>
                  </a:lnTo>
                  <a:lnTo>
                    <a:pt x="1033354" y="591685"/>
                  </a:lnTo>
                  <a:lnTo>
                    <a:pt x="1034543" y="582675"/>
                  </a:lnTo>
                  <a:lnTo>
                    <a:pt x="1035575" y="573647"/>
                  </a:lnTo>
                  <a:lnTo>
                    <a:pt x="1036448" y="564602"/>
                  </a:lnTo>
                  <a:lnTo>
                    <a:pt x="1037163" y="555542"/>
                  </a:lnTo>
                  <a:lnTo>
                    <a:pt x="1037719" y="546472"/>
                  </a:lnTo>
                  <a:lnTo>
                    <a:pt x="1038117" y="537393"/>
                  </a:lnTo>
                  <a:lnTo>
                    <a:pt x="1038355" y="528309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7948808" y="506728"/>
              <a:ext cx="0" cy="467304"/>
            </a:xfrm>
            <a:custGeom>
              <a:avLst/>
              <a:pathLst>
                <a:path w="0" h="467304">
                  <a:moveTo>
                    <a:pt x="0" y="46730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7985523" y="658807"/>
              <a:ext cx="330434" cy="330434"/>
            </a:xfrm>
            <a:custGeom>
              <a:avLst/>
              <a:pathLst>
                <a:path w="330434" h="330434">
                  <a:moveTo>
                    <a:pt x="0" y="330434"/>
                  </a:moveTo>
                  <a:lnTo>
                    <a:pt x="33043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8000730" y="1025956"/>
              <a:ext cx="467304" cy="0"/>
            </a:xfrm>
            <a:custGeom>
              <a:avLst/>
              <a:pathLst>
                <a:path w="467304" h="0">
                  <a:moveTo>
                    <a:pt x="0" y="0"/>
                  </a:moveTo>
                  <a:lnTo>
                    <a:pt x="46730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7985523" y="1062671"/>
              <a:ext cx="330434" cy="330434"/>
            </a:xfrm>
            <a:custGeom>
              <a:avLst/>
              <a:pathLst>
                <a:path w="330434" h="330434">
                  <a:moveTo>
                    <a:pt x="0" y="0"/>
                  </a:moveTo>
                  <a:lnTo>
                    <a:pt x="330434" y="33043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7948808" y="1077879"/>
              <a:ext cx="0" cy="467304"/>
            </a:xfrm>
            <a:custGeom>
              <a:avLst/>
              <a:pathLst>
                <a:path w="0" h="467304">
                  <a:moveTo>
                    <a:pt x="0" y="0"/>
                  </a:moveTo>
                  <a:lnTo>
                    <a:pt x="0" y="46730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7581658" y="1062671"/>
              <a:ext cx="330434" cy="330434"/>
            </a:xfrm>
            <a:custGeom>
              <a:avLst/>
              <a:pathLst>
                <a:path w="330434" h="330434">
                  <a:moveTo>
                    <a:pt x="330434" y="0"/>
                  </a:moveTo>
                  <a:lnTo>
                    <a:pt x="0" y="33043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7429580" y="1025956"/>
              <a:ext cx="467304" cy="0"/>
            </a:xfrm>
            <a:custGeom>
              <a:avLst/>
              <a:pathLst>
                <a:path w="467304" h="0">
                  <a:moveTo>
                    <a:pt x="467304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7581658" y="658807"/>
              <a:ext cx="330434" cy="330434"/>
            </a:xfrm>
            <a:custGeom>
              <a:avLst/>
              <a:pathLst>
                <a:path w="330434" h="330434">
                  <a:moveTo>
                    <a:pt x="330434" y="33043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7881115" y="855002"/>
              <a:ext cx="280251" cy="238647"/>
            </a:xfrm>
            <a:custGeom>
              <a:avLst/>
              <a:pathLst>
                <a:path w="280251" h="238647">
                  <a:moveTo>
                    <a:pt x="67693" y="119031"/>
                  </a:moveTo>
                  <a:lnTo>
                    <a:pt x="238647" y="0"/>
                  </a:lnTo>
                  <a:lnTo>
                    <a:pt x="280251" y="170953"/>
                  </a:lnTo>
                  <a:lnTo>
                    <a:pt x="135386" y="238647"/>
                  </a:lnTo>
                  <a:lnTo>
                    <a:pt x="67693" y="237479"/>
                  </a:lnTo>
                  <a:lnTo>
                    <a:pt x="0" y="238647"/>
                  </a:lnTo>
                  <a:lnTo>
                    <a:pt x="1167" y="170953"/>
                  </a:lnTo>
                  <a:lnTo>
                    <a:pt x="30978" y="134238"/>
                  </a:lnTo>
                  <a:lnTo>
                    <a:pt x="67693" y="119031"/>
                  </a:lnTo>
                </a:path>
              </a:pathLst>
            </a:custGeom>
            <a:ln w="31166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7913538" y="938763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8084491" y="819732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8126096" y="990686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7981231" y="1058379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7913538" y="1057212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7845844" y="1058379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7847011" y="990686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7876823" y="953971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7913538" y="938763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tx158"/>
            <p:cNvSpPr/>
            <p:nvPr/>
          </p:nvSpPr>
          <p:spPr>
            <a:xfrm>
              <a:off x="7809377" y="952362"/>
              <a:ext cx="87508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7775727" y="718709"/>
              <a:ext cx="12115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7742077" y="485057"/>
              <a:ext cx="15480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161" name="rc161"/>
            <p:cNvSpPr/>
            <p:nvPr/>
          </p:nvSpPr>
          <p:spPr>
            <a:xfrm>
              <a:off x="69589" y="1749294"/>
              <a:ext cx="2251205" cy="233029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69589" y="1982323"/>
              <a:ext cx="2251205" cy="14466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" name="rc163"/>
            <p:cNvSpPr/>
            <p:nvPr/>
          </p:nvSpPr>
          <p:spPr>
            <a:xfrm>
              <a:off x="107546" y="1749294"/>
              <a:ext cx="2175290" cy="23302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4" name="tx164"/>
            <p:cNvSpPr/>
            <p:nvPr/>
          </p:nvSpPr>
          <p:spPr>
            <a:xfrm>
              <a:off x="731773" y="1783261"/>
              <a:ext cx="926835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Columbiformes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593105" y="1884751"/>
              <a:ext cx="1204173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18, species = 9</a:t>
              </a:r>
            </a:p>
          </p:txBody>
        </p:sp>
        <p:sp>
          <p:nvSpPr>
            <p:cNvPr id="166" name="rc166"/>
            <p:cNvSpPr/>
            <p:nvPr/>
          </p:nvSpPr>
          <p:spPr>
            <a:xfrm>
              <a:off x="338466" y="2020281"/>
              <a:ext cx="1713451" cy="1370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" name="tx167"/>
            <p:cNvSpPr/>
            <p:nvPr/>
          </p:nvSpPr>
          <p:spPr>
            <a:xfrm>
              <a:off x="300956" y="3091719"/>
              <a:ext cx="472013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369662" y="2669497"/>
              <a:ext cx="228417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317964" y="2247275"/>
              <a:ext cx="45500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170" name="pl170"/>
            <p:cNvSpPr/>
            <p:nvPr/>
          </p:nvSpPr>
          <p:spPr>
            <a:xfrm>
              <a:off x="1143271" y="2653739"/>
              <a:ext cx="103843" cy="103844"/>
            </a:xfrm>
            <a:custGeom>
              <a:avLst/>
              <a:pathLst>
                <a:path w="103843" h="103844">
                  <a:moveTo>
                    <a:pt x="103843" y="51922"/>
                  </a:moveTo>
                  <a:lnTo>
                    <a:pt x="103835" y="51013"/>
                  </a:lnTo>
                  <a:lnTo>
                    <a:pt x="103811" y="50105"/>
                  </a:lnTo>
                  <a:lnTo>
                    <a:pt x="103771" y="49197"/>
                  </a:lnTo>
                  <a:lnTo>
                    <a:pt x="103716" y="48290"/>
                  </a:lnTo>
                  <a:lnTo>
                    <a:pt x="103644" y="47384"/>
                  </a:lnTo>
                  <a:lnTo>
                    <a:pt x="103557" y="46479"/>
                  </a:lnTo>
                  <a:lnTo>
                    <a:pt x="103454" y="45576"/>
                  </a:lnTo>
                  <a:lnTo>
                    <a:pt x="103335" y="44676"/>
                  </a:lnTo>
                  <a:lnTo>
                    <a:pt x="103200" y="43777"/>
                  </a:lnTo>
                  <a:lnTo>
                    <a:pt x="103050" y="42881"/>
                  </a:lnTo>
                  <a:lnTo>
                    <a:pt x="102884" y="41987"/>
                  </a:lnTo>
                  <a:lnTo>
                    <a:pt x="102702" y="41097"/>
                  </a:lnTo>
                  <a:lnTo>
                    <a:pt x="102505" y="40210"/>
                  </a:lnTo>
                  <a:lnTo>
                    <a:pt x="102292" y="39326"/>
                  </a:lnTo>
                  <a:lnTo>
                    <a:pt x="102064" y="38447"/>
                  </a:lnTo>
                  <a:lnTo>
                    <a:pt x="101820" y="37571"/>
                  </a:lnTo>
                  <a:lnTo>
                    <a:pt x="101562" y="36700"/>
                  </a:lnTo>
                  <a:lnTo>
                    <a:pt x="101288" y="35834"/>
                  </a:lnTo>
                  <a:lnTo>
                    <a:pt x="100999" y="34972"/>
                  </a:lnTo>
                  <a:lnTo>
                    <a:pt x="100694" y="34116"/>
                  </a:lnTo>
                  <a:lnTo>
                    <a:pt x="100375" y="33265"/>
                  </a:lnTo>
                  <a:lnTo>
                    <a:pt x="100041" y="32420"/>
                  </a:lnTo>
                  <a:lnTo>
                    <a:pt x="99693" y="31580"/>
                  </a:lnTo>
                  <a:lnTo>
                    <a:pt x="99329" y="30748"/>
                  </a:lnTo>
                  <a:lnTo>
                    <a:pt x="98952" y="29921"/>
                  </a:lnTo>
                  <a:lnTo>
                    <a:pt x="98559" y="29101"/>
                  </a:lnTo>
                  <a:lnTo>
                    <a:pt x="98153" y="28289"/>
                  </a:lnTo>
                  <a:lnTo>
                    <a:pt x="97732" y="27483"/>
                  </a:lnTo>
                  <a:lnTo>
                    <a:pt x="97297" y="26685"/>
                  </a:lnTo>
                  <a:lnTo>
                    <a:pt x="96849" y="25895"/>
                  </a:lnTo>
                  <a:lnTo>
                    <a:pt x="96386" y="25113"/>
                  </a:lnTo>
                  <a:lnTo>
                    <a:pt x="95910" y="24338"/>
                  </a:lnTo>
                  <a:lnTo>
                    <a:pt x="95421" y="23573"/>
                  </a:lnTo>
                  <a:lnTo>
                    <a:pt x="94918" y="22816"/>
                  </a:lnTo>
                  <a:lnTo>
                    <a:pt x="94402" y="22068"/>
                  </a:lnTo>
                  <a:lnTo>
                    <a:pt x="93873" y="21329"/>
                  </a:lnTo>
                  <a:lnTo>
                    <a:pt x="93331" y="20599"/>
                  </a:lnTo>
                  <a:lnTo>
                    <a:pt x="92777" y="19879"/>
                  </a:lnTo>
                  <a:lnTo>
                    <a:pt x="92210" y="19169"/>
                  </a:lnTo>
                  <a:lnTo>
                    <a:pt x="91630" y="18469"/>
                  </a:lnTo>
                  <a:lnTo>
                    <a:pt x="91039" y="17779"/>
                  </a:lnTo>
                  <a:lnTo>
                    <a:pt x="90435" y="17100"/>
                  </a:lnTo>
                  <a:lnTo>
                    <a:pt x="89820" y="16431"/>
                  </a:lnTo>
                  <a:lnTo>
                    <a:pt x="89193" y="15773"/>
                  </a:lnTo>
                  <a:lnTo>
                    <a:pt x="88555" y="15127"/>
                  </a:lnTo>
                  <a:lnTo>
                    <a:pt x="87905" y="14491"/>
                  </a:lnTo>
                  <a:lnTo>
                    <a:pt x="87245" y="13867"/>
                  </a:lnTo>
                  <a:lnTo>
                    <a:pt x="86573" y="13255"/>
                  </a:lnTo>
                  <a:lnTo>
                    <a:pt x="85891" y="12654"/>
                  </a:lnTo>
                  <a:lnTo>
                    <a:pt x="85199" y="12066"/>
                  </a:lnTo>
                  <a:lnTo>
                    <a:pt x="84496" y="11489"/>
                  </a:lnTo>
                  <a:lnTo>
                    <a:pt x="83784" y="10925"/>
                  </a:lnTo>
                  <a:lnTo>
                    <a:pt x="83061" y="10374"/>
                  </a:lnTo>
                  <a:lnTo>
                    <a:pt x="82329" y="9835"/>
                  </a:lnTo>
                  <a:lnTo>
                    <a:pt x="81588" y="9310"/>
                  </a:lnTo>
                  <a:lnTo>
                    <a:pt x="80838" y="8797"/>
                  </a:lnTo>
                  <a:lnTo>
                    <a:pt x="80079" y="8297"/>
                  </a:lnTo>
                  <a:lnTo>
                    <a:pt x="79311" y="7811"/>
                  </a:lnTo>
                  <a:lnTo>
                    <a:pt x="78535" y="7339"/>
                  </a:lnTo>
                  <a:lnTo>
                    <a:pt x="77750" y="6880"/>
                  </a:lnTo>
                  <a:lnTo>
                    <a:pt x="76958" y="6435"/>
                  </a:lnTo>
                  <a:lnTo>
                    <a:pt x="76158" y="6003"/>
                  </a:lnTo>
                  <a:lnTo>
                    <a:pt x="75351" y="5586"/>
                  </a:lnTo>
                  <a:lnTo>
                    <a:pt x="74536" y="5183"/>
                  </a:lnTo>
                  <a:lnTo>
                    <a:pt x="73715" y="4795"/>
                  </a:lnTo>
                  <a:lnTo>
                    <a:pt x="72887" y="4420"/>
                  </a:lnTo>
                  <a:lnTo>
                    <a:pt x="72052" y="4061"/>
                  </a:lnTo>
                  <a:lnTo>
                    <a:pt x="71212" y="3716"/>
                  </a:lnTo>
                  <a:lnTo>
                    <a:pt x="70365" y="3386"/>
                  </a:lnTo>
                  <a:lnTo>
                    <a:pt x="69513" y="3070"/>
                  </a:lnTo>
                  <a:lnTo>
                    <a:pt x="68655" y="2770"/>
                  </a:lnTo>
                  <a:lnTo>
                    <a:pt x="67792" y="2484"/>
                  </a:lnTo>
                  <a:lnTo>
                    <a:pt x="66925" y="2214"/>
                  </a:lnTo>
                  <a:lnTo>
                    <a:pt x="66052" y="1959"/>
                  </a:lnTo>
                  <a:lnTo>
                    <a:pt x="65176" y="1720"/>
                  </a:lnTo>
                  <a:lnTo>
                    <a:pt x="64295" y="1495"/>
                  </a:lnTo>
                  <a:lnTo>
                    <a:pt x="63411" y="1286"/>
                  </a:lnTo>
                  <a:lnTo>
                    <a:pt x="62523" y="1093"/>
                  </a:lnTo>
                  <a:lnTo>
                    <a:pt x="61632" y="915"/>
                  </a:lnTo>
                  <a:lnTo>
                    <a:pt x="60738" y="753"/>
                  </a:lnTo>
                  <a:lnTo>
                    <a:pt x="59841" y="607"/>
                  </a:lnTo>
                  <a:lnTo>
                    <a:pt x="58941" y="476"/>
                  </a:lnTo>
                  <a:lnTo>
                    <a:pt x="58040" y="361"/>
                  </a:lnTo>
                  <a:lnTo>
                    <a:pt x="57137" y="262"/>
                  </a:lnTo>
                  <a:lnTo>
                    <a:pt x="56232" y="178"/>
                  </a:lnTo>
                  <a:lnTo>
                    <a:pt x="55326" y="111"/>
                  </a:lnTo>
                  <a:lnTo>
                    <a:pt x="54418" y="59"/>
                  </a:lnTo>
                  <a:lnTo>
                    <a:pt x="53510" y="23"/>
                  </a:lnTo>
                  <a:lnTo>
                    <a:pt x="52602" y="3"/>
                  </a:lnTo>
                  <a:lnTo>
                    <a:pt x="51693" y="0"/>
                  </a:lnTo>
                  <a:lnTo>
                    <a:pt x="50784" y="11"/>
                  </a:lnTo>
                  <a:lnTo>
                    <a:pt x="49876" y="39"/>
                  </a:lnTo>
                  <a:lnTo>
                    <a:pt x="48968" y="83"/>
                  </a:lnTo>
                  <a:lnTo>
                    <a:pt x="48062" y="143"/>
                  </a:lnTo>
                  <a:lnTo>
                    <a:pt x="47156" y="218"/>
                  </a:lnTo>
                  <a:lnTo>
                    <a:pt x="46252" y="309"/>
                  </a:lnTo>
                  <a:lnTo>
                    <a:pt x="45350" y="416"/>
                  </a:lnTo>
                  <a:lnTo>
                    <a:pt x="44449" y="539"/>
                  </a:lnTo>
                  <a:lnTo>
                    <a:pt x="43551" y="678"/>
                  </a:lnTo>
                  <a:lnTo>
                    <a:pt x="42655" y="832"/>
                  </a:lnTo>
                  <a:lnTo>
                    <a:pt x="41763" y="1002"/>
                  </a:lnTo>
                  <a:lnTo>
                    <a:pt x="40873" y="1188"/>
                  </a:lnTo>
                  <a:lnTo>
                    <a:pt x="39987" y="1389"/>
                  </a:lnTo>
                  <a:lnTo>
                    <a:pt x="39104" y="1605"/>
                  </a:lnTo>
                  <a:lnTo>
                    <a:pt x="38226" y="1837"/>
                  </a:lnTo>
                  <a:lnTo>
                    <a:pt x="37351" y="2085"/>
                  </a:lnTo>
                  <a:lnTo>
                    <a:pt x="36481" y="2347"/>
                  </a:lnTo>
                  <a:lnTo>
                    <a:pt x="35616" y="2625"/>
                  </a:lnTo>
                  <a:lnTo>
                    <a:pt x="34756" y="2918"/>
                  </a:lnTo>
                  <a:lnTo>
                    <a:pt x="33901" y="3226"/>
                  </a:lnTo>
                  <a:lnTo>
                    <a:pt x="33052" y="3549"/>
                  </a:lnTo>
                  <a:lnTo>
                    <a:pt x="32208" y="3886"/>
                  </a:lnTo>
                  <a:lnTo>
                    <a:pt x="31370" y="4239"/>
                  </a:lnTo>
                  <a:lnTo>
                    <a:pt x="30539" y="4606"/>
                  </a:lnTo>
                  <a:lnTo>
                    <a:pt x="29714" y="4987"/>
                  </a:lnTo>
                  <a:lnTo>
                    <a:pt x="28896" y="5383"/>
                  </a:lnTo>
                  <a:lnTo>
                    <a:pt x="28085" y="5793"/>
                  </a:lnTo>
                  <a:lnTo>
                    <a:pt x="27281" y="6217"/>
                  </a:lnTo>
                  <a:lnTo>
                    <a:pt x="26485" y="6655"/>
                  </a:lnTo>
                  <a:lnTo>
                    <a:pt x="25697" y="7108"/>
                  </a:lnTo>
                  <a:lnTo>
                    <a:pt x="24917" y="7573"/>
                  </a:lnTo>
                  <a:lnTo>
                    <a:pt x="24145" y="8053"/>
                  </a:lnTo>
                  <a:lnTo>
                    <a:pt x="23381" y="8546"/>
                  </a:lnTo>
                  <a:lnTo>
                    <a:pt x="22626" y="9052"/>
                  </a:lnTo>
                  <a:lnTo>
                    <a:pt x="21881" y="9571"/>
                  </a:lnTo>
                  <a:lnTo>
                    <a:pt x="21144" y="10103"/>
                  </a:lnTo>
                  <a:lnTo>
                    <a:pt x="20417" y="10648"/>
                  </a:lnTo>
                  <a:lnTo>
                    <a:pt x="19699" y="11206"/>
                  </a:lnTo>
                  <a:lnTo>
                    <a:pt x="18992" y="11776"/>
                  </a:lnTo>
                  <a:lnTo>
                    <a:pt x="18294" y="12358"/>
                  </a:lnTo>
                  <a:lnTo>
                    <a:pt x="17607" y="12953"/>
                  </a:lnTo>
                  <a:lnTo>
                    <a:pt x="16930" y="13559"/>
                  </a:lnTo>
                  <a:lnTo>
                    <a:pt x="16264" y="14178"/>
                  </a:lnTo>
                  <a:lnTo>
                    <a:pt x="15609" y="14807"/>
                  </a:lnTo>
                  <a:lnTo>
                    <a:pt x="14965" y="15449"/>
                  </a:lnTo>
                  <a:lnTo>
                    <a:pt x="14333" y="16101"/>
                  </a:lnTo>
                  <a:lnTo>
                    <a:pt x="13711" y="16764"/>
                  </a:lnTo>
                  <a:lnTo>
                    <a:pt x="13102" y="17438"/>
                  </a:lnTo>
                  <a:lnTo>
                    <a:pt x="12504" y="18123"/>
                  </a:lnTo>
                  <a:lnTo>
                    <a:pt x="11919" y="18818"/>
                  </a:lnTo>
                  <a:lnTo>
                    <a:pt x="11346" y="19523"/>
                  </a:lnTo>
                  <a:lnTo>
                    <a:pt x="10785" y="20238"/>
                  </a:lnTo>
                  <a:lnTo>
                    <a:pt x="10237" y="20963"/>
                  </a:lnTo>
                  <a:lnTo>
                    <a:pt x="9701" y="21697"/>
                  </a:lnTo>
                  <a:lnTo>
                    <a:pt x="9179" y="22441"/>
                  </a:lnTo>
                  <a:lnTo>
                    <a:pt x="8669" y="23193"/>
                  </a:lnTo>
                  <a:lnTo>
                    <a:pt x="8173" y="23955"/>
                  </a:lnTo>
                  <a:lnTo>
                    <a:pt x="7690" y="24724"/>
                  </a:lnTo>
                  <a:lnTo>
                    <a:pt x="7221" y="25503"/>
                  </a:lnTo>
                  <a:lnTo>
                    <a:pt x="6766" y="26289"/>
                  </a:lnTo>
                  <a:lnTo>
                    <a:pt x="6324" y="27083"/>
                  </a:lnTo>
                  <a:lnTo>
                    <a:pt x="5896" y="27885"/>
                  </a:lnTo>
                  <a:lnTo>
                    <a:pt x="5483" y="28694"/>
                  </a:lnTo>
                  <a:lnTo>
                    <a:pt x="5083" y="29510"/>
                  </a:lnTo>
                  <a:lnTo>
                    <a:pt x="4698" y="30333"/>
                  </a:lnTo>
                  <a:lnTo>
                    <a:pt x="4328" y="31163"/>
                  </a:lnTo>
                  <a:lnTo>
                    <a:pt x="3972" y="31999"/>
                  </a:lnTo>
                  <a:lnTo>
                    <a:pt x="3630" y="32842"/>
                  </a:lnTo>
                  <a:lnTo>
                    <a:pt x="3304" y="33690"/>
                  </a:lnTo>
                  <a:lnTo>
                    <a:pt x="2992" y="34543"/>
                  </a:lnTo>
                  <a:lnTo>
                    <a:pt x="2696" y="35402"/>
                  </a:lnTo>
                  <a:lnTo>
                    <a:pt x="2414" y="36266"/>
                  </a:lnTo>
                  <a:lnTo>
                    <a:pt x="2148" y="37135"/>
                  </a:lnTo>
                  <a:lnTo>
                    <a:pt x="1896" y="38008"/>
                  </a:lnTo>
                  <a:lnTo>
                    <a:pt x="1661" y="38886"/>
                  </a:lnTo>
                  <a:lnTo>
                    <a:pt x="1440" y="39768"/>
                  </a:lnTo>
                  <a:lnTo>
                    <a:pt x="1235" y="40653"/>
                  </a:lnTo>
                  <a:lnTo>
                    <a:pt x="1046" y="41542"/>
                  </a:lnTo>
                  <a:lnTo>
                    <a:pt x="872" y="42434"/>
                  </a:lnTo>
                  <a:lnTo>
                    <a:pt x="714" y="43328"/>
                  </a:lnTo>
                  <a:lnTo>
                    <a:pt x="571" y="44226"/>
                  </a:lnTo>
                  <a:lnTo>
                    <a:pt x="444" y="45126"/>
                  </a:lnTo>
                  <a:lnTo>
                    <a:pt x="333" y="46028"/>
                  </a:lnTo>
                  <a:lnTo>
                    <a:pt x="238" y="46931"/>
                  </a:lnTo>
                  <a:lnTo>
                    <a:pt x="158" y="47837"/>
                  </a:lnTo>
                  <a:lnTo>
                    <a:pt x="95" y="48743"/>
                  </a:lnTo>
                  <a:lnTo>
                    <a:pt x="47" y="49651"/>
                  </a:lnTo>
                  <a:lnTo>
                    <a:pt x="15" y="50559"/>
                  </a:lnTo>
                  <a:lnTo>
                    <a:pt x="0" y="51467"/>
                  </a:lnTo>
                  <a:lnTo>
                    <a:pt x="0" y="52376"/>
                  </a:lnTo>
                  <a:lnTo>
                    <a:pt x="15" y="53285"/>
                  </a:lnTo>
                  <a:lnTo>
                    <a:pt x="47" y="54193"/>
                  </a:lnTo>
                  <a:lnTo>
                    <a:pt x="95" y="55100"/>
                  </a:lnTo>
                  <a:lnTo>
                    <a:pt x="158" y="56007"/>
                  </a:lnTo>
                  <a:lnTo>
                    <a:pt x="238" y="56912"/>
                  </a:lnTo>
                  <a:lnTo>
                    <a:pt x="333" y="57816"/>
                  </a:lnTo>
                  <a:lnTo>
                    <a:pt x="444" y="58718"/>
                  </a:lnTo>
                  <a:lnTo>
                    <a:pt x="571" y="59618"/>
                  </a:lnTo>
                  <a:lnTo>
                    <a:pt x="714" y="60515"/>
                  </a:lnTo>
                  <a:lnTo>
                    <a:pt x="872" y="61410"/>
                  </a:lnTo>
                  <a:lnTo>
                    <a:pt x="1046" y="62302"/>
                  </a:lnTo>
                  <a:lnTo>
                    <a:pt x="1235" y="63191"/>
                  </a:lnTo>
                  <a:lnTo>
                    <a:pt x="1440" y="64076"/>
                  </a:lnTo>
                  <a:lnTo>
                    <a:pt x="1661" y="64958"/>
                  </a:lnTo>
                  <a:lnTo>
                    <a:pt x="1896" y="65835"/>
                  </a:lnTo>
                  <a:lnTo>
                    <a:pt x="2148" y="66709"/>
                  </a:lnTo>
                  <a:lnTo>
                    <a:pt x="2414" y="67577"/>
                  </a:lnTo>
                  <a:lnTo>
                    <a:pt x="2696" y="68441"/>
                  </a:lnTo>
                  <a:lnTo>
                    <a:pt x="2992" y="69300"/>
                  </a:lnTo>
                  <a:lnTo>
                    <a:pt x="3304" y="70154"/>
                  </a:lnTo>
                  <a:lnTo>
                    <a:pt x="3630" y="71002"/>
                  </a:lnTo>
                  <a:lnTo>
                    <a:pt x="3972" y="71844"/>
                  </a:lnTo>
                  <a:lnTo>
                    <a:pt x="4328" y="72680"/>
                  </a:lnTo>
                  <a:lnTo>
                    <a:pt x="4698" y="73510"/>
                  </a:lnTo>
                  <a:lnTo>
                    <a:pt x="5083" y="74333"/>
                  </a:lnTo>
                  <a:lnTo>
                    <a:pt x="5483" y="75149"/>
                  </a:lnTo>
                  <a:lnTo>
                    <a:pt x="5896" y="75959"/>
                  </a:lnTo>
                  <a:lnTo>
                    <a:pt x="6324" y="76760"/>
                  </a:lnTo>
                  <a:lnTo>
                    <a:pt x="6766" y="77555"/>
                  </a:lnTo>
                  <a:lnTo>
                    <a:pt x="7221" y="78341"/>
                  </a:lnTo>
                  <a:lnTo>
                    <a:pt x="7690" y="79119"/>
                  </a:lnTo>
                  <a:lnTo>
                    <a:pt x="8173" y="79889"/>
                  </a:lnTo>
                  <a:lnTo>
                    <a:pt x="8669" y="80650"/>
                  </a:lnTo>
                  <a:lnTo>
                    <a:pt x="9179" y="81403"/>
                  </a:lnTo>
                  <a:lnTo>
                    <a:pt x="9701" y="82146"/>
                  </a:lnTo>
                  <a:lnTo>
                    <a:pt x="10237" y="82881"/>
                  </a:lnTo>
                  <a:lnTo>
                    <a:pt x="10785" y="83605"/>
                  </a:lnTo>
                  <a:lnTo>
                    <a:pt x="11346" y="84320"/>
                  </a:lnTo>
                  <a:lnTo>
                    <a:pt x="11919" y="85026"/>
                  </a:lnTo>
                  <a:lnTo>
                    <a:pt x="12504" y="85721"/>
                  </a:lnTo>
                  <a:lnTo>
                    <a:pt x="13102" y="86405"/>
                  </a:lnTo>
                  <a:lnTo>
                    <a:pt x="13711" y="87079"/>
                  </a:lnTo>
                  <a:lnTo>
                    <a:pt x="14333" y="87743"/>
                  </a:lnTo>
                  <a:lnTo>
                    <a:pt x="14965" y="88395"/>
                  </a:lnTo>
                  <a:lnTo>
                    <a:pt x="15609" y="89036"/>
                  </a:lnTo>
                  <a:lnTo>
                    <a:pt x="16264" y="89666"/>
                  </a:lnTo>
                  <a:lnTo>
                    <a:pt x="16930" y="90284"/>
                  </a:lnTo>
                  <a:lnTo>
                    <a:pt x="17607" y="90891"/>
                  </a:lnTo>
                  <a:lnTo>
                    <a:pt x="18294" y="91485"/>
                  </a:lnTo>
                  <a:lnTo>
                    <a:pt x="18992" y="92068"/>
                  </a:lnTo>
                  <a:lnTo>
                    <a:pt x="19699" y="92638"/>
                  </a:lnTo>
                  <a:lnTo>
                    <a:pt x="20417" y="93195"/>
                  </a:lnTo>
                  <a:lnTo>
                    <a:pt x="21144" y="93740"/>
                  </a:lnTo>
                  <a:lnTo>
                    <a:pt x="21881" y="94273"/>
                  </a:lnTo>
                  <a:lnTo>
                    <a:pt x="22626" y="94792"/>
                  </a:lnTo>
                  <a:lnTo>
                    <a:pt x="23381" y="95298"/>
                  </a:lnTo>
                  <a:lnTo>
                    <a:pt x="24145" y="95791"/>
                  </a:lnTo>
                  <a:lnTo>
                    <a:pt x="24917" y="96270"/>
                  </a:lnTo>
                  <a:lnTo>
                    <a:pt x="25697" y="96736"/>
                  </a:lnTo>
                  <a:lnTo>
                    <a:pt x="26485" y="97188"/>
                  </a:lnTo>
                  <a:lnTo>
                    <a:pt x="27281" y="97626"/>
                  </a:lnTo>
                  <a:lnTo>
                    <a:pt x="28085" y="98050"/>
                  </a:lnTo>
                  <a:lnTo>
                    <a:pt x="28896" y="98461"/>
                  </a:lnTo>
                  <a:lnTo>
                    <a:pt x="29714" y="98856"/>
                  </a:lnTo>
                  <a:lnTo>
                    <a:pt x="30539" y="99238"/>
                  </a:lnTo>
                  <a:lnTo>
                    <a:pt x="31370" y="99605"/>
                  </a:lnTo>
                  <a:lnTo>
                    <a:pt x="32208" y="99957"/>
                  </a:lnTo>
                  <a:lnTo>
                    <a:pt x="33052" y="100295"/>
                  </a:lnTo>
                  <a:lnTo>
                    <a:pt x="33901" y="100618"/>
                  </a:lnTo>
                  <a:lnTo>
                    <a:pt x="34756" y="100925"/>
                  </a:lnTo>
                  <a:lnTo>
                    <a:pt x="35616" y="101218"/>
                  </a:lnTo>
                  <a:lnTo>
                    <a:pt x="36481" y="101496"/>
                  </a:lnTo>
                  <a:lnTo>
                    <a:pt x="37351" y="101759"/>
                  </a:lnTo>
                  <a:lnTo>
                    <a:pt x="38226" y="102006"/>
                  </a:lnTo>
                  <a:lnTo>
                    <a:pt x="39104" y="102238"/>
                  </a:lnTo>
                  <a:lnTo>
                    <a:pt x="39987" y="102455"/>
                  </a:lnTo>
                  <a:lnTo>
                    <a:pt x="40873" y="102656"/>
                  </a:lnTo>
                  <a:lnTo>
                    <a:pt x="41763" y="102841"/>
                  </a:lnTo>
                  <a:lnTo>
                    <a:pt x="42655" y="103011"/>
                  </a:lnTo>
                  <a:lnTo>
                    <a:pt x="43551" y="103166"/>
                  </a:lnTo>
                  <a:lnTo>
                    <a:pt x="44449" y="103304"/>
                  </a:lnTo>
                  <a:lnTo>
                    <a:pt x="45350" y="103427"/>
                  </a:lnTo>
                  <a:lnTo>
                    <a:pt x="46252" y="103534"/>
                  </a:lnTo>
                  <a:lnTo>
                    <a:pt x="47156" y="103625"/>
                  </a:lnTo>
                  <a:lnTo>
                    <a:pt x="48062" y="103701"/>
                  </a:lnTo>
                  <a:lnTo>
                    <a:pt x="48968" y="103761"/>
                  </a:lnTo>
                  <a:lnTo>
                    <a:pt x="49876" y="103804"/>
                  </a:lnTo>
                  <a:lnTo>
                    <a:pt x="50784" y="103832"/>
                  </a:lnTo>
                  <a:lnTo>
                    <a:pt x="51693" y="103844"/>
                  </a:lnTo>
                  <a:lnTo>
                    <a:pt x="52602" y="103840"/>
                  </a:lnTo>
                  <a:lnTo>
                    <a:pt x="53510" y="103820"/>
                  </a:lnTo>
                  <a:lnTo>
                    <a:pt x="54418" y="103784"/>
                  </a:lnTo>
                  <a:lnTo>
                    <a:pt x="55326" y="103733"/>
                  </a:lnTo>
                  <a:lnTo>
                    <a:pt x="56232" y="103665"/>
                  </a:lnTo>
                  <a:lnTo>
                    <a:pt x="57137" y="103582"/>
                  </a:lnTo>
                  <a:lnTo>
                    <a:pt x="58040" y="103483"/>
                  </a:lnTo>
                  <a:lnTo>
                    <a:pt x="58941" y="103368"/>
                  </a:lnTo>
                  <a:lnTo>
                    <a:pt x="59841" y="103237"/>
                  </a:lnTo>
                  <a:lnTo>
                    <a:pt x="60738" y="103090"/>
                  </a:lnTo>
                  <a:lnTo>
                    <a:pt x="61632" y="102928"/>
                  </a:lnTo>
                  <a:lnTo>
                    <a:pt x="62523" y="102750"/>
                  </a:lnTo>
                  <a:lnTo>
                    <a:pt x="63411" y="102557"/>
                  </a:lnTo>
                  <a:lnTo>
                    <a:pt x="64295" y="102348"/>
                  </a:lnTo>
                  <a:lnTo>
                    <a:pt x="65176" y="102124"/>
                  </a:lnTo>
                  <a:lnTo>
                    <a:pt x="66052" y="101884"/>
                  </a:lnTo>
                  <a:lnTo>
                    <a:pt x="66925" y="101629"/>
                  </a:lnTo>
                  <a:lnTo>
                    <a:pt x="67792" y="101359"/>
                  </a:lnTo>
                  <a:lnTo>
                    <a:pt x="68655" y="101074"/>
                  </a:lnTo>
                  <a:lnTo>
                    <a:pt x="69513" y="100773"/>
                  </a:lnTo>
                  <a:lnTo>
                    <a:pt x="70365" y="100458"/>
                  </a:lnTo>
                  <a:lnTo>
                    <a:pt x="71212" y="100128"/>
                  </a:lnTo>
                  <a:lnTo>
                    <a:pt x="72052" y="99783"/>
                  </a:lnTo>
                  <a:lnTo>
                    <a:pt x="72887" y="99423"/>
                  </a:lnTo>
                  <a:lnTo>
                    <a:pt x="73715" y="99049"/>
                  </a:lnTo>
                  <a:lnTo>
                    <a:pt x="74536" y="98660"/>
                  </a:lnTo>
                  <a:lnTo>
                    <a:pt x="75351" y="98257"/>
                  </a:lnTo>
                  <a:lnTo>
                    <a:pt x="76158" y="97840"/>
                  </a:lnTo>
                  <a:lnTo>
                    <a:pt x="76958" y="97409"/>
                  </a:lnTo>
                  <a:lnTo>
                    <a:pt x="77750" y="96964"/>
                  </a:lnTo>
                  <a:lnTo>
                    <a:pt x="78535" y="96505"/>
                  </a:lnTo>
                  <a:lnTo>
                    <a:pt x="79311" y="96032"/>
                  </a:lnTo>
                  <a:lnTo>
                    <a:pt x="80079" y="95546"/>
                  </a:lnTo>
                  <a:lnTo>
                    <a:pt x="80838" y="95047"/>
                  </a:lnTo>
                  <a:lnTo>
                    <a:pt x="81588" y="94534"/>
                  </a:lnTo>
                  <a:lnTo>
                    <a:pt x="82329" y="94008"/>
                  </a:lnTo>
                  <a:lnTo>
                    <a:pt x="83061" y="93469"/>
                  </a:lnTo>
                  <a:lnTo>
                    <a:pt x="83784" y="92918"/>
                  </a:lnTo>
                  <a:lnTo>
                    <a:pt x="84496" y="92354"/>
                  </a:lnTo>
                  <a:lnTo>
                    <a:pt x="85199" y="91778"/>
                  </a:lnTo>
                  <a:lnTo>
                    <a:pt x="85891" y="91189"/>
                  </a:lnTo>
                  <a:lnTo>
                    <a:pt x="86573" y="90589"/>
                  </a:lnTo>
                  <a:lnTo>
                    <a:pt x="87245" y="89976"/>
                  </a:lnTo>
                  <a:lnTo>
                    <a:pt x="87905" y="89352"/>
                  </a:lnTo>
                  <a:lnTo>
                    <a:pt x="88555" y="88717"/>
                  </a:lnTo>
                  <a:lnTo>
                    <a:pt x="89193" y="88070"/>
                  </a:lnTo>
                  <a:lnTo>
                    <a:pt x="89820" y="87412"/>
                  </a:lnTo>
                  <a:lnTo>
                    <a:pt x="90435" y="86744"/>
                  </a:lnTo>
                  <a:lnTo>
                    <a:pt x="91039" y="86064"/>
                  </a:lnTo>
                  <a:lnTo>
                    <a:pt x="91630" y="85374"/>
                  </a:lnTo>
                  <a:lnTo>
                    <a:pt x="92210" y="84674"/>
                  </a:lnTo>
                  <a:lnTo>
                    <a:pt x="92777" y="83964"/>
                  </a:lnTo>
                  <a:lnTo>
                    <a:pt x="93331" y="83244"/>
                  </a:lnTo>
                  <a:lnTo>
                    <a:pt x="93873" y="82515"/>
                  </a:lnTo>
                  <a:lnTo>
                    <a:pt x="94402" y="81776"/>
                  </a:lnTo>
                  <a:lnTo>
                    <a:pt x="94918" y="81028"/>
                  </a:lnTo>
                  <a:lnTo>
                    <a:pt x="95421" y="80271"/>
                  </a:lnTo>
                  <a:lnTo>
                    <a:pt x="95910" y="79505"/>
                  </a:lnTo>
                  <a:lnTo>
                    <a:pt x="96386" y="78731"/>
                  </a:lnTo>
                  <a:lnTo>
                    <a:pt x="96849" y="77949"/>
                  </a:lnTo>
                  <a:lnTo>
                    <a:pt x="97297" y="77158"/>
                  </a:lnTo>
                  <a:lnTo>
                    <a:pt x="97732" y="76360"/>
                  </a:lnTo>
                  <a:lnTo>
                    <a:pt x="98153" y="75555"/>
                  </a:lnTo>
                  <a:lnTo>
                    <a:pt x="98559" y="74742"/>
                  </a:lnTo>
                  <a:lnTo>
                    <a:pt x="98952" y="73922"/>
                  </a:lnTo>
                  <a:lnTo>
                    <a:pt x="99329" y="73096"/>
                  </a:lnTo>
                  <a:lnTo>
                    <a:pt x="99693" y="72263"/>
                  </a:lnTo>
                  <a:lnTo>
                    <a:pt x="100041" y="71424"/>
                  </a:lnTo>
                  <a:lnTo>
                    <a:pt x="100375" y="70579"/>
                  </a:lnTo>
                  <a:lnTo>
                    <a:pt x="100694" y="69728"/>
                  </a:lnTo>
                  <a:lnTo>
                    <a:pt x="100999" y="68871"/>
                  </a:lnTo>
                  <a:lnTo>
                    <a:pt x="101288" y="68010"/>
                  </a:lnTo>
                  <a:lnTo>
                    <a:pt x="101562" y="67144"/>
                  </a:lnTo>
                  <a:lnTo>
                    <a:pt x="101820" y="66272"/>
                  </a:lnTo>
                  <a:lnTo>
                    <a:pt x="102064" y="65397"/>
                  </a:lnTo>
                  <a:lnTo>
                    <a:pt x="102292" y="64517"/>
                  </a:lnTo>
                  <a:lnTo>
                    <a:pt x="102505" y="63634"/>
                  </a:lnTo>
                  <a:lnTo>
                    <a:pt x="102702" y="62747"/>
                  </a:lnTo>
                  <a:lnTo>
                    <a:pt x="102884" y="61856"/>
                  </a:lnTo>
                  <a:lnTo>
                    <a:pt x="103050" y="60963"/>
                  </a:lnTo>
                  <a:lnTo>
                    <a:pt x="103200" y="60067"/>
                  </a:lnTo>
                  <a:lnTo>
                    <a:pt x="103335" y="59168"/>
                  </a:lnTo>
                  <a:lnTo>
                    <a:pt x="103454" y="58267"/>
                  </a:lnTo>
                  <a:lnTo>
                    <a:pt x="103557" y="57364"/>
                  </a:lnTo>
                  <a:lnTo>
                    <a:pt x="103644" y="56460"/>
                  </a:lnTo>
                  <a:lnTo>
                    <a:pt x="103716" y="55554"/>
                  </a:lnTo>
                  <a:lnTo>
                    <a:pt x="103771" y="54647"/>
                  </a:lnTo>
                  <a:lnTo>
                    <a:pt x="103811" y="53739"/>
                  </a:lnTo>
                  <a:lnTo>
                    <a:pt x="103835" y="52830"/>
                  </a:lnTo>
                  <a:lnTo>
                    <a:pt x="103843" y="519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909627" y="2420089"/>
              <a:ext cx="571139" cy="571144"/>
            </a:xfrm>
            <a:custGeom>
              <a:avLst/>
              <a:pathLst>
                <a:path w="571139" h="571144">
                  <a:moveTo>
                    <a:pt x="571139" y="285572"/>
                  </a:moveTo>
                  <a:lnTo>
                    <a:pt x="571095" y="280574"/>
                  </a:lnTo>
                  <a:lnTo>
                    <a:pt x="570964" y="275578"/>
                  </a:lnTo>
                  <a:lnTo>
                    <a:pt x="570745" y="270584"/>
                  </a:lnTo>
                  <a:lnTo>
                    <a:pt x="570439" y="265596"/>
                  </a:lnTo>
                  <a:lnTo>
                    <a:pt x="570046" y="260613"/>
                  </a:lnTo>
                  <a:lnTo>
                    <a:pt x="569566" y="255638"/>
                  </a:lnTo>
                  <a:lnTo>
                    <a:pt x="568998" y="250673"/>
                  </a:lnTo>
                  <a:lnTo>
                    <a:pt x="568344" y="245718"/>
                  </a:lnTo>
                  <a:lnTo>
                    <a:pt x="567603" y="240775"/>
                  </a:lnTo>
                  <a:lnTo>
                    <a:pt x="566776" y="235846"/>
                  </a:lnTo>
                  <a:lnTo>
                    <a:pt x="565863" y="230932"/>
                  </a:lnTo>
                  <a:lnTo>
                    <a:pt x="564864" y="226035"/>
                  </a:lnTo>
                  <a:lnTo>
                    <a:pt x="563779" y="221156"/>
                  </a:lnTo>
                  <a:lnTo>
                    <a:pt x="562609" y="216296"/>
                  </a:lnTo>
                  <a:lnTo>
                    <a:pt x="561354" y="211459"/>
                  </a:lnTo>
                  <a:lnTo>
                    <a:pt x="560015" y="206643"/>
                  </a:lnTo>
                  <a:lnTo>
                    <a:pt x="558592" y="201852"/>
                  </a:lnTo>
                  <a:lnTo>
                    <a:pt x="557085" y="197087"/>
                  </a:lnTo>
                  <a:lnTo>
                    <a:pt x="555494" y="192348"/>
                  </a:lnTo>
                  <a:lnTo>
                    <a:pt x="553822" y="187639"/>
                  </a:lnTo>
                  <a:lnTo>
                    <a:pt x="552067" y="182959"/>
                  </a:lnTo>
                  <a:lnTo>
                    <a:pt x="550230" y="178310"/>
                  </a:lnTo>
                  <a:lnTo>
                    <a:pt x="548312" y="173695"/>
                  </a:lnTo>
                  <a:lnTo>
                    <a:pt x="546314" y="169114"/>
                  </a:lnTo>
                  <a:lnTo>
                    <a:pt x="544236" y="164568"/>
                  </a:lnTo>
                  <a:lnTo>
                    <a:pt x="542079" y="160060"/>
                  </a:lnTo>
                  <a:lnTo>
                    <a:pt x="539843" y="155590"/>
                  </a:lnTo>
                  <a:lnTo>
                    <a:pt x="537529" y="151159"/>
                  </a:lnTo>
                  <a:lnTo>
                    <a:pt x="535138" y="146770"/>
                  </a:lnTo>
                  <a:lnTo>
                    <a:pt x="532671" y="142424"/>
                  </a:lnTo>
                  <a:lnTo>
                    <a:pt x="530127" y="138121"/>
                  </a:lnTo>
                  <a:lnTo>
                    <a:pt x="527509" y="133864"/>
                  </a:lnTo>
                  <a:lnTo>
                    <a:pt x="524817" y="129653"/>
                  </a:lnTo>
                  <a:lnTo>
                    <a:pt x="522052" y="125489"/>
                  </a:lnTo>
                  <a:lnTo>
                    <a:pt x="519214" y="121375"/>
                  </a:lnTo>
                  <a:lnTo>
                    <a:pt x="516305" y="117311"/>
                  </a:lnTo>
                  <a:lnTo>
                    <a:pt x="513325" y="113299"/>
                  </a:lnTo>
                  <a:lnTo>
                    <a:pt x="510275" y="109339"/>
                  </a:lnTo>
                  <a:lnTo>
                    <a:pt x="507156" y="105433"/>
                  </a:lnTo>
                  <a:lnTo>
                    <a:pt x="503970" y="101583"/>
                  </a:lnTo>
                  <a:lnTo>
                    <a:pt x="500716" y="97789"/>
                  </a:lnTo>
                  <a:lnTo>
                    <a:pt x="497397" y="94052"/>
                  </a:lnTo>
                  <a:lnTo>
                    <a:pt x="494013" y="90374"/>
                  </a:lnTo>
                  <a:lnTo>
                    <a:pt x="490565" y="86756"/>
                  </a:lnTo>
                  <a:lnTo>
                    <a:pt x="487054" y="83199"/>
                  </a:lnTo>
                  <a:lnTo>
                    <a:pt x="483481" y="79703"/>
                  </a:lnTo>
                  <a:lnTo>
                    <a:pt x="479848" y="76271"/>
                  </a:lnTo>
                  <a:lnTo>
                    <a:pt x="476155" y="72903"/>
                  </a:lnTo>
                  <a:lnTo>
                    <a:pt x="472404" y="69600"/>
                  </a:lnTo>
                  <a:lnTo>
                    <a:pt x="468596" y="66363"/>
                  </a:lnTo>
                  <a:lnTo>
                    <a:pt x="464731" y="63193"/>
                  </a:lnTo>
                  <a:lnTo>
                    <a:pt x="460812" y="60092"/>
                  </a:lnTo>
                  <a:lnTo>
                    <a:pt x="456839" y="57059"/>
                  </a:lnTo>
                  <a:lnTo>
                    <a:pt x="452813" y="54097"/>
                  </a:lnTo>
                  <a:lnTo>
                    <a:pt x="448737" y="51205"/>
                  </a:lnTo>
                  <a:lnTo>
                    <a:pt x="444610" y="48386"/>
                  </a:lnTo>
                  <a:lnTo>
                    <a:pt x="440435" y="45638"/>
                  </a:lnTo>
                  <a:lnTo>
                    <a:pt x="436212" y="42965"/>
                  </a:lnTo>
                  <a:lnTo>
                    <a:pt x="431943" y="40365"/>
                  </a:lnTo>
                  <a:lnTo>
                    <a:pt x="427629" y="37841"/>
                  </a:lnTo>
                  <a:lnTo>
                    <a:pt x="423272" y="35393"/>
                  </a:lnTo>
                  <a:lnTo>
                    <a:pt x="418873" y="33021"/>
                  </a:lnTo>
                  <a:lnTo>
                    <a:pt x="414432" y="30727"/>
                  </a:lnTo>
                  <a:lnTo>
                    <a:pt x="409952" y="28510"/>
                  </a:lnTo>
                  <a:lnTo>
                    <a:pt x="405435" y="26373"/>
                  </a:lnTo>
                  <a:lnTo>
                    <a:pt x="400880" y="24315"/>
                  </a:lnTo>
                  <a:lnTo>
                    <a:pt x="396290" y="22337"/>
                  </a:lnTo>
                  <a:lnTo>
                    <a:pt x="391666" y="20439"/>
                  </a:lnTo>
                  <a:lnTo>
                    <a:pt x="387010" y="18623"/>
                  </a:lnTo>
                  <a:lnTo>
                    <a:pt x="382322" y="16888"/>
                  </a:lnTo>
                  <a:lnTo>
                    <a:pt x="377605" y="15236"/>
                  </a:lnTo>
                  <a:lnTo>
                    <a:pt x="372860" y="13667"/>
                  </a:lnTo>
                  <a:lnTo>
                    <a:pt x="368088" y="12180"/>
                  </a:lnTo>
                  <a:lnTo>
                    <a:pt x="363291" y="10778"/>
                  </a:lnTo>
                  <a:lnTo>
                    <a:pt x="358470" y="9460"/>
                  </a:lnTo>
                  <a:lnTo>
                    <a:pt x="353626" y="8226"/>
                  </a:lnTo>
                  <a:lnTo>
                    <a:pt x="348762" y="7078"/>
                  </a:lnTo>
                  <a:lnTo>
                    <a:pt x="343878" y="6014"/>
                  </a:lnTo>
                  <a:lnTo>
                    <a:pt x="338977" y="5036"/>
                  </a:lnTo>
                  <a:lnTo>
                    <a:pt x="334059" y="4145"/>
                  </a:lnTo>
                  <a:lnTo>
                    <a:pt x="329126" y="3339"/>
                  </a:lnTo>
                  <a:lnTo>
                    <a:pt x="324180" y="2620"/>
                  </a:lnTo>
                  <a:lnTo>
                    <a:pt x="319223" y="1987"/>
                  </a:lnTo>
                  <a:lnTo>
                    <a:pt x="314254" y="1442"/>
                  </a:lnTo>
                  <a:lnTo>
                    <a:pt x="309277" y="983"/>
                  </a:lnTo>
                  <a:lnTo>
                    <a:pt x="304293" y="612"/>
                  </a:lnTo>
                  <a:lnTo>
                    <a:pt x="299303" y="327"/>
                  </a:lnTo>
                  <a:lnTo>
                    <a:pt x="294309" y="131"/>
                  </a:lnTo>
                  <a:lnTo>
                    <a:pt x="289312" y="21"/>
                  </a:lnTo>
                  <a:lnTo>
                    <a:pt x="284314" y="0"/>
                  </a:lnTo>
                  <a:lnTo>
                    <a:pt x="279317" y="65"/>
                  </a:lnTo>
                  <a:lnTo>
                    <a:pt x="274321" y="218"/>
                  </a:lnTo>
                  <a:lnTo>
                    <a:pt x="269329" y="459"/>
                  </a:lnTo>
                  <a:lnTo>
                    <a:pt x="264341" y="786"/>
                  </a:lnTo>
                  <a:lnTo>
                    <a:pt x="259361" y="1201"/>
                  </a:lnTo>
                  <a:lnTo>
                    <a:pt x="254388" y="1704"/>
                  </a:lnTo>
                  <a:lnTo>
                    <a:pt x="249425" y="2293"/>
                  </a:lnTo>
                  <a:lnTo>
                    <a:pt x="244472" y="2969"/>
                  </a:lnTo>
                  <a:lnTo>
                    <a:pt x="239533" y="3731"/>
                  </a:lnTo>
                  <a:lnTo>
                    <a:pt x="234607" y="4580"/>
                  </a:lnTo>
                  <a:lnTo>
                    <a:pt x="229698" y="5515"/>
                  </a:lnTo>
                  <a:lnTo>
                    <a:pt x="224805" y="6535"/>
                  </a:lnTo>
                  <a:lnTo>
                    <a:pt x="219931" y="7641"/>
                  </a:lnTo>
                  <a:lnTo>
                    <a:pt x="215077" y="8832"/>
                  </a:lnTo>
                  <a:lnTo>
                    <a:pt x="210244" y="10108"/>
                  </a:lnTo>
                  <a:lnTo>
                    <a:pt x="205435" y="11469"/>
                  </a:lnTo>
                  <a:lnTo>
                    <a:pt x="200650" y="12913"/>
                  </a:lnTo>
                  <a:lnTo>
                    <a:pt x="195891" y="14441"/>
                  </a:lnTo>
                  <a:lnTo>
                    <a:pt x="191160" y="16052"/>
                  </a:lnTo>
                  <a:lnTo>
                    <a:pt x="186458" y="17745"/>
                  </a:lnTo>
                  <a:lnTo>
                    <a:pt x="181786" y="19521"/>
                  </a:lnTo>
                  <a:lnTo>
                    <a:pt x="177145" y="21378"/>
                  </a:lnTo>
                  <a:lnTo>
                    <a:pt x="172538" y="23316"/>
                  </a:lnTo>
                  <a:lnTo>
                    <a:pt x="167966" y="25334"/>
                  </a:lnTo>
                  <a:lnTo>
                    <a:pt x="163429" y="27432"/>
                  </a:lnTo>
                  <a:lnTo>
                    <a:pt x="158930" y="29609"/>
                  </a:lnTo>
                  <a:lnTo>
                    <a:pt x="154470" y="31864"/>
                  </a:lnTo>
                  <a:lnTo>
                    <a:pt x="150050" y="34197"/>
                  </a:lnTo>
                  <a:lnTo>
                    <a:pt x="145671" y="36607"/>
                  </a:lnTo>
                  <a:lnTo>
                    <a:pt x="141336" y="39094"/>
                  </a:lnTo>
                  <a:lnTo>
                    <a:pt x="137044" y="41656"/>
                  </a:lnTo>
                  <a:lnTo>
                    <a:pt x="132798" y="44292"/>
                  </a:lnTo>
                  <a:lnTo>
                    <a:pt x="128599" y="47003"/>
                  </a:lnTo>
                  <a:lnTo>
                    <a:pt x="124448" y="49786"/>
                  </a:lnTo>
                  <a:lnTo>
                    <a:pt x="120346" y="52642"/>
                  </a:lnTo>
                  <a:lnTo>
                    <a:pt x="116295" y="55569"/>
                  </a:lnTo>
                  <a:lnTo>
                    <a:pt x="112295" y="58567"/>
                  </a:lnTo>
                  <a:lnTo>
                    <a:pt x="108349" y="61634"/>
                  </a:lnTo>
                  <a:lnTo>
                    <a:pt x="104457" y="64770"/>
                  </a:lnTo>
                  <a:lnTo>
                    <a:pt x="100621" y="67973"/>
                  </a:lnTo>
                  <a:lnTo>
                    <a:pt x="96841" y="71243"/>
                  </a:lnTo>
                  <a:lnTo>
                    <a:pt x="93119" y="74579"/>
                  </a:lnTo>
                  <a:lnTo>
                    <a:pt x="89456" y="77979"/>
                  </a:lnTo>
                  <a:lnTo>
                    <a:pt x="85853" y="81443"/>
                  </a:lnTo>
                  <a:lnTo>
                    <a:pt x="82311" y="84969"/>
                  </a:lnTo>
                  <a:lnTo>
                    <a:pt x="78831" y="88557"/>
                  </a:lnTo>
                  <a:lnTo>
                    <a:pt x="75415" y="92206"/>
                  </a:lnTo>
                  <a:lnTo>
                    <a:pt x="72063" y="95913"/>
                  </a:lnTo>
                  <a:lnTo>
                    <a:pt x="68776" y="99678"/>
                  </a:lnTo>
                  <a:lnTo>
                    <a:pt x="65556" y="103501"/>
                  </a:lnTo>
                  <a:lnTo>
                    <a:pt x="62403" y="107379"/>
                  </a:lnTo>
                  <a:lnTo>
                    <a:pt x="59319" y="111312"/>
                  </a:lnTo>
                  <a:lnTo>
                    <a:pt x="56304" y="115298"/>
                  </a:lnTo>
                  <a:lnTo>
                    <a:pt x="53359" y="119337"/>
                  </a:lnTo>
                  <a:lnTo>
                    <a:pt x="50485" y="123426"/>
                  </a:lnTo>
                  <a:lnTo>
                    <a:pt x="47684" y="127565"/>
                  </a:lnTo>
                  <a:lnTo>
                    <a:pt x="44955" y="131752"/>
                  </a:lnTo>
                  <a:lnTo>
                    <a:pt x="42300" y="135987"/>
                  </a:lnTo>
                  <a:lnTo>
                    <a:pt x="39719" y="140267"/>
                  </a:lnTo>
                  <a:lnTo>
                    <a:pt x="37214" y="144592"/>
                  </a:lnTo>
                  <a:lnTo>
                    <a:pt x="34784" y="148960"/>
                  </a:lnTo>
                  <a:lnTo>
                    <a:pt x="32432" y="153369"/>
                  </a:lnTo>
                  <a:lnTo>
                    <a:pt x="30157" y="157820"/>
                  </a:lnTo>
                  <a:lnTo>
                    <a:pt x="27960" y="162309"/>
                  </a:lnTo>
                  <a:lnTo>
                    <a:pt x="25843" y="166836"/>
                  </a:lnTo>
                  <a:lnTo>
                    <a:pt x="23804" y="171400"/>
                  </a:lnTo>
                  <a:lnTo>
                    <a:pt x="21846" y="175999"/>
                  </a:lnTo>
                  <a:lnTo>
                    <a:pt x="19969" y="180631"/>
                  </a:lnTo>
                  <a:lnTo>
                    <a:pt x="18173" y="185295"/>
                  </a:lnTo>
                  <a:lnTo>
                    <a:pt x="16459" y="189990"/>
                  </a:lnTo>
                  <a:lnTo>
                    <a:pt x="14828" y="194714"/>
                  </a:lnTo>
                  <a:lnTo>
                    <a:pt x="13279" y="199466"/>
                  </a:lnTo>
                  <a:lnTo>
                    <a:pt x="11814" y="204245"/>
                  </a:lnTo>
                  <a:lnTo>
                    <a:pt x="10432" y="209048"/>
                  </a:lnTo>
                  <a:lnTo>
                    <a:pt x="9135" y="213875"/>
                  </a:lnTo>
                  <a:lnTo>
                    <a:pt x="7923" y="218724"/>
                  </a:lnTo>
                  <a:lnTo>
                    <a:pt x="6795" y="223593"/>
                  </a:lnTo>
                  <a:lnTo>
                    <a:pt x="5753" y="228481"/>
                  </a:lnTo>
                  <a:lnTo>
                    <a:pt x="4797" y="233387"/>
                  </a:lnTo>
                  <a:lnTo>
                    <a:pt x="3927" y="238308"/>
                  </a:lnTo>
                  <a:lnTo>
                    <a:pt x="3143" y="243245"/>
                  </a:lnTo>
                  <a:lnTo>
                    <a:pt x="2445" y="248194"/>
                  </a:lnTo>
                  <a:lnTo>
                    <a:pt x="1835" y="253154"/>
                  </a:lnTo>
                  <a:lnTo>
                    <a:pt x="1311" y="258125"/>
                  </a:lnTo>
                  <a:lnTo>
                    <a:pt x="874" y="263104"/>
                  </a:lnTo>
                  <a:lnTo>
                    <a:pt x="524" y="268089"/>
                  </a:lnTo>
                  <a:lnTo>
                    <a:pt x="262" y="273081"/>
                  </a:lnTo>
                  <a:lnTo>
                    <a:pt x="87" y="278076"/>
                  </a:lnTo>
                  <a:lnTo>
                    <a:pt x="0" y="283073"/>
                  </a:lnTo>
                  <a:lnTo>
                    <a:pt x="0" y="288071"/>
                  </a:lnTo>
                  <a:lnTo>
                    <a:pt x="87" y="293068"/>
                  </a:lnTo>
                  <a:lnTo>
                    <a:pt x="262" y="298063"/>
                  </a:lnTo>
                  <a:lnTo>
                    <a:pt x="524" y="303054"/>
                  </a:lnTo>
                  <a:lnTo>
                    <a:pt x="874" y="308040"/>
                  </a:lnTo>
                  <a:lnTo>
                    <a:pt x="1311" y="313019"/>
                  </a:lnTo>
                  <a:lnTo>
                    <a:pt x="1835" y="317990"/>
                  </a:lnTo>
                  <a:lnTo>
                    <a:pt x="2445" y="322950"/>
                  </a:lnTo>
                  <a:lnTo>
                    <a:pt x="3143" y="327899"/>
                  </a:lnTo>
                  <a:lnTo>
                    <a:pt x="3927" y="332836"/>
                  </a:lnTo>
                  <a:lnTo>
                    <a:pt x="4797" y="337757"/>
                  </a:lnTo>
                  <a:lnTo>
                    <a:pt x="5753" y="342663"/>
                  </a:lnTo>
                  <a:lnTo>
                    <a:pt x="6795" y="347551"/>
                  </a:lnTo>
                  <a:lnTo>
                    <a:pt x="7923" y="352420"/>
                  </a:lnTo>
                  <a:lnTo>
                    <a:pt x="9135" y="357269"/>
                  </a:lnTo>
                  <a:lnTo>
                    <a:pt x="10432" y="362096"/>
                  </a:lnTo>
                  <a:lnTo>
                    <a:pt x="11814" y="366899"/>
                  </a:lnTo>
                  <a:lnTo>
                    <a:pt x="13279" y="371678"/>
                  </a:lnTo>
                  <a:lnTo>
                    <a:pt x="14828" y="376430"/>
                  </a:lnTo>
                  <a:lnTo>
                    <a:pt x="16459" y="381154"/>
                  </a:lnTo>
                  <a:lnTo>
                    <a:pt x="18173" y="385849"/>
                  </a:lnTo>
                  <a:lnTo>
                    <a:pt x="19969" y="390513"/>
                  </a:lnTo>
                  <a:lnTo>
                    <a:pt x="21846" y="395145"/>
                  </a:lnTo>
                  <a:lnTo>
                    <a:pt x="23804" y="399744"/>
                  </a:lnTo>
                  <a:lnTo>
                    <a:pt x="25843" y="404307"/>
                  </a:lnTo>
                  <a:lnTo>
                    <a:pt x="27960" y="408835"/>
                  </a:lnTo>
                  <a:lnTo>
                    <a:pt x="30157" y="413324"/>
                  </a:lnTo>
                  <a:lnTo>
                    <a:pt x="32432" y="417774"/>
                  </a:lnTo>
                  <a:lnTo>
                    <a:pt x="34784" y="422184"/>
                  </a:lnTo>
                  <a:lnTo>
                    <a:pt x="37214" y="426552"/>
                  </a:lnTo>
                  <a:lnTo>
                    <a:pt x="39719" y="430877"/>
                  </a:lnTo>
                  <a:lnTo>
                    <a:pt x="42300" y="435157"/>
                  </a:lnTo>
                  <a:lnTo>
                    <a:pt x="44955" y="439392"/>
                  </a:lnTo>
                  <a:lnTo>
                    <a:pt x="47684" y="443579"/>
                  </a:lnTo>
                  <a:lnTo>
                    <a:pt x="50485" y="447718"/>
                  </a:lnTo>
                  <a:lnTo>
                    <a:pt x="53359" y="451807"/>
                  </a:lnTo>
                  <a:lnTo>
                    <a:pt x="56304" y="455846"/>
                  </a:lnTo>
                  <a:lnTo>
                    <a:pt x="59319" y="459832"/>
                  </a:lnTo>
                  <a:lnTo>
                    <a:pt x="62403" y="463765"/>
                  </a:lnTo>
                  <a:lnTo>
                    <a:pt x="65556" y="467643"/>
                  </a:lnTo>
                  <a:lnTo>
                    <a:pt x="68776" y="471465"/>
                  </a:lnTo>
                  <a:lnTo>
                    <a:pt x="72063" y="475231"/>
                  </a:lnTo>
                  <a:lnTo>
                    <a:pt x="75415" y="478938"/>
                  </a:lnTo>
                  <a:lnTo>
                    <a:pt x="78831" y="482587"/>
                  </a:lnTo>
                  <a:lnTo>
                    <a:pt x="82311" y="486174"/>
                  </a:lnTo>
                  <a:lnTo>
                    <a:pt x="85853" y="489701"/>
                  </a:lnTo>
                  <a:lnTo>
                    <a:pt x="89456" y="493165"/>
                  </a:lnTo>
                  <a:lnTo>
                    <a:pt x="93119" y="496565"/>
                  </a:lnTo>
                  <a:lnTo>
                    <a:pt x="96841" y="499901"/>
                  </a:lnTo>
                  <a:lnTo>
                    <a:pt x="100621" y="503171"/>
                  </a:lnTo>
                  <a:lnTo>
                    <a:pt x="104457" y="506374"/>
                  </a:lnTo>
                  <a:lnTo>
                    <a:pt x="108349" y="509510"/>
                  </a:lnTo>
                  <a:lnTo>
                    <a:pt x="112295" y="512577"/>
                  </a:lnTo>
                  <a:lnTo>
                    <a:pt x="116295" y="515575"/>
                  </a:lnTo>
                  <a:lnTo>
                    <a:pt x="120346" y="518502"/>
                  </a:lnTo>
                  <a:lnTo>
                    <a:pt x="124448" y="521357"/>
                  </a:lnTo>
                  <a:lnTo>
                    <a:pt x="128599" y="524141"/>
                  </a:lnTo>
                  <a:lnTo>
                    <a:pt x="132798" y="526852"/>
                  </a:lnTo>
                  <a:lnTo>
                    <a:pt x="137044" y="529488"/>
                  </a:lnTo>
                  <a:lnTo>
                    <a:pt x="141336" y="532050"/>
                  </a:lnTo>
                  <a:lnTo>
                    <a:pt x="145671" y="534536"/>
                  </a:lnTo>
                  <a:lnTo>
                    <a:pt x="150050" y="536947"/>
                  </a:lnTo>
                  <a:lnTo>
                    <a:pt x="154470" y="539280"/>
                  </a:lnTo>
                  <a:lnTo>
                    <a:pt x="158930" y="541535"/>
                  </a:lnTo>
                  <a:lnTo>
                    <a:pt x="163429" y="543712"/>
                  </a:lnTo>
                  <a:lnTo>
                    <a:pt x="167966" y="545810"/>
                  </a:lnTo>
                  <a:lnTo>
                    <a:pt x="172538" y="547828"/>
                  </a:lnTo>
                  <a:lnTo>
                    <a:pt x="177145" y="549766"/>
                  </a:lnTo>
                  <a:lnTo>
                    <a:pt x="181786" y="551623"/>
                  </a:lnTo>
                  <a:lnTo>
                    <a:pt x="186458" y="553399"/>
                  </a:lnTo>
                  <a:lnTo>
                    <a:pt x="191160" y="555092"/>
                  </a:lnTo>
                  <a:lnTo>
                    <a:pt x="195891" y="556703"/>
                  </a:lnTo>
                  <a:lnTo>
                    <a:pt x="200650" y="558231"/>
                  </a:lnTo>
                  <a:lnTo>
                    <a:pt x="205435" y="559675"/>
                  </a:lnTo>
                  <a:lnTo>
                    <a:pt x="210244" y="561035"/>
                  </a:lnTo>
                  <a:lnTo>
                    <a:pt x="215077" y="562311"/>
                  </a:lnTo>
                  <a:lnTo>
                    <a:pt x="219931" y="563503"/>
                  </a:lnTo>
                  <a:lnTo>
                    <a:pt x="224805" y="564609"/>
                  </a:lnTo>
                  <a:lnTo>
                    <a:pt x="229698" y="565629"/>
                  </a:lnTo>
                  <a:lnTo>
                    <a:pt x="234607" y="566564"/>
                  </a:lnTo>
                  <a:lnTo>
                    <a:pt x="239533" y="567413"/>
                  </a:lnTo>
                  <a:lnTo>
                    <a:pt x="244472" y="568175"/>
                  </a:lnTo>
                  <a:lnTo>
                    <a:pt x="249425" y="568851"/>
                  </a:lnTo>
                  <a:lnTo>
                    <a:pt x="254388" y="569440"/>
                  </a:lnTo>
                  <a:lnTo>
                    <a:pt x="259361" y="569942"/>
                  </a:lnTo>
                  <a:lnTo>
                    <a:pt x="264341" y="570357"/>
                  </a:lnTo>
                  <a:lnTo>
                    <a:pt x="269329" y="570685"/>
                  </a:lnTo>
                  <a:lnTo>
                    <a:pt x="274321" y="570926"/>
                  </a:lnTo>
                  <a:lnTo>
                    <a:pt x="279317" y="571079"/>
                  </a:lnTo>
                  <a:lnTo>
                    <a:pt x="284314" y="571144"/>
                  </a:lnTo>
                  <a:lnTo>
                    <a:pt x="289312" y="571123"/>
                  </a:lnTo>
                  <a:lnTo>
                    <a:pt x="294309" y="571013"/>
                  </a:lnTo>
                  <a:lnTo>
                    <a:pt x="299303" y="570816"/>
                  </a:lnTo>
                  <a:lnTo>
                    <a:pt x="304293" y="570532"/>
                  </a:lnTo>
                  <a:lnTo>
                    <a:pt x="309277" y="570161"/>
                  </a:lnTo>
                  <a:lnTo>
                    <a:pt x="314254" y="569702"/>
                  </a:lnTo>
                  <a:lnTo>
                    <a:pt x="319223" y="569157"/>
                  </a:lnTo>
                  <a:lnTo>
                    <a:pt x="324180" y="568524"/>
                  </a:lnTo>
                  <a:lnTo>
                    <a:pt x="329126" y="567805"/>
                  </a:lnTo>
                  <a:lnTo>
                    <a:pt x="334059" y="566999"/>
                  </a:lnTo>
                  <a:lnTo>
                    <a:pt x="338977" y="566108"/>
                  </a:lnTo>
                  <a:lnTo>
                    <a:pt x="343878" y="565130"/>
                  </a:lnTo>
                  <a:lnTo>
                    <a:pt x="348762" y="564066"/>
                  </a:lnTo>
                  <a:lnTo>
                    <a:pt x="353626" y="562918"/>
                  </a:lnTo>
                  <a:lnTo>
                    <a:pt x="358470" y="561684"/>
                  </a:lnTo>
                  <a:lnTo>
                    <a:pt x="363291" y="560366"/>
                  </a:lnTo>
                  <a:lnTo>
                    <a:pt x="368088" y="558963"/>
                  </a:lnTo>
                  <a:lnTo>
                    <a:pt x="372860" y="557477"/>
                  </a:lnTo>
                  <a:lnTo>
                    <a:pt x="377605" y="555908"/>
                  </a:lnTo>
                  <a:lnTo>
                    <a:pt x="382322" y="554256"/>
                  </a:lnTo>
                  <a:lnTo>
                    <a:pt x="387010" y="552521"/>
                  </a:lnTo>
                  <a:lnTo>
                    <a:pt x="391666" y="550705"/>
                  </a:lnTo>
                  <a:lnTo>
                    <a:pt x="396290" y="548807"/>
                  </a:lnTo>
                  <a:lnTo>
                    <a:pt x="400880" y="546829"/>
                  </a:lnTo>
                  <a:lnTo>
                    <a:pt x="405435" y="544771"/>
                  </a:lnTo>
                  <a:lnTo>
                    <a:pt x="409952" y="542633"/>
                  </a:lnTo>
                  <a:lnTo>
                    <a:pt x="414432" y="540417"/>
                  </a:lnTo>
                  <a:lnTo>
                    <a:pt x="418873" y="538123"/>
                  </a:lnTo>
                  <a:lnTo>
                    <a:pt x="423272" y="535751"/>
                  </a:lnTo>
                  <a:lnTo>
                    <a:pt x="427629" y="533303"/>
                  </a:lnTo>
                  <a:lnTo>
                    <a:pt x="431943" y="530779"/>
                  </a:lnTo>
                  <a:lnTo>
                    <a:pt x="436212" y="528179"/>
                  </a:lnTo>
                  <a:lnTo>
                    <a:pt x="440435" y="525506"/>
                  </a:lnTo>
                  <a:lnTo>
                    <a:pt x="444610" y="522758"/>
                  </a:lnTo>
                  <a:lnTo>
                    <a:pt x="448737" y="519939"/>
                  </a:lnTo>
                  <a:lnTo>
                    <a:pt x="452813" y="517047"/>
                  </a:lnTo>
                  <a:lnTo>
                    <a:pt x="456839" y="514084"/>
                  </a:lnTo>
                  <a:lnTo>
                    <a:pt x="460812" y="511052"/>
                  </a:lnTo>
                  <a:lnTo>
                    <a:pt x="464731" y="507950"/>
                  </a:lnTo>
                  <a:lnTo>
                    <a:pt x="468596" y="504781"/>
                  </a:lnTo>
                  <a:lnTo>
                    <a:pt x="472404" y="501544"/>
                  </a:lnTo>
                  <a:lnTo>
                    <a:pt x="476155" y="498241"/>
                  </a:lnTo>
                  <a:lnTo>
                    <a:pt x="479848" y="494873"/>
                  </a:lnTo>
                  <a:lnTo>
                    <a:pt x="483481" y="491441"/>
                  </a:lnTo>
                  <a:lnTo>
                    <a:pt x="487054" y="487945"/>
                  </a:lnTo>
                  <a:lnTo>
                    <a:pt x="490565" y="484388"/>
                  </a:lnTo>
                  <a:lnTo>
                    <a:pt x="494013" y="480770"/>
                  </a:lnTo>
                  <a:lnTo>
                    <a:pt x="497397" y="477092"/>
                  </a:lnTo>
                  <a:lnTo>
                    <a:pt x="500716" y="473355"/>
                  </a:lnTo>
                  <a:lnTo>
                    <a:pt x="503970" y="469561"/>
                  </a:lnTo>
                  <a:lnTo>
                    <a:pt x="507156" y="465711"/>
                  </a:lnTo>
                  <a:lnTo>
                    <a:pt x="510275" y="461805"/>
                  </a:lnTo>
                  <a:lnTo>
                    <a:pt x="513325" y="457845"/>
                  </a:lnTo>
                  <a:lnTo>
                    <a:pt x="516305" y="453833"/>
                  </a:lnTo>
                  <a:lnTo>
                    <a:pt x="519214" y="449769"/>
                  </a:lnTo>
                  <a:lnTo>
                    <a:pt x="522052" y="445655"/>
                  </a:lnTo>
                  <a:lnTo>
                    <a:pt x="524817" y="441491"/>
                  </a:lnTo>
                  <a:lnTo>
                    <a:pt x="527509" y="437280"/>
                  </a:lnTo>
                  <a:lnTo>
                    <a:pt x="530127" y="433023"/>
                  </a:lnTo>
                  <a:lnTo>
                    <a:pt x="532671" y="428720"/>
                  </a:lnTo>
                  <a:lnTo>
                    <a:pt x="535138" y="424374"/>
                  </a:lnTo>
                  <a:lnTo>
                    <a:pt x="537529" y="419984"/>
                  </a:lnTo>
                  <a:lnTo>
                    <a:pt x="539843" y="415554"/>
                  </a:lnTo>
                  <a:lnTo>
                    <a:pt x="542079" y="411084"/>
                  </a:lnTo>
                  <a:lnTo>
                    <a:pt x="544236" y="406576"/>
                  </a:lnTo>
                  <a:lnTo>
                    <a:pt x="546314" y="402030"/>
                  </a:lnTo>
                  <a:lnTo>
                    <a:pt x="548312" y="397449"/>
                  </a:lnTo>
                  <a:lnTo>
                    <a:pt x="550230" y="392833"/>
                  </a:lnTo>
                  <a:lnTo>
                    <a:pt x="552067" y="388185"/>
                  </a:lnTo>
                  <a:lnTo>
                    <a:pt x="553822" y="383505"/>
                  </a:lnTo>
                  <a:lnTo>
                    <a:pt x="555494" y="378795"/>
                  </a:lnTo>
                  <a:lnTo>
                    <a:pt x="557085" y="374057"/>
                  </a:lnTo>
                  <a:lnTo>
                    <a:pt x="558592" y="369292"/>
                  </a:lnTo>
                  <a:lnTo>
                    <a:pt x="560015" y="364501"/>
                  </a:lnTo>
                  <a:lnTo>
                    <a:pt x="561354" y="359685"/>
                  </a:lnTo>
                  <a:lnTo>
                    <a:pt x="562609" y="354847"/>
                  </a:lnTo>
                  <a:lnTo>
                    <a:pt x="563779" y="349988"/>
                  </a:lnTo>
                  <a:lnTo>
                    <a:pt x="564864" y="345109"/>
                  </a:lnTo>
                  <a:lnTo>
                    <a:pt x="565863" y="340212"/>
                  </a:lnTo>
                  <a:lnTo>
                    <a:pt x="566776" y="335298"/>
                  </a:lnTo>
                  <a:lnTo>
                    <a:pt x="567603" y="330369"/>
                  </a:lnTo>
                  <a:lnTo>
                    <a:pt x="568344" y="325426"/>
                  </a:lnTo>
                  <a:lnTo>
                    <a:pt x="568998" y="320471"/>
                  </a:lnTo>
                  <a:lnTo>
                    <a:pt x="569566" y="315506"/>
                  </a:lnTo>
                  <a:lnTo>
                    <a:pt x="570046" y="310531"/>
                  </a:lnTo>
                  <a:lnTo>
                    <a:pt x="570439" y="305548"/>
                  </a:lnTo>
                  <a:lnTo>
                    <a:pt x="570745" y="300559"/>
                  </a:lnTo>
                  <a:lnTo>
                    <a:pt x="570964" y="295566"/>
                  </a:lnTo>
                  <a:lnTo>
                    <a:pt x="571095" y="290570"/>
                  </a:lnTo>
                  <a:lnTo>
                    <a:pt x="571139" y="28557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675984" y="2186439"/>
              <a:ext cx="1038435" cy="1038445"/>
            </a:xfrm>
            <a:custGeom>
              <a:avLst/>
              <a:pathLst>
                <a:path w="1038435" h="1038445">
                  <a:moveTo>
                    <a:pt x="1038435" y="519222"/>
                  </a:moveTo>
                  <a:lnTo>
                    <a:pt x="1038355" y="510135"/>
                  </a:lnTo>
                  <a:lnTo>
                    <a:pt x="1038117" y="501051"/>
                  </a:lnTo>
                  <a:lnTo>
                    <a:pt x="1037719" y="491972"/>
                  </a:lnTo>
                  <a:lnTo>
                    <a:pt x="1037163" y="482902"/>
                  </a:lnTo>
                  <a:lnTo>
                    <a:pt x="1036448" y="473843"/>
                  </a:lnTo>
                  <a:lnTo>
                    <a:pt x="1035575" y="464797"/>
                  </a:lnTo>
                  <a:lnTo>
                    <a:pt x="1034543" y="455769"/>
                  </a:lnTo>
                  <a:lnTo>
                    <a:pt x="1033354" y="446760"/>
                  </a:lnTo>
                  <a:lnTo>
                    <a:pt x="1032007" y="437773"/>
                  </a:lnTo>
                  <a:lnTo>
                    <a:pt x="1030503" y="428811"/>
                  </a:lnTo>
                  <a:lnTo>
                    <a:pt x="1028842" y="419876"/>
                  </a:lnTo>
                  <a:lnTo>
                    <a:pt x="1027025" y="410972"/>
                  </a:lnTo>
                  <a:lnTo>
                    <a:pt x="1025053" y="402102"/>
                  </a:lnTo>
                  <a:lnTo>
                    <a:pt x="1022926" y="393267"/>
                  </a:lnTo>
                  <a:lnTo>
                    <a:pt x="1020644" y="384470"/>
                  </a:lnTo>
                  <a:lnTo>
                    <a:pt x="1018209" y="375715"/>
                  </a:lnTo>
                  <a:lnTo>
                    <a:pt x="1015621" y="367004"/>
                  </a:lnTo>
                  <a:lnTo>
                    <a:pt x="1012881" y="358340"/>
                  </a:lnTo>
                  <a:lnTo>
                    <a:pt x="1009990" y="349725"/>
                  </a:lnTo>
                  <a:lnTo>
                    <a:pt x="1006949" y="341161"/>
                  </a:lnTo>
                  <a:lnTo>
                    <a:pt x="1003758" y="332653"/>
                  </a:lnTo>
                  <a:lnTo>
                    <a:pt x="1000418" y="324201"/>
                  </a:lnTo>
                  <a:lnTo>
                    <a:pt x="996932" y="315809"/>
                  </a:lnTo>
                  <a:lnTo>
                    <a:pt x="993298" y="307480"/>
                  </a:lnTo>
                  <a:lnTo>
                    <a:pt x="989520" y="299215"/>
                  </a:lnTo>
                  <a:lnTo>
                    <a:pt x="985598" y="291018"/>
                  </a:lnTo>
                  <a:lnTo>
                    <a:pt x="981533" y="282891"/>
                  </a:lnTo>
                  <a:lnTo>
                    <a:pt x="977326" y="274836"/>
                  </a:lnTo>
                  <a:lnTo>
                    <a:pt x="972979" y="266856"/>
                  </a:lnTo>
                  <a:lnTo>
                    <a:pt x="968492" y="258953"/>
                  </a:lnTo>
                  <a:lnTo>
                    <a:pt x="963869" y="251130"/>
                  </a:lnTo>
                  <a:lnTo>
                    <a:pt x="959109" y="243389"/>
                  </a:lnTo>
                  <a:lnTo>
                    <a:pt x="954214" y="235732"/>
                  </a:lnTo>
                  <a:lnTo>
                    <a:pt x="949186" y="228163"/>
                  </a:lnTo>
                  <a:lnTo>
                    <a:pt x="944026" y="220682"/>
                  </a:lnTo>
                  <a:lnTo>
                    <a:pt x="938736" y="213293"/>
                  </a:lnTo>
                  <a:lnTo>
                    <a:pt x="933318" y="205998"/>
                  </a:lnTo>
                  <a:lnTo>
                    <a:pt x="927773" y="198798"/>
                  </a:lnTo>
                  <a:lnTo>
                    <a:pt x="922103" y="191697"/>
                  </a:lnTo>
                  <a:lnTo>
                    <a:pt x="916309" y="184696"/>
                  </a:lnTo>
                  <a:lnTo>
                    <a:pt x="910393" y="177798"/>
                  </a:lnTo>
                  <a:lnTo>
                    <a:pt x="904358" y="171004"/>
                  </a:lnTo>
                  <a:lnTo>
                    <a:pt x="898205" y="164317"/>
                  </a:lnTo>
                  <a:lnTo>
                    <a:pt x="891936" y="157738"/>
                  </a:lnTo>
                  <a:lnTo>
                    <a:pt x="885552" y="151270"/>
                  </a:lnTo>
                  <a:lnTo>
                    <a:pt x="879057" y="144915"/>
                  </a:lnTo>
                  <a:lnTo>
                    <a:pt x="872451" y="138675"/>
                  </a:lnTo>
                  <a:lnTo>
                    <a:pt x="865737" y="132551"/>
                  </a:lnTo>
                  <a:lnTo>
                    <a:pt x="858917" y="126546"/>
                  </a:lnTo>
                  <a:lnTo>
                    <a:pt x="851992" y="120661"/>
                  </a:lnTo>
                  <a:lnTo>
                    <a:pt x="844966" y="114898"/>
                  </a:lnTo>
                  <a:lnTo>
                    <a:pt x="837840" y="109258"/>
                  </a:lnTo>
                  <a:lnTo>
                    <a:pt x="830617" y="103745"/>
                  </a:lnTo>
                  <a:lnTo>
                    <a:pt x="823298" y="98358"/>
                  </a:lnTo>
                  <a:lnTo>
                    <a:pt x="815886" y="93101"/>
                  </a:lnTo>
                  <a:lnTo>
                    <a:pt x="808383" y="87974"/>
                  </a:lnTo>
                  <a:lnTo>
                    <a:pt x="800791" y="82979"/>
                  </a:lnTo>
                  <a:lnTo>
                    <a:pt x="793113" y="78118"/>
                  </a:lnTo>
                  <a:lnTo>
                    <a:pt x="785351" y="73392"/>
                  </a:lnTo>
                  <a:lnTo>
                    <a:pt x="777508" y="68802"/>
                  </a:lnTo>
                  <a:lnTo>
                    <a:pt x="769586" y="64351"/>
                  </a:lnTo>
                  <a:lnTo>
                    <a:pt x="761587" y="60039"/>
                  </a:lnTo>
                  <a:lnTo>
                    <a:pt x="753514" y="55867"/>
                  </a:lnTo>
                  <a:lnTo>
                    <a:pt x="745368" y="51838"/>
                  </a:lnTo>
                  <a:lnTo>
                    <a:pt x="737154" y="47951"/>
                  </a:lnTo>
                  <a:lnTo>
                    <a:pt x="728873" y="44209"/>
                  </a:lnTo>
                  <a:lnTo>
                    <a:pt x="720528" y="40612"/>
                  </a:lnTo>
                  <a:lnTo>
                    <a:pt x="712121" y="37162"/>
                  </a:lnTo>
                  <a:lnTo>
                    <a:pt x="703655" y="33860"/>
                  </a:lnTo>
                  <a:lnTo>
                    <a:pt x="695132" y="30706"/>
                  </a:lnTo>
                  <a:lnTo>
                    <a:pt x="686556" y="27702"/>
                  </a:lnTo>
                  <a:lnTo>
                    <a:pt x="677928" y="24849"/>
                  </a:lnTo>
                  <a:lnTo>
                    <a:pt x="669251" y="22147"/>
                  </a:lnTo>
                  <a:lnTo>
                    <a:pt x="660529" y="19597"/>
                  </a:lnTo>
                  <a:lnTo>
                    <a:pt x="651764" y="17200"/>
                  </a:lnTo>
                  <a:lnTo>
                    <a:pt x="642957" y="14957"/>
                  </a:lnTo>
                  <a:lnTo>
                    <a:pt x="634113" y="12869"/>
                  </a:lnTo>
                  <a:lnTo>
                    <a:pt x="625234" y="10935"/>
                  </a:lnTo>
                  <a:lnTo>
                    <a:pt x="616322" y="9157"/>
                  </a:lnTo>
                  <a:lnTo>
                    <a:pt x="607381" y="7536"/>
                  </a:lnTo>
                  <a:lnTo>
                    <a:pt x="598412" y="6071"/>
                  </a:lnTo>
                  <a:lnTo>
                    <a:pt x="589419" y="4764"/>
                  </a:lnTo>
                  <a:lnTo>
                    <a:pt x="580405" y="3614"/>
                  </a:lnTo>
                  <a:lnTo>
                    <a:pt x="571372" y="2622"/>
                  </a:lnTo>
                  <a:lnTo>
                    <a:pt x="562323" y="1788"/>
                  </a:lnTo>
                  <a:lnTo>
                    <a:pt x="553261" y="1112"/>
                  </a:lnTo>
                  <a:lnTo>
                    <a:pt x="544188" y="596"/>
                  </a:lnTo>
                  <a:lnTo>
                    <a:pt x="535108" y="238"/>
                  </a:lnTo>
                  <a:lnTo>
                    <a:pt x="526023" y="39"/>
                  </a:lnTo>
                  <a:lnTo>
                    <a:pt x="516935" y="0"/>
                  </a:lnTo>
                  <a:lnTo>
                    <a:pt x="507849" y="119"/>
                  </a:lnTo>
                  <a:lnTo>
                    <a:pt x="498766" y="397"/>
                  </a:lnTo>
                  <a:lnTo>
                    <a:pt x="489689" y="834"/>
                  </a:lnTo>
                  <a:lnTo>
                    <a:pt x="480621" y="1430"/>
                  </a:lnTo>
                  <a:lnTo>
                    <a:pt x="471565" y="2185"/>
                  </a:lnTo>
                  <a:lnTo>
                    <a:pt x="462524" y="3098"/>
                  </a:lnTo>
                  <a:lnTo>
                    <a:pt x="453500" y="4169"/>
                  </a:lnTo>
                  <a:lnTo>
                    <a:pt x="444496" y="5398"/>
                  </a:lnTo>
                  <a:lnTo>
                    <a:pt x="435515" y="6784"/>
                  </a:lnTo>
                  <a:lnTo>
                    <a:pt x="426559" y="8327"/>
                  </a:lnTo>
                  <a:lnTo>
                    <a:pt x="417632" y="10027"/>
                  </a:lnTo>
                  <a:lnTo>
                    <a:pt x="408737" y="11882"/>
                  </a:lnTo>
                  <a:lnTo>
                    <a:pt x="399874" y="13894"/>
                  </a:lnTo>
                  <a:lnTo>
                    <a:pt x="391049" y="16059"/>
                  </a:lnTo>
                  <a:lnTo>
                    <a:pt x="382263" y="18379"/>
                  </a:lnTo>
                  <a:lnTo>
                    <a:pt x="373518" y="20853"/>
                  </a:lnTo>
                  <a:lnTo>
                    <a:pt x="364819" y="23479"/>
                  </a:lnTo>
                  <a:lnTo>
                    <a:pt x="356166" y="26257"/>
                  </a:lnTo>
                  <a:lnTo>
                    <a:pt x="347564" y="29185"/>
                  </a:lnTo>
                  <a:lnTo>
                    <a:pt x="339014" y="32264"/>
                  </a:lnTo>
                  <a:lnTo>
                    <a:pt x="330520" y="35493"/>
                  </a:lnTo>
                  <a:lnTo>
                    <a:pt x="322083" y="38869"/>
                  </a:lnTo>
                  <a:lnTo>
                    <a:pt x="313706" y="42392"/>
                  </a:lnTo>
                  <a:lnTo>
                    <a:pt x="305393" y="46062"/>
                  </a:lnTo>
                  <a:lnTo>
                    <a:pt x="297145" y="49876"/>
                  </a:lnTo>
                  <a:lnTo>
                    <a:pt x="288965" y="53834"/>
                  </a:lnTo>
                  <a:lnTo>
                    <a:pt x="280855" y="57935"/>
                  </a:lnTo>
                  <a:lnTo>
                    <a:pt x="272819" y="62177"/>
                  </a:lnTo>
                  <a:lnTo>
                    <a:pt x="264858" y="66559"/>
                  </a:lnTo>
                  <a:lnTo>
                    <a:pt x="256975" y="71080"/>
                  </a:lnTo>
                  <a:lnTo>
                    <a:pt x="249172" y="75738"/>
                  </a:lnTo>
                  <a:lnTo>
                    <a:pt x="241452" y="80532"/>
                  </a:lnTo>
                  <a:lnTo>
                    <a:pt x="233817" y="85460"/>
                  </a:lnTo>
                  <a:lnTo>
                    <a:pt x="226269" y="90521"/>
                  </a:lnTo>
                  <a:lnTo>
                    <a:pt x="218811" y="95713"/>
                  </a:lnTo>
                  <a:lnTo>
                    <a:pt x="211445" y="101036"/>
                  </a:lnTo>
                  <a:lnTo>
                    <a:pt x="204174" y="106486"/>
                  </a:lnTo>
                  <a:lnTo>
                    <a:pt x="196999" y="112062"/>
                  </a:lnTo>
                  <a:lnTo>
                    <a:pt x="189922" y="117764"/>
                  </a:lnTo>
                  <a:lnTo>
                    <a:pt x="182947" y="123588"/>
                  </a:lnTo>
                  <a:lnTo>
                    <a:pt x="176074" y="129533"/>
                  </a:lnTo>
                  <a:lnTo>
                    <a:pt x="169307" y="135598"/>
                  </a:lnTo>
                  <a:lnTo>
                    <a:pt x="162647" y="141781"/>
                  </a:lnTo>
                  <a:lnTo>
                    <a:pt x="156096" y="148079"/>
                  </a:lnTo>
                  <a:lnTo>
                    <a:pt x="149656" y="154490"/>
                  </a:lnTo>
                  <a:lnTo>
                    <a:pt x="143330" y="161014"/>
                  </a:lnTo>
                  <a:lnTo>
                    <a:pt x="137118" y="167647"/>
                  </a:lnTo>
                  <a:lnTo>
                    <a:pt x="131024" y="174388"/>
                  </a:lnTo>
                  <a:lnTo>
                    <a:pt x="125048" y="181234"/>
                  </a:lnTo>
                  <a:lnTo>
                    <a:pt x="119193" y="188184"/>
                  </a:lnTo>
                  <a:lnTo>
                    <a:pt x="113461" y="195235"/>
                  </a:lnTo>
                  <a:lnTo>
                    <a:pt x="107853" y="202386"/>
                  </a:lnTo>
                  <a:lnTo>
                    <a:pt x="102371" y="209634"/>
                  </a:lnTo>
                  <a:lnTo>
                    <a:pt x="97017" y="216976"/>
                  </a:lnTo>
                  <a:lnTo>
                    <a:pt x="91792" y="224411"/>
                  </a:lnTo>
                  <a:lnTo>
                    <a:pt x="86698" y="231936"/>
                  </a:lnTo>
                  <a:lnTo>
                    <a:pt x="81736" y="239550"/>
                  </a:lnTo>
                  <a:lnTo>
                    <a:pt x="76909" y="247249"/>
                  </a:lnTo>
                  <a:lnTo>
                    <a:pt x="72217" y="255031"/>
                  </a:lnTo>
                  <a:lnTo>
                    <a:pt x="67662" y="262894"/>
                  </a:lnTo>
                  <a:lnTo>
                    <a:pt x="63245" y="270836"/>
                  </a:lnTo>
                  <a:lnTo>
                    <a:pt x="58968" y="278854"/>
                  </a:lnTo>
                  <a:lnTo>
                    <a:pt x="54831" y="286945"/>
                  </a:lnTo>
                  <a:lnTo>
                    <a:pt x="50838" y="295108"/>
                  </a:lnTo>
                  <a:lnTo>
                    <a:pt x="46987" y="303339"/>
                  </a:lnTo>
                  <a:lnTo>
                    <a:pt x="43281" y="311637"/>
                  </a:lnTo>
                  <a:lnTo>
                    <a:pt x="39721" y="319998"/>
                  </a:lnTo>
                  <a:lnTo>
                    <a:pt x="36308" y="328420"/>
                  </a:lnTo>
                  <a:lnTo>
                    <a:pt x="33043" y="336900"/>
                  </a:lnTo>
                  <a:lnTo>
                    <a:pt x="29926" y="345436"/>
                  </a:lnTo>
                  <a:lnTo>
                    <a:pt x="26960" y="354026"/>
                  </a:lnTo>
                  <a:lnTo>
                    <a:pt x="24144" y="362666"/>
                  </a:lnTo>
                  <a:lnTo>
                    <a:pt x="21480" y="371354"/>
                  </a:lnTo>
                  <a:lnTo>
                    <a:pt x="18968" y="380088"/>
                  </a:lnTo>
                  <a:lnTo>
                    <a:pt x="16610" y="388864"/>
                  </a:lnTo>
                  <a:lnTo>
                    <a:pt x="14406" y="397680"/>
                  </a:lnTo>
                  <a:lnTo>
                    <a:pt x="12356" y="406533"/>
                  </a:lnTo>
                  <a:lnTo>
                    <a:pt x="10461" y="415420"/>
                  </a:lnTo>
                  <a:lnTo>
                    <a:pt x="8723" y="424340"/>
                  </a:lnTo>
                  <a:lnTo>
                    <a:pt x="7140" y="433288"/>
                  </a:lnTo>
                  <a:lnTo>
                    <a:pt x="5715" y="442263"/>
                  </a:lnTo>
                  <a:lnTo>
                    <a:pt x="4446" y="451262"/>
                  </a:lnTo>
                  <a:lnTo>
                    <a:pt x="3336" y="460281"/>
                  </a:lnTo>
                  <a:lnTo>
                    <a:pt x="2383" y="469318"/>
                  </a:lnTo>
                  <a:lnTo>
                    <a:pt x="1589" y="478371"/>
                  </a:lnTo>
                  <a:lnTo>
                    <a:pt x="953" y="487436"/>
                  </a:lnTo>
                  <a:lnTo>
                    <a:pt x="477" y="496511"/>
                  </a:lnTo>
                  <a:lnTo>
                    <a:pt x="159" y="505592"/>
                  </a:lnTo>
                  <a:lnTo>
                    <a:pt x="0" y="514678"/>
                  </a:lnTo>
                  <a:lnTo>
                    <a:pt x="0" y="523766"/>
                  </a:lnTo>
                  <a:lnTo>
                    <a:pt x="159" y="532852"/>
                  </a:lnTo>
                  <a:lnTo>
                    <a:pt x="477" y="541934"/>
                  </a:lnTo>
                  <a:lnTo>
                    <a:pt x="953" y="551008"/>
                  </a:lnTo>
                  <a:lnTo>
                    <a:pt x="1589" y="560073"/>
                  </a:lnTo>
                  <a:lnTo>
                    <a:pt x="2383" y="569126"/>
                  </a:lnTo>
                  <a:lnTo>
                    <a:pt x="3336" y="578163"/>
                  </a:lnTo>
                  <a:lnTo>
                    <a:pt x="4446" y="587183"/>
                  </a:lnTo>
                  <a:lnTo>
                    <a:pt x="5715" y="596181"/>
                  </a:lnTo>
                  <a:lnTo>
                    <a:pt x="7140" y="605156"/>
                  </a:lnTo>
                  <a:lnTo>
                    <a:pt x="8723" y="614104"/>
                  </a:lnTo>
                  <a:lnTo>
                    <a:pt x="10461" y="623024"/>
                  </a:lnTo>
                  <a:lnTo>
                    <a:pt x="12356" y="631912"/>
                  </a:lnTo>
                  <a:lnTo>
                    <a:pt x="14406" y="640765"/>
                  </a:lnTo>
                  <a:lnTo>
                    <a:pt x="16610" y="649581"/>
                  </a:lnTo>
                  <a:lnTo>
                    <a:pt x="18968" y="658357"/>
                  </a:lnTo>
                  <a:lnTo>
                    <a:pt x="21480" y="667090"/>
                  </a:lnTo>
                  <a:lnTo>
                    <a:pt x="24144" y="675778"/>
                  </a:lnTo>
                  <a:lnTo>
                    <a:pt x="26960" y="684418"/>
                  </a:lnTo>
                  <a:lnTo>
                    <a:pt x="29926" y="693008"/>
                  </a:lnTo>
                  <a:lnTo>
                    <a:pt x="33043" y="701544"/>
                  </a:lnTo>
                  <a:lnTo>
                    <a:pt x="36308" y="710025"/>
                  </a:lnTo>
                  <a:lnTo>
                    <a:pt x="39721" y="718447"/>
                  </a:lnTo>
                  <a:lnTo>
                    <a:pt x="43281" y="726808"/>
                  </a:lnTo>
                  <a:lnTo>
                    <a:pt x="46987" y="735105"/>
                  </a:lnTo>
                  <a:lnTo>
                    <a:pt x="50838" y="743336"/>
                  </a:lnTo>
                  <a:lnTo>
                    <a:pt x="54831" y="751499"/>
                  </a:lnTo>
                  <a:lnTo>
                    <a:pt x="58968" y="759590"/>
                  </a:lnTo>
                  <a:lnTo>
                    <a:pt x="63245" y="767608"/>
                  </a:lnTo>
                  <a:lnTo>
                    <a:pt x="67662" y="775550"/>
                  </a:lnTo>
                  <a:lnTo>
                    <a:pt x="72217" y="783413"/>
                  </a:lnTo>
                  <a:lnTo>
                    <a:pt x="76909" y="791195"/>
                  </a:lnTo>
                  <a:lnTo>
                    <a:pt x="81736" y="798894"/>
                  </a:lnTo>
                  <a:lnTo>
                    <a:pt x="86698" y="806508"/>
                  </a:lnTo>
                  <a:lnTo>
                    <a:pt x="91792" y="814033"/>
                  </a:lnTo>
                  <a:lnTo>
                    <a:pt x="97017" y="821468"/>
                  </a:lnTo>
                  <a:lnTo>
                    <a:pt x="102371" y="828811"/>
                  </a:lnTo>
                  <a:lnTo>
                    <a:pt x="107853" y="836058"/>
                  </a:lnTo>
                  <a:lnTo>
                    <a:pt x="113461" y="843209"/>
                  </a:lnTo>
                  <a:lnTo>
                    <a:pt x="119193" y="850260"/>
                  </a:lnTo>
                  <a:lnTo>
                    <a:pt x="125048" y="857210"/>
                  </a:lnTo>
                  <a:lnTo>
                    <a:pt x="131024" y="864057"/>
                  </a:lnTo>
                  <a:lnTo>
                    <a:pt x="137118" y="870797"/>
                  </a:lnTo>
                  <a:lnTo>
                    <a:pt x="143330" y="877431"/>
                  </a:lnTo>
                  <a:lnTo>
                    <a:pt x="149656" y="883954"/>
                  </a:lnTo>
                  <a:lnTo>
                    <a:pt x="156096" y="890366"/>
                  </a:lnTo>
                  <a:lnTo>
                    <a:pt x="162647" y="896664"/>
                  </a:lnTo>
                  <a:lnTo>
                    <a:pt x="169307" y="902846"/>
                  </a:lnTo>
                  <a:lnTo>
                    <a:pt x="176074" y="908911"/>
                  </a:lnTo>
                  <a:lnTo>
                    <a:pt x="182947" y="914856"/>
                  </a:lnTo>
                  <a:lnTo>
                    <a:pt x="189922" y="920681"/>
                  </a:lnTo>
                  <a:lnTo>
                    <a:pt x="196999" y="926382"/>
                  </a:lnTo>
                  <a:lnTo>
                    <a:pt x="204174" y="931958"/>
                  </a:lnTo>
                  <a:lnTo>
                    <a:pt x="211445" y="937409"/>
                  </a:lnTo>
                  <a:lnTo>
                    <a:pt x="218811" y="942731"/>
                  </a:lnTo>
                  <a:lnTo>
                    <a:pt x="226269" y="947923"/>
                  </a:lnTo>
                  <a:lnTo>
                    <a:pt x="233817" y="952984"/>
                  </a:lnTo>
                  <a:lnTo>
                    <a:pt x="241452" y="957912"/>
                  </a:lnTo>
                  <a:lnTo>
                    <a:pt x="249172" y="962706"/>
                  </a:lnTo>
                  <a:lnTo>
                    <a:pt x="256975" y="967364"/>
                  </a:lnTo>
                  <a:lnTo>
                    <a:pt x="264858" y="971885"/>
                  </a:lnTo>
                  <a:lnTo>
                    <a:pt x="272819" y="976267"/>
                  </a:lnTo>
                  <a:lnTo>
                    <a:pt x="280855" y="980509"/>
                  </a:lnTo>
                  <a:lnTo>
                    <a:pt x="288965" y="984610"/>
                  </a:lnTo>
                  <a:lnTo>
                    <a:pt x="297145" y="988568"/>
                  </a:lnTo>
                  <a:lnTo>
                    <a:pt x="305393" y="992382"/>
                  </a:lnTo>
                  <a:lnTo>
                    <a:pt x="313706" y="996052"/>
                  </a:lnTo>
                  <a:lnTo>
                    <a:pt x="322083" y="999575"/>
                  </a:lnTo>
                  <a:lnTo>
                    <a:pt x="330520" y="1002952"/>
                  </a:lnTo>
                  <a:lnTo>
                    <a:pt x="339014" y="1006180"/>
                  </a:lnTo>
                  <a:lnTo>
                    <a:pt x="347564" y="1009259"/>
                  </a:lnTo>
                  <a:lnTo>
                    <a:pt x="356166" y="1012188"/>
                  </a:lnTo>
                  <a:lnTo>
                    <a:pt x="364819" y="1014966"/>
                  </a:lnTo>
                  <a:lnTo>
                    <a:pt x="373518" y="1017592"/>
                  </a:lnTo>
                  <a:lnTo>
                    <a:pt x="382263" y="1020065"/>
                  </a:lnTo>
                  <a:lnTo>
                    <a:pt x="391049" y="1022385"/>
                  </a:lnTo>
                  <a:lnTo>
                    <a:pt x="399874" y="1024551"/>
                  </a:lnTo>
                  <a:lnTo>
                    <a:pt x="408737" y="1026562"/>
                  </a:lnTo>
                  <a:lnTo>
                    <a:pt x="417632" y="1028417"/>
                  </a:lnTo>
                  <a:lnTo>
                    <a:pt x="426559" y="1030117"/>
                  </a:lnTo>
                  <a:lnTo>
                    <a:pt x="435515" y="1031660"/>
                  </a:lnTo>
                  <a:lnTo>
                    <a:pt x="444496" y="1033046"/>
                  </a:lnTo>
                  <a:lnTo>
                    <a:pt x="453500" y="1034275"/>
                  </a:lnTo>
                  <a:lnTo>
                    <a:pt x="462524" y="1035346"/>
                  </a:lnTo>
                  <a:lnTo>
                    <a:pt x="471565" y="1036259"/>
                  </a:lnTo>
                  <a:lnTo>
                    <a:pt x="480621" y="1037014"/>
                  </a:lnTo>
                  <a:lnTo>
                    <a:pt x="489689" y="1037610"/>
                  </a:lnTo>
                  <a:lnTo>
                    <a:pt x="498766" y="1038047"/>
                  </a:lnTo>
                  <a:lnTo>
                    <a:pt x="507849" y="1038325"/>
                  </a:lnTo>
                  <a:lnTo>
                    <a:pt x="516935" y="1038445"/>
                  </a:lnTo>
                  <a:lnTo>
                    <a:pt x="526023" y="1038405"/>
                  </a:lnTo>
                  <a:lnTo>
                    <a:pt x="535108" y="1038206"/>
                  </a:lnTo>
                  <a:lnTo>
                    <a:pt x="544188" y="1037848"/>
                  </a:lnTo>
                  <a:lnTo>
                    <a:pt x="553261" y="1037332"/>
                  </a:lnTo>
                  <a:lnTo>
                    <a:pt x="562323" y="1036656"/>
                  </a:lnTo>
                  <a:lnTo>
                    <a:pt x="571372" y="1035823"/>
                  </a:lnTo>
                  <a:lnTo>
                    <a:pt x="580405" y="1034831"/>
                  </a:lnTo>
                  <a:lnTo>
                    <a:pt x="589419" y="1033681"/>
                  </a:lnTo>
                  <a:lnTo>
                    <a:pt x="598412" y="1032373"/>
                  </a:lnTo>
                  <a:lnTo>
                    <a:pt x="607381" y="1030908"/>
                  </a:lnTo>
                  <a:lnTo>
                    <a:pt x="616322" y="1029287"/>
                  </a:lnTo>
                  <a:lnTo>
                    <a:pt x="625234" y="1027509"/>
                  </a:lnTo>
                  <a:lnTo>
                    <a:pt x="634113" y="1025576"/>
                  </a:lnTo>
                  <a:lnTo>
                    <a:pt x="642957" y="1023487"/>
                  </a:lnTo>
                  <a:lnTo>
                    <a:pt x="651764" y="1021244"/>
                  </a:lnTo>
                  <a:lnTo>
                    <a:pt x="660529" y="1018847"/>
                  </a:lnTo>
                  <a:lnTo>
                    <a:pt x="669251" y="1016298"/>
                  </a:lnTo>
                  <a:lnTo>
                    <a:pt x="677928" y="1013596"/>
                  </a:lnTo>
                  <a:lnTo>
                    <a:pt x="686556" y="1010742"/>
                  </a:lnTo>
                  <a:lnTo>
                    <a:pt x="695132" y="1007738"/>
                  </a:lnTo>
                  <a:lnTo>
                    <a:pt x="703655" y="1004584"/>
                  </a:lnTo>
                  <a:lnTo>
                    <a:pt x="712121" y="1001282"/>
                  </a:lnTo>
                  <a:lnTo>
                    <a:pt x="720528" y="997832"/>
                  </a:lnTo>
                  <a:lnTo>
                    <a:pt x="728873" y="994235"/>
                  </a:lnTo>
                  <a:lnTo>
                    <a:pt x="737154" y="990493"/>
                  </a:lnTo>
                  <a:lnTo>
                    <a:pt x="745368" y="986607"/>
                  </a:lnTo>
                  <a:lnTo>
                    <a:pt x="753514" y="982577"/>
                  </a:lnTo>
                  <a:lnTo>
                    <a:pt x="761587" y="978406"/>
                  </a:lnTo>
                  <a:lnTo>
                    <a:pt x="769586" y="974093"/>
                  </a:lnTo>
                  <a:lnTo>
                    <a:pt x="777508" y="969642"/>
                  </a:lnTo>
                  <a:lnTo>
                    <a:pt x="785351" y="965052"/>
                  </a:lnTo>
                  <a:lnTo>
                    <a:pt x="793113" y="960326"/>
                  </a:lnTo>
                  <a:lnTo>
                    <a:pt x="800791" y="955465"/>
                  </a:lnTo>
                  <a:lnTo>
                    <a:pt x="808383" y="950470"/>
                  </a:lnTo>
                  <a:lnTo>
                    <a:pt x="815886" y="945343"/>
                  </a:lnTo>
                  <a:lnTo>
                    <a:pt x="823298" y="940086"/>
                  </a:lnTo>
                  <a:lnTo>
                    <a:pt x="830617" y="934699"/>
                  </a:lnTo>
                  <a:lnTo>
                    <a:pt x="837840" y="929186"/>
                  </a:lnTo>
                  <a:lnTo>
                    <a:pt x="844966" y="923547"/>
                  </a:lnTo>
                  <a:lnTo>
                    <a:pt x="851992" y="917784"/>
                  </a:lnTo>
                  <a:lnTo>
                    <a:pt x="858917" y="911899"/>
                  </a:lnTo>
                  <a:lnTo>
                    <a:pt x="865737" y="905893"/>
                  </a:lnTo>
                  <a:lnTo>
                    <a:pt x="872451" y="899769"/>
                  </a:lnTo>
                  <a:lnTo>
                    <a:pt x="879057" y="893529"/>
                  </a:lnTo>
                  <a:lnTo>
                    <a:pt x="885552" y="887174"/>
                  </a:lnTo>
                  <a:lnTo>
                    <a:pt x="891936" y="880706"/>
                  </a:lnTo>
                  <a:lnTo>
                    <a:pt x="898205" y="874128"/>
                  </a:lnTo>
                  <a:lnTo>
                    <a:pt x="904358" y="867440"/>
                  </a:lnTo>
                  <a:lnTo>
                    <a:pt x="910393" y="860646"/>
                  </a:lnTo>
                  <a:lnTo>
                    <a:pt x="916309" y="853748"/>
                  </a:lnTo>
                  <a:lnTo>
                    <a:pt x="922103" y="846747"/>
                  </a:lnTo>
                  <a:lnTo>
                    <a:pt x="927773" y="839646"/>
                  </a:lnTo>
                  <a:lnTo>
                    <a:pt x="933318" y="832446"/>
                  </a:lnTo>
                  <a:lnTo>
                    <a:pt x="938736" y="825151"/>
                  </a:lnTo>
                  <a:lnTo>
                    <a:pt x="944026" y="817762"/>
                  </a:lnTo>
                  <a:lnTo>
                    <a:pt x="949186" y="810282"/>
                  </a:lnTo>
                  <a:lnTo>
                    <a:pt x="954214" y="802712"/>
                  </a:lnTo>
                  <a:lnTo>
                    <a:pt x="959109" y="795056"/>
                  </a:lnTo>
                  <a:lnTo>
                    <a:pt x="963869" y="787315"/>
                  </a:lnTo>
                  <a:lnTo>
                    <a:pt x="968492" y="779491"/>
                  </a:lnTo>
                  <a:lnTo>
                    <a:pt x="972979" y="771589"/>
                  </a:lnTo>
                  <a:lnTo>
                    <a:pt x="977326" y="763609"/>
                  </a:lnTo>
                  <a:lnTo>
                    <a:pt x="981533" y="755554"/>
                  </a:lnTo>
                  <a:lnTo>
                    <a:pt x="985598" y="747426"/>
                  </a:lnTo>
                  <a:lnTo>
                    <a:pt x="989520" y="739229"/>
                  </a:lnTo>
                  <a:lnTo>
                    <a:pt x="993298" y="730964"/>
                  </a:lnTo>
                  <a:lnTo>
                    <a:pt x="996932" y="722635"/>
                  </a:lnTo>
                  <a:lnTo>
                    <a:pt x="1000418" y="714243"/>
                  </a:lnTo>
                  <a:lnTo>
                    <a:pt x="1003758" y="705791"/>
                  </a:lnTo>
                  <a:lnTo>
                    <a:pt x="1006949" y="697283"/>
                  </a:lnTo>
                  <a:lnTo>
                    <a:pt x="1009990" y="688719"/>
                  </a:lnTo>
                  <a:lnTo>
                    <a:pt x="1012881" y="680104"/>
                  </a:lnTo>
                  <a:lnTo>
                    <a:pt x="1015621" y="671440"/>
                  </a:lnTo>
                  <a:lnTo>
                    <a:pt x="1018209" y="662729"/>
                  </a:lnTo>
                  <a:lnTo>
                    <a:pt x="1020644" y="653974"/>
                  </a:lnTo>
                  <a:lnTo>
                    <a:pt x="1022926" y="645178"/>
                  </a:lnTo>
                  <a:lnTo>
                    <a:pt x="1025053" y="636343"/>
                  </a:lnTo>
                  <a:lnTo>
                    <a:pt x="1027025" y="627472"/>
                  </a:lnTo>
                  <a:lnTo>
                    <a:pt x="1028842" y="618568"/>
                  </a:lnTo>
                  <a:lnTo>
                    <a:pt x="1030503" y="609634"/>
                  </a:lnTo>
                  <a:lnTo>
                    <a:pt x="1032007" y="600672"/>
                  </a:lnTo>
                  <a:lnTo>
                    <a:pt x="1033354" y="591685"/>
                  </a:lnTo>
                  <a:lnTo>
                    <a:pt x="1034543" y="582675"/>
                  </a:lnTo>
                  <a:lnTo>
                    <a:pt x="1035575" y="573647"/>
                  </a:lnTo>
                  <a:lnTo>
                    <a:pt x="1036448" y="564602"/>
                  </a:lnTo>
                  <a:lnTo>
                    <a:pt x="1037163" y="555542"/>
                  </a:lnTo>
                  <a:lnTo>
                    <a:pt x="1037719" y="546472"/>
                  </a:lnTo>
                  <a:lnTo>
                    <a:pt x="1038117" y="537393"/>
                  </a:lnTo>
                  <a:lnTo>
                    <a:pt x="1038355" y="528309"/>
                  </a:lnTo>
                  <a:lnTo>
                    <a:pt x="1038435" y="5192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73" name="tx173"/>
            <p:cNvSpPr/>
            <p:nvPr/>
          </p:nvSpPr>
          <p:spPr>
            <a:xfrm>
              <a:off x="1071610" y="2072385"/>
              <a:ext cx="247162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1063106" y="3266609"/>
              <a:ext cx="264170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1617413" y="2247275"/>
              <a:ext cx="438271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1792303" y="2669497"/>
              <a:ext cx="20226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1617413" y="3091719"/>
              <a:ext cx="455279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178" name="pg178"/>
            <p:cNvSpPr/>
            <p:nvPr/>
          </p:nvSpPr>
          <p:spPr>
            <a:xfrm>
              <a:off x="675984" y="2186439"/>
              <a:ext cx="1038435" cy="1038445"/>
            </a:xfrm>
            <a:custGeom>
              <a:avLst/>
              <a:pathLst>
                <a:path w="1038435" h="1038445">
                  <a:moveTo>
                    <a:pt x="1038435" y="519222"/>
                  </a:moveTo>
                  <a:lnTo>
                    <a:pt x="1038355" y="510135"/>
                  </a:lnTo>
                  <a:lnTo>
                    <a:pt x="1038117" y="501051"/>
                  </a:lnTo>
                  <a:lnTo>
                    <a:pt x="1037719" y="491972"/>
                  </a:lnTo>
                  <a:lnTo>
                    <a:pt x="1037163" y="482902"/>
                  </a:lnTo>
                  <a:lnTo>
                    <a:pt x="1036448" y="473843"/>
                  </a:lnTo>
                  <a:lnTo>
                    <a:pt x="1035575" y="464797"/>
                  </a:lnTo>
                  <a:lnTo>
                    <a:pt x="1034543" y="455769"/>
                  </a:lnTo>
                  <a:lnTo>
                    <a:pt x="1033354" y="446760"/>
                  </a:lnTo>
                  <a:lnTo>
                    <a:pt x="1032007" y="437773"/>
                  </a:lnTo>
                  <a:lnTo>
                    <a:pt x="1030503" y="428811"/>
                  </a:lnTo>
                  <a:lnTo>
                    <a:pt x="1028842" y="419876"/>
                  </a:lnTo>
                  <a:lnTo>
                    <a:pt x="1027025" y="410972"/>
                  </a:lnTo>
                  <a:lnTo>
                    <a:pt x="1025053" y="402102"/>
                  </a:lnTo>
                  <a:lnTo>
                    <a:pt x="1022926" y="393267"/>
                  </a:lnTo>
                  <a:lnTo>
                    <a:pt x="1020644" y="384470"/>
                  </a:lnTo>
                  <a:lnTo>
                    <a:pt x="1018209" y="375715"/>
                  </a:lnTo>
                  <a:lnTo>
                    <a:pt x="1015621" y="367004"/>
                  </a:lnTo>
                  <a:lnTo>
                    <a:pt x="1012881" y="358340"/>
                  </a:lnTo>
                  <a:lnTo>
                    <a:pt x="1009990" y="349725"/>
                  </a:lnTo>
                  <a:lnTo>
                    <a:pt x="1006949" y="341161"/>
                  </a:lnTo>
                  <a:lnTo>
                    <a:pt x="1003758" y="332653"/>
                  </a:lnTo>
                  <a:lnTo>
                    <a:pt x="1000418" y="324201"/>
                  </a:lnTo>
                  <a:lnTo>
                    <a:pt x="996932" y="315809"/>
                  </a:lnTo>
                  <a:lnTo>
                    <a:pt x="993298" y="307480"/>
                  </a:lnTo>
                  <a:lnTo>
                    <a:pt x="989520" y="299215"/>
                  </a:lnTo>
                  <a:lnTo>
                    <a:pt x="985598" y="291018"/>
                  </a:lnTo>
                  <a:lnTo>
                    <a:pt x="981533" y="282891"/>
                  </a:lnTo>
                  <a:lnTo>
                    <a:pt x="977326" y="274836"/>
                  </a:lnTo>
                  <a:lnTo>
                    <a:pt x="972979" y="266856"/>
                  </a:lnTo>
                  <a:lnTo>
                    <a:pt x="968492" y="258953"/>
                  </a:lnTo>
                  <a:lnTo>
                    <a:pt x="963869" y="251130"/>
                  </a:lnTo>
                  <a:lnTo>
                    <a:pt x="959109" y="243389"/>
                  </a:lnTo>
                  <a:lnTo>
                    <a:pt x="954214" y="235732"/>
                  </a:lnTo>
                  <a:lnTo>
                    <a:pt x="949186" y="228163"/>
                  </a:lnTo>
                  <a:lnTo>
                    <a:pt x="944026" y="220682"/>
                  </a:lnTo>
                  <a:lnTo>
                    <a:pt x="938736" y="213293"/>
                  </a:lnTo>
                  <a:lnTo>
                    <a:pt x="933318" y="205998"/>
                  </a:lnTo>
                  <a:lnTo>
                    <a:pt x="927773" y="198798"/>
                  </a:lnTo>
                  <a:lnTo>
                    <a:pt x="922103" y="191697"/>
                  </a:lnTo>
                  <a:lnTo>
                    <a:pt x="916309" y="184696"/>
                  </a:lnTo>
                  <a:lnTo>
                    <a:pt x="910393" y="177798"/>
                  </a:lnTo>
                  <a:lnTo>
                    <a:pt x="904358" y="171004"/>
                  </a:lnTo>
                  <a:lnTo>
                    <a:pt x="898205" y="164317"/>
                  </a:lnTo>
                  <a:lnTo>
                    <a:pt x="891936" y="157738"/>
                  </a:lnTo>
                  <a:lnTo>
                    <a:pt x="885552" y="151270"/>
                  </a:lnTo>
                  <a:lnTo>
                    <a:pt x="879057" y="144915"/>
                  </a:lnTo>
                  <a:lnTo>
                    <a:pt x="872451" y="138675"/>
                  </a:lnTo>
                  <a:lnTo>
                    <a:pt x="865737" y="132551"/>
                  </a:lnTo>
                  <a:lnTo>
                    <a:pt x="858917" y="126546"/>
                  </a:lnTo>
                  <a:lnTo>
                    <a:pt x="851992" y="120661"/>
                  </a:lnTo>
                  <a:lnTo>
                    <a:pt x="844966" y="114898"/>
                  </a:lnTo>
                  <a:lnTo>
                    <a:pt x="837840" y="109258"/>
                  </a:lnTo>
                  <a:lnTo>
                    <a:pt x="830617" y="103745"/>
                  </a:lnTo>
                  <a:lnTo>
                    <a:pt x="823298" y="98358"/>
                  </a:lnTo>
                  <a:lnTo>
                    <a:pt x="815886" y="93101"/>
                  </a:lnTo>
                  <a:lnTo>
                    <a:pt x="808383" y="87974"/>
                  </a:lnTo>
                  <a:lnTo>
                    <a:pt x="800791" y="82979"/>
                  </a:lnTo>
                  <a:lnTo>
                    <a:pt x="793113" y="78118"/>
                  </a:lnTo>
                  <a:lnTo>
                    <a:pt x="785351" y="73392"/>
                  </a:lnTo>
                  <a:lnTo>
                    <a:pt x="777508" y="68802"/>
                  </a:lnTo>
                  <a:lnTo>
                    <a:pt x="769586" y="64351"/>
                  </a:lnTo>
                  <a:lnTo>
                    <a:pt x="761587" y="60039"/>
                  </a:lnTo>
                  <a:lnTo>
                    <a:pt x="753514" y="55867"/>
                  </a:lnTo>
                  <a:lnTo>
                    <a:pt x="745368" y="51838"/>
                  </a:lnTo>
                  <a:lnTo>
                    <a:pt x="737154" y="47951"/>
                  </a:lnTo>
                  <a:lnTo>
                    <a:pt x="728873" y="44209"/>
                  </a:lnTo>
                  <a:lnTo>
                    <a:pt x="720528" y="40612"/>
                  </a:lnTo>
                  <a:lnTo>
                    <a:pt x="712121" y="37162"/>
                  </a:lnTo>
                  <a:lnTo>
                    <a:pt x="703655" y="33860"/>
                  </a:lnTo>
                  <a:lnTo>
                    <a:pt x="695132" y="30706"/>
                  </a:lnTo>
                  <a:lnTo>
                    <a:pt x="686556" y="27702"/>
                  </a:lnTo>
                  <a:lnTo>
                    <a:pt x="677928" y="24849"/>
                  </a:lnTo>
                  <a:lnTo>
                    <a:pt x="669251" y="22147"/>
                  </a:lnTo>
                  <a:lnTo>
                    <a:pt x="660529" y="19597"/>
                  </a:lnTo>
                  <a:lnTo>
                    <a:pt x="651764" y="17200"/>
                  </a:lnTo>
                  <a:lnTo>
                    <a:pt x="642957" y="14957"/>
                  </a:lnTo>
                  <a:lnTo>
                    <a:pt x="634113" y="12869"/>
                  </a:lnTo>
                  <a:lnTo>
                    <a:pt x="625234" y="10935"/>
                  </a:lnTo>
                  <a:lnTo>
                    <a:pt x="616322" y="9157"/>
                  </a:lnTo>
                  <a:lnTo>
                    <a:pt x="607381" y="7536"/>
                  </a:lnTo>
                  <a:lnTo>
                    <a:pt x="598412" y="6071"/>
                  </a:lnTo>
                  <a:lnTo>
                    <a:pt x="589419" y="4764"/>
                  </a:lnTo>
                  <a:lnTo>
                    <a:pt x="580405" y="3614"/>
                  </a:lnTo>
                  <a:lnTo>
                    <a:pt x="571372" y="2622"/>
                  </a:lnTo>
                  <a:lnTo>
                    <a:pt x="562323" y="1788"/>
                  </a:lnTo>
                  <a:lnTo>
                    <a:pt x="553261" y="1112"/>
                  </a:lnTo>
                  <a:lnTo>
                    <a:pt x="544188" y="596"/>
                  </a:lnTo>
                  <a:lnTo>
                    <a:pt x="535108" y="238"/>
                  </a:lnTo>
                  <a:lnTo>
                    <a:pt x="526023" y="39"/>
                  </a:lnTo>
                  <a:lnTo>
                    <a:pt x="516935" y="0"/>
                  </a:lnTo>
                  <a:lnTo>
                    <a:pt x="507849" y="119"/>
                  </a:lnTo>
                  <a:lnTo>
                    <a:pt x="498766" y="397"/>
                  </a:lnTo>
                  <a:lnTo>
                    <a:pt x="489689" y="834"/>
                  </a:lnTo>
                  <a:lnTo>
                    <a:pt x="480621" y="1430"/>
                  </a:lnTo>
                  <a:lnTo>
                    <a:pt x="471565" y="2185"/>
                  </a:lnTo>
                  <a:lnTo>
                    <a:pt x="462524" y="3098"/>
                  </a:lnTo>
                  <a:lnTo>
                    <a:pt x="453500" y="4169"/>
                  </a:lnTo>
                  <a:lnTo>
                    <a:pt x="444496" y="5398"/>
                  </a:lnTo>
                  <a:lnTo>
                    <a:pt x="435515" y="6784"/>
                  </a:lnTo>
                  <a:lnTo>
                    <a:pt x="426559" y="8327"/>
                  </a:lnTo>
                  <a:lnTo>
                    <a:pt x="417632" y="10027"/>
                  </a:lnTo>
                  <a:lnTo>
                    <a:pt x="408737" y="11882"/>
                  </a:lnTo>
                  <a:lnTo>
                    <a:pt x="399874" y="13894"/>
                  </a:lnTo>
                  <a:lnTo>
                    <a:pt x="391049" y="16059"/>
                  </a:lnTo>
                  <a:lnTo>
                    <a:pt x="382263" y="18379"/>
                  </a:lnTo>
                  <a:lnTo>
                    <a:pt x="373518" y="20853"/>
                  </a:lnTo>
                  <a:lnTo>
                    <a:pt x="364819" y="23479"/>
                  </a:lnTo>
                  <a:lnTo>
                    <a:pt x="356166" y="26257"/>
                  </a:lnTo>
                  <a:lnTo>
                    <a:pt x="347564" y="29185"/>
                  </a:lnTo>
                  <a:lnTo>
                    <a:pt x="339014" y="32264"/>
                  </a:lnTo>
                  <a:lnTo>
                    <a:pt x="330520" y="35493"/>
                  </a:lnTo>
                  <a:lnTo>
                    <a:pt x="322083" y="38869"/>
                  </a:lnTo>
                  <a:lnTo>
                    <a:pt x="313706" y="42392"/>
                  </a:lnTo>
                  <a:lnTo>
                    <a:pt x="305393" y="46062"/>
                  </a:lnTo>
                  <a:lnTo>
                    <a:pt x="297145" y="49876"/>
                  </a:lnTo>
                  <a:lnTo>
                    <a:pt x="288965" y="53834"/>
                  </a:lnTo>
                  <a:lnTo>
                    <a:pt x="280855" y="57935"/>
                  </a:lnTo>
                  <a:lnTo>
                    <a:pt x="272819" y="62177"/>
                  </a:lnTo>
                  <a:lnTo>
                    <a:pt x="264858" y="66559"/>
                  </a:lnTo>
                  <a:lnTo>
                    <a:pt x="256975" y="71080"/>
                  </a:lnTo>
                  <a:lnTo>
                    <a:pt x="249172" y="75738"/>
                  </a:lnTo>
                  <a:lnTo>
                    <a:pt x="241452" y="80532"/>
                  </a:lnTo>
                  <a:lnTo>
                    <a:pt x="233817" y="85460"/>
                  </a:lnTo>
                  <a:lnTo>
                    <a:pt x="226269" y="90521"/>
                  </a:lnTo>
                  <a:lnTo>
                    <a:pt x="218811" y="95713"/>
                  </a:lnTo>
                  <a:lnTo>
                    <a:pt x="211445" y="101036"/>
                  </a:lnTo>
                  <a:lnTo>
                    <a:pt x="204174" y="106486"/>
                  </a:lnTo>
                  <a:lnTo>
                    <a:pt x="196999" y="112062"/>
                  </a:lnTo>
                  <a:lnTo>
                    <a:pt x="189922" y="117764"/>
                  </a:lnTo>
                  <a:lnTo>
                    <a:pt x="182947" y="123588"/>
                  </a:lnTo>
                  <a:lnTo>
                    <a:pt x="176074" y="129533"/>
                  </a:lnTo>
                  <a:lnTo>
                    <a:pt x="169307" y="135598"/>
                  </a:lnTo>
                  <a:lnTo>
                    <a:pt x="162647" y="141781"/>
                  </a:lnTo>
                  <a:lnTo>
                    <a:pt x="156096" y="148079"/>
                  </a:lnTo>
                  <a:lnTo>
                    <a:pt x="149656" y="154490"/>
                  </a:lnTo>
                  <a:lnTo>
                    <a:pt x="143330" y="161014"/>
                  </a:lnTo>
                  <a:lnTo>
                    <a:pt x="137118" y="167647"/>
                  </a:lnTo>
                  <a:lnTo>
                    <a:pt x="131024" y="174388"/>
                  </a:lnTo>
                  <a:lnTo>
                    <a:pt x="125048" y="181234"/>
                  </a:lnTo>
                  <a:lnTo>
                    <a:pt x="119193" y="188184"/>
                  </a:lnTo>
                  <a:lnTo>
                    <a:pt x="113461" y="195235"/>
                  </a:lnTo>
                  <a:lnTo>
                    <a:pt x="107853" y="202386"/>
                  </a:lnTo>
                  <a:lnTo>
                    <a:pt x="102371" y="209634"/>
                  </a:lnTo>
                  <a:lnTo>
                    <a:pt x="97017" y="216976"/>
                  </a:lnTo>
                  <a:lnTo>
                    <a:pt x="91792" y="224411"/>
                  </a:lnTo>
                  <a:lnTo>
                    <a:pt x="86698" y="231936"/>
                  </a:lnTo>
                  <a:lnTo>
                    <a:pt x="81736" y="239550"/>
                  </a:lnTo>
                  <a:lnTo>
                    <a:pt x="76909" y="247249"/>
                  </a:lnTo>
                  <a:lnTo>
                    <a:pt x="72217" y="255031"/>
                  </a:lnTo>
                  <a:lnTo>
                    <a:pt x="67662" y="262894"/>
                  </a:lnTo>
                  <a:lnTo>
                    <a:pt x="63245" y="270836"/>
                  </a:lnTo>
                  <a:lnTo>
                    <a:pt x="58968" y="278854"/>
                  </a:lnTo>
                  <a:lnTo>
                    <a:pt x="54831" y="286945"/>
                  </a:lnTo>
                  <a:lnTo>
                    <a:pt x="50838" y="295108"/>
                  </a:lnTo>
                  <a:lnTo>
                    <a:pt x="46987" y="303339"/>
                  </a:lnTo>
                  <a:lnTo>
                    <a:pt x="43281" y="311637"/>
                  </a:lnTo>
                  <a:lnTo>
                    <a:pt x="39721" y="319998"/>
                  </a:lnTo>
                  <a:lnTo>
                    <a:pt x="36308" y="328420"/>
                  </a:lnTo>
                  <a:lnTo>
                    <a:pt x="33043" y="336900"/>
                  </a:lnTo>
                  <a:lnTo>
                    <a:pt x="29926" y="345436"/>
                  </a:lnTo>
                  <a:lnTo>
                    <a:pt x="26960" y="354026"/>
                  </a:lnTo>
                  <a:lnTo>
                    <a:pt x="24144" y="362666"/>
                  </a:lnTo>
                  <a:lnTo>
                    <a:pt x="21480" y="371354"/>
                  </a:lnTo>
                  <a:lnTo>
                    <a:pt x="18968" y="380088"/>
                  </a:lnTo>
                  <a:lnTo>
                    <a:pt x="16610" y="388864"/>
                  </a:lnTo>
                  <a:lnTo>
                    <a:pt x="14406" y="397680"/>
                  </a:lnTo>
                  <a:lnTo>
                    <a:pt x="12356" y="406533"/>
                  </a:lnTo>
                  <a:lnTo>
                    <a:pt x="10461" y="415420"/>
                  </a:lnTo>
                  <a:lnTo>
                    <a:pt x="8723" y="424340"/>
                  </a:lnTo>
                  <a:lnTo>
                    <a:pt x="7140" y="433288"/>
                  </a:lnTo>
                  <a:lnTo>
                    <a:pt x="5715" y="442263"/>
                  </a:lnTo>
                  <a:lnTo>
                    <a:pt x="4446" y="451262"/>
                  </a:lnTo>
                  <a:lnTo>
                    <a:pt x="3336" y="460281"/>
                  </a:lnTo>
                  <a:lnTo>
                    <a:pt x="2383" y="469318"/>
                  </a:lnTo>
                  <a:lnTo>
                    <a:pt x="1589" y="478371"/>
                  </a:lnTo>
                  <a:lnTo>
                    <a:pt x="953" y="487436"/>
                  </a:lnTo>
                  <a:lnTo>
                    <a:pt x="477" y="496511"/>
                  </a:lnTo>
                  <a:lnTo>
                    <a:pt x="159" y="505592"/>
                  </a:lnTo>
                  <a:lnTo>
                    <a:pt x="0" y="514678"/>
                  </a:lnTo>
                  <a:lnTo>
                    <a:pt x="0" y="523766"/>
                  </a:lnTo>
                  <a:lnTo>
                    <a:pt x="159" y="532852"/>
                  </a:lnTo>
                  <a:lnTo>
                    <a:pt x="477" y="541934"/>
                  </a:lnTo>
                  <a:lnTo>
                    <a:pt x="953" y="551008"/>
                  </a:lnTo>
                  <a:lnTo>
                    <a:pt x="1589" y="560073"/>
                  </a:lnTo>
                  <a:lnTo>
                    <a:pt x="2383" y="569126"/>
                  </a:lnTo>
                  <a:lnTo>
                    <a:pt x="3336" y="578163"/>
                  </a:lnTo>
                  <a:lnTo>
                    <a:pt x="4446" y="587183"/>
                  </a:lnTo>
                  <a:lnTo>
                    <a:pt x="5715" y="596181"/>
                  </a:lnTo>
                  <a:lnTo>
                    <a:pt x="7140" y="605156"/>
                  </a:lnTo>
                  <a:lnTo>
                    <a:pt x="8723" y="614104"/>
                  </a:lnTo>
                  <a:lnTo>
                    <a:pt x="10461" y="623024"/>
                  </a:lnTo>
                  <a:lnTo>
                    <a:pt x="12356" y="631912"/>
                  </a:lnTo>
                  <a:lnTo>
                    <a:pt x="14406" y="640765"/>
                  </a:lnTo>
                  <a:lnTo>
                    <a:pt x="16610" y="649581"/>
                  </a:lnTo>
                  <a:lnTo>
                    <a:pt x="18968" y="658357"/>
                  </a:lnTo>
                  <a:lnTo>
                    <a:pt x="21480" y="667090"/>
                  </a:lnTo>
                  <a:lnTo>
                    <a:pt x="24144" y="675778"/>
                  </a:lnTo>
                  <a:lnTo>
                    <a:pt x="26960" y="684418"/>
                  </a:lnTo>
                  <a:lnTo>
                    <a:pt x="29926" y="693008"/>
                  </a:lnTo>
                  <a:lnTo>
                    <a:pt x="33043" y="701544"/>
                  </a:lnTo>
                  <a:lnTo>
                    <a:pt x="36308" y="710025"/>
                  </a:lnTo>
                  <a:lnTo>
                    <a:pt x="39721" y="718447"/>
                  </a:lnTo>
                  <a:lnTo>
                    <a:pt x="43281" y="726808"/>
                  </a:lnTo>
                  <a:lnTo>
                    <a:pt x="46987" y="735105"/>
                  </a:lnTo>
                  <a:lnTo>
                    <a:pt x="50838" y="743336"/>
                  </a:lnTo>
                  <a:lnTo>
                    <a:pt x="54831" y="751499"/>
                  </a:lnTo>
                  <a:lnTo>
                    <a:pt x="58968" y="759590"/>
                  </a:lnTo>
                  <a:lnTo>
                    <a:pt x="63245" y="767608"/>
                  </a:lnTo>
                  <a:lnTo>
                    <a:pt x="67662" y="775550"/>
                  </a:lnTo>
                  <a:lnTo>
                    <a:pt x="72217" y="783413"/>
                  </a:lnTo>
                  <a:lnTo>
                    <a:pt x="76909" y="791195"/>
                  </a:lnTo>
                  <a:lnTo>
                    <a:pt x="81736" y="798894"/>
                  </a:lnTo>
                  <a:lnTo>
                    <a:pt x="86698" y="806508"/>
                  </a:lnTo>
                  <a:lnTo>
                    <a:pt x="91792" y="814033"/>
                  </a:lnTo>
                  <a:lnTo>
                    <a:pt x="97017" y="821468"/>
                  </a:lnTo>
                  <a:lnTo>
                    <a:pt x="102371" y="828811"/>
                  </a:lnTo>
                  <a:lnTo>
                    <a:pt x="107853" y="836058"/>
                  </a:lnTo>
                  <a:lnTo>
                    <a:pt x="113461" y="843209"/>
                  </a:lnTo>
                  <a:lnTo>
                    <a:pt x="119193" y="850260"/>
                  </a:lnTo>
                  <a:lnTo>
                    <a:pt x="125048" y="857210"/>
                  </a:lnTo>
                  <a:lnTo>
                    <a:pt x="131024" y="864057"/>
                  </a:lnTo>
                  <a:lnTo>
                    <a:pt x="137118" y="870797"/>
                  </a:lnTo>
                  <a:lnTo>
                    <a:pt x="143330" y="877431"/>
                  </a:lnTo>
                  <a:lnTo>
                    <a:pt x="149656" y="883954"/>
                  </a:lnTo>
                  <a:lnTo>
                    <a:pt x="156096" y="890366"/>
                  </a:lnTo>
                  <a:lnTo>
                    <a:pt x="162647" y="896664"/>
                  </a:lnTo>
                  <a:lnTo>
                    <a:pt x="169307" y="902846"/>
                  </a:lnTo>
                  <a:lnTo>
                    <a:pt x="176074" y="908911"/>
                  </a:lnTo>
                  <a:lnTo>
                    <a:pt x="182947" y="914856"/>
                  </a:lnTo>
                  <a:lnTo>
                    <a:pt x="189922" y="920681"/>
                  </a:lnTo>
                  <a:lnTo>
                    <a:pt x="196999" y="926382"/>
                  </a:lnTo>
                  <a:lnTo>
                    <a:pt x="204174" y="931958"/>
                  </a:lnTo>
                  <a:lnTo>
                    <a:pt x="211445" y="937409"/>
                  </a:lnTo>
                  <a:lnTo>
                    <a:pt x="218811" y="942731"/>
                  </a:lnTo>
                  <a:lnTo>
                    <a:pt x="226269" y="947923"/>
                  </a:lnTo>
                  <a:lnTo>
                    <a:pt x="233817" y="952984"/>
                  </a:lnTo>
                  <a:lnTo>
                    <a:pt x="241452" y="957912"/>
                  </a:lnTo>
                  <a:lnTo>
                    <a:pt x="249172" y="962706"/>
                  </a:lnTo>
                  <a:lnTo>
                    <a:pt x="256975" y="967364"/>
                  </a:lnTo>
                  <a:lnTo>
                    <a:pt x="264858" y="971885"/>
                  </a:lnTo>
                  <a:lnTo>
                    <a:pt x="272819" y="976267"/>
                  </a:lnTo>
                  <a:lnTo>
                    <a:pt x="280855" y="980509"/>
                  </a:lnTo>
                  <a:lnTo>
                    <a:pt x="288965" y="984610"/>
                  </a:lnTo>
                  <a:lnTo>
                    <a:pt x="297145" y="988568"/>
                  </a:lnTo>
                  <a:lnTo>
                    <a:pt x="305393" y="992382"/>
                  </a:lnTo>
                  <a:lnTo>
                    <a:pt x="313706" y="996052"/>
                  </a:lnTo>
                  <a:lnTo>
                    <a:pt x="322083" y="999575"/>
                  </a:lnTo>
                  <a:lnTo>
                    <a:pt x="330520" y="1002952"/>
                  </a:lnTo>
                  <a:lnTo>
                    <a:pt x="339014" y="1006180"/>
                  </a:lnTo>
                  <a:lnTo>
                    <a:pt x="347564" y="1009259"/>
                  </a:lnTo>
                  <a:lnTo>
                    <a:pt x="356166" y="1012188"/>
                  </a:lnTo>
                  <a:lnTo>
                    <a:pt x="364819" y="1014966"/>
                  </a:lnTo>
                  <a:lnTo>
                    <a:pt x="373518" y="1017592"/>
                  </a:lnTo>
                  <a:lnTo>
                    <a:pt x="382263" y="1020065"/>
                  </a:lnTo>
                  <a:lnTo>
                    <a:pt x="391049" y="1022385"/>
                  </a:lnTo>
                  <a:lnTo>
                    <a:pt x="399874" y="1024551"/>
                  </a:lnTo>
                  <a:lnTo>
                    <a:pt x="408737" y="1026562"/>
                  </a:lnTo>
                  <a:lnTo>
                    <a:pt x="417632" y="1028417"/>
                  </a:lnTo>
                  <a:lnTo>
                    <a:pt x="426559" y="1030117"/>
                  </a:lnTo>
                  <a:lnTo>
                    <a:pt x="435515" y="1031660"/>
                  </a:lnTo>
                  <a:lnTo>
                    <a:pt x="444496" y="1033046"/>
                  </a:lnTo>
                  <a:lnTo>
                    <a:pt x="453500" y="1034275"/>
                  </a:lnTo>
                  <a:lnTo>
                    <a:pt x="462524" y="1035346"/>
                  </a:lnTo>
                  <a:lnTo>
                    <a:pt x="471565" y="1036259"/>
                  </a:lnTo>
                  <a:lnTo>
                    <a:pt x="480621" y="1037014"/>
                  </a:lnTo>
                  <a:lnTo>
                    <a:pt x="489689" y="1037610"/>
                  </a:lnTo>
                  <a:lnTo>
                    <a:pt x="498766" y="1038047"/>
                  </a:lnTo>
                  <a:lnTo>
                    <a:pt x="507849" y="1038325"/>
                  </a:lnTo>
                  <a:lnTo>
                    <a:pt x="516935" y="1038445"/>
                  </a:lnTo>
                  <a:lnTo>
                    <a:pt x="526023" y="1038405"/>
                  </a:lnTo>
                  <a:lnTo>
                    <a:pt x="535108" y="1038206"/>
                  </a:lnTo>
                  <a:lnTo>
                    <a:pt x="544188" y="1037848"/>
                  </a:lnTo>
                  <a:lnTo>
                    <a:pt x="553261" y="1037332"/>
                  </a:lnTo>
                  <a:lnTo>
                    <a:pt x="562323" y="1036656"/>
                  </a:lnTo>
                  <a:lnTo>
                    <a:pt x="571372" y="1035823"/>
                  </a:lnTo>
                  <a:lnTo>
                    <a:pt x="580405" y="1034831"/>
                  </a:lnTo>
                  <a:lnTo>
                    <a:pt x="589419" y="1033681"/>
                  </a:lnTo>
                  <a:lnTo>
                    <a:pt x="598412" y="1032373"/>
                  </a:lnTo>
                  <a:lnTo>
                    <a:pt x="607381" y="1030908"/>
                  </a:lnTo>
                  <a:lnTo>
                    <a:pt x="616322" y="1029287"/>
                  </a:lnTo>
                  <a:lnTo>
                    <a:pt x="625234" y="1027509"/>
                  </a:lnTo>
                  <a:lnTo>
                    <a:pt x="634113" y="1025576"/>
                  </a:lnTo>
                  <a:lnTo>
                    <a:pt x="642957" y="1023487"/>
                  </a:lnTo>
                  <a:lnTo>
                    <a:pt x="651764" y="1021244"/>
                  </a:lnTo>
                  <a:lnTo>
                    <a:pt x="660529" y="1018847"/>
                  </a:lnTo>
                  <a:lnTo>
                    <a:pt x="669251" y="1016298"/>
                  </a:lnTo>
                  <a:lnTo>
                    <a:pt x="677928" y="1013596"/>
                  </a:lnTo>
                  <a:lnTo>
                    <a:pt x="686556" y="1010742"/>
                  </a:lnTo>
                  <a:lnTo>
                    <a:pt x="695132" y="1007738"/>
                  </a:lnTo>
                  <a:lnTo>
                    <a:pt x="703655" y="1004584"/>
                  </a:lnTo>
                  <a:lnTo>
                    <a:pt x="712121" y="1001282"/>
                  </a:lnTo>
                  <a:lnTo>
                    <a:pt x="720528" y="997832"/>
                  </a:lnTo>
                  <a:lnTo>
                    <a:pt x="728873" y="994235"/>
                  </a:lnTo>
                  <a:lnTo>
                    <a:pt x="737154" y="990493"/>
                  </a:lnTo>
                  <a:lnTo>
                    <a:pt x="745368" y="986607"/>
                  </a:lnTo>
                  <a:lnTo>
                    <a:pt x="753514" y="982577"/>
                  </a:lnTo>
                  <a:lnTo>
                    <a:pt x="761587" y="978406"/>
                  </a:lnTo>
                  <a:lnTo>
                    <a:pt x="769586" y="974093"/>
                  </a:lnTo>
                  <a:lnTo>
                    <a:pt x="777508" y="969642"/>
                  </a:lnTo>
                  <a:lnTo>
                    <a:pt x="785351" y="965052"/>
                  </a:lnTo>
                  <a:lnTo>
                    <a:pt x="793113" y="960326"/>
                  </a:lnTo>
                  <a:lnTo>
                    <a:pt x="800791" y="955465"/>
                  </a:lnTo>
                  <a:lnTo>
                    <a:pt x="808383" y="950470"/>
                  </a:lnTo>
                  <a:lnTo>
                    <a:pt x="815886" y="945343"/>
                  </a:lnTo>
                  <a:lnTo>
                    <a:pt x="823298" y="940086"/>
                  </a:lnTo>
                  <a:lnTo>
                    <a:pt x="830617" y="934699"/>
                  </a:lnTo>
                  <a:lnTo>
                    <a:pt x="837840" y="929186"/>
                  </a:lnTo>
                  <a:lnTo>
                    <a:pt x="844966" y="923547"/>
                  </a:lnTo>
                  <a:lnTo>
                    <a:pt x="851992" y="917784"/>
                  </a:lnTo>
                  <a:lnTo>
                    <a:pt x="858917" y="911899"/>
                  </a:lnTo>
                  <a:lnTo>
                    <a:pt x="865737" y="905893"/>
                  </a:lnTo>
                  <a:lnTo>
                    <a:pt x="872451" y="899769"/>
                  </a:lnTo>
                  <a:lnTo>
                    <a:pt x="879057" y="893529"/>
                  </a:lnTo>
                  <a:lnTo>
                    <a:pt x="885552" y="887174"/>
                  </a:lnTo>
                  <a:lnTo>
                    <a:pt x="891936" y="880706"/>
                  </a:lnTo>
                  <a:lnTo>
                    <a:pt x="898205" y="874128"/>
                  </a:lnTo>
                  <a:lnTo>
                    <a:pt x="904358" y="867440"/>
                  </a:lnTo>
                  <a:lnTo>
                    <a:pt x="910393" y="860646"/>
                  </a:lnTo>
                  <a:lnTo>
                    <a:pt x="916309" y="853748"/>
                  </a:lnTo>
                  <a:lnTo>
                    <a:pt x="922103" y="846747"/>
                  </a:lnTo>
                  <a:lnTo>
                    <a:pt x="927773" y="839646"/>
                  </a:lnTo>
                  <a:lnTo>
                    <a:pt x="933318" y="832446"/>
                  </a:lnTo>
                  <a:lnTo>
                    <a:pt x="938736" y="825151"/>
                  </a:lnTo>
                  <a:lnTo>
                    <a:pt x="944026" y="817762"/>
                  </a:lnTo>
                  <a:lnTo>
                    <a:pt x="949186" y="810282"/>
                  </a:lnTo>
                  <a:lnTo>
                    <a:pt x="954214" y="802712"/>
                  </a:lnTo>
                  <a:lnTo>
                    <a:pt x="959109" y="795056"/>
                  </a:lnTo>
                  <a:lnTo>
                    <a:pt x="963869" y="787315"/>
                  </a:lnTo>
                  <a:lnTo>
                    <a:pt x="968492" y="779491"/>
                  </a:lnTo>
                  <a:lnTo>
                    <a:pt x="972979" y="771589"/>
                  </a:lnTo>
                  <a:lnTo>
                    <a:pt x="977326" y="763609"/>
                  </a:lnTo>
                  <a:lnTo>
                    <a:pt x="981533" y="755554"/>
                  </a:lnTo>
                  <a:lnTo>
                    <a:pt x="985598" y="747426"/>
                  </a:lnTo>
                  <a:lnTo>
                    <a:pt x="989520" y="739229"/>
                  </a:lnTo>
                  <a:lnTo>
                    <a:pt x="993298" y="730964"/>
                  </a:lnTo>
                  <a:lnTo>
                    <a:pt x="996932" y="722635"/>
                  </a:lnTo>
                  <a:lnTo>
                    <a:pt x="1000418" y="714243"/>
                  </a:lnTo>
                  <a:lnTo>
                    <a:pt x="1003758" y="705791"/>
                  </a:lnTo>
                  <a:lnTo>
                    <a:pt x="1006949" y="697283"/>
                  </a:lnTo>
                  <a:lnTo>
                    <a:pt x="1009990" y="688719"/>
                  </a:lnTo>
                  <a:lnTo>
                    <a:pt x="1012881" y="680104"/>
                  </a:lnTo>
                  <a:lnTo>
                    <a:pt x="1015621" y="671440"/>
                  </a:lnTo>
                  <a:lnTo>
                    <a:pt x="1018209" y="662729"/>
                  </a:lnTo>
                  <a:lnTo>
                    <a:pt x="1020644" y="653974"/>
                  </a:lnTo>
                  <a:lnTo>
                    <a:pt x="1022926" y="645178"/>
                  </a:lnTo>
                  <a:lnTo>
                    <a:pt x="1025053" y="636343"/>
                  </a:lnTo>
                  <a:lnTo>
                    <a:pt x="1027025" y="627472"/>
                  </a:lnTo>
                  <a:lnTo>
                    <a:pt x="1028842" y="618568"/>
                  </a:lnTo>
                  <a:lnTo>
                    <a:pt x="1030503" y="609634"/>
                  </a:lnTo>
                  <a:lnTo>
                    <a:pt x="1032007" y="600672"/>
                  </a:lnTo>
                  <a:lnTo>
                    <a:pt x="1033354" y="591685"/>
                  </a:lnTo>
                  <a:lnTo>
                    <a:pt x="1034543" y="582675"/>
                  </a:lnTo>
                  <a:lnTo>
                    <a:pt x="1035575" y="573647"/>
                  </a:lnTo>
                  <a:lnTo>
                    <a:pt x="1036448" y="564602"/>
                  </a:lnTo>
                  <a:lnTo>
                    <a:pt x="1037163" y="555542"/>
                  </a:lnTo>
                  <a:lnTo>
                    <a:pt x="1037719" y="546472"/>
                  </a:lnTo>
                  <a:lnTo>
                    <a:pt x="1038117" y="537393"/>
                  </a:lnTo>
                  <a:lnTo>
                    <a:pt x="1038355" y="528309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1195191" y="2186434"/>
              <a:ext cx="0" cy="467304"/>
            </a:xfrm>
            <a:custGeom>
              <a:avLst/>
              <a:pathLst>
                <a:path w="0" h="467304">
                  <a:moveTo>
                    <a:pt x="0" y="46730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1231906" y="2338512"/>
              <a:ext cx="330434" cy="330434"/>
            </a:xfrm>
            <a:custGeom>
              <a:avLst/>
              <a:pathLst>
                <a:path w="330434" h="330434">
                  <a:moveTo>
                    <a:pt x="0" y="330434"/>
                  </a:moveTo>
                  <a:lnTo>
                    <a:pt x="33043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1247114" y="2705661"/>
              <a:ext cx="467304" cy="0"/>
            </a:xfrm>
            <a:custGeom>
              <a:avLst/>
              <a:pathLst>
                <a:path w="467304" h="0">
                  <a:moveTo>
                    <a:pt x="0" y="0"/>
                  </a:moveTo>
                  <a:lnTo>
                    <a:pt x="46730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1231906" y="2742376"/>
              <a:ext cx="330434" cy="330434"/>
            </a:xfrm>
            <a:custGeom>
              <a:avLst/>
              <a:pathLst>
                <a:path w="330434" h="330434">
                  <a:moveTo>
                    <a:pt x="0" y="0"/>
                  </a:moveTo>
                  <a:lnTo>
                    <a:pt x="330434" y="33043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1195191" y="2757584"/>
              <a:ext cx="0" cy="467304"/>
            </a:xfrm>
            <a:custGeom>
              <a:avLst/>
              <a:pathLst>
                <a:path w="0" h="467304">
                  <a:moveTo>
                    <a:pt x="0" y="0"/>
                  </a:moveTo>
                  <a:lnTo>
                    <a:pt x="0" y="46730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828042" y="2742376"/>
              <a:ext cx="330434" cy="330434"/>
            </a:xfrm>
            <a:custGeom>
              <a:avLst/>
              <a:pathLst>
                <a:path w="330434" h="330434">
                  <a:moveTo>
                    <a:pt x="330434" y="0"/>
                  </a:moveTo>
                  <a:lnTo>
                    <a:pt x="0" y="33043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675964" y="2705661"/>
              <a:ext cx="467304" cy="0"/>
            </a:xfrm>
            <a:custGeom>
              <a:avLst/>
              <a:pathLst>
                <a:path w="467304" h="0">
                  <a:moveTo>
                    <a:pt x="467304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828042" y="2338512"/>
              <a:ext cx="330434" cy="330434"/>
            </a:xfrm>
            <a:custGeom>
              <a:avLst/>
              <a:pathLst>
                <a:path w="330434" h="330434">
                  <a:moveTo>
                    <a:pt x="330434" y="33043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1121761" y="2522087"/>
              <a:ext cx="281120" cy="238647"/>
            </a:xfrm>
            <a:custGeom>
              <a:avLst/>
              <a:pathLst>
                <a:path w="281120" h="238647">
                  <a:moveTo>
                    <a:pt x="73429" y="105690"/>
                  </a:moveTo>
                  <a:lnTo>
                    <a:pt x="257004" y="0"/>
                  </a:lnTo>
                  <a:lnTo>
                    <a:pt x="281120" y="183574"/>
                  </a:lnTo>
                  <a:lnTo>
                    <a:pt x="110144" y="220289"/>
                  </a:lnTo>
                  <a:lnTo>
                    <a:pt x="73429" y="235497"/>
                  </a:lnTo>
                  <a:lnTo>
                    <a:pt x="18357" y="238647"/>
                  </a:lnTo>
                  <a:lnTo>
                    <a:pt x="21507" y="183574"/>
                  </a:lnTo>
                  <a:lnTo>
                    <a:pt x="0" y="110144"/>
                  </a:lnTo>
                  <a:lnTo>
                    <a:pt x="73429" y="105690"/>
                  </a:lnTo>
                </a:path>
              </a:pathLst>
            </a:custGeom>
            <a:ln w="31166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1159921" y="2592507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1343496" y="2486817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1367612" y="2670391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1196636" y="2707106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1159921" y="2722314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1104849" y="2725464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1107998" y="2670391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1086491" y="2596961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1159921" y="2592507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tx197"/>
            <p:cNvSpPr/>
            <p:nvPr/>
          </p:nvSpPr>
          <p:spPr>
            <a:xfrm>
              <a:off x="1055760" y="2632067"/>
              <a:ext cx="87508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1022111" y="2398415"/>
              <a:ext cx="12115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988461" y="2164763"/>
              <a:ext cx="15480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200" name="rc200"/>
            <p:cNvSpPr/>
            <p:nvPr/>
          </p:nvSpPr>
          <p:spPr>
            <a:xfrm>
              <a:off x="2320794" y="1749294"/>
              <a:ext cx="2251205" cy="233029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201" name="rc201"/>
            <p:cNvSpPr/>
            <p:nvPr/>
          </p:nvSpPr>
          <p:spPr>
            <a:xfrm>
              <a:off x="2320794" y="1982323"/>
              <a:ext cx="2251205" cy="14466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" name="rc202"/>
            <p:cNvSpPr/>
            <p:nvPr/>
          </p:nvSpPr>
          <p:spPr>
            <a:xfrm>
              <a:off x="2358752" y="1749294"/>
              <a:ext cx="2175290" cy="23302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tx203"/>
            <p:cNvSpPr/>
            <p:nvPr/>
          </p:nvSpPr>
          <p:spPr>
            <a:xfrm>
              <a:off x="3105783" y="1783261"/>
              <a:ext cx="68122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Gruiformes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2844310" y="1884751"/>
              <a:ext cx="1204173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16, species = 9</a:t>
              </a:r>
            </a:p>
          </p:txBody>
        </p:sp>
        <p:sp>
          <p:nvSpPr>
            <p:cNvPr id="205" name="rc205"/>
            <p:cNvSpPr/>
            <p:nvPr/>
          </p:nvSpPr>
          <p:spPr>
            <a:xfrm>
              <a:off x="2589671" y="2020281"/>
              <a:ext cx="1713451" cy="1370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" name="tx206"/>
            <p:cNvSpPr/>
            <p:nvPr/>
          </p:nvSpPr>
          <p:spPr>
            <a:xfrm>
              <a:off x="2552162" y="3091719"/>
              <a:ext cx="472013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207" name="tx207"/>
            <p:cNvSpPr/>
            <p:nvPr/>
          </p:nvSpPr>
          <p:spPr>
            <a:xfrm>
              <a:off x="2620868" y="2669497"/>
              <a:ext cx="228417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208" name="tx208"/>
            <p:cNvSpPr/>
            <p:nvPr/>
          </p:nvSpPr>
          <p:spPr>
            <a:xfrm>
              <a:off x="2569170" y="2247275"/>
              <a:ext cx="45500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209" name="pl209"/>
            <p:cNvSpPr/>
            <p:nvPr/>
          </p:nvSpPr>
          <p:spPr>
            <a:xfrm>
              <a:off x="3394476" y="2653739"/>
              <a:ext cx="103843" cy="103844"/>
            </a:xfrm>
            <a:custGeom>
              <a:avLst/>
              <a:pathLst>
                <a:path w="103843" h="103844">
                  <a:moveTo>
                    <a:pt x="103843" y="51922"/>
                  </a:moveTo>
                  <a:lnTo>
                    <a:pt x="103835" y="51013"/>
                  </a:lnTo>
                  <a:lnTo>
                    <a:pt x="103811" y="50105"/>
                  </a:lnTo>
                  <a:lnTo>
                    <a:pt x="103771" y="49197"/>
                  </a:lnTo>
                  <a:lnTo>
                    <a:pt x="103716" y="48290"/>
                  </a:lnTo>
                  <a:lnTo>
                    <a:pt x="103644" y="47384"/>
                  </a:lnTo>
                  <a:lnTo>
                    <a:pt x="103557" y="46479"/>
                  </a:lnTo>
                  <a:lnTo>
                    <a:pt x="103454" y="45576"/>
                  </a:lnTo>
                  <a:lnTo>
                    <a:pt x="103335" y="44676"/>
                  </a:lnTo>
                  <a:lnTo>
                    <a:pt x="103200" y="43777"/>
                  </a:lnTo>
                  <a:lnTo>
                    <a:pt x="103050" y="42881"/>
                  </a:lnTo>
                  <a:lnTo>
                    <a:pt x="102884" y="41987"/>
                  </a:lnTo>
                  <a:lnTo>
                    <a:pt x="102702" y="41097"/>
                  </a:lnTo>
                  <a:lnTo>
                    <a:pt x="102505" y="40210"/>
                  </a:lnTo>
                  <a:lnTo>
                    <a:pt x="102292" y="39326"/>
                  </a:lnTo>
                  <a:lnTo>
                    <a:pt x="102064" y="38447"/>
                  </a:lnTo>
                  <a:lnTo>
                    <a:pt x="101820" y="37571"/>
                  </a:lnTo>
                  <a:lnTo>
                    <a:pt x="101562" y="36700"/>
                  </a:lnTo>
                  <a:lnTo>
                    <a:pt x="101288" y="35834"/>
                  </a:lnTo>
                  <a:lnTo>
                    <a:pt x="100999" y="34972"/>
                  </a:lnTo>
                  <a:lnTo>
                    <a:pt x="100694" y="34116"/>
                  </a:lnTo>
                  <a:lnTo>
                    <a:pt x="100375" y="33265"/>
                  </a:lnTo>
                  <a:lnTo>
                    <a:pt x="100041" y="32420"/>
                  </a:lnTo>
                  <a:lnTo>
                    <a:pt x="99693" y="31580"/>
                  </a:lnTo>
                  <a:lnTo>
                    <a:pt x="99329" y="30748"/>
                  </a:lnTo>
                  <a:lnTo>
                    <a:pt x="98952" y="29921"/>
                  </a:lnTo>
                  <a:lnTo>
                    <a:pt x="98559" y="29101"/>
                  </a:lnTo>
                  <a:lnTo>
                    <a:pt x="98153" y="28289"/>
                  </a:lnTo>
                  <a:lnTo>
                    <a:pt x="97732" y="27483"/>
                  </a:lnTo>
                  <a:lnTo>
                    <a:pt x="97297" y="26685"/>
                  </a:lnTo>
                  <a:lnTo>
                    <a:pt x="96849" y="25895"/>
                  </a:lnTo>
                  <a:lnTo>
                    <a:pt x="96386" y="25113"/>
                  </a:lnTo>
                  <a:lnTo>
                    <a:pt x="95910" y="24338"/>
                  </a:lnTo>
                  <a:lnTo>
                    <a:pt x="95421" y="23573"/>
                  </a:lnTo>
                  <a:lnTo>
                    <a:pt x="94918" y="22816"/>
                  </a:lnTo>
                  <a:lnTo>
                    <a:pt x="94402" y="22068"/>
                  </a:lnTo>
                  <a:lnTo>
                    <a:pt x="93873" y="21329"/>
                  </a:lnTo>
                  <a:lnTo>
                    <a:pt x="93331" y="20599"/>
                  </a:lnTo>
                  <a:lnTo>
                    <a:pt x="92777" y="19879"/>
                  </a:lnTo>
                  <a:lnTo>
                    <a:pt x="92210" y="19169"/>
                  </a:lnTo>
                  <a:lnTo>
                    <a:pt x="91630" y="18469"/>
                  </a:lnTo>
                  <a:lnTo>
                    <a:pt x="91039" y="17779"/>
                  </a:lnTo>
                  <a:lnTo>
                    <a:pt x="90435" y="17100"/>
                  </a:lnTo>
                  <a:lnTo>
                    <a:pt x="89820" y="16431"/>
                  </a:lnTo>
                  <a:lnTo>
                    <a:pt x="89193" y="15773"/>
                  </a:lnTo>
                  <a:lnTo>
                    <a:pt x="88555" y="15127"/>
                  </a:lnTo>
                  <a:lnTo>
                    <a:pt x="87905" y="14491"/>
                  </a:lnTo>
                  <a:lnTo>
                    <a:pt x="87245" y="13867"/>
                  </a:lnTo>
                  <a:lnTo>
                    <a:pt x="86573" y="13255"/>
                  </a:lnTo>
                  <a:lnTo>
                    <a:pt x="85891" y="12654"/>
                  </a:lnTo>
                  <a:lnTo>
                    <a:pt x="85199" y="12066"/>
                  </a:lnTo>
                  <a:lnTo>
                    <a:pt x="84496" y="11489"/>
                  </a:lnTo>
                  <a:lnTo>
                    <a:pt x="83784" y="10925"/>
                  </a:lnTo>
                  <a:lnTo>
                    <a:pt x="83061" y="10374"/>
                  </a:lnTo>
                  <a:lnTo>
                    <a:pt x="82329" y="9835"/>
                  </a:lnTo>
                  <a:lnTo>
                    <a:pt x="81588" y="9310"/>
                  </a:lnTo>
                  <a:lnTo>
                    <a:pt x="80838" y="8797"/>
                  </a:lnTo>
                  <a:lnTo>
                    <a:pt x="80079" y="8297"/>
                  </a:lnTo>
                  <a:lnTo>
                    <a:pt x="79311" y="7811"/>
                  </a:lnTo>
                  <a:lnTo>
                    <a:pt x="78535" y="7339"/>
                  </a:lnTo>
                  <a:lnTo>
                    <a:pt x="77750" y="6880"/>
                  </a:lnTo>
                  <a:lnTo>
                    <a:pt x="76958" y="6435"/>
                  </a:lnTo>
                  <a:lnTo>
                    <a:pt x="76158" y="6003"/>
                  </a:lnTo>
                  <a:lnTo>
                    <a:pt x="75351" y="5586"/>
                  </a:lnTo>
                  <a:lnTo>
                    <a:pt x="74536" y="5183"/>
                  </a:lnTo>
                  <a:lnTo>
                    <a:pt x="73715" y="4795"/>
                  </a:lnTo>
                  <a:lnTo>
                    <a:pt x="72887" y="4420"/>
                  </a:lnTo>
                  <a:lnTo>
                    <a:pt x="72052" y="4061"/>
                  </a:lnTo>
                  <a:lnTo>
                    <a:pt x="71212" y="3716"/>
                  </a:lnTo>
                  <a:lnTo>
                    <a:pt x="70365" y="3386"/>
                  </a:lnTo>
                  <a:lnTo>
                    <a:pt x="69513" y="3070"/>
                  </a:lnTo>
                  <a:lnTo>
                    <a:pt x="68655" y="2770"/>
                  </a:lnTo>
                  <a:lnTo>
                    <a:pt x="67792" y="2484"/>
                  </a:lnTo>
                  <a:lnTo>
                    <a:pt x="66925" y="2214"/>
                  </a:lnTo>
                  <a:lnTo>
                    <a:pt x="66052" y="1959"/>
                  </a:lnTo>
                  <a:lnTo>
                    <a:pt x="65176" y="1720"/>
                  </a:lnTo>
                  <a:lnTo>
                    <a:pt x="64295" y="1495"/>
                  </a:lnTo>
                  <a:lnTo>
                    <a:pt x="63411" y="1286"/>
                  </a:lnTo>
                  <a:lnTo>
                    <a:pt x="62523" y="1093"/>
                  </a:lnTo>
                  <a:lnTo>
                    <a:pt x="61632" y="915"/>
                  </a:lnTo>
                  <a:lnTo>
                    <a:pt x="60738" y="753"/>
                  </a:lnTo>
                  <a:lnTo>
                    <a:pt x="59841" y="607"/>
                  </a:lnTo>
                  <a:lnTo>
                    <a:pt x="58941" y="476"/>
                  </a:lnTo>
                  <a:lnTo>
                    <a:pt x="58040" y="361"/>
                  </a:lnTo>
                  <a:lnTo>
                    <a:pt x="57137" y="262"/>
                  </a:lnTo>
                  <a:lnTo>
                    <a:pt x="56232" y="178"/>
                  </a:lnTo>
                  <a:lnTo>
                    <a:pt x="55326" y="111"/>
                  </a:lnTo>
                  <a:lnTo>
                    <a:pt x="54418" y="59"/>
                  </a:lnTo>
                  <a:lnTo>
                    <a:pt x="53510" y="23"/>
                  </a:lnTo>
                  <a:lnTo>
                    <a:pt x="52602" y="3"/>
                  </a:lnTo>
                  <a:lnTo>
                    <a:pt x="51693" y="0"/>
                  </a:lnTo>
                  <a:lnTo>
                    <a:pt x="50784" y="11"/>
                  </a:lnTo>
                  <a:lnTo>
                    <a:pt x="49876" y="39"/>
                  </a:lnTo>
                  <a:lnTo>
                    <a:pt x="48968" y="83"/>
                  </a:lnTo>
                  <a:lnTo>
                    <a:pt x="48062" y="143"/>
                  </a:lnTo>
                  <a:lnTo>
                    <a:pt x="47156" y="218"/>
                  </a:lnTo>
                  <a:lnTo>
                    <a:pt x="46252" y="309"/>
                  </a:lnTo>
                  <a:lnTo>
                    <a:pt x="45350" y="416"/>
                  </a:lnTo>
                  <a:lnTo>
                    <a:pt x="44449" y="539"/>
                  </a:lnTo>
                  <a:lnTo>
                    <a:pt x="43551" y="678"/>
                  </a:lnTo>
                  <a:lnTo>
                    <a:pt x="42655" y="832"/>
                  </a:lnTo>
                  <a:lnTo>
                    <a:pt x="41763" y="1002"/>
                  </a:lnTo>
                  <a:lnTo>
                    <a:pt x="40873" y="1188"/>
                  </a:lnTo>
                  <a:lnTo>
                    <a:pt x="39987" y="1389"/>
                  </a:lnTo>
                  <a:lnTo>
                    <a:pt x="39104" y="1605"/>
                  </a:lnTo>
                  <a:lnTo>
                    <a:pt x="38226" y="1837"/>
                  </a:lnTo>
                  <a:lnTo>
                    <a:pt x="37351" y="2085"/>
                  </a:lnTo>
                  <a:lnTo>
                    <a:pt x="36481" y="2347"/>
                  </a:lnTo>
                  <a:lnTo>
                    <a:pt x="35616" y="2625"/>
                  </a:lnTo>
                  <a:lnTo>
                    <a:pt x="34756" y="2918"/>
                  </a:lnTo>
                  <a:lnTo>
                    <a:pt x="33901" y="3226"/>
                  </a:lnTo>
                  <a:lnTo>
                    <a:pt x="33052" y="3549"/>
                  </a:lnTo>
                  <a:lnTo>
                    <a:pt x="32208" y="3886"/>
                  </a:lnTo>
                  <a:lnTo>
                    <a:pt x="31370" y="4239"/>
                  </a:lnTo>
                  <a:lnTo>
                    <a:pt x="30539" y="4606"/>
                  </a:lnTo>
                  <a:lnTo>
                    <a:pt x="29714" y="4987"/>
                  </a:lnTo>
                  <a:lnTo>
                    <a:pt x="28896" y="5383"/>
                  </a:lnTo>
                  <a:lnTo>
                    <a:pt x="28085" y="5793"/>
                  </a:lnTo>
                  <a:lnTo>
                    <a:pt x="27281" y="6217"/>
                  </a:lnTo>
                  <a:lnTo>
                    <a:pt x="26485" y="6655"/>
                  </a:lnTo>
                  <a:lnTo>
                    <a:pt x="25697" y="7108"/>
                  </a:lnTo>
                  <a:lnTo>
                    <a:pt x="24917" y="7573"/>
                  </a:lnTo>
                  <a:lnTo>
                    <a:pt x="24145" y="8053"/>
                  </a:lnTo>
                  <a:lnTo>
                    <a:pt x="23381" y="8546"/>
                  </a:lnTo>
                  <a:lnTo>
                    <a:pt x="22626" y="9052"/>
                  </a:lnTo>
                  <a:lnTo>
                    <a:pt x="21881" y="9571"/>
                  </a:lnTo>
                  <a:lnTo>
                    <a:pt x="21144" y="10103"/>
                  </a:lnTo>
                  <a:lnTo>
                    <a:pt x="20417" y="10648"/>
                  </a:lnTo>
                  <a:lnTo>
                    <a:pt x="19699" y="11206"/>
                  </a:lnTo>
                  <a:lnTo>
                    <a:pt x="18992" y="11776"/>
                  </a:lnTo>
                  <a:lnTo>
                    <a:pt x="18294" y="12358"/>
                  </a:lnTo>
                  <a:lnTo>
                    <a:pt x="17607" y="12953"/>
                  </a:lnTo>
                  <a:lnTo>
                    <a:pt x="16930" y="13559"/>
                  </a:lnTo>
                  <a:lnTo>
                    <a:pt x="16264" y="14178"/>
                  </a:lnTo>
                  <a:lnTo>
                    <a:pt x="15609" y="14807"/>
                  </a:lnTo>
                  <a:lnTo>
                    <a:pt x="14965" y="15449"/>
                  </a:lnTo>
                  <a:lnTo>
                    <a:pt x="14333" y="16101"/>
                  </a:lnTo>
                  <a:lnTo>
                    <a:pt x="13711" y="16764"/>
                  </a:lnTo>
                  <a:lnTo>
                    <a:pt x="13102" y="17438"/>
                  </a:lnTo>
                  <a:lnTo>
                    <a:pt x="12504" y="18123"/>
                  </a:lnTo>
                  <a:lnTo>
                    <a:pt x="11919" y="18818"/>
                  </a:lnTo>
                  <a:lnTo>
                    <a:pt x="11346" y="19523"/>
                  </a:lnTo>
                  <a:lnTo>
                    <a:pt x="10785" y="20238"/>
                  </a:lnTo>
                  <a:lnTo>
                    <a:pt x="10237" y="20963"/>
                  </a:lnTo>
                  <a:lnTo>
                    <a:pt x="9701" y="21697"/>
                  </a:lnTo>
                  <a:lnTo>
                    <a:pt x="9179" y="22441"/>
                  </a:lnTo>
                  <a:lnTo>
                    <a:pt x="8669" y="23193"/>
                  </a:lnTo>
                  <a:lnTo>
                    <a:pt x="8173" y="23955"/>
                  </a:lnTo>
                  <a:lnTo>
                    <a:pt x="7690" y="24724"/>
                  </a:lnTo>
                  <a:lnTo>
                    <a:pt x="7221" y="25503"/>
                  </a:lnTo>
                  <a:lnTo>
                    <a:pt x="6766" y="26289"/>
                  </a:lnTo>
                  <a:lnTo>
                    <a:pt x="6324" y="27083"/>
                  </a:lnTo>
                  <a:lnTo>
                    <a:pt x="5896" y="27885"/>
                  </a:lnTo>
                  <a:lnTo>
                    <a:pt x="5483" y="28694"/>
                  </a:lnTo>
                  <a:lnTo>
                    <a:pt x="5083" y="29510"/>
                  </a:lnTo>
                  <a:lnTo>
                    <a:pt x="4698" y="30333"/>
                  </a:lnTo>
                  <a:lnTo>
                    <a:pt x="4328" y="31163"/>
                  </a:lnTo>
                  <a:lnTo>
                    <a:pt x="3972" y="31999"/>
                  </a:lnTo>
                  <a:lnTo>
                    <a:pt x="3630" y="32842"/>
                  </a:lnTo>
                  <a:lnTo>
                    <a:pt x="3304" y="33690"/>
                  </a:lnTo>
                  <a:lnTo>
                    <a:pt x="2992" y="34543"/>
                  </a:lnTo>
                  <a:lnTo>
                    <a:pt x="2696" y="35402"/>
                  </a:lnTo>
                  <a:lnTo>
                    <a:pt x="2414" y="36266"/>
                  </a:lnTo>
                  <a:lnTo>
                    <a:pt x="2148" y="37135"/>
                  </a:lnTo>
                  <a:lnTo>
                    <a:pt x="1896" y="38008"/>
                  </a:lnTo>
                  <a:lnTo>
                    <a:pt x="1661" y="38886"/>
                  </a:lnTo>
                  <a:lnTo>
                    <a:pt x="1440" y="39768"/>
                  </a:lnTo>
                  <a:lnTo>
                    <a:pt x="1235" y="40653"/>
                  </a:lnTo>
                  <a:lnTo>
                    <a:pt x="1046" y="41542"/>
                  </a:lnTo>
                  <a:lnTo>
                    <a:pt x="872" y="42434"/>
                  </a:lnTo>
                  <a:lnTo>
                    <a:pt x="714" y="43328"/>
                  </a:lnTo>
                  <a:lnTo>
                    <a:pt x="571" y="44226"/>
                  </a:lnTo>
                  <a:lnTo>
                    <a:pt x="444" y="45126"/>
                  </a:lnTo>
                  <a:lnTo>
                    <a:pt x="333" y="46028"/>
                  </a:lnTo>
                  <a:lnTo>
                    <a:pt x="238" y="46931"/>
                  </a:lnTo>
                  <a:lnTo>
                    <a:pt x="158" y="47837"/>
                  </a:lnTo>
                  <a:lnTo>
                    <a:pt x="95" y="48743"/>
                  </a:lnTo>
                  <a:lnTo>
                    <a:pt x="47" y="49651"/>
                  </a:lnTo>
                  <a:lnTo>
                    <a:pt x="15" y="50559"/>
                  </a:lnTo>
                  <a:lnTo>
                    <a:pt x="0" y="51467"/>
                  </a:lnTo>
                  <a:lnTo>
                    <a:pt x="0" y="52376"/>
                  </a:lnTo>
                  <a:lnTo>
                    <a:pt x="15" y="53285"/>
                  </a:lnTo>
                  <a:lnTo>
                    <a:pt x="47" y="54193"/>
                  </a:lnTo>
                  <a:lnTo>
                    <a:pt x="95" y="55100"/>
                  </a:lnTo>
                  <a:lnTo>
                    <a:pt x="158" y="56007"/>
                  </a:lnTo>
                  <a:lnTo>
                    <a:pt x="238" y="56912"/>
                  </a:lnTo>
                  <a:lnTo>
                    <a:pt x="333" y="57816"/>
                  </a:lnTo>
                  <a:lnTo>
                    <a:pt x="444" y="58718"/>
                  </a:lnTo>
                  <a:lnTo>
                    <a:pt x="571" y="59618"/>
                  </a:lnTo>
                  <a:lnTo>
                    <a:pt x="714" y="60515"/>
                  </a:lnTo>
                  <a:lnTo>
                    <a:pt x="872" y="61410"/>
                  </a:lnTo>
                  <a:lnTo>
                    <a:pt x="1046" y="62302"/>
                  </a:lnTo>
                  <a:lnTo>
                    <a:pt x="1235" y="63191"/>
                  </a:lnTo>
                  <a:lnTo>
                    <a:pt x="1440" y="64076"/>
                  </a:lnTo>
                  <a:lnTo>
                    <a:pt x="1661" y="64958"/>
                  </a:lnTo>
                  <a:lnTo>
                    <a:pt x="1896" y="65835"/>
                  </a:lnTo>
                  <a:lnTo>
                    <a:pt x="2148" y="66709"/>
                  </a:lnTo>
                  <a:lnTo>
                    <a:pt x="2414" y="67577"/>
                  </a:lnTo>
                  <a:lnTo>
                    <a:pt x="2696" y="68441"/>
                  </a:lnTo>
                  <a:lnTo>
                    <a:pt x="2992" y="69300"/>
                  </a:lnTo>
                  <a:lnTo>
                    <a:pt x="3304" y="70154"/>
                  </a:lnTo>
                  <a:lnTo>
                    <a:pt x="3630" y="71002"/>
                  </a:lnTo>
                  <a:lnTo>
                    <a:pt x="3972" y="71844"/>
                  </a:lnTo>
                  <a:lnTo>
                    <a:pt x="4328" y="72680"/>
                  </a:lnTo>
                  <a:lnTo>
                    <a:pt x="4698" y="73510"/>
                  </a:lnTo>
                  <a:lnTo>
                    <a:pt x="5083" y="74333"/>
                  </a:lnTo>
                  <a:lnTo>
                    <a:pt x="5483" y="75149"/>
                  </a:lnTo>
                  <a:lnTo>
                    <a:pt x="5896" y="75959"/>
                  </a:lnTo>
                  <a:lnTo>
                    <a:pt x="6324" y="76760"/>
                  </a:lnTo>
                  <a:lnTo>
                    <a:pt x="6766" y="77555"/>
                  </a:lnTo>
                  <a:lnTo>
                    <a:pt x="7221" y="78341"/>
                  </a:lnTo>
                  <a:lnTo>
                    <a:pt x="7690" y="79119"/>
                  </a:lnTo>
                  <a:lnTo>
                    <a:pt x="8173" y="79889"/>
                  </a:lnTo>
                  <a:lnTo>
                    <a:pt x="8669" y="80650"/>
                  </a:lnTo>
                  <a:lnTo>
                    <a:pt x="9179" y="81403"/>
                  </a:lnTo>
                  <a:lnTo>
                    <a:pt x="9701" y="82146"/>
                  </a:lnTo>
                  <a:lnTo>
                    <a:pt x="10237" y="82881"/>
                  </a:lnTo>
                  <a:lnTo>
                    <a:pt x="10785" y="83605"/>
                  </a:lnTo>
                  <a:lnTo>
                    <a:pt x="11346" y="84320"/>
                  </a:lnTo>
                  <a:lnTo>
                    <a:pt x="11919" y="85026"/>
                  </a:lnTo>
                  <a:lnTo>
                    <a:pt x="12504" y="85721"/>
                  </a:lnTo>
                  <a:lnTo>
                    <a:pt x="13102" y="86405"/>
                  </a:lnTo>
                  <a:lnTo>
                    <a:pt x="13711" y="87079"/>
                  </a:lnTo>
                  <a:lnTo>
                    <a:pt x="14333" y="87743"/>
                  </a:lnTo>
                  <a:lnTo>
                    <a:pt x="14965" y="88395"/>
                  </a:lnTo>
                  <a:lnTo>
                    <a:pt x="15609" y="89036"/>
                  </a:lnTo>
                  <a:lnTo>
                    <a:pt x="16264" y="89666"/>
                  </a:lnTo>
                  <a:lnTo>
                    <a:pt x="16930" y="90284"/>
                  </a:lnTo>
                  <a:lnTo>
                    <a:pt x="17607" y="90891"/>
                  </a:lnTo>
                  <a:lnTo>
                    <a:pt x="18294" y="91485"/>
                  </a:lnTo>
                  <a:lnTo>
                    <a:pt x="18992" y="92068"/>
                  </a:lnTo>
                  <a:lnTo>
                    <a:pt x="19699" y="92638"/>
                  </a:lnTo>
                  <a:lnTo>
                    <a:pt x="20417" y="93195"/>
                  </a:lnTo>
                  <a:lnTo>
                    <a:pt x="21144" y="93740"/>
                  </a:lnTo>
                  <a:lnTo>
                    <a:pt x="21881" y="94273"/>
                  </a:lnTo>
                  <a:lnTo>
                    <a:pt x="22626" y="94792"/>
                  </a:lnTo>
                  <a:lnTo>
                    <a:pt x="23381" y="95298"/>
                  </a:lnTo>
                  <a:lnTo>
                    <a:pt x="24145" y="95791"/>
                  </a:lnTo>
                  <a:lnTo>
                    <a:pt x="24917" y="96270"/>
                  </a:lnTo>
                  <a:lnTo>
                    <a:pt x="25697" y="96736"/>
                  </a:lnTo>
                  <a:lnTo>
                    <a:pt x="26485" y="97188"/>
                  </a:lnTo>
                  <a:lnTo>
                    <a:pt x="27281" y="97626"/>
                  </a:lnTo>
                  <a:lnTo>
                    <a:pt x="28085" y="98050"/>
                  </a:lnTo>
                  <a:lnTo>
                    <a:pt x="28896" y="98461"/>
                  </a:lnTo>
                  <a:lnTo>
                    <a:pt x="29714" y="98856"/>
                  </a:lnTo>
                  <a:lnTo>
                    <a:pt x="30539" y="99238"/>
                  </a:lnTo>
                  <a:lnTo>
                    <a:pt x="31370" y="99605"/>
                  </a:lnTo>
                  <a:lnTo>
                    <a:pt x="32208" y="99957"/>
                  </a:lnTo>
                  <a:lnTo>
                    <a:pt x="33052" y="100295"/>
                  </a:lnTo>
                  <a:lnTo>
                    <a:pt x="33901" y="100618"/>
                  </a:lnTo>
                  <a:lnTo>
                    <a:pt x="34756" y="100925"/>
                  </a:lnTo>
                  <a:lnTo>
                    <a:pt x="35616" y="101218"/>
                  </a:lnTo>
                  <a:lnTo>
                    <a:pt x="36481" y="101496"/>
                  </a:lnTo>
                  <a:lnTo>
                    <a:pt x="37351" y="101759"/>
                  </a:lnTo>
                  <a:lnTo>
                    <a:pt x="38226" y="102006"/>
                  </a:lnTo>
                  <a:lnTo>
                    <a:pt x="39104" y="102238"/>
                  </a:lnTo>
                  <a:lnTo>
                    <a:pt x="39987" y="102455"/>
                  </a:lnTo>
                  <a:lnTo>
                    <a:pt x="40873" y="102656"/>
                  </a:lnTo>
                  <a:lnTo>
                    <a:pt x="41763" y="102841"/>
                  </a:lnTo>
                  <a:lnTo>
                    <a:pt x="42655" y="103011"/>
                  </a:lnTo>
                  <a:lnTo>
                    <a:pt x="43551" y="103166"/>
                  </a:lnTo>
                  <a:lnTo>
                    <a:pt x="44449" y="103304"/>
                  </a:lnTo>
                  <a:lnTo>
                    <a:pt x="45350" y="103427"/>
                  </a:lnTo>
                  <a:lnTo>
                    <a:pt x="46252" y="103534"/>
                  </a:lnTo>
                  <a:lnTo>
                    <a:pt x="47156" y="103625"/>
                  </a:lnTo>
                  <a:lnTo>
                    <a:pt x="48062" y="103701"/>
                  </a:lnTo>
                  <a:lnTo>
                    <a:pt x="48968" y="103761"/>
                  </a:lnTo>
                  <a:lnTo>
                    <a:pt x="49876" y="103804"/>
                  </a:lnTo>
                  <a:lnTo>
                    <a:pt x="50784" y="103832"/>
                  </a:lnTo>
                  <a:lnTo>
                    <a:pt x="51693" y="103844"/>
                  </a:lnTo>
                  <a:lnTo>
                    <a:pt x="52602" y="103840"/>
                  </a:lnTo>
                  <a:lnTo>
                    <a:pt x="53510" y="103820"/>
                  </a:lnTo>
                  <a:lnTo>
                    <a:pt x="54418" y="103784"/>
                  </a:lnTo>
                  <a:lnTo>
                    <a:pt x="55326" y="103733"/>
                  </a:lnTo>
                  <a:lnTo>
                    <a:pt x="56232" y="103665"/>
                  </a:lnTo>
                  <a:lnTo>
                    <a:pt x="57137" y="103582"/>
                  </a:lnTo>
                  <a:lnTo>
                    <a:pt x="58040" y="103483"/>
                  </a:lnTo>
                  <a:lnTo>
                    <a:pt x="58941" y="103368"/>
                  </a:lnTo>
                  <a:lnTo>
                    <a:pt x="59841" y="103237"/>
                  </a:lnTo>
                  <a:lnTo>
                    <a:pt x="60738" y="103090"/>
                  </a:lnTo>
                  <a:lnTo>
                    <a:pt x="61632" y="102928"/>
                  </a:lnTo>
                  <a:lnTo>
                    <a:pt x="62523" y="102750"/>
                  </a:lnTo>
                  <a:lnTo>
                    <a:pt x="63411" y="102557"/>
                  </a:lnTo>
                  <a:lnTo>
                    <a:pt x="64295" y="102348"/>
                  </a:lnTo>
                  <a:lnTo>
                    <a:pt x="65176" y="102124"/>
                  </a:lnTo>
                  <a:lnTo>
                    <a:pt x="66052" y="101884"/>
                  </a:lnTo>
                  <a:lnTo>
                    <a:pt x="66925" y="101629"/>
                  </a:lnTo>
                  <a:lnTo>
                    <a:pt x="67792" y="101359"/>
                  </a:lnTo>
                  <a:lnTo>
                    <a:pt x="68655" y="101074"/>
                  </a:lnTo>
                  <a:lnTo>
                    <a:pt x="69513" y="100773"/>
                  </a:lnTo>
                  <a:lnTo>
                    <a:pt x="70365" y="100458"/>
                  </a:lnTo>
                  <a:lnTo>
                    <a:pt x="71212" y="100128"/>
                  </a:lnTo>
                  <a:lnTo>
                    <a:pt x="72052" y="99783"/>
                  </a:lnTo>
                  <a:lnTo>
                    <a:pt x="72887" y="99423"/>
                  </a:lnTo>
                  <a:lnTo>
                    <a:pt x="73715" y="99049"/>
                  </a:lnTo>
                  <a:lnTo>
                    <a:pt x="74536" y="98660"/>
                  </a:lnTo>
                  <a:lnTo>
                    <a:pt x="75351" y="98257"/>
                  </a:lnTo>
                  <a:lnTo>
                    <a:pt x="76158" y="97840"/>
                  </a:lnTo>
                  <a:lnTo>
                    <a:pt x="76958" y="97409"/>
                  </a:lnTo>
                  <a:lnTo>
                    <a:pt x="77750" y="96964"/>
                  </a:lnTo>
                  <a:lnTo>
                    <a:pt x="78535" y="96505"/>
                  </a:lnTo>
                  <a:lnTo>
                    <a:pt x="79311" y="96032"/>
                  </a:lnTo>
                  <a:lnTo>
                    <a:pt x="80079" y="95546"/>
                  </a:lnTo>
                  <a:lnTo>
                    <a:pt x="80838" y="95047"/>
                  </a:lnTo>
                  <a:lnTo>
                    <a:pt x="81588" y="94534"/>
                  </a:lnTo>
                  <a:lnTo>
                    <a:pt x="82329" y="94008"/>
                  </a:lnTo>
                  <a:lnTo>
                    <a:pt x="83061" y="93469"/>
                  </a:lnTo>
                  <a:lnTo>
                    <a:pt x="83784" y="92918"/>
                  </a:lnTo>
                  <a:lnTo>
                    <a:pt x="84496" y="92354"/>
                  </a:lnTo>
                  <a:lnTo>
                    <a:pt x="85199" y="91778"/>
                  </a:lnTo>
                  <a:lnTo>
                    <a:pt x="85891" y="91189"/>
                  </a:lnTo>
                  <a:lnTo>
                    <a:pt x="86573" y="90589"/>
                  </a:lnTo>
                  <a:lnTo>
                    <a:pt x="87245" y="89976"/>
                  </a:lnTo>
                  <a:lnTo>
                    <a:pt x="87905" y="89352"/>
                  </a:lnTo>
                  <a:lnTo>
                    <a:pt x="88555" y="88717"/>
                  </a:lnTo>
                  <a:lnTo>
                    <a:pt x="89193" y="88070"/>
                  </a:lnTo>
                  <a:lnTo>
                    <a:pt x="89820" y="87412"/>
                  </a:lnTo>
                  <a:lnTo>
                    <a:pt x="90435" y="86744"/>
                  </a:lnTo>
                  <a:lnTo>
                    <a:pt x="91039" y="86064"/>
                  </a:lnTo>
                  <a:lnTo>
                    <a:pt x="91630" y="85374"/>
                  </a:lnTo>
                  <a:lnTo>
                    <a:pt x="92210" y="84674"/>
                  </a:lnTo>
                  <a:lnTo>
                    <a:pt x="92777" y="83964"/>
                  </a:lnTo>
                  <a:lnTo>
                    <a:pt x="93331" y="83244"/>
                  </a:lnTo>
                  <a:lnTo>
                    <a:pt x="93873" y="82515"/>
                  </a:lnTo>
                  <a:lnTo>
                    <a:pt x="94402" y="81776"/>
                  </a:lnTo>
                  <a:lnTo>
                    <a:pt x="94918" y="81028"/>
                  </a:lnTo>
                  <a:lnTo>
                    <a:pt x="95421" y="80271"/>
                  </a:lnTo>
                  <a:lnTo>
                    <a:pt x="95910" y="79505"/>
                  </a:lnTo>
                  <a:lnTo>
                    <a:pt x="96386" y="78731"/>
                  </a:lnTo>
                  <a:lnTo>
                    <a:pt x="96849" y="77949"/>
                  </a:lnTo>
                  <a:lnTo>
                    <a:pt x="97297" y="77158"/>
                  </a:lnTo>
                  <a:lnTo>
                    <a:pt x="97732" y="76360"/>
                  </a:lnTo>
                  <a:lnTo>
                    <a:pt x="98153" y="75555"/>
                  </a:lnTo>
                  <a:lnTo>
                    <a:pt x="98559" y="74742"/>
                  </a:lnTo>
                  <a:lnTo>
                    <a:pt x="98952" y="73922"/>
                  </a:lnTo>
                  <a:lnTo>
                    <a:pt x="99329" y="73096"/>
                  </a:lnTo>
                  <a:lnTo>
                    <a:pt x="99693" y="72263"/>
                  </a:lnTo>
                  <a:lnTo>
                    <a:pt x="100041" y="71424"/>
                  </a:lnTo>
                  <a:lnTo>
                    <a:pt x="100375" y="70579"/>
                  </a:lnTo>
                  <a:lnTo>
                    <a:pt x="100694" y="69728"/>
                  </a:lnTo>
                  <a:lnTo>
                    <a:pt x="100999" y="68871"/>
                  </a:lnTo>
                  <a:lnTo>
                    <a:pt x="101288" y="68010"/>
                  </a:lnTo>
                  <a:lnTo>
                    <a:pt x="101562" y="67144"/>
                  </a:lnTo>
                  <a:lnTo>
                    <a:pt x="101820" y="66272"/>
                  </a:lnTo>
                  <a:lnTo>
                    <a:pt x="102064" y="65397"/>
                  </a:lnTo>
                  <a:lnTo>
                    <a:pt x="102292" y="64517"/>
                  </a:lnTo>
                  <a:lnTo>
                    <a:pt x="102505" y="63634"/>
                  </a:lnTo>
                  <a:lnTo>
                    <a:pt x="102702" y="62747"/>
                  </a:lnTo>
                  <a:lnTo>
                    <a:pt x="102884" y="61856"/>
                  </a:lnTo>
                  <a:lnTo>
                    <a:pt x="103050" y="60963"/>
                  </a:lnTo>
                  <a:lnTo>
                    <a:pt x="103200" y="60067"/>
                  </a:lnTo>
                  <a:lnTo>
                    <a:pt x="103335" y="59168"/>
                  </a:lnTo>
                  <a:lnTo>
                    <a:pt x="103454" y="58267"/>
                  </a:lnTo>
                  <a:lnTo>
                    <a:pt x="103557" y="57364"/>
                  </a:lnTo>
                  <a:lnTo>
                    <a:pt x="103644" y="56460"/>
                  </a:lnTo>
                  <a:lnTo>
                    <a:pt x="103716" y="55554"/>
                  </a:lnTo>
                  <a:lnTo>
                    <a:pt x="103771" y="54647"/>
                  </a:lnTo>
                  <a:lnTo>
                    <a:pt x="103811" y="53739"/>
                  </a:lnTo>
                  <a:lnTo>
                    <a:pt x="103835" y="52830"/>
                  </a:lnTo>
                  <a:lnTo>
                    <a:pt x="103843" y="519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3160833" y="2420089"/>
              <a:ext cx="571139" cy="571144"/>
            </a:xfrm>
            <a:custGeom>
              <a:avLst/>
              <a:pathLst>
                <a:path w="571139" h="571144">
                  <a:moveTo>
                    <a:pt x="571139" y="285572"/>
                  </a:moveTo>
                  <a:lnTo>
                    <a:pt x="571095" y="280574"/>
                  </a:lnTo>
                  <a:lnTo>
                    <a:pt x="570964" y="275578"/>
                  </a:lnTo>
                  <a:lnTo>
                    <a:pt x="570745" y="270584"/>
                  </a:lnTo>
                  <a:lnTo>
                    <a:pt x="570439" y="265596"/>
                  </a:lnTo>
                  <a:lnTo>
                    <a:pt x="570046" y="260613"/>
                  </a:lnTo>
                  <a:lnTo>
                    <a:pt x="569566" y="255638"/>
                  </a:lnTo>
                  <a:lnTo>
                    <a:pt x="568998" y="250673"/>
                  </a:lnTo>
                  <a:lnTo>
                    <a:pt x="568344" y="245718"/>
                  </a:lnTo>
                  <a:lnTo>
                    <a:pt x="567603" y="240775"/>
                  </a:lnTo>
                  <a:lnTo>
                    <a:pt x="566776" y="235846"/>
                  </a:lnTo>
                  <a:lnTo>
                    <a:pt x="565863" y="230932"/>
                  </a:lnTo>
                  <a:lnTo>
                    <a:pt x="564864" y="226035"/>
                  </a:lnTo>
                  <a:lnTo>
                    <a:pt x="563779" y="221156"/>
                  </a:lnTo>
                  <a:lnTo>
                    <a:pt x="562609" y="216296"/>
                  </a:lnTo>
                  <a:lnTo>
                    <a:pt x="561354" y="211459"/>
                  </a:lnTo>
                  <a:lnTo>
                    <a:pt x="560015" y="206643"/>
                  </a:lnTo>
                  <a:lnTo>
                    <a:pt x="558592" y="201852"/>
                  </a:lnTo>
                  <a:lnTo>
                    <a:pt x="557085" y="197087"/>
                  </a:lnTo>
                  <a:lnTo>
                    <a:pt x="555494" y="192348"/>
                  </a:lnTo>
                  <a:lnTo>
                    <a:pt x="553822" y="187639"/>
                  </a:lnTo>
                  <a:lnTo>
                    <a:pt x="552067" y="182959"/>
                  </a:lnTo>
                  <a:lnTo>
                    <a:pt x="550230" y="178310"/>
                  </a:lnTo>
                  <a:lnTo>
                    <a:pt x="548312" y="173695"/>
                  </a:lnTo>
                  <a:lnTo>
                    <a:pt x="546314" y="169114"/>
                  </a:lnTo>
                  <a:lnTo>
                    <a:pt x="544236" y="164568"/>
                  </a:lnTo>
                  <a:lnTo>
                    <a:pt x="542079" y="160060"/>
                  </a:lnTo>
                  <a:lnTo>
                    <a:pt x="539843" y="155590"/>
                  </a:lnTo>
                  <a:lnTo>
                    <a:pt x="537529" y="151159"/>
                  </a:lnTo>
                  <a:lnTo>
                    <a:pt x="535138" y="146770"/>
                  </a:lnTo>
                  <a:lnTo>
                    <a:pt x="532671" y="142424"/>
                  </a:lnTo>
                  <a:lnTo>
                    <a:pt x="530127" y="138121"/>
                  </a:lnTo>
                  <a:lnTo>
                    <a:pt x="527509" y="133864"/>
                  </a:lnTo>
                  <a:lnTo>
                    <a:pt x="524817" y="129653"/>
                  </a:lnTo>
                  <a:lnTo>
                    <a:pt x="522052" y="125489"/>
                  </a:lnTo>
                  <a:lnTo>
                    <a:pt x="519214" y="121375"/>
                  </a:lnTo>
                  <a:lnTo>
                    <a:pt x="516305" y="117311"/>
                  </a:lnTo>
                  <a:lnTo>
                    <a:pt x="513325" y="113299"/>
                  </a:lnTo>
                  <a:lnTo>
                    <a:pt x="510275" y="109339"/>
                  </a:lnTo>
                  <a:lnTo>
                    <a:pt x="507156" y="105433"/>
                  </a:lnTo>
                  <a:lnTo>
                    <a:pt x="503970" y="101583"/>
                  </a:lnTo>
                  <a:lnTo>
                    <a:pt x="500716" y="97789"/>
                  </a:lnTo>
                  <a:lnTo>
                    <a:pt x="497397" y="94052"/>
                  </a:lnTo>
                  <a:lnTo>
                    <a:pt x="494013" y="90374"/>
                  </a:lnTo>
                  <a:lnTo>
                    <a:pt x="490565" y="86756"/>
                  </a:lnTo>
                  <a:lnTo>
                    <a:pt x="487054" y="83199"/>
                  </a:lnTo>
                  <a:lnTo>
                    <a:pt x="483481" y="79703"/>
                  </a:lnTo>
                  <a:lnTo>
                    <a:pt x="479848" y="76271"/>
                  </a:lnTo>
                  <a:lnTo>
                    <a:pt x="476155" y="72903"/>
                  </a:lnTo>
                  <a:lnTo>
                    <a:pt x="472404" y="69600"/>
                  </a:lnTo>
                  <a:lnTo>
                    <a:pt x="468596" y="66363"/>
                  </a:lnTo>
                  <a:lnTo>
                    <a:pt x="464731" y="63193"/>
                  </a:lnTo>
                  <a:lnTo>
                    <a:pt x="460812" y="60092"/>
                  </a:lnTo>
                  <a:lnTo>
                    <a:pt x="456839" y="57059"/>
                  </a:lnTo>
                  <a:lnTo>
                    <a:pt x="452813" y="54097"/>
                  </a:lnTo>
                  <a:lnTo>
                    <a:pt x="448737" y="51205"/>
                  </a:lnTo>
                  <a:lnTo>
                    <a:pt x="444610" y="48386"/>
                  </a:lnTo>
                  <a:lnTo>
                    <a:pt x="440435" y="45638"/>
                  </a:lnTo>
                  <a:lnTo>
                    <a:pt x="436212" y="42965"/>
                  </a:lnTo>
                  <a:lnTo>
                    <a:pt x="431943" y="40365"/>
                  </a:lnTo>
                  <a:lnTo>
                    <a:pt x="427629" y="37841"/>
                  </a:lnTo>
                  <a:lnTo>
                    <a:pt x="423272" y="35393"/>
                  </a:lnTo>
                  <a:lnTo>
                    <a:pt x="418873" y="33021"/>
                  </a:lnTo>
                  <a:lnTo>
                    <a:pt x="414432" y="30727"/>
                  </a:lnTo>
                  <a:lnTo>
                    <a:pt x="409952" y="28510"/>
                  </a:lnTo>
                  <a:lnTo>
                    <a:pt x="405435" y="26373"/>
                  </a:lnTo>
                  <a:lnTo>
                    <a:pt x="400880" y="24315"/>
                  </a:lnTo>
                  <a:lnTo>
                    <a:pt x="396290" y="22337"/>
                  </a:lnTo>
                  <a:lnTo>
                    <a:pt x="391666" y="20439"/>
                  </a:lnTo>
                  <a:lnTo>
                    <a:pt x="387010" y="18623"/>
                  </a:lnTo>
                  <a:lnTo>
                    <a:pt x="382322" y="16888"/>
                  </a:lnTo>
                  <a:lnTo>
                    <a:pt x="377605" y="15236"/>
                  </a:lnTo>
                  <a:lnTo>
                    <a:pt x="372860" y="13667"/>
                  </a:lnTo>
                  <a:lnTo>
                    <a:pt x="368088" y="12180"/>
                  </a:lnTo>
                  <a:lnTo>
                    <a:pt x="363291" y="10778"/>
                  </a:lnTo>
                  <a:lnTo>
                    <a:pt x="358470" y="9460"/>
                  </a:lnTo>
                  <a:lnTo>
                    <a:pt x="353626" y="8226"/>
                  </a:lnTo>
                  <a:lnTo>
                    <a:pt x="348762" y="7078"/>
                  </a:lnTo>
                  <a:lnTo>
                    <a:pt x="343878" y="6014"/>
                  </a:lnTo>
                  <a:lnTo>
                    <a:pt x="338977" y="5036"/>
                  </a:lnTo>
                  <a:lnTo>
                    <a:pt x="334059" y="4145"/>
                  </a:lnTo>
                  <a:lnTo>
                    <a:pt x="329126" y="3339"/>
                  </a:lnTo>
                  <a:lnTo>
                    <a:pt x="324180" y="2620"/>
                  </a:lnTo>
                  <a:lnTo>
                    <a:pt x="319223" y="1987"/>
                  </a:lnTo>
                  <a:lnTo>
                    <a:pt x="314254" y="1442"/>
                  </a:lnTo>
                  <a:lnTo>
                    <a:pt x="309277" y="983"/>
                  </a:lnTo>
                  <a:lnTo>
                    <a:pt x="304293" y="612"/>
                  </a:lnTo>
                  <a:lnTo>
                    <a:pt x="299303" y="327"/>
                  </a:lnTo>
                  <a:lnTo>
                    <a:pt x="294309" y="131"/>
                  </a:lnTo>
                  <a:lnTo>
                    <a:pt x="289312" y="21"/>
                  </a:lnTo>
                  <a:lnTo>
                    <a:pt x="284314" y="0"/>
                  </a:lnTo>
                  <a:lnTo>
                    <a:pt x="279317" y="65"/>
                  </a:lnTo>
                  <a:lnTo>
                    <a:pt x="274321" y="218"/>
                  </a:lnTo>
                  <a:lnTo>
                    <a:pt x="269329" y="459"/>
                  </a:lnTo>
                  <a:lnTo>
                    <a:pt x="264341" y="786"/>
                  </a:lnTo>
                  <a:lnTo>
                    <a:pt x="259361" y="1201"/>
                  </a:lnTo>
                  <a:lnTo>
                    <a:pt x="254388" y="1704"/>
                  </a:lnTo>
                  <a:lnTo>
                    <a:pt x="249425" y="2293"/>
                  </a:lnTo>
                  <a:lnTo>
                    <a:pt x="244472" y="2969"/>
                  </a:lnTo>
                  <a:lnTo>
                    <a:pt x="239533" y="3731"/>
                  </a:lnTo>
                  <a:lnTo>
                    <a:pt x="234607" y="4580"/>
                  </a:lnTo>
                  <a:lnTo>
                    <a:pt x="229698" y="5515"/>
                  </a:lnTo>
                  <a:lnTo>
                    <a:pt x="224805" y="6535"/>
                  </a:lnTo>
                  <a:lnTo>
                    <a:pt x="219931" y="7641"/>
                  </a:lnTo>
                  <a:lnTo>
                    <a:pt x="215077" y="8832"/>
                  </a:lnTo>
                  <a:lnTo>
                    <a:pt x="210244" y="10108"/>
                  </a:lnTo>
                  <a:lnTo>
                    <a:pt x="205435" y="11469"/>
                  </a:lnTo>
                  <a:lnTo>
                    <a:pt x="200650" y="12913"/>
                  </a:lnTo>
                  <a:lnTo>
                    <a:pt x="195891" y="14441"/>
                  </a:lnTo>
                  <a:lnTo>
                    <a:pt x="191160" y="16052"/>
                  </a:lnTo>
                  <a:lnTo>
                    <a:pt x="186458" y="17745"/>
                  </a:lnTo>
                  <a:lnTo>
                    <a:pt x="181786" y="19521"/>
                  </a:lnTo>
                  <a:lnTo>
                    <a:pt x="177145" y="21378"/>
                  </a:lnTo>
                  <a:lnTo>
                    <a:pt x="172538" y="23316"/>
                  </a:lnTo>
                  <a:lnTo>
                    <a:pt x="167966" y="25334"/>
                  </a:lnTo>
                  <a:lnTo>
                    <a:pt x="163429" y="27432"/>
                  </a:lnTo>
                  <a:lnTo>
                    <a:pt x="158930" y="29609"/>
                  </a:lnTo>
                  <a:lnTo>
                    <a:pt x="154470" y="31864"/>
                  </a:lnTo>
                  <a:lnTo>
                    <a:pt x="150050" y="34197"/>
                  </a:lnTo>
                  <a:lnTo>
                    <a:pt x="145671" y="36607"/>
                  </a:lnTo>
                  <a:lnTo>
                    <a:pt x="141336" y="39094"/>
                  </a:lnTo>
                  <a:lnTo>
                    <a:pt x="137044" y="41656"/>
                  </a:lnTo>
                  <a:lnTo>
                    <a:pt x="132798" y="44292"/>
                  </a:lnTo>
                  <a:lnTo>
                    <a:pt x="128599" y="47003"/>
                  </a:lnTo>
                  <a:lnTo>
                    <a:pt x="124448" y="49786"/>
                  </a:lnTo>
                  <a:lnTo>
                    <a:pt x="120346" y="52642"/>
                  </a:lnTo>
                  <a:lnTo>
                    <a:pt x="116295" y="55569"/>
                  </a:lnTo>
                  <a:lnTo>
                    <a:pt x="112295" y="58567"/>
                  </a:lnTo>
                  <a:lnTo>
                    <a:pt x="108349" y="61634"/>
                  </a:lnTo>
                  <a:lnTo>
                    <a:pt x="104457" y="64770"/>
                  </a:lnTo>
                  <a:lnTo>
                    <a:pt x="100621" y="67973"/>
                  </a:lnTo>
                  <a:lnTo>
                    <a:pt x="96841" y="71243"/>
                  </a:lnTo>
                  <a:lnTo>
                    <a:pt x="93119" y="74579"/>
                  </a:lnTo>
                  <a:lnTo>
                    <a:pt x="89456" y="77979"/>
                  </a:lnTo>
                  <a:lnTo>
                    <a:pt x="85853" y="81443"/>
                  </a:lnTo>
                  <a:lnTo>
                    <a:pt x="82311" y="84969"/>
                  </a:lnTo>
                  <a:lnTo>
                    <a:pt x="78831" y="88557"/>
                  </a:lnTo>
                  <a:lnTo>
                    <a:pt x="75415" y="92206"/>
                  </a:lnTo>
                  <a:lnTo>
                    <a:pt x="72063" y="95913"/>
                  </a:lnTo>
                  <a:lnTo>
                    <a:pt x="68776" y="99678"/>
                  </a:lnTo>
                  <a:lnTo>
                    <a:pt x="65556" y="103501"/>
                  </a:lnTo>
                  <a:lnTo>
                    <a:pt x="62403" y="107379"/>
                  </a:lnTo>
                  <a:lnTo>
                    <a:pt x="59319" y="111312"/>
                  </a:lnTo>
                  <a:lnTo>
                    <a:pt x="56304" y="115298"/>
                  </a:lnTo>
                  <a:lnTo>
                    <a:pt x="53359" y="119337"/>
                  </a:lnTo>
                  <a:lnTo>
                    <a:pt x="50485" y="123426"/>
                  </a:lnTo>
                  <a:lnTo>
                    <a:pt x="47684" y="127565"/>
                  </a:lnTo>
                  <a:lnTo>
                    <a:pt x="44955" y="131752"/>
                  </a:lnTo>
                  <a:lnTo>
                    <a:pt x="42300" y="135987"/>
                  </a:lnTo>
                  <a:lnTo>
                    <a:pt x="39719" y="140267"/>
                  </a:lnTo>
                  <a:lnTo>
                    <a:pt x="37214" y="144592"/>
                  </a:lnTo>
                  <a:lnTo>
                    <a:pt x="34784" y="148960"/>
                  </a:lnTo>
                  <a:lnTo>
                    <a:pt x="32432" y="153369"/>
                  </a:lnTo>
                  <a:lnTo>
                    <a:pt x="30157" y="157820"/>
                  </a:lnTo>
                  <a:lnTo>
                    <a:pt x="27960" y="162309"/>
                  </a:lnTo>
                  <a:lnTo>
                    <a:pt x="25843" y="166836"/>
                  </a:lnTo>
                  <a:lnTo>
                    <a:pt x="23804" y="171400"/>
                  </a:lnTo>
                  <a:lnTo>
                    <a:pt x="21846" y="175999"/>
                  </a:lnTo>
                  <a:lnTo>
                    <a:pt x="19969" y="180631"/>
                  </a:lnTo>
                  <a:lnTo>
                    <a:pt x="18173" y="185295"/>
                  </a:lnTo>
                  <a:lnTo>
                    <a:pt x="16459" y="189990"/>
                  </a:lnTo>
                  <a:lnTo>
                    <a:pt x="14828" y="194714"/>
                  </a:lnTo>
                  <a:lnTo>
                    <a:pt x="13279" y="199466"/>
                  </a:lnTo>
                  <a:lnTo>
                    <a:pt x="11814" y="204245"/>
                  </a:lnTo>
                  <a:lnTo>
                    <a:pt x="10432" y="209048"/>
                  </a:lnTo>
                  <a:lnTo>
                    <a:pt x="9135" y="213875"/>
                  </a:lnTo>
                  <a:lnTo>
                    <a:pt x="7923" y="218724"/>
                  </a:lnTo>
                  <a:lnTo>
                    <a:pt x="6795" y="223593"/>
                  </a:lnTo>
                  <a:lnTo>
                    <a:pt x="5753" y="228481"/>
                  </a:lnTo>
                  <a:lnTo>
                    <a:pt x="4797" y="233387"/>
                  </a:lnTo>
                  <a:lnTo>
                    <a:pt x="3927" y="238308"/>
                  </a:lnTo>
                  <a:lnTo>
                    <a:pt x="3143" y="243245"/>
                  </a:lnTo>
                  <a:lnTo>
                    <a:pt x="2445" y="248194"/>
                  </a:lnTo>
                  <a:lnTo>
                    <a:pt x="1835" y="253154"/>
                  </a:lnTo>
                  <a:lnTo>
                    <a:pt x="1311" y="258125"/>
                  </a:lnTo>
                  <a:lnTo>
                    <a:pt x="874" y="263104"/>
                  </a:lnTo>
                  <a:lnTo>
                    <a:pt x="524" y="268089"/>
                  </a:lnTo>
                  <a:lnTo>
                    <a:pt x="262" y="273081"/>
                  </a:lnTo>
                  <a:lnTo>
                    <a:pt x="87" y="278076"/>
                  </a:lnTo>
                  <a:lnTo>
                    <a:pt x="0" y="283073"/>
                  </a:lnTo>
                  <a:lnTo>
                    <a:pt x="0" y="288071"/>
                  </a:lnTo>
                  <a:lnTo>
                    <a:pt x="87" y="293068"/>
                  </a:lnTo>
                  <a:lnTo>
                    <a:pt x="262" y="298063"/>
                  </a:lnTo>
                  <a:lnTo>
                    <a:pt x="524" y="303054"/>
                  </a:lnTo>
                  <a:lnTo>
                    <a:pt x="874" y="308040"/>
                  </a:lnTo>
                  <a:lnTo>
                    <a:pt x="1311" y="313019"/>
                  </a:lnTo>
                  <a:lnTo>
                    <a:pt x="1835" y="317990"/>
                  </a:lnTo>
                  <a:lnTo>
                    <a:pt x="2445" y="322950"/>
                  </a:lnTo>
                  <a:lnTo>
                    <a:pt x="3143" y="327899"/>
                  </a:lnTo>
                  <a:lnTo>
                    <a:pt x="3927" y="332836"/>
                  </a:lnTo>
                  <a:lnTo>
                    <a:pt x="4797" y="337757"/>
                  </a:lnTo>
                  <a:lnTo>
                    <a:pt x="5753" y="342663"/>
                  </a:lnTo>
                  <a:lnTo>
                    <a:pt x="6795" y="347551"/>
                  </a:lnTo>
                  <a:lnTo>
                    <a:pt x="7923" y="352420"/>
                  </a:lnTo>
                  <a:lnTo>
                    <a:pt x="9135" y="357269"/>
                  </a:lnTo>
                  <a:lnTo>
                    <a:pt x="10432" y="362096"/>
                  </a:lnTo>
                  <a:lnTo>
                    <a:pt x="11814" y="366899"/>
                  </a:lnTo>
                  <a:lnTo>
                    <a:pt x="13279" y="371678"/>
                  </a:lnTo>
                  <a:lnTo>
                    <a:pt x="14828" y="376430"/>
                  </a:lnTo>
                  <a:lnTo>
                    <a:pt x="16459" y="381154"/>
                  </a:lnTo>
                  <a:lnTo>
                    <a:pt x="18173" y="385849"/>
                  </a:lnTo>
                  <a:lnTo>
                    <a:pt x="19969" y="390513"/>
                  </a:lnTo>
                  <a:lnTo>
                    <a:pt x="21846" y="395145"/>
                  </a:lnTo>
                  <a:lnTo>
                    <a:pt x="23804" y="399744"/>
                  </a:lnTo>
                  <a:lnTo>
                    <a:pt x="25843" y="404307"/>
                  </a:lnTo>
                  <a:lnTo>
                    <a:pt x="27960" y="408835"/>
                  </a:lnTo>
                  <a:lnTo>
                    <a:pt x="30157" y="413324"/>
                  </a:lnTo>
                  <a:lnTo>
                    <a:pt x="32432" y="417774"/>
                  </a:lnTo>
                  <a:lnTo>
                    <a:pt x="34784" y="422184"/>
                  </a:lnTo>
                  <a:lnTo>
                    <a:pt x="37214" y="426552"/>
                  </a:lnTo>
                  <a:lnTo>
                    <a:pt x="39719" y="430877"/>
                  </a:lnTo>
                  <a:lnTo>
                    <a:pt x="42300" y="435157"/>
                  </a:lnTo>
                  <a:lnTo>
                    <a:pt x="44955" y="439392"/>
                  </a:lnTo>
                  <a:lnTo>
                    <a:pt x="47684" y="443579"/>
                  </a:lnTo>
                  <a:lnTo>
                    <a:pt x="50485" y="447718"/>
                  </a:lnTo>
                  <a:lnTo>
                    <a:pt x="53359" y="451807"/>
                  </a:lnTo>
                  <a:lnTo>
                    <a:pt x="56304" y="455846"/>
                  </a:lnTo>
                  <a:lnTo>
                    <a:pt x="59319" y="459832"/>
                  </a:lnTo>
                  <a:lnTo>
                    <a:pt x="62403" y="463765"/>
                  </a:lnTo>
                  <a:lnTo>
                    <a:pt x="65556" y="467643"/>
                  </a:lnTo>
                  <a:lnTo>
                    <a:pt x="68776" y="471465"/>
                  </a:lnTo>
                  <a:lnTo>
                    <a:pt x="72063" y="475231"/>
                  </a:lnTo>
                  <a:lnTo>
                    <a:pt x="75415" y="478938"/>
                  </a:lnTo>
                  <a:lnTo>
                    <a:pt x="78831" y="482587"/>
                  </a:lnTo>
                  <a:lnTo>
                    <a:pt x="82311" y="486174"/>
                  </a:lnTo>
                  <a:lnTo>
                    <a:pt x="85853" y="489701"/>
                  </a:lnTo>
                  <a:lnTo>
                    <a:pt x="89456" y="493165"/>
                  </a:lnTo>
                  <a:lnTo>
                    <a:pt x="93119" y="496565"/>
                  </a:lnTo>
                  <a:lnTo>
                    <a:pt x="96841" y="499901"/>
                  </a:lnTo>
                  <a:lnTo>
                    <a:pt x="100621" y="503171"/>
                  </a:lnTo>
                  <a:lnTo>
                    <a:pt x="104457" y="506374"/>
                  </a:lnTo>
                  <a:lnTo>
                    <a:pt x="108349" y="509510"/>
                  </a:lnTo>
                  <a:lnTo>
                    <a:pt x="112295" y="512577"/>
                  </a:lnTo>
                  <a:lnTo>
                    <a:pt x="116295" y="515575"/>
                  </a:lnTo>
                  <a:lnTo>
                    <a:pt x="120346" y="518502"/>
                  </a:lnTo>
                  <a:lnTo>
                    <a:pt x="124448" y="521357"/>
                  </a:lnTo>
                  <a:lnTo>
                    <a:pt x="128599" y="524141"/>
                  </a:lnTo>
                  <a:lnTo>
                    <a:pt x="132798" y="526852"/>
                  </a:lnTo>
                  <a:lnTo>
                    <a:pt x="137044" y="529488"/>
                  </a:lnTo>
                  <a:lnTo>
                    <a:pt x="141336" y="532050"/>
                  </a:lnTo>
                  <a:lnTo>
                    <a:pt x="145671" y="534536"/>
                  </a:lnTo>
                  <a:lnTo>
                    <a:pt x="150050" y="536947"/>
                  </a:lnTo>
                  <a:lnTo>
                    <a:pt x="154470" y="539280"/>
                  </a:lnTo>
                  <a:lnTo>
                    <a:pt x="158930" y="541535"/>
                  </a:lnTo>
                  <a:lnTo>
                    <a:pt x="163429" y="543712"/>
                  </a:lnTo>
                  <a:lnTo>
                    <a:pt x="167966" y="545810"/>
                  </a:lnTo>
                  <a:lnTo>
                    <a:pt x="172538" y="547828"/>
                  </a:lnTo>
                  <a:lnTo>
                    <a:pt x="177145" y="549766"/>
                  </a:lnTo>
                  <a:lnTo>
                    <a:pt x="181786" y="551623"/>
                  </a:lnTo>
                  <a:lnTo>
                    <a:pt x="186458" y="553399"/>
                  </a:lnTo>
                  <a:lnTo>
                    <a:pt x="191160" y="555092"/>
                  </a:lnTo>
                  <a:lnTo>
                    <a:pt x="195891" y="556703"/>
                  </a:lnTo>
                  <a:lnTo>
                    <a:pt x="200650" y="558231"/>
                  </a:lnTo>
                  <a:lnTo>
                    <a:pt x="205435" y="559675"/>
                  </a:lnTo>
                  <a:lnTo>
                    <a:pt x="210244" y="561035"/>
                  </a:lnTo>
                  <a:lnTo>
                    <a:pt x="215077" y="562311"/>
                  </a:lnTo>
                  <a:lnTo>
                    <a:pt x="219931" y="563503"/>
                  </a:lnTo>
                  <a:lnTo>
                    <a:pt x="224805" y="564609"/>
                  </a:lnTo>
                  <a:lnTo>
                    <a:pt x="229698" y="565629"/>
                  </a:lnTo>
                  <a:lnTo>
                    <a:pt x="234607" y="566564"/>
                  </a:lnTo>
                  <a:lnTo>
                    <a:pt x="239533" y="567413"/>
                  </a:lnTo>
                  <a:lnTo>
                    <a:pt x="244472" y="568175"/>
                  </a:lnTo>
                  <a:lnTo>
                    <a:pt x="249425" y="568851"/>
                  </a:lnTo>
                  <a:lnTo>
                    <a:pt x="254388" y="569440"/>
                  </a:lnTo>
                  <a:lnTo>
                    <a:pt x="259361" y="569942"/>
                  </a:lnTo>
                  <a:lnTo>
                    <a:pt x="264341" y="570357"/>
                  </a:lnTo>
                  <a:lnTo>
                    <a:pt x="269329" y="570685"/>
                  </a:lnTo>
                  <a:lnTo>
                    <a:pt x="274321" y="570926"/>
                  </a:lnTo>
                  <a:lnTo>
                    <a:pt x="279317" y="571079"/>
                  </a:lnTo>
                  <a:lnTo>
                    <a:pt x="284314" y="571144"/>
                  </a:lnTo>
                  <a:lnTo>
                    <a:pt x="289312" y="571123"/>
                  </a:lnTo>
                  <a:lnTo>
                    <a:pt x="294309" y="571013"/>
                  </a:lnTo>
                  <a:lnTo>
                    <a:pt x="299303" y="570816"/>
                  </a:lnTo>
                  <a:lnTo>
                    <a:pt x="304293" y="570532"/>
                  </a:lnTo>
                  <a:lnTo>
                    <a:pt x="309277" y="570161"/>
                  </a:lnTo>
                  <a:lnTo>
                    <a:pt x="314254" y="569702"/>
                  </a:lnTo>
                  <a:lnTo>
                    <a:pt x="319223" y="569157"/>
                  </a:lnTo>
                  <a:lnTo>
                    <a:pt x="324180" y="568524"/>
                  </a:lnTo>
                  <a:lnTo>
                    <a:pt x="329126" y="567805"/>
                  </a:lnTo>
                  <a:lnTo>
                    <a:pt x="334059" y="566999"/>
                  </a:lnTo>
                  <a:lnTo>
                    <a:pt x="338977" y="566108"/>
                  </a:lnTo>
                  <a:lnTo>
                    <a:pt x="343878" y="565130"/>
                  </a:lnTo>
                  <a:lnTo>
                    <a:pt x="348762" y="564066"/>
                  </a:lnTo>
                  <a:lnTo>
                    <a:pt x="353626" y="562918"/>
                  </a:lnTo>
                  <a:lnTo>
                    <a:pt x="358470" y="561684"/>
                  </a:lnTo>
                  <a:lnTo>
                    <a:pt x="363291" y="560366"/>
                  </a:lnTo>
                  <a:lnTo>
                    <a:pt x="368088" y="558963"/>
                  </a:lnTo>
                  <a:lnTo>
                    <a:pt x="372860" y="557477"/>
                  </a:lnTo>
                  <a:lnTo>
                    <a:pt x="377605" y="555908"/>
                  </a:lnTo>
                  <a:lnTo>
                    <a:pt x="382322" y="554256"/>
                  </a:lnTo>
                  <a:lnTo>
                    <a:pt x="387010" y="552521"/>
                  </a:lnTo>
                  <a:lnTo>
                    <a:pt x="391666" y="550705"/>
                  </a:lnTo>
                  <a:lnTo>
                    <a:pt x="396290" y="548807"/>
                  </a:lnTo>
                  <a:lnTo>
                    <a:pt x="400880" y="546829"/>
                  </a:lnTo>
                  <a:lnTo>
                    <a:pt x="405435" y="544771"/>
                  </a:lnTo>
                  <a:lnTo>
                    <a:pt x="409952" y="542633"/>
                  </a:lnTo>
                  <a:lnTo>
                    <a:pt x="414432" y="540417"/>
                  </a:lnTo>
                  <a:lnTo>
                    <a:pt x="418873" y="538123"/>
                  </a:lnTo>
                  <a:lnTo>
                    <a:pt x="423272" y="535751"/>
                  </a:lnTo>
                  <a:lnTo>
                    <a:pt x="427629" y="533303"/>
                  </a:lnTo>
                  <a:lnTo>
                    <a:pt x="431943" y="530779"/>
                  </a:lnTo>
                  <a:lnTo>
                    <a:pt x="436212" y="528179"/>
                  </a:lnTo>
                  <a:lnTo>
                    <a:pt x="440435" y="525506"/>
                  </a:lnTo>
                  <a:lnTo>
                    <a:pt x="444610" y="522758"/>
                  </a:lnTo>
                  <a:lnTo>
                    <a:pt x="448737" y="519939"/>
                  </a:lnTo>
                  <a:lnTo>
                    <a:pt x="452813" y="517047"/>
                  </a:lnTo>
                  <a:lnTo>
                    <a:pt x="456839" y="514084"/>
                  </a:lnTo>
                  <a:lnTo>
                    <a:pt x="460812" y="511052"/>
                  </a:lnTo>
                  <a:lnTo>
                    <a:pt x="464731" y="507950"/>
                  </a:lnTo>
                  <a:lnTo>
                    <a:pt x="468596" y="504781"/>
                  </a:lnTo>
                  <a:lnTo>
                    <a:pt x="472404" y="501544"/>
                  </a:lnTo>
                  <a:lnTo>
                    <a:pt x="476155" y="498241"/>
                  </a:lnTo>
                  <a:lnTo>
                    <a:pt x="479848" y="494873"/>
                  </a:lnTo>
                  <a:lnTo>
                    <a:pt x="483481" y="491441"/>
                  </a:lnTo>
                  <a:lnTo>
                    <a:pt x="487054" y="487945"/>
                  </a:lnTo>
                  <a:lnTo>
                    <a:pt x="490565" y="484388"/>
                  </a:lnTo>
                  <a:lnTo>
                    <a:pt x="494013" y="480770"/>
                  </a:lnTo>
                  <a:lnTo>
                    <a:pt x="497397" y="477092"/>
                  </a:lnTo>
                  <a:lnTo>
                    <a:pt x="500716" y="473355"/>
                  </a:lnTo>
                  <a:lnTo>
                    <a:pt x="503970" y="469561"/>
                  </a:lnTo>
                  <a:lnTo>
                    <a:pt x="507156" y="465711"/>
                  </a:lnTo>
                  <a:lnTo>
                    <a:pt x="510275" y="461805"/>
                  </a:lnTo>
                  <a:lnTo>
                    <a:pt x="513325" y="457845"/>
                  </a:lnTo>
                  <a:lnTo>
                    <a:pt x="516305" y="453833"/>
                  </a:lnTo>
                  <a:lnTo>
                    <a:pt x="519214" y="449769"/>
                  </a:lnTo>
                  <a:lnTo>
                    <a:pt x="522052" y="445655"/>
                  </a:lnTo>
                  <a:lnTo>
                    <a:pt x="524817" y="441491"/>
                  </a:lnTo>
                  <a:lnTo>
                    <a:pt x="527509" y="437280"/>
                  </a:lnTo>
                  <a:lnTo>
                    <a:pt x="530127" y="433023"/>
                  </a:lnTo>
                  <a:lnTo>
                    <a:pt x="532671" y="428720"/>
                  </a:lnTo>
                  <a:lnTo>
                    <a:pt x="535138" y="424374"/>
                  </a:lnTo>
                  <a:lnTo>
                    <a:pt x="537529" y="419984"/>
                  </a:lnTo>
                  <a:lnTo>
                    <a:pt x="539843" y="415554"/>
                  </a:lnTo>
                  <a:lnTo>
                    <a:pt x="542079" y="411084"/>
                  </a:lnTo>
                  <a:lnTo>
                    <a:pt x="544236" y="406576"/>
                  </a:lnTo>
                  <a:lnTo>
                    <a:pt x="546314" y="402030"/>
                  </a:lnTo>
                  <a:lnTo>
                    <a:pt x="548312" y="397449"/>
                  </a:lnTo>
                  <a:lnTo>
                    <a:pt x="550230" y="392833"/>
                  </a:lnTo>
                  <a:lnTo>
                    <a:pt x="552067" y="388185"/>
                  </a:lnTo>
                  <a:lnTo>
                    <a:pt x="553822" y="383505"/>
                  </a:lnTo>
                  <a:lnTo>
                    <a:pt x="555494" y="378795"/>
                  </a:lnTo>
                  <a:lnTo>
                    <a:pt x="557085" y="374057"/>
                  </a:lnTo>
                  <a:lnTo>
                    <a:pt x="558592" y="369292"/>
                  </a:lnTo>
                  <a:lnTo>
                    <a:pt x="560015" y="364501"/>
                  </a:lnTo>
                  <a:lnTo>
                    <a:pt x="561354" y="359685"/>
                  </a:lnTo>
                  <a:lnTo>
                    <a:pt x="562609" y="354847"/>
                  </a:lnTo>
                  <a:lnTo>
                    <a:pt x="563779" y="349988"/>
                  </a:lnTo>
                  <a:lnTo>
                    <a:pt x="564864" y="345109"/>
                  </a:lnTo>
                  <a:lnTo>
                    <a:pt x="565863" y="340212"/>
                  </a:lnTo>
                  <a:lnTo>
                    <a:pt x="566776" y="335298"/>
                  </a:lnTo>
                  <a:lnTo>
                    <a:pt x="567603" y="330369"/>
                  </a:lnTo>
                  <a:lnTo>
                    <a:pt x="568344" y="325426"/>
                  </a:lnTo>
                  <a:lnTo>
                    <a:pt x="568998" y="320471"/>
                  </a:lnTo>
                  <a:lnTo>
                    <a:pt x="569566" y="315506"/>
                  </a:lnTo>
                  <a:lnTo>
                    <a:pt x="570046" y="310531"/>
                  </a:lnTo>
                  <a:lnTo>
                    <a:pt x="570439" y="305548"/>
                  </a:lnTo>
                  <a:lnTo>
                    <a:pt x="570745" y="300559"/>
                  </a:lnTo>
                  <a:lnTo>
                    <a:pt x="570964" y="295566"/>
                  </a:lnTo>
                  <a:lnTo>
                    <a:pt x="571095" y="290570"/>
                  </a:lnTo>
                  <a:lnTo>
                    <a:pt x="571139" y="28557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2927189" y="2186439"/>
              <a:ext cx="1038435" cy="1038445"/>
            </a:xfrm>
            <a:custGeom>
              <a:avLst/>
              <a:pathLst>
                <a:path w="1038435" h="1038445">
                  <a:moveTo>
                    <a:pt x="1038435" y="519222"/>
                  </a:moveTo>
                  <a:lnTo>
                    <a:pt x="1038355" y="510135"/>
                  </a:lnTo>
                  <a:lnTo>
                    <a:pt x="1038117" y="501051"/>
                  </a:lnTo>
                  <a:lnTo>
                    <a:pt x="1037719" y="491972"/>
                  </a:lnTo>
                  <a:lnTo>
                    <a:pt x="1037163" y="482902"/>
                  </a:lnTo>
                  <a:lnTo>
                    <a:pt x="1036448" y="473843"/>
                  </a:lnTo>
                  <a:lnTo>
                    <a:pt x="1035575" y="464797"/>
                  </a:lnTo>
                  <a:lnTo>
                    <a:pt x="1034543" y="455769"/>
                  </a:lnTo>
                  <a:lnTo>
                    <a:pt x="1033354" y="446760"/>
                  </a:lnTo>
                  <a:lnTo>
                    <a:pt x="1032007" y="437773"/>
                  </a:lnTo>
                  <a:lnTo>
                    <a:pt x="1030503" y="428811"/>
                  </a:lnTo>
                  <a:lnTo>
                    <a:pt x="1028842" y="419876"/>
                  </a:lnTo>
                  <a:lnTo>
                    <a:pt x="1027025" y="410972"/>
                  </a:lnTo>
                  <a:lnTo>
                    <a:pt x="1025053" y="402102"/>
                  </a:lnTo>
                  <a:lnTo>
                    <a:pt x="1022926" y="393267"/>
                  </a:lnTo>
                  <a:lnTo>
                    <a:pt x="1020644" y="384470"/>
                  </a:lnTo>
                  <a:lnTo>
                    <a:pt x="1018209" y="375715"/>
                  </a:lnTo>
                  <a:lnTo>
                    <a:pt x="1015621" y="367004"/>
                  </a:lnTo>
                  <a:lnTo>
                    <a:pt x="1012881" y="358340"/>
                  </a:lnTo>
                  <a:lnTo>
                    <a:pt x="1009990" y="349725"/>
                  </a:lnTo>
                  <a:lnTo>
                    <a:pt x="1006949" y="341161"/>
                  </a:lnTo>
                  <a:lnTo>
                    <a:pt x="1003758" y="332653"/>
                  </a:lnTo>
                  <a:lnTo>
                    <a:pt x="1000418" y="324201"/>
                  </a:lnTo>
                  <a:lnTo>
                    <a:pt x="996932" y="315809"/>
                  </a:lnTo>
                  <a:lnTo>
                    <a:pt x="993298" y="307480"/>
                  </a:lnTo>
                  <a:lnTo>
                    <a:pt x="989520" y="299215"/>
                  </a:lnTo>
                  <a:lnTo>
                    <a:pt x="985598" y="291018"/>
                  </a:lnTo>
                  <a:lnTo>
                    <a:pt x="981533" y="282891"/>
                  </a:lnTo>
                  <a:lnTo>
                    <a:pt x="977326" y="274836"/>
                  </a:lnTo>
                  <a:lnTo>
                    <a:pt x="972979" y="266856"/>
                  </a:lnTo>
                  <a:lnTo>
                    <a:pt x="968492" y="258953"/>
                  </a:lnTo>
                  <a:lnTo>
                    <a:pt x="963869" y="251130"/>
                  </a:lnTo>
                  <a:lnTo>
                    <a:pt x="959109" y="243389"/>
                  </a:lnTo>
                  <a:lnTo>
                    <a:pt x="954214" y="235732"/>
                  </a:lnTo>
                  <a:lnTo>
                    <a:pt x="949186" y="228163"/>
                  </a:lnTo>
                  <a:lnTo>
                    <a:pt x="944026" y="220682"/>
                  </a:lnTo>
                  <a:lnTo>
                    <a:pt x="938736" y="213293"/>
                  </a:lnTo>
                  <a:lnTo>
                    <a:pt x="933318" y="205998"/>
                  </a:lnTo>
                  <a:lnTo>
                    <a:pt x="927773" y="198798"/>
                  </a:lnTo>
                  <a:lnTo>
                    <a:pt x="922103" y="191697"/>
                  </a:lnTo>
                  <a:lnTo>
                    <a:pt x="916309" y="184696"/>
                  </a:lnTo>
                  <a:lnTo>
                    <a:pt x="910393" y="177798"/>
                  </a:lnTo>
                  <a:lnTo>
                    <a:pt x="904358" y="171004"/>
                  </a:lnTo>
                  <a:lnTo>
                    <a:pt x="898205" y="164317"/>
                  </a:lnTo>
                  <a:lnTo>
                    <a:pt x="891936" y="157738"/>
                  </a:lnTo>
                  <a:lnTo>
                    <a:pt x="885552" y="151270"/>
                  </a:lnTo>
                  <a:lnTo>
                    <a:pt x="879057" y="144915"/>
                  </a:lnTo>
                  <a:lnTo>
                    <a:pt x="872451" y="138675"/>
                  </a:lnTo>
                  <a:lnTo>
                    <a:pt x="865737" y="132551"/>
                  </a:lnTo>
                  <a:lnTo>
                    <a:pt x="858917" y="126546"/>
                  </a:lnTo>
                  <a:lnTo>
                    <a:pt x="851992" y="120661"/>
                  </a:lnTo>
                  <a:lnTo>
                    <a:pt x="844966" y="114898"/>
                  </a:lnTo>
                  <a:lnTo>
                    <a:pt x="837840" y="109258"/>
                  </a:lnTo>
                  <a:lnTo>
                    <a:pt x="830617" y="103745"/>
                  </a:lnTo>
                  <a:lnTo>
                    <a:pt x="823298" y="98358"/>
                  </a:lnTo>
                  <a:lnTo>
                    <a:pt x="815886" y="93101"/>
                  </a:lnTo>
                  <a:lnTo>
                    <a:pt x="808383" y="87974"/>
                  </a:lnTo>
                  <a:lnTo>
                    <a:pt x="800791" y="82979"/>
                  </a:lnTo>
                  <a:lnTo>
                    <a:pt x="793113" y="78118"/>
                  </a:lnTo>
                  <a:lnTo>
                    <a:pt x="785351" y="73392"/>
                  </a:lnTo>
                  <a:lnTo>
                    <a:pt x="777508" y="68802"/>
                  </a:lnTo>
                  <a:lnTo>
                    <a:pt x="769586" y="64351"/>
                  </a:lnTo>
                  <a:lnTo>
                    <a:pt x="761587" y="60039"/>
                  </a:lnTo>
                  <a:lnTo>
                    <a:pt x="753514" y="55867"/>
                  </a:lnTo>
                  <a:lnTo>
                    <a:pt x="745368" y="51838"/>
                  </a:lnTo>
                  <a:lnTo>
                    <a:pt x="737154" y="47951"/>
                  </a:lnTo>
                  <a:lnTo>
                    <a:pt x="728873" y="44209"/>
                  </a:lnTo>
                  <a:lnTo>
                    <a:pt x="720528" y="40612"/>
                  </a:lnTo>
                  <a:lnTo>
                    <a:pt x="712121" y="37162"/>
                  </a:lnTo>
                  <a:lnTo>
                    <a:pt x="703655" y="33860"/>
                  </a:lnTo>
                  <a:lnTo>
                    <a:pt x="695132" y="30706"/>
                  </a:lnTo>
                  <a:lnTo>
                    <a:pt x="686556" y="27702"/>
                  </a:lnTo>
                  <a:lnTo>
                    <a:pt x="677928" y="24849"/>
                  </a:lnTo>
                  <a:lnTo>
                    <a:pt x="669251" y="22147"/>
                  </a:lnTo>
                  <a:lnTo>
                    <a:pt x="660529" y="19597"/>
                  </a:lnTo>
                  <a:lnTo>
                    <a:pt x="651764" y="17200"/>
                  </a:lnTo>
                  <a:lnTo>
                    <a:pt x="642957" y="14957"/>
                  </a:lnTo>
                  <a:lnTo>
                    <a:pt x="634113" y="12869"/>
                  </a:lnTo>
                  <a:lnTo>
                    <a:pt x="625234" y="10935"/>
                  </a:lnTo>
                  <a:lnTo>
                    <a:pt x="616322" y="9157"/>
                  </a:lnTo>
                  <a:lnTo>
                    <a:pt x="607381" y="7536"/>
                  </a:lnTo>
                  <a:lnTo>
                    <a:pt x="598412" y="6071"/>
                  </a:lnTo>
                  <a:lnTo>
                    <a:pt x="589419" y="4764"/>
                  </a:lnTo>
                  <a:lnTo>
                    <a:pt x="580405" y="3614"/>
                  </a:lnTo>
                  <a:lnTo>
                    <a:pt x="571372" y="2622"/>
                  </a:lnTo>
                  <a:lnTo>
                    <a:pt x="562323" y="1788"/>
                  </a:lnTo>
                  <a:lnTo>
                    <a:pt x="553261" y="1112"/>
                  </a:lnTo>
                  <a:lnTo>
                    <a:pt x="544188" y="596"/>
                  </a:lnTo>
                  <a:lnTo>
                    <a:pt x="535108" y="238"/>
                  </a:lnTo>
                  <a:lnTo>
                    <a:pt x="526023" y="39"/>
                  </a:lnTo>
                  <a:lnTo>
                    <a:pt x="516935" y="0"/>
                  </a:lnTo>
                  <a:lnTo>
                    <a:pt x="507849" y="119"/>
                  </a:lnTo>
                  <a:lnTo>
                    <a:pt x="498766" y="397"/>
                  </a:lnTo>
                  <a:lnTo>
                    <a:pt x="489689" y="834"/>
                  </a:lnTo>
                  <a:lnTo>
                    <a:pt x="480621" y="1430"/>
                  </a:lnTo>
                  <a:lnTo>
                    <a:pt x="471565" y="2185"/>
                  </a:lnTo>
                  <a:lnTo>
                    <a:pt x="462524" y="3098"/>
                  </a:lnTo>
                  <a:lnTo>
                    <a:pt x="453500" y="4169"/>
                  </a:lnTo>
                  <a:lnTo>
                    <a:pt x="444496" y="5398"/>
                  </a:lnTo>
                  <a:lnTo>
                    <a:pt x="435515" y="6784"/>
                  </a:lnTo>
                  <a:lnTo>
                    <a:pt x="426559" y="8327"/>
                  </a:lnTo>
                  <a:lnTo>
                    <a:pt x="417632" y="10027"/>
                  </a:lnTo>
                  <a:lnTo>
                    <a:pt x="408737" y="11882"/>
                  </a:lnTo>
                  <a:lnTo>
                    <a:pt x="399874" y="13894"/>
                  </a:lnTo>
                  <a:lnTo>
                    <a:pt x="391049" y="16059"/>
                  </a:lnTo>
                  <a:lnTo>
                    <a:pt x="382263" y="18379"/>
                  </a:lnTo>
                  <a:lnTo>
                    <a:pt x="373518" y="20853"/>
                  </a:lnTo>
                  <a:lnTo>
                    <a:pt x="364819" y="23479"/>
                  </a:lnTo>
                  <a:lnTo>
                    <a:pt x="356166" y="26257"/>
                  </a:lnTo>
                  <a:lnTo>
                    <a:pt x="347564" y="29185"/>
                  </a:lnTo>
                  <a:lnTo>
                    <a:pt x="339014" y="32264"/>
                  </a:lnTo>
                  <a:lnTo>
                    <a:pt x="330520" y="35493"/>
                  </a:lnTo>
                  <a:lnTo>
                    <a:pt x="322083" y="38869"/>
                  </a:lnTo>
                  <a:lnTo>
                    <a:pt x="313706" y="42392"/>
                  </a:lnTo>
                  <a:lnTo>
                    <a:pt x="305393" y="46062"/>
                  </a:lnTo>
                  <a:lnTo>
                    <a:pt x="297145" y="49876"/>
                  </a:lnTo>
                  <a:lnTo>
                    <a:pt x="288965" y="53834"/>
                  </a:lnTo>
                  <a:lnTo>
                    <a:pt x="280855" y="57935"/>
                  </a:lnTo>
                  <a:lnTo>
                    <a:pt x="272819" y="62177"/>
                  </a:lnTo>
                  <a:lnTo>
                    <a:pt x="264858" y="66559"/>
                  </a:lnTo>
                  <a:lnTo>
                    <a:pt x="256975" y="71080"/>
                  </a:lnTo>
                  <a:lnTo>
                    <a:pt x="249172" y="75738"/>
                  </a:lnTo>
                  <a:lnTo>
                    <a:pt x="241452" y="80532"/>
                  </a:lnTo>
                  <a:lnTo>
                    <a:pt x="233817" y="85460"/>
                  </a:lnTo>
                  <a:lnTo>
                    <a:pt x="226269" y="90521"/>
                  </a:lnTo>
                  <a:lnTo>
                    <a:pt x="218811" y="95713"/>
                  </a:lnTo>
                  <a:lnTo>
                    <a:pt x="211445" y="101036"/>
                  </a:lnTo>
                  <a:lnTo>
                    <a:pt x="204174" y="106486"/>
                  </a:lnTo>
                  <a:lnTo>
                    <a:pt x="196999" y="112062"/>
                  </a:lnTo>
                  <a:lnTo>
                    <a:pt x="189922" y="117764"/>
                  </a:lnTo>
                  <a:lnTo>
                    <a:pt x="182947" y="123588"/>
                  </a:lnTo>
                  <a:lnTo>
                    <a:pt x="176074" y="129533"/>
                  </a:lnTo>
                  <a:lnTo>
                    <a:pt x="169307" y="135598"/>
                  </a:lnTo>
                  <a:lnTo>
                    <a:pt x="162647" y="141781"/>
                  </a:lnTo>
                  <a:lnTo>
                    <a:pt x="156096" y="148079"/>
                  </a:lnTo>
                  <a:lnTo>
                    <a:pt x="149656" y="154490"/>
                  </a:lnTo>
                  <a:lnTo>
                    <a:pt x="143330" y="161014"/>
                  </a:lnTo>
                  <a:lnTo>
                    <a:pt x="137118" y="167647"/>
                  </a:lnTo>
                  <a:lnTo>
                    <a:pt x="131024" y="174388"/>
                  </a:lnTo>
                  <a:lnTo>
                    <a:pt x="125048" y="181234"/>
                  </a:lnTo>
                  <a:lnTo>
                    <a:pt x="119193" y="188184"/>
                  </a:lnTo>
                  <a:lnTo>
                    <a:pt x="113461" y="195235"/>
                  </a:lnTo>
                  <a:lnTo>
                    <a:pt x="107853" y="202386"/>
                  </a:lnTo>
                  <a:lnTo>
                    <a:pt x="102371" y="209634"/>
                  </a:lnTo>
                  <a:lnTo>
                    <a:pt x="97017" y="216976"/>
                  </a:lnTo>
                  <a:lnTo>
                    <a:pt x="91792" y="224411"/>
                  </a:lnTo>
                  <a:lnTo>
                    <a:pt x="86698" y="231936"/>
                  </a:lnTo>
                  <a:lnTo>
                    <a:pt x="81736" y="239550"/>
                  </a:lnTo>
                  <a:lnTo>
                    <a:pt x="76909" y="247249"/>
                  </a:lnTo>
                  <a:lnTo>
                    <a:pt x="72217" y="255031"/>
                  </a:lnTo>
                  <a:lnTo>
                    <a:pt x="67662" y="262894"/>
                  </a:lnTo>
                  <a:lnTo>
                    <a:pt x="63245" y="270836"/>
                  </a:lnTo>
                  <a:lnTo>
                    <a:pt x="58968" y="278854"/>
                  </a:lnTo>
                  <a:lnTo>
                    <a:pt x="54831" y="286945"/>
                  </a:lnTo>
                  <a:lnTo>
                    <a:pt x="50838" y="295108"/>
                  </a:lnTo>
                  <a:lnTo>
                    <a:pt x="46987" y="303339"/>
                  </a:lnTo>
                  <a:lnTo>
                    <a:pt x="43281" y="311637"/>
                  </a:lnTo>
                  <a:lnTo>
                    <a:pt x="39721" y="319998"/>
                  </a:lnTo>
                  <a:lnTo>
                    <a:pt x="36308" y="328420"/>
                  </a:lnTo>
                  <a:lnTo>
                    <a:pt x="33043" y="336900"/>
                  </a:lnTo>
                  <a:lnTo>
                    <a:pt x="29926" y="345436"/>
                  </a:lnTo>
                  <a:lnTo>
                    <a:pt x="26960" y="354026"/>
                  </a:lnTo>
                  <a:lnTo>
                    <a:pt x="24144" y="362666"/>
                  </a:lnTo>
                  <a:lnTo>
                    <a:pt x="21480" y="371354"/>
                  </a:lnTo>
                  <a:lnTo>
                    <a:pt x="18968" y="380088"/>
                  </a:lnTo>
                  <a:lnTo>
                    <a:pt x="16610" y="388864"/>
                  </a:lnTo>
                  <a:lnTo>
                    <a:pt x="14406" y="397680"/>
                  </a:lnTo>
                  <a:lnTo>
                    <a:pt x="12356" y="406533"/>
                  </a:lnTo>
                  <a:lnTo>
                    <a:pt x="10461" y="415420"/>
                  </a:lnTo>
                  <a:lnTo>
                    <a:pt x="8723" y="424340"/>
                  </a:lnTo>
                  <a:lnTo>
                    <a:pt x="7140" y="433288"/>
                  </a:lnTo>
                  <a:lnTo>
                    <a:pt x="5715" y="442263"/>
                  </a:lnTo>
                  <a:lnTo>
                    <a:pt x="4446" y="451262"/>
                  </a:lnTo>
                  <a:lnTo>
                    <a:pt x="3336" y="460281"/>
                  </a:lnTo>
                  <a:lnTo>
                    <a:pt x="2383" y="469318"/>
                  </a:lnTo>
                  <a:lnTo>
                    <a:pt x="1589" y="478371"/>
                  </a:lnTo>
                  <a:lnTo>
                    <a:pt x="953" y="487436"/>
                  </a:lnTo>
                  <a:lnTo>
                    <a:pt x="477" y="496511"/>
                  </a:lnTo>
                  <a:lnTo>
                    <a:pt x="159" y="505592"/>
                  </a:lnTo>
                  <a:lnTo>
                    <a:pt x="0" y="514678"/>
                  </a:lnTo>
                  <a:lnTo>
                    <a:pt x="0" y="523766"/>
                  </a:lnTo>
                  <a:lnTo>
                    <a:pt x="159" y="532852"/>
                  </a:lnTo>
                  <a:lnTo>
                    <a:pt x="477" y="541934"/>
                  </a:lnTo>
                  <a:lnTo>
                    <a:pt x="953" y="551008"/>
                  </a:lnTo>
                  <a:lnTo>
                    <a:pt x="1589" y="560073"/>
                  </a:lnTo>
                  <a:lnTo>
                    <a:pt x="2383" y="569126"/>
                  </a:lnTo>
                  <a:lnTo>
                    <a:pt x="3336" y="578163"/>
                  </a:lnTo>
                  <a:lnTo>
                    <a:pt x="4446" y="587183"/>
                  </a:lnTo>
                  <a:lnTo>
                    <a:pt x="5715" y="596181"/>
                  </a:lnTo>
                  <a:lnTo>
                    <a:pt x="7140" y="605156"/>
                  </a:lnTo>
                  <a:lnTo>
                    <a:pt x="8723" y="614104"/>
                  </a:lnTo>
                  <a:lnTo>
                    <a:pt x="10461" y="623024"/>
                  </a:lnTo>
                  <a:lnTo>
                    <a:pt x="12356" y="631912"/>
                  </a:lnTo>
                  <a:lnTo>
                    <a:pt x="14406" y="640765"/>
                  </a:lnTo>
                  <a:lnTo>
                    <a:pt x="16610" y="649581"/>
                  </a:lnTo>
                  <a:lnTo>
                    <a:pt x="18968" y="658357"/>
                  </a:lnTo>
                  <a:lnTo>
                    <a:pt x="21480" y="667090"/>
                  </a:lnTo>
                  <a:lnTo>
                    <a:pt x="24144" y="675778"/>
                  </a:lnTo>
                  <a:lnTo>
                    <a:pt x="26960" y="684418"/>
                  </a:lnTo>
                  <a:lnTo>
                    <a:pt x="29926" y="693008"/>
                  </a:lnTo>
                  <a:lnTo>
                    <a:pt x="33043" y="701544"/>
                  </a:lnTo>
                  <a:lnTo>
                    <a:pt x="36308" y="710025"/>
                  </a:lnTo>
                  <a:lnTo>
                    <a:pt x="39721" y="718447"/>
                  </a:lnTo>
                  <a:lnTo>
                    <a:pt x="43281" y="726808"/>
                  </a:lnTo>
                  <a:lnTo>
                    <a:pt x="46987" y="735105"/>
                  </a:lnTo>
                  <a:lnTo>
                    <a:pt x="50838" y="743336"/>
                  </a:lnTo>
                  <a:lnTo>
                    <a:pt x="54831" y="751499"/>
                  </a:lnTo>
                  <a:lnTo>
                    <a:pt x="58968" y="759590"/>
                  </a:lnTo>
                  <a:lnTo>
                    <a:pt x="63245" y="767608"/>
                  </a:lnTo>
                  <a:lnTo>
                    <a:pt x="67662" y="775550"/>
                  </a:lnTo>
                  <a:lnTo>
                    <a:pt x="72217" y="783413"/>
                  </a:lnTo>
                  <a:lnTo>
                    <a:pt x="76909" y="791195"/>
                  </a:lnTo>
                  <a:lnTo>
                    <a:pt x="81736" y="798894"/>
                  </a:lnTo>
                  <a:lnTo>
                    <a:pt x="86698" y="806508"/>
                  </a:lnTo>
                  <a:lnTo>
                    <a:pt x="91792" y="814033"/>
                  </a:lnTo>
                  <a:lnTo>
                    <a:pt x="97017" y="821468"/>
                  </a:lnTo>
                  <a:lnTo>
                    <a:pt x="102371" y="828811"/>
                  </a:lnTo>
                  <a:lnTo>
                    <a:pt x="107853" y="836058"/>
                  </a:lnTo>
                  <a:lnTo>
                    <a:pt x="113461" y="843209"/>
                  </a:lnTo>
                  <a:lnTo>
                    <a:pt x="119193" y="850260"/>
                  </a:lnTo>
                  <a:lnTo>
                    <a:pt x="125048" y="857210"/>
                  </a:lnTo>
                  <a:lnTo>
                    <a:pt x="131024" y="864057"/>
                  </a:lnTo>
                  <a:lnTo>
                    <a:pt x="137118" y="870797"/>
                  </a:lnTo>
                  <a:lnTo>
                    <a:pt x="143330" y="877431"/>
                  </a:lnTo>
                  <a:lnTo>
                    <a:pt x="149656" y="883954"/>
                  </a:lnTo>
                  <a:lnTo>
                    <a:pt x="156096" y="890366"/>
                  </a:lnTo>
                  <a:lnTo>
                    <a:pt x="162647" y="896664"/>
                  </a:lnTo>
                  <a:lnTo>
                    <a:pt x="169307" y="902846"/>
                  </a:lnTo>
                  <a:lnTo>
                    <a:pt x="176074" y="908911"/>
                  </a:lnTo>
                  <a:lnTo>
                    <a:pt x="182947" y="914856"/>
                  </a:lnTo>
                  <a:lnTo>
                    <a:pt x="189922" y="920681"/>
                  </a:lnTo>
                  <a:lnTo>
                    <a:pt x="196999" y="926382"/>
                  </a:lnTo>
                  <a:lnTo>
                    <a:pt x="204174" y="931958"/>
                  </a:lnTo>
                  <a:lnTo>
                    <a:pt x="211445" y="937409"/>
                  </a:lnTo>
                  <a:lnTo>
                    <a:pt x="218811" y="942731"/>
                  </a:lnTo>
                  <a:lnTo>
                    <a:pt x="226269" y="947923"/>
                  </a:lnTo>
                  <a:lnTo>
                    <a:pt x="233817" y="952984"/>
                  </a:lnTo>
                  <a:lnTo>
                    <a:pt x="241452" y="957912"/>
                  </a:lnTo>
                  <a:lnTo>
                    <a:pt x="249172" y="962706"/>
                  </a:lnTo>
                  <a:lnTo>
                    <a:pt x="256975" y="967364"/>
                  </a:lnTo>
                  <a:lnTo>
                    <a:pt x="264858" y="971885"/>
                  </a:lnTo>
                  <a:lnTo>
                    <a:pt x="272819" y="976267"/>
                  </a:lnTo>
                  <a:lnTo>
                    <a:pt x="280855" y="980509"/>
                  </a:lnTo>
                  <a:lnTo>
                    <a:pt x="288965" y="984610"/>
                  </a:lnTo>
                  <a:lnTo>
                    <a:pt x="297145" y="988568"/>
                  </a:lnTo>
                  <a:lnTo>
                    <a:pt x="305393" y="992382"/>
                  </a:lnTo>
                  <a:lnTo>
                    <a:pt x="313706" y="996052"/>
                  </a:lnTo>
                  <a:lnTo>
                    <a:pt x="322083" y="999575"/>
                  </a:lnTo>
                  <a:lnTo>
                    <a:pt x="330520" y="1002952"/>
                  </a:lnTo>
                  <a:lnTo>
                    <a:pt x="339014" y="1006180"/>
                  </a:lnTo>
                  <a:lnTo>
                    <a:pt x="347564" y="1009259"/>
                  </a:lnTo>
                  <a:lnTo>
                    <a:pt x="356166" y="1012188"/>
                  </a:lnTo>
                  <a:lnTo>
                    <a:pt x="364819" y="1014966"/>
                  </a:lnTo>
                  <a:lnTo>
                    <a:pt x="373518" y="1017592"/>
                  </a:lnTo>
                  <a:lnTo>
                    <a:pt x="382263" y="1020065"/>
                  </a:lnTo>
                  <a:lnTo>
                    <a:pt x="391049" y="1022385"/>
                  </a:lnTo>
                  <a:lnTo>
                    <a:pt x="399874" y="1024551"/>
                  </a:lnTo>
                  <a:lnTo>
                    <a:pt x="408737" y="1026562"/>
                  </a:lnTo>
                  <a:lnTo>
                    <a:pt x="417632" y="1028417"/>
                  </a:lnTo>
                  <a:lnTo>
                    <a:pt x="426559" y="1030117"/>
                  </a:lnTo>
                  <a:lnTo>
                    <a:pt x="435515" y="1031660"/>
                  </a:lnTo>
                  <a:lnTo>
                    <a:pt x="444496" y="1033046"/>
                  </a:lnTo>
                  <a:lnTo>
                    <a:pt x="453500" y="1034275"/>
                  </a:lnTo>
                  <a:lnTo>
                    <a:pt x="462524" y="1035346"/>
                  </a:lnTo>
                  <a:lnTo>
                    <a:pt x="471565" y="1036259"/>
                  </a:lnTo>
                  <a:lnTo>
                    <a:pt x="480621" y="1037014"/>
                  </a:lnTo>
                  <a:lnTo>
                    <a:pt x="489689" y="1037610"/>
                  </a:lnTo>
                  <a:lnTo>
                    <a:pt x="498766" y="1038047"/>
                  </a:lnTo>
                  <a:lnTo>
                    <a:pt x="507849" y="1038325"/>
                  </a:lnTo>
                  <a:lnTo>
                    <a:pt x="516935" y="1038445"/>
                  </a:lnTo>
                  <a:lnTo>
                    <a:pt x="526023" y="1038405"/>
                  </a:lnTo>
                  <a:lnTo>
                    <a:pt x="535108" y="1038206"/>
                  </a:lnTo>
                  <a:lnTo>
                    <a:pt x="544188" y="1037848"/>
                  </a:lnTo>
                  <a:lnTo>
                    <a:pt x="553261" y="1037332"/>
                  </a:lnTo>
                  <a:lnTo>
                    <a:pt x="562323" y="1036656"/>
                  </a:lnTo>
                  <a:lnTo>
                    <a:pt x="571372" y="1035823"/>
                  </a:lnTo>
                  <a:lnTo>
                    <a:pt x="580405" y="1034831"/>
                  </a:lnTo>
                  <a:lnTo>
                    <a:pt x="589419" y="1033681"/>
                  </a:lnTo>
                  <a:lnTo>
                    <a:pt x="598412" y="1032373"/>
                  </a:lnTo>
                  <a:lnTo>
                    <a:pt x="607381" y="1030908"/>
                  </a:lnTo>
                  <a:lnTo>
                    <a:pt x="616322" y="1029287"/>
                  </a:lnTo>
                  <a:lnTo>
                    <a:pt x="625234" y="1027509"/>
                  </a:lnTo>
                  <a:lnTo>
                    <a:pt x="634113" y="1025576"/>
                  </a:lnTo>
                  <a:lnTo>
                    <a:pt x="642957" y="1023487"/>
                  </a:lnTo>
                  <a:lnTo>
                    <a:pt x="651764" y="1021244"/>
                  </a:lnTo>
                  <a:lnTo>
                    <a:pt x="660529" y="1018847"/>
                  </a:lnTo>
                  <a:lnTo>
                    <a:pt x="669251" y="1016298"/>
                  </a:lnTo>
                  <a:lnTo>
                    <a:pt x="677928" y="1013596"/>
                  </a:lnTo>
                  <a:lnTo>
                    <a:pt x="686556" y="1010742"/>
                  </a:lnTo>
                  <a:lnTo>
                    <a:pt x="695132" y="1007738"/>
                  </a:lnTo>
                  <a:lnTo>
                    <a:pt x="703655" y="1004584"/>
                  </a:lnTo>
                  <a:lnTo>
                    <a:pt x="712121" y="1001282"/>
                  </a:lnTo>
                  <a:lnTo>
                    <a:pt x="720528" y="997832"/>
                  </a:lnTo>
                  <a:lnTo>
                    <a:pt x="728873" y="994235"/>
                  </a:lnTo>
                  <a:lnTo>
                    <a:pt x="737154" y="990493"/>
                  </a:lnTo>
                  <a:lnTo>
                    <a:pt x="745368" y="986607"/>
                  </a:lnTo>
                  <a:lnTo>
                    <a:pt x="753514" y="982577"/>
                  </a:lnTo>
                  <a:lnTo>
                    <a:pt x="761587" y="978406"/>
                  </a:lnTo>
                  <a:lnTo>
                    <a:pt x="769586" y="974093"/>
                  </a:lnTo>
                  <a:lnTo>
                    <a:pt x="777508" y="969642"/>
                  </a:lnTo>
                  <a:lnTo>
                    <a:pt x="785351" y="965052"/>
                  </a:lnTo>
                  <a:lnTo>
                    <a:pt x="793113" y="960326"/>
                  </a:lnTo>
                  <a:lnTo>
                    <a:pt x="800791" y="955465"/>
                  </a:lnTo>
                  <a:lnTo>
                    <a:pt x="808383" y="950470"/>
                  </a:lnTo>
                  <a:lnTo>
                    <a:pt x="815886" y="945343"/>
                  </a:lnTo>
                  <a:lnTo>
                    <a:pt x="823298" y="940086"/>
                  </a:lnTo>
                  <a:lnTo>
                    <a:pt x="830617" y="934699"/>
                  </a:lnTo>
                  <a:lnTo>
                    <a:pt x="837840" y="929186"/>
                  </a:lnTo>
                  <a:lnTo>
                    <a:pt x="844966" y="923547"/>
                  </a:lnTo>
                  <a:lnTo>
                    <a:pt x="851992" y="917784"/>
                  </a:lnTo>
                  <a:lnTo>
                    <a:pt x="858917" y="911899"/>
                  </a:lnTo>
                  <a:lnTo>
                    <a:pt x="865737" y="905893"/>
                  </a:lnTo>
                  <a:lnTo>
                    <a:pt x="872451" y="899769"/>
                  </a:lnTo>
                  <a:lnTo>
                    <a:pt x="879057" y="893529"/>
                  </a:lnTo>
                  <a:lnTo>
                    <a:pt x="885552" y="887174"/>
                  </a:lnTo>
                  <a:lnTo>
                    <a:pt x="891936" y="880706"/>
                  </a:lnTo>
                  <a:lnTo>
                    <a:pt x="898205" y="874128"/>
                  </a:lnTo>
                  <a:lnTo>
                    <a:pt x="904358" y="867440"/>
                  </a:lnTo>
                  <a:lnTo>
                    <a:pt x="910393" y="860646"/>
                  </a:lnTo>
                  <a:lnTo>
                    <a:pt x="916309" y="853748"/>
                  </a:lnTo>
                  <a:lnTo>
                    <a:pt x="922103" y="846747"/>
                  </a:lnTo>
                  <a:lnTo>
                    <a:pt x="927773" y="839646"/>
                  </a:lnTo>
                  <a:lnTo>
                    <a:pt x="933318" y="832446"/>
                  </a:lnTo>
                  <a:lnTo>
                    <a:pt x="938736" y="825151"/>
                  </a:lnTo>
                  <a:lnTo>
                    <a:pt x="944026" y="817762"/>
                  </a:lnTo>
                  <a:lnTo>
                    <a:pt x="949186" y="810282"/>
                  </a:lnTo>
                  <a:lnTo>
                    <a:pt x="954214" y="802712"/>
                  </a:lnTo>
                  <a:lnTo>
                    <a:pt x="959109" y="795056"/>
                  </a:lnTo>
                  <a:lnTo>
                    <a:pt x="963869" y="787315"/>
                  </a:lnTo>
                  <a:lnTo>
                    <a:pt x="968492" y="779491"/>
                  </a:lnTo>
                  <a:lnTo>
                    <a:pt x="972979" y="771589"/>
                  </a:lnTo>
                  <a:lnTo>
                    <a:pt x="977326" y="763609"/>
                  </a:lnTo>
                  <a:lnTo>
                    <a:pt x="981533" y="755554"/>
                  </a:lnTo>
                  <a:lnTo>
                    <a:pt x="985598" y="747426"/>
                  </a:lnTo>
                  <a:lnTo>
                    <a:pt x="989520" y="739229"/>
                  </a:lnTo>
                  <a:lnTo>
                    <a:pt x="993298" y="730964"/>
                  </a:lnTo>
                  <a:lnTo>
                    <a:pt x="996932" y="722635"/>
                  </a:lnTo>
                  <a:lnTo>
                    <a:pt x="1000418" y="714243"/>
                  </a:lnTo>
                  <a:lnTo>
                    <a:pt x="1003758" y="705791"/>
                  </a:lnTo>
                  <a:lnTo>
                    <a:pt x="1006949" y="697283"/>
                  </a:lnTo>
                  <a:lnTo>
                    <a:pt x="1009990" y="688719"/>
                  </a:lnTo>
                  <a:lnTo>
                    <a:pt x="1012881" y="680104"/>
                  </a:lnTo>
                  <a:lnTo>
                    <a:pt x="1015621" y="671440"/>
                  </a:lnTo>
                  <a:lnTo>
                    <a:pt x="1018209" y="662729"/>
                  </a:lnTo>
                  <a:lnTo>
                    <a:pt x="1020644" y="653974"/>
                  </a:lnTo>
                  <a:lnTo>
                    <a:pt x="1022926" y="645178"/>
                  </a:lnTo>
                  <a:lnTo>
                    <a:pt x="1025053" y="636343"/>
                  </a:lnTo>
                  <a:lnTo>
                    <a:pt x="1027025" y="627472"/>
                  </a:lnTo>
                  <a:lnTo>
                    <a:pt x="1028842" y="618568"/>
                  </a:lnTo>
                  <a:lnTo>
                    <a:pt x="1030503" y="609634"/>
                  </a:lnTo>
                  <a:lnTo>
                    <a:pt x="1032007" y="600672"/>
                  </a:lnTo>
                  <a:lnTo>
                    <a:pt x="1033354" y="591685"/>
                  </a:lnTo>
                  <a:lnTo>
                    <a:pt x="1034543" y="582675"/>
                  </a:lnTo>
                  <a:lnTo>
                    <a:pt x="1035575" y="573647"/>
                  </a:lnTo>
                  <a:lnTo>
                    <a:pt x="1036448" y="564602"/>
                  </a:lnTo>
                  <a:lnTo>
                    <a:pt x="1037163" y="555542"/>
                  </a:lnTo>
                  <a:lnTo>
                    <a:pt x="1037719" y="546472"/>
                  </a:lnTo>
                  <a:lnTo>
                    <a:pt x="1038117" y="537393"/>
                  </a:lnTo>
                  <a:lnTo>
                    <a:pt x="1038355" y="528309"/>
                  </a:lnTo>
                  <a:lnTo>
                    <a:pt x="1038435" y="5192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212" name="tx212"/>
            <p:cNvSpPr/>
            <p:nvPr/>
          </p:nvSpPr>
          <p:spPr>
            <a:xfrm>
              <a:off x="3322816" y="2072385"/>
              <a:ext cx="247162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213" name="tx213"/>
            <p:cNvSpPr/>
            <p:nvPr/>
          </p:nvSpPr>
          <p:spPr>
            <a:xfrm>
              <a:off x="3314312" y="3266609"/>
              <a:ext cx="264170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214" name="tx214"/>
            <p:cNvSpPr/>
            <p:nvPr/>
          </p:nvSpPr>
          <p:spPr>
            <a:xfrm>
              <a:off x="3868619" y="2247275"/>
              <a:ext cx="438271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215" name="tx215"/>
            <p:cNvSpPr/>
            <p:nvPr/>
          </p:nvSpPr>
          <p:spPr>
            <a:xfrm>
              <a:off x="4043508" y="2669497"/>
              <a:ext cx="20226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216" name="tx216"/>
            <p:cNvSpPr/>
            <p:nvPr/>
          </p:nvSpPr>
          <p:spPr>
            <a:xfrm>
              <a:off x="3868619" y="3091719"/>
              <a:ext cx="455279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217" name="pg217"/>
            <p:cNvSpPr/>
            <p:nvPr/>
          </p:nvSpPr>
          <p:spPr>
            <a:xfrm>
              <a:off x="2927189" y="2186439"/>
              <a:ext cx="1038435" cy="1038445"/>
            </a:xfrm>
            <a:custGeom>
              <a:avLst/>
              <a:pathLst>
                <a:path w="1038435" h="1038445">
                  <a:moveTo>
                    <a:pt x="1038435" y="519222"/>
                  </a:moveTo>
                  <a:lnTo>
                    <a:pt x="1038355" y="510135"/>
                  </a:lnTo>
                  <a:lnTo>
                    <a:pt x="1038117" y="501051"/>
                  </a:lnTo>
                  <a:lnTo>
                    <a:pt x="1037719" y="491972"/>
                  </a:lnTo>
                  <a:lnTo>
                    <a:pt x="1037163" y="482902"/>
                  </a:lnTo>
                  <a:lnTo>
                    <a:pt x="1036448" y="473843"/>
                  </a:lnTo>
                  <a:lnTo>
                    <a:pt x="1035575" y="464797"/>
                  </a:lnTo>
                  <a:lnTo>
                    <a:pt x="1034543" y="455769"/>
                  </a:lnTo>
                  <a:lnTo>
                    <a:pt x="1033354" y="446760"/>
                  </a:lnTo>
                  <a:lnTo>
                    <a:pt x="1032007" y="437773"/>
                  </a:lnTo>
                  <a:lnTo>
                    <a:pt x="1030503" y="428811"/>
                  </a:lnTo>
                  <a:lnTo>
                    <a:pt x="1028842" y="419876"/>
                  </a:lnTo>
                  <a:lnTo>
                    <a:pt x="1027025" y="410972"/>
                  </a:lnTo>
                  <a:lnTo>
                    <a:pt x="1025053" y="402102"/>
                  </a:lnTo>
                  <a:lnTo>
                    <a:pt x="1022926" y="393267"/>
                  </a:lnTo>
                  <a:lnTo>
                    <a:pt x="1020644" y="384470"/>
                  </a:lnTo>
                  <a:lnTo>
                    <a:pt x="1018209" y="375715"/>
                  </a:lnTo>
                  <a:lnTo>
                    <a:pt x="1015621" y="367004"/>
                  </a:lnTo>
                  <a:lnTo>
                    <a:pt x="1012881" y="358340"/>
                  </a:lnTo>
                  <a:lnTo>
                    <a:pt x="1009990" y="349725"/>
                  </a:lnTo>
                  <a:lnTo>
                    <a:pt x="1006949" y="341161"/>
                  </a:lnTo>
                  <a:lnTo>
                    <a:pt x="1003758" y="332653"/>
                  </a:lnTo>
                  <a:lnTo>
                    <a:pt x="1000418" y="324201"/>
                  </a:lnTo>
                  <a:lnTo>
                    <a:pt x="996932" y="315809"/>
                  </a:lnTo>
                  <a:lnTo>
                    <a:pt x="993298" y="307480"/>
                  </a:lnTo>
                  <a:lnTo>
                    <a:pt x="989520" y="299215"/>
                  </a:lnTo>
                  <a:lnTo>
                    <a:pt x="985598" y="291018"/>
                  </a:lnTo>
                  <a:lnTo>
                    <a:pt x="981533" y="282891"/>
                  </a:lnTo>
                  <a:lnTo>
                    <a:pt x="977326" y="274836"/>
                  </a:lnTo>
                  <a:lnTo>
                    <a:pt x="972979" y="266856"/>
                  </a:lnTo>
                  <a:lnTo>
                    <a:pt x="968492" y="258953"/>
                  </a:lnTo>
                  <a:lnTo>
                    <a:pt x="963869" y="251130"/>
                  </a:lnTo>
                  <a:lnTo>
                    <a:pt x="959109" y="243389"/>
                  </a:lnTo>
                  <a:lnTo>
                    <a:pt x="954214" y="235732"/>
                  </a:lnTo>
                  <a:lnTo>
                    <a:pt x="949186" y="228163"/>
                  </a:lnTo>
                  <a:lnTo>
                    <a:pt x="944026" y="220682"/>
                  </a:lnTo>
                  <a:lnTo>
                    <a:pt x="938736" y="213293"/>
                  </a:lnTo>
                  <a:lnTo>
                    <a:pt x="933318" y="205998"/>
                  </a:lnTo>
                  <a:lnTo>
                    <a:pt x="927773" y="198798"/>
                  </a:lnTo>
                  <a:lnTo>
                    <a:pt x="922103" y="191697"/>
                  </a:lnTo>
                  <a:lnTo>
                    <a:pt x="916309" y="184696"/>
                  </a:lnTo>
                  <a:lnTo>
                    <a:pt x="910393" y="177798"/>
                  </a:lnTo>
                  <a:lnTo>
                    <a:pt x="904358" y="171004"/>
                  </a:lnTo>
                  <a:lnTo>
                    <a:pt x="898205" y="164317"/>
                  </a:lnTo>
                  <a:lnTo>
                    <a:pt x="891936" y="157738"/>
                  </a:lnTo>
                  <a:lnTo>
                    <a:pt x="885552" y="151270"/>
                  </a:lnTo>
                  <a:lnTo>
                    <a:pt x="879057" y="144915"/>
                  </a:lnTo>
                  <a:lnTo>
                    <a:pt x="872451" y="138675"/>
                  </a:lnTo>
                  <a:lnTo>
                    <a:pt x="865737" y="132551"/>
                  </a:lnTo>
                  <a:lnTo>
                    <a:pt x="858917" y="126546"/>
                  </a:lnTo>
                  <a:lnTo>
                    <a:pt x="851992" y="120661"/>
                  </a:lnTo>
                  <a:lnTo>
                    <a:pt x="844966" y="114898"/>
                  </a:lnTo>
                  <a:lnTo>
                    <a:pt x="837840" y="109258"/>
                  </a:lnTo>
                  <a:lnTo>
                    <a:pt x="830617" y="103745"/>
                  </a:lnTo>
                  <a:lnTo>
                    <a:pt x="823298" y="98358"/>
                  </a:lnTo>
                  <a:lnTo>
                    <a:pt x="815886" y="93101"/>
                  </a:lnTo>
                  <a:lnTo>
                    <a:pt x="808383" y="87974"/>
                  </a:lnTo>
                  <a:lnTo>
                    <a:pt x="800791" y="82979"/>
                  </a:lnTo>
                  <a:lnTo>
                    <a:pt x="793113" y="78118"/>
                  </a:lnTo>
                  <a:lnTo>
                    <a:pt x="785351" y="73392"/>
                  </a:lnTo>
                  <a:lnTo>
                    <a:pt x="777508" y="68802"/>
                  </a:lnTo>
                  <a:lnTo>
                    <a:pt x="769586" y="64351"/>
                  </a:lnTo>
                  <a:lnTo>
                    <a:pt x="761587" y="60039"/>
                  </a:lnTo>
                  <a:lnTo>
                    <a:pt x="753514" y="55867"/>
                  </a:lnTo>
                  <a:lnTo>
                    <a:pt x="745368" y="51838"/>
                  </a:lnTo>
                  <a:lnTo>
                    <a:pt x="737154" y="47951"/>
                  </a:lnTo>
                  <a:lnTo>
                    <a:pt x="728873" y="44209"/>
                  </a:lnTo>
                  <a:lnTo>
                    <a:pt x="720528" y="40612"/>
                  </a:lnTo>
                  <a:lnTo>
                    <a:pt x="712121" y="37162"/>
                  </a:lnTo>
                  <a:lnTo>
                    <a:pt x="703655" y="33860"/>
                  </a:lnTo>
                  <a:lnTo>
                    <a:pt x="695132" y="30706"/>
                  </a:lnTo>
                  <a:lnTo>
                    <a:pt x="686556" y="27702"/>
                  </a:lnTo>
                  <a:lnTo>
                    <a:pt x="677928" y="24849"/>
                  </a:lnTo>
                  <a:lnTo>
                    <a:pt x="669251" y="22147"/>
                  </a:lnTo>
                  <a:lnTo>
                    <a:pt x="660529" y="19597"/>
                  </a:lnTo>
                  <a:lnTo>
                    <a:pt x="651764" y="17200"/>
                  </a:lnTo>
                  <a:lnTo>
                    <a:pt x="642957" y="14957"/>
                  </a:lnTo>
                  <a:lnTo>
                    <a:pt x="634113" y="12869"/>
                  </a:lnTo>
                  <a:lnTo>
                    <a:pt x="625234" y="10935"/>
                  </a:lnTo>
                  <a:lnTo>
                    <a:pt x="616322" y="9157"/>
                  </a:lnTo>
                  <a:lnTo>
                    <a:pt x="607381" y="7536"/>
                  </a:lnTo>
                  <a:lnTo>
                    <a:pt x="598412" y="6071"/>
                  </a:lnTo>
                  <a:lnTo>
                    <a:pt x="589419" y="4764"/>
                  </a:lnTo>
                  <a:lnTo>
                    <a:pt x="580405" y="3614"/>
                  </a:lnTo>
                  <a:lnTo>
                    <a:pt x="571372" y="2622"/>
                  </a:lnTo>
                  <a:lnTo>
                    <a:pt x="562323" y="1788"/>
                  </a:lnTo>
                  <a:lnTo>
                    <a:pt x="553261" y="1112"/>
                  </a:lnTo>
                  <a:lnTo>
                    <a:pt x="544188" y="596"/>
                  </a:lnTo>
                  <a:lnTo>
                    <a:pt x="535108" y="238"/>
                  </a:lnTo>
                  <a:lnTo>
                    <a:pt x="526023" y="39"/>
                  </a:lnTo>
                  <a:lnTo>
                    <a:pt x="516935" y="0"/>
                  </a:lnTo>
                  <a:lnTo>
                    <a:pt x="507849" y="119"/>
                  </a:lnTo>
                  <a:lnTo>
                    <a:pt x="498766" y="397"/>
                  </a:lnTo>
                  <a:lnTo>
                    <a:pt x="489689" y="834"/>
                  </a:lnTo>
                  <a:lnTo>
                    <a:pt x="480621" y="1430"/>
                  </a:lnTo>
                  <a:lnTo>
                    <a:pt x="471565" y="2185"/>
                  </a:lnTo>
                  <a:lnTo>
                    <a:pt x="462524" y="3098"/>
                  </a:lnTo>
                  <a:lnTo>
                    <a:pt x="453500" y="4169"/>
                  </a:lnTo>
                  <a:lnTo>
                    <a:pt x="444496" y="5398"/>
                  </a:lnTo>
                  <a:lnTo>
                    <a:pt x="435515" y="6784"/>
                  </a:lnTo>
                  <a:lnTo>
                    <a:pt x="426559" y="8327"/>
                  </a:lnTo>
                  <a:lnTo>
                    <a:pt x="417632" y="10027"/>
                  </a:lnTo>
                  <a:lnTo>
                    <a:pt x="408737" y="11882"/>
                  </a:lnTo>
                  <a:lnTo>
                    <a:pt x="399874" y="13894"/>
                  </a:lnTo>
                  <a:lnTo>
                    <a:pt x="391049" y="16059"/>
                  </a:lnTo>
                  <a:lnTo>
                    <a:pt x="382263" y="18379"/>
                  </a:lnTo>
                  <a:lnTo>
                    <a:pt x="373518" y="20853"/>
                  </a:lnTo>
                  <a:lnTo>
                    <a:pt x="364819" y="23479"/>
                  </a:lnTo>
                  <a:lnTo>
                    <a:pt x="356166" y="26257"/>
                  </a:lnTo>
                  <a:lnTo>
                    <a:pt x="347564" y="29185"/>
                  </a:lnTo>
                  <a:lnTo>
                    <a:pt x="339014" y="32264"/>
                  </a:lnTo>
                  <a:lnTo>
                    <a:pt x="330520" y="35493"/>
                  </a:lnTo>
                  <a:lnTo>
                    <a:pt x="322083" y="38869"/>
                  </a:lnTo>
                  <a:lnTo>
                    <a:pt x="313706" y="42392"/>
                  </a:lnTo>
                  <a:lnTo>
                    <a:pt x="305393" y="46062"/>
                  </a:lnTo>
                  <a:lnTo>
                    <a:pt x="297145" y="49876"/>
                  </a:lnTo>
                  <a:lnTo>
                    <a:pt x="288965" y="53834"/>
                  </a:lnTo>
                  <a:lnTo>
                    <a:pt x="280855" y="57935"/>
                  </a:lnTo>
                  <a:lnTo>
                    <a:pt x="272819" y="62177"/>
                  </a:lnTo>
                  <a:lnTo>
                    <a:pt x="264858" y="66559"/>
                  </a:lnTo>
                  <a:lnTo>
                    <a:pt x="256975" y="71080"/>
                  </a:lnTo>
                  <a:lnTo>
                    <a:pt x="249172" y="75738"/>
                  </a:lnTo>
                  <a:lnTo>
                    <a:pt x="241452" y="80532"/>
                  </a:lnTo>
                  <a:lnTo>
                    <a:pt x="233817" y="85460"/>
                  </a:lnTo>
                  <a:lnTo>
                    <a:pt x="226269" y="90521"/>
                  </a:lnTo>
                  <a:lnTo>
                    <a:pt x="218811" y="95713"/>
                  </a:lnTo>
                  <a:lnTo>
                    <a:pt x="211445" y="101036"/>
                  </a:lnTo>
                  <a:lnTo>
                    <a:pt x="204174" y="106486"/>
                  </a:lnTo>
                  <a:lnTo>
                    <a:pt x="196999" y="112062"/>
                  </a:lnTo>
                  <a:lnTo>
                    <a:pt x="189922" y="117764"/>
                  </a:lnTo>
                  <a:lnTo>
                    <a:pt x="182947" y="123588"/>
                  </a:lnTo>
                  <a:lnTo>
                    <a:pt x="176074" y="129533"/>
                  </a:lnTo>
                  <a:lnTo>
                    <a:pt x="169307" y="135598"/>
                  </a:lnTo>
                  <a:lnTo>
                    <a:pt x="162647" y="141781"/>
                  </a:lnTo>
                  <a:lnTo>
                    <a:pt x="156096" y="148079"/>
                  </a:lnTo>
                  <a:lnTo>
                    <a:pt x="149656" y="154490"/>
                  </a:lnTo>
                  <a:lnTo>
                    <a:pt x="143330" y="161014"/>
                  </a:lnTo>
                  <a:lnTo>
                    <a:pt x="137118" y="167647"/>
                  </a:lnTo>
                  <a:lnTo>
                    <a:pt x="131024" y="174388"/>
                  </a:lnTo>
                  <a:lnTo>
                    <a:pt x="125048" y="181234"/>
                  </a:lnTo>
                  <a:lnTo>
                    <a:pt x="119193" y="188184"/>
                  </a:lnTo>
                  <a:lnTo>
                    <a:pt x="113461" y="195235"/>
                  </a:lnTo>
                  <a:lnTo>
                    <a:pt x="107853" y="202386"/>
                  </a:lnTo>
                  <a:lnTo>
                    <a:pt x="102371" y="209634"/>
                  </a:lnTo>
                  <a:lnTo>
                    <a:pt x="97017" y="216976"/>
                  </a:lnTo>
                  <a:lnTo>
                    <a:pt x="91792" y="224411"/>
                  </a:lnTo>
                  <a:lnTo>
                    <a:pt x="86698" y="231936"/>
                  </a:lnTo>
                  <a:lnTo>
                    <a:pt x="81736" y="239550"/>
                  </a:lnTo>
                  <a:lnTo>
                    <a:pt x="76909" y="247249"/>
                  </a:lnTo>
                  <a:lnTo>
                    <a:pt x="72217" y="255031"/>
                  </a:lnTo>
                  <a:lnTo>
                    <a:pt x="67662" y="262894"/>
                  </a:lnTo>
                  <a:lnTo>
                    <a:pt x="63245" y="270836"/>
                  </a:lnTo>
                  <a:lnTo>
                    <a:pt x="58968" y="278854"/>
                  </a:lnTo>
                  <a:lnTo>
                    <a:pt x="54831" y="286945"/>
                  </a:lnTo>
                  <a:lnTo>
                    <a:pt x="50838" y="295108"/>
                  </a:lnTo>
                  <a:lnTo>
                    <a:pt x="46987" y="303339"/>
                  </a:lnTo>
                  <a:lnTo>
                    <a:pt x="43281" y="311637"/>
                  </a:lnTo>
                  <a:lnTo>
                    <a:pt x="39721" y="319998"/>
                  </a:lnTo>
                  <a:lnTo>
                    <a:pt x="36308" y="328420"/>
                  </a:lnTo>
                  <a:lnTo>
                    <a:pt x="33043" y="336900"/>
                  </a:lnTo>
                  <a:lnTo>
                    <a:pt x="29926" y="345436"/>
                  </a:lnTo>
                  <a:lnTo>
                    <a:pt x="26960" y="354026"/>
                  </a:lnTo>
                  <a:lnTo>
                    <a:pt x="24144" y="362666"/>
                  </a:lnTo>
                  <a:lnTo>
                    <a:pt x="21480" y="371354"/>
                  </a:lnTo>
                  <a:lnTo>
                    <a:pt x="18968" y="380088"/>
                  </a:lnTo>
                  <a:lnTo>
                    <a:pt x="16610" y="388864"/>
                  </a:lnTo>
                  <a:lnTo>
                    <a:pt x="14406" y="397680"/>
                  </a:lnTo>
                  <a:lnTo>
                    <a:pt x="12356" y="406533"/>
                  </a:lnTo>
                  <a:lnTo>
                    <a:pt x="10461" y="415420"/>
                  </a:lnTo>
                  <a:lnTo>
                    <a:pt x="8723" y="424340"/>
                  </a:lnTo>
                  <a:lnTo>
                    <a:pt x="7140" y="433288"/>
                  </a:lnTo>
                  <a:lnTo>
                    <a:pt x="5715" y="442263"/>
                  </a:lnTo>
                  <a:lnTo>
                    <a:pt x="4446" y="451262"/>
                  </a:lnTo>
                  <a:lnTo>
                    <a:pt x="3336" y="460281"/>
                  </a:lnTo>
                  <a:lnTo>
                    <a:pt x="2383" y="469318"/>
                  </a:lnTo>
                  <a:lnTo>
                    <a:pt x="1589" y="478371"/>
                  </a:lnTo>
                  <a:lnTo>
                    <a:pt x="953" y="487436"/>
                  </a:lnTo>
                  <a:lnTo>
                    <a:pt x="477" y="496511"/>
                  </a:lnTo>
                  <a:lnTo>
                    <a:pt x="159" y="505592"/>
                  </a:lnTo>
                  <a:lnTo>
                    <a:pt x="0" y="514678"/>
                  </a:lnTo>
                  <a:lnTo>
                    <a:pt x="0" y="523766"/>
                  </a:lnTo>
                  <a:lnTo>
                    <a:pt x="159" y="532852"/>
                  </a:lnTo>
                  <a:lnTo>
                    <a:pt x="477" y="541934"/>
                  </a:lnTo>
                  <a:lnTo>
                    <a:pt x="953" y="551008"/>
                  </a:lnTo>
                  <a:lnTo>
                    <a:pt x="1589" y="560073"/>
                  </a:lnTo>
                  <a:lnTo>
                    <a:pt x="2383" y="569126"/>
                  </a:lnTo>
                  <a:lnTo>
                    <a:pt x="3336" y="578163"/>
                  </a:lnTo>
                  <a:lnTo>
                    <a:pt x="4446" y="587183"/>
                  </a:lnTo>
                  <a:lnTo>
                    <a:pt x="5715" y="596181"/>
                  </a:lnTo>
                  <a:lnTo>
                    <a:pt x="7140" y="605156"/>
                  </a:lnTo>
                  <a:lnTo>
                    <a:pt x="8723" y="614104"/>
                  </a:lnTo>
                  <a:lnTo>
                    <a:pt x="10461" y="623024"/>
                  </a:lnTo>
                  <a:lnTo>
                    <a:pt x="12356" y="631912"/>
                  </a:lnTo>
                  <a:lnTo>
                    <a:pt x="14406" y="640765"/>
                  </a:lnTo>
                  <a:lnTo>
                    <a:pt x="16610" y="649581"/>
                  </a:lnTo>
                  <a:lnTo>
                    <a:pt x="18968" y="658357"/>
                  </a:lnTo>
                  <a:lnTo>
                    <a:pt x="21480" y="667090"/>
                  </a:lnTo>
                  <a:lnTo>
                    <a:pt x="24144" y="675778"/>
                  </a:lnTo>
                  <a:lnTo>
                    <a:pt x="26960" y="684418"/>
                  </a:lnTo>
                  <a:lnTo>
                    <a:pt x="29926" y="693008"/>
                  </a:lnTo>
                  <a:lnTo>
                    <a:pt x="33043" y="701544"/>
                  </a:lnTo>
                  <a:lnTo>
                    <a:pt x="36308" y="710025"/>
                  </a:lnTo>
                  <a:lnTo>
                    <a:pt x="39721" y="718447"/>
                  </a:lnTo>
                  <a:lnTo>
                    <a:pt x="43281" y="726808"/>
                  </a:lnTo>
                  <a:lnTo>
                    <a:pt x="46987" y="735105"/>
                  </a:lnTo>
                  <a:lnTo>
                    <a:pt x="50838" y="743336"/>
                  </a:lnTo>
                  <a:lnTo>
                    <a:pt x="54831" y="751499"/>
                  </a:lnTo>
                  <a:lnTo>
                    <a:pt x="58968" y="759590"/>
                  </a:lnTo>
                  <a:lnTo>
                    <a:pt x="63245" y="767608"/>
                  </a:lnTo>
                  <a:lnTo>
                    <a:pt x="67662" y="775550"/>
                  </a:lnTo>
                  <a:lnTo>
                    <a:pt x="72217" y="783413"/>
                  </a:lnTo>
                  <a:lnTo>
                    <a:pt x="76909" y="791195"/>
                  </a:lnTo>
                  <a:lnTo>
                    <a:pt x="81736" y="798894"/>
                  </a:lnTo>
                  <a:lnTo>
                    <a:pt x="86698" y="806508"/>
                  </a:lnTo>
                  <a:lnTo>
                    <a:pt x="91792" y="814033"/>
                  </a:lnTo>
                  <a:lnTo>
                    <a:pt x="97017" y="821468"/>
                  </a:lnTo>
                  <a:lnTo>
                    <a:pt x="102371" y="828811"/>
                  </a:lnTo>
                  <a:lnTo>
                    <a:pt x="107853" y="836058"/>
                  </a:lnTo>
                  <a:lnTo>
                    <a:pt x="113461" y="843209"/>
                  </a:lnTo>
                  <a:lnTo>
                    <a:pt x="119193" y="850260"/>
                  </a:lnTo>
                  <a:lnTo>
                    <a:pt x="125048" y="857210"/>
                  </a:lnTo>
                  <a:lnTo>
                    <a:pt x="131024" y="864057"/>
                  </a:lnTo>
                  <a:lnTo>
                    <a:pt x="137118" y="870797"/>
                  </a:lnTo>
                  <a:lnTo>
                    <a:pt x="143330" y="877431"/>
                  </a:lnTo>
                  <a:lnTo>
                    <a:pt x="149656" y="883954"/>
                  </a:lnTo>
                  <a:lnTo>
                    <a:pt x="156096" y="890366"/>
                  </a:lnTo>
                  <a:lnTo>
                    <a:pt x="162647" y="896664"/>
                  </a:lnTo>
                  <a:lnTo>
                    <a:pt x="169307" y="902846"/>
                  </a:lnTo>
                  <a:lnTo>
                    <a:pt x="176074" y="908911"/>
                  </a:lnTo>
                  <a:lnTo>
                    <a:pt x="182947" y="914856"/>
                  </a:lnTo>
                  <a:lnTo>
                    <a:pt x="189922" y="920681"/>
                  </a:lnTo>
                  <a:lnTo>
                    <a:pt x="196999" y="926382"/>
                  </a:lnTo>
                  <a:lnTo>
                    <a:pt x="204174" y="931958"/>
                  </a:lnTo>
                  <a:lnTo>
                    <a:pt x="211445" y="937409"/>
                  </a:lnTo>
                  <a:lnTo>
                    <a:pt x="218811" y="942731"/>
                  </a:lnTo>
                  <a:lnTo>
                    <a:pt x="226269" y="947923"/>
                  </a:lnTo>
                  <a:lnTo>
                    <a:pt x="233817" y="952984"/>
                  </a:lnTo>
                  <a:lnTo>
                    <a:pt x="241452" y="957912"/>
                  </a:lnTo>
                  <a:lnTo>
                    <a:pt x="249172" y="962706"/>
                  </a:lnTo>
                  <a:lnTo>
                    <a:pt x="256975" y="967364"/>
                  </a:lnTo>
                  <a:lnTo>
                    <a:pt x="264858" y="971885"/>
                  </a:lnTo>
                  <a:lnTo>
                    <a:pt x="272819" y="976267"/>
                  </a:lnTo>
                  <a:lnTo>
                    <a:pt x="280855" y="980509"/>
                  </a:lnTo>
                  <a:lnTo>
                    <a:pt x="288965" y="984610"/>
                  </a:lnTo>
                  <a:lnTo>
                    <a:pt x="297145" y="988568"/>
                  </a:lnTo>
                  <a:lnTo>
                    <a:pt x="305393" y="992382"/>
                  </a:lnTo>
                  <a:lnTo>
                    <a:pt x="313706" y="996052"/>
                  </a:lnTo>
                  <a:lnTo>
                    <a:pt x="322083" y="999575"/>
                  </a:lnTo>
                  <a:lnTo>
                    <a:pt x="330520" y="1002952"/>
                  </a:lnTo>
                  <a:lnTo>
                    <a:pt x="339014" y="1006180"/>
                  </a:lnTo>
                  <a:lnTo>
                    <a:pt x="347564" y="1009259"/>
                  </a:lnTo>
                  <a:lnTo>
                    <a:pt x="356166" y="1012188"/>
                  </a:lnTo>
                  <a:lnTo>
                    <a:pt x="364819" y="1014966"/>
                  </a:lnTo>
                  <a:lnTo>
                    <a:pt x="373518" y="1017592"/>
                  </a:lnTo>
                  <a:lnTo>
                    <a:pt x="382263" y="1020065"/>
                  </a:lnTo>
                  <a:lnTo>
                    <a:pt x="391049" y="1022385"/>
                  </a:lnTo>
                  <a:lnTo>
                    <a:pt x="399874" y="1024551"/>
                  </a:lnTo>
                  <a:lnTo>
                    <a:pt x="408737" y="1026562"/>
                  </a:lnTo>
                  <a:lnTo>
                    <a:pt x="417632" y="1028417"/>
                  </a:lnTo>
                  <a:lnTo>
                    <a:pt x="426559" y="1030117"/>
                  </a:lnTo>
                  <a:lnTo>
                    <a:pt x="435515" y="1031660"/>
                  </a:lnTo>
                  <a:lnTo>
                    <a:pt x="444496" y="1033046"/>
                  </a:lnTo>
                  <a:lnTo>
                    <a:pt x="453500" y="1034275"/>
                  </a:lnTo>
                  <a:lnTo>
                    <a:pt x="462524" y="1035346"/>
                  </a:lnTo>
                  <a:lnTo>
                    <a:pt x="471565" y="1036259"/>
                  </a:lnTo>
                  <a:lnTo>
                    <a:pt x="480621" y="1037014"/>
                  </a:lnTo>
                  <a:lnTo>
                    <a:pt x="489689" y="1037610"/>
                  </a:lnTo>
                  <a:lnTo>
                    <a:pt x="498766" y="1038047"/>
                  </a:lnTo>
                  <a:lnTo>
                    <a:pt x="507849" y="1038325"/>
                  </a:lnTo>
                  <a:lnTo>
                    <a:pt x="516935" y="1038445"/>
                  </a:lnTo>
                  <a:lnTo>
                    <a:pt x="526023" y="1038405"/>
                  </a:lnTo>
                  <a:lnTo>
                    <a:pt x="535108" y="1038206"/>
                  </a:lnTo>
                  <a:lnTo>
                    <a:pt x="544188" y="1037848"/>
                  </a:lnTo>
                  <a:lnTo>
                    <a:pt x="553261" y="1037332"/>
                  </a:lnTo>
                  <a:lnTo>
                    <a:pt x="562323" y="1036656"/>
                  </a:lnTo>
                  <a:lnTo>
                    <a:pt x="571372" y="1035823"/>
                  </a:lnTo>
                  <a:lnTo>
                    <a:pt x="580405" y="1034831"/>
                  </a:lnTo>
                  <a:lnTo>
                    <a:pt x="589419" y="1033681"/>
                  </a:lnTo>
                  <a:lnTo>
                    <a:pt x="598412" y="1032373"/>
                  </a:lnTo>
                  <a:lnTo>
                    <a:pt x="607381" y="1030908"/>
                  </a:lnTo>
                  <a:lnTo>
                    <a:pt x="616322" y="1029287"/>
                  </a:lnTo>
                  <a:lnTo>
                    <a:pt x="625234" y="1027509"/>
                  </a:lnTo>
                  <a:lnTo>
                    <a:pt x="634113" y="1025576"/>
                  </a:lnTo>
                  <a:lnTo>
                    <a:pt x="642957" y="1023487"/>
                  </a:lnTo>
                  <a:lnTo>
                    <a:pt x="651764" y="1021244"/>
                  </a:lnTo>
                  <a:lnTo>
                    <a:pt x="660529" y="1018847"/>
                  </a:lnTo>
                  <a:lnTo>
                    <a:pt x="669251" y="1016298"/>
                  </a:lnTo>
                  <a:lnTo>
                    <a:pt x="677928" y="1013596"/>
                  </a:lnTo>
                  <a:lnTo>
                    <a:pt x="686556" y="1010742"/>
                  </a:lnTo>
                  <a:lnTo>
                    <a:pt x="695132" y="1007738"/>
                  </a:lnTo>
                  <a:lnTo>
                    <a:pt x="703655" y="1004584"/>
                  </a:lnTo>
                  <a:lnTo>
                    <a:pt x="712121" y="1001282"/>
                  </a:lnTo>
                  <a:lnTo>
                    <a:pt x="720528" y="997832"/>
                  </a:lnTo>
                  <a:lnTo>
                    <a:pt x="728873" y="994235"/>
                  </a:lnTo>
                  <a:lnTo>
                    <a:pt x="737154" y="990493"/>
                  </a:lnTo>
                  <a:lnTo>
                    <a:pt x="745368" y="986607"/>
                  </a:lnTo>
                  <a:lnTo>
                    <a:pt x="753514" y="982577"/>
                  </a:lnTo>
                  <a:lnTo>
                    <a:pt x="761587" y="978406"/>
                  </a:lnTo>
                  <a:lnTo>
                    <a:pt x="769586" y="974093"/>
                  </a:lnTo>
                  <a:lnTo>
                    <a:pt x="777508" y="969642"/>
                  </a:lnTo>
                  <a:lnTo>
                    <a:pt x="785351" y="965052"/>
                  </a:lnTo>
                  <a:lnTo>
                    <a:pt x="793113" y="960326"/>
                  </a:lnTo>
                  <a:lnTo>
                    <a:pt x="800791" y="955465"/>
                  </a:lnTo>
                  <a:lnTo>
                    <a:pt x="808383" y="950470"/>
                  </a:lnTo>
                  <a:lnTo>
                    <a:pt x="815886" y="945343"/>
                  </a:lnTo>
                  <a:lnTo>
                    <a:pt x="823298" y="940086"/>
                  </a:lnTo>
                  <a:lnTo>
                    <a:pt x="830617" y="934699"/>
                  </a:lnTo>
                  <a:lnTo>
                    <a:pt x="837840" y="929186"/>
                  </a:lnTo>
                  <a:lnTo>
                    <a:pt x="844966" y="923547"/>
                  </a:lnTo>
                  <a:lnTo>
                    <a:pt x="851992" y="917784"/>
                  </a:lnTo>
                  <a:lnTo>
                    <a:pt x="858917" y="911899"/>
                  </a:lnTo>
                  <a:lnTo>
                    <a:pt x="865737" y="905893"/>
                  </a:lnTo>
                  <a:lnTo>
                    <a:pt x="872451" y="899769"/>
                  </a:lnTo>
                  <a:lnTo>
                    <a:pt x="879057" y="893529"/>
                  </a:lnTo>
                  <a:lnTo>
                    <a:pt x="885552" y="887174"/>
                  </a:lnTo>
                  <a:lnTo>
                    <a:pt x="891936" y="880706"/>
                  </a:lnTo>
                  <a:lnTo>
                    <a:pt x="898205" y="874128"/>
                  </a:lnTo>
                  <a:lnTo>
                    <a:pt x="904358" y="867440"/>
                  </a:lnTo>
                  <a:lnTo>
                    <a:pt x="910393" y="860646"/>
                  </a:lnTo>
                  <a:lnTo>
                    <a:pt x="916309" y="853748"/>
                  </a:lnTo>
                  <a:lnTo>
                    <a:pt x="922103" y="846747"/>
                  </a:lnTo>
                  <a:lnTo>
                    <a:pt x="927773" y="839646"/>
                  </a:lnTo>
                  <a:lnTo>
                    <a:pt x="933318" y="832446"/>
                  </a:lnTo>
                  <a:lnTo>
                    <a:pt x="938736" y="825151"/>
                  </a:lnTo>
                  <a:lnTo>
                    <a:pt x="944026" y="817762"/>
                  </a:lnTo>
                  <a:lnTo>
                    <a:pt x="949186" y="810282"/>
                  </a:lnTo>
                  <a:lnTo>
                    <a:pt x="954214" y="802712"/>
                  </a:lnTo>
                  <a:lnTo>
                    <a:pt x="959109" y="795056"/>
                  </a:lnTo>
                  <a:lnTo>
                    <a:pt x="963869" y="787315"/>
                  </a:lnTo>
                  <a:lnTo>
                    <a:pt x="968492" y="779491"/>
                  </a:lnTo>
                  <a:lnTo>
                    <a:pt x="972979" y="771589"/>
                  </a:lnTo>
                  <a:lnTo>
                    <a:pt x="977326" y="763609"/>
                  </a:lnTo>
                  <a:lnTo>
                    <a:pt x="981533" y="755554"/>
                  </a:lnTo>
                  <a:lnTo>
                    <a:pt x="985598" y="747426"/>
                  </a:lnTo>
                  <a:lnTo>
                    <a:pt x="989520" y="739229"/>
                  </a:lnTo>
                  <a:lnTo>
                    <a:pt x="993298" y="730964"/>
                  </a:lnTo>
                  <a:lnTo>
                    <a:pt x="996932" y="722635"/>
                  </a:lnTo>
                  <a:lnTo>
                    <a:pt x="1000418" y="714243"/>
                  </a:lnTo>
                  <a:lnTo>
                    <a:pt x="1003758" y="705791"/>
                  </a:lnTo>
                  <a:lnTo>
                    <a:pt x="1006949" y="697283"/>
                  </a:lnTo>
                  <a:lnTo>
                    <a:pt x="1009990" y="688719"/>
                  </a:lnTo>
                  <a:lnTo>
                    <a:pt x="1012881" y="680104"/>
                  </a:lnTo>
                  <a:lnTo>
                    <a:pt x="1015621" y="671440"/>
                  </a:lnTo>
                  <a:lnTo>
                    <a:pt x="1018209" y="662729"/>
                  </a:lnTo>
                  <a:lnTo>
                    <a:pt x="1020644" y="653974"/>
                  </a:lnTo>
                  <a:lnTo>
                    <a:pt x="1022926" y="645178"/>
                  </a:lnTo>
                  <a:lnTo>
                    <a:pt x="1025053" y="636343"/>
                  </a:lnTo>
                  <a:lnTo>
                    <a:pt x="1027025" y="627472"/>
                  </a:lnTo>
                  <a:lnTo>
                    <a:pt x="1028842" y="618568"/>
                  </a:lnTo>
                  <a:lnTo>
                    <a:pt x="1030503" y="609634"/>
                  </a:lnTo>
                  <a:lnTo>
                    <a:pt x="1032007" y="600672"/>
                  </a:lnTo>
                  <a:lnTo>
                    <a:pt x="1033354" y="591685"/>
                  </a:lnTo>
                  <a:lnTo>
                    <a:pt x="1034543" y="582675"/>
                  </a:lnTo>
                  <a:lnTo>
                    <a:pt x="1035575" y="573647"/>
                  </a:lnTo>
                  <a:lnTo>
                    <a:pt x="1036448" y="564602"/>
                  </a:lnTo>
                  <a:lnTo>
                    <a:pt x="1037163" y="555542"/>
                  </a:lnTo>
                  <a:lnTo>
                    <a:pt x="1037719" y="546472"/>
                  </a:lnTo>
                  <a:lnTo>
                    <a:pt x="1038117" y="537393"/>
                  </a:lnTo>
                  <a:lnTo>
                    <a:pt x="1038355" y="528309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3446397" y="2186434"/>
              <a:ext cx="0" cy="467304"/>
            </a:xfrm>
            <a:custGeom>
              <a:avLst/>
              <a:pathLst>
                <a:path w="0" h="467304">
                  <a:moveTo>
                    <a:pt x="0" y="46730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3483112" y="2338512"/>
              <a:ext cx="330434" cy="330434"/>
            </a:xfrm>
            <a:custGeom>
              <a:avLst/>
              <a:pathLst>
                <a:path w="330434" h="330434">
                  <a:moveTo>
                    <a:pt x="0" y="330434"/>
                  </a:moveTo>
                  <a:lnTo>
                    <a:pt x="33043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3498320" y="2705661"/>
              <a:ext cx="467304" cy="0"/>
            </a:xfrm>
            <a:custGeom>
              <a:avLst/>
              <a:pathLst>
                <a:path w="467304" h="0">
                  <a:moveTo>
                    <a:pt x="0" y="0"/>
                  </a:moveTo>
                  <a:lnTo>
                    <a:pt x="46730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3483112" y="2742376"/>
              <a:ext cx="330434" cy="330434"/>
            </a:xfrm>
            <a:custGeom>
              <a:avLst/>
              <a:pathLst>
                <a:path w="330434" h="330434">
                  <a:moveTo>
                    <a:pt x="0" y="0"/>
                  </a:moveTo>
                  <a:lnTo>
                    <a:pt x="330434" y="33043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3446397" y="2757584"/>
              <a:ext cx="0" cy="467304"/>
            </a:xfrm>
            <a:custGeom>
              <a:avLst/>
              <a:pathLst>
                <a:path w="0" h="467304">
                  <a:moveTo>
                    <a:pt x="0" y="0"/>
                  </a:moveTo>
                  <a:lnTo>
                    <a:pt x="0" y="46730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3079247" y="2742376"/>
              <a:ext cx="330434" cy="330434"/>
            </a:xfrm>
            <a:custGeom>
              <a:avLst/>
              <a:pathLst>
                <a:path w="330434" h="330434">
                  <a:moveTo>
                    <a:pt x="330434" y="0"/>
                  </a:moveTo>
                  <a:lnTo>
                    <a:pt x="0" y="33043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2927169" y="2705661"/>
              <a:ext cx="467304" cy="0"/>
            </a:xfrm>
            <a:custGeom>
              <a:avLst/>
              <a:pathLst>
                <a:path w="467304" h="0">
                  <a:moveTo>
                    <a:pt x="467304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3079247" y="2338512"/>
              <a:ext cx="330434" cy="330434"/>
            </a:xfrm>
            <a:custGeom>
              <a:avLst/>
              <a:pathLst>
                <a:path w="330434" h="330434">
                  <a:moveTo>
                    <a:pt x="330434" y="33043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3347725" y="2586338"/>
              <a:ext cx="296626" cy="217994"/>
            </a:xfrm>
            <a:custGeom>
              <a:avLst/>
              <a:pathLst>
                <a:path w="296626" h="217994">
                  <a:moveTo>
                    <a:pt x="98671" y="8987"/>
                  </a:moveTo>
                  <a:lnTo>
                    <a:pt x="217994" y="0"/>
                  </a:lnTo>
                  <a:lnTo>
                    <a:pt x="296626" y="119323"/>
                  </a:lnTo>
                  <a:lnTo>
                    <a:pt x="156038" y="176690"/>
                  </a:lnTo>
                  <a:lnTo>
                    <a:pt x="98671" y="200452"/>
                  </a:lnTo>
                  <a:lnTo>
                    <a:pt x="0" y="217994"/>
                  </a:lnTo>
                  <a:lnTo>
                    <a:pt x="46748" y="119323"/>
                  </a:lnTo>
                  <a:lnTo>
                    <a:pt x="61956" y="82608"/>
                  </a:lnTo>
                  <a:lnTo>
                    <a:pt x="98671" y="8987"/>
                  </a:lnTo>
                </a:path>
              </a:pathLst>
            </a:custGeom>
            <a:ln w="31166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3411127" y="2560055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3530450" y="2551068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3609082" y="2670391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3468494" y="2727758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3411127" y="2751521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3312455" y="2769063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3359204" y="2670391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3374412" y="2633676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3411127" y="2560055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tx236"/>
            <p:cNvSpPr/>
            <p:nvPr/>
          </p:nvSpPr>
          <p:spPr>
            <a:xfrm>
              <a:off x="3306966" y="2632067"/>
              <a:ext cx="87508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3273316" y="2398415"/>
              <a:ext cx="12115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238" name="tx238"/>
            <p:cNvSpPr/>
            <p:nvPr/>
          </p:nvSpPr>
          <p:spPr>
            <a:xfrm>
              <a:off x="3239666" y="2164763"/>
              <a:ext cx="15480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239" name="rc239"/>
            <p:cNvSpPr/>
            <p:nvPr/>
          </p:nvSpPr>
          <p:spPr>
            <a:xfrm>
              <a:off x="4571999" y="1749294"/>
              <a:ext cx="2251205" cy="233029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240" name="rc240"/>
            <p:cNvSpPr/>
            <p:nvPr/>
          </p:nvSpPr>
          <p:spPr>
            <a:xfrm>
              <a:off x="4571999" y="1982323"/>
              <a:ext cx="2251205" cy="14466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" name="rc241"/>
            <p:cNvSpPr/>
            <p:nvPr/>
          </p:nvSpPr>
          <p:spPr>
            <a:xfrm>
              <a:off x="4609957" y="1749294"/>
              <a:ext cx="2175290" cy="23302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2" name="tx242"/>
            <p:cNvSpPr/>
            <p:nvPr/>
          </p:nvSpPr>
          <p:spPr>
            <a:xfrm>
              <a:off x="5272635" y="1783261"/>
              <a:ext cx="84993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Coraciiformes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5095516" y="1884751"/>
              <a:ext cx="1204173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15, species = 8</a:t>
              </a:r>
            </a:p>
          </p:txBody>
        </p:sp>
        <p:sp>
          <p:nvSpPr>
            <p:cNvPr id="244" name="rc244"/>
            <p:cNvSpPr/>
            <p:nvPr/>
          </p:nvSpPr>
          <p:spPr>
            <a:xfrm>
              <a:off x="4840877" y="2020281"/>
              <a:ext cx="1713451" cy="1370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" name="tx245"/>
            <p:cNvSpPr/>
            <p:nvPr/>
          </p:nvSpPr>
          <p:spPr>
            <a:xfrm>
              <a:off x="4803367" y="3091719"/>
              <a:ext cx="472013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4872073" y="2669497"/>
              <a:ext cx="228417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4820375" y="2247275"/>
              <a:ext cx="45500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248" name="pl248"/>
            <p:cNvSpPr/>
            <p:nvPr/>
          </p:nvSpPr>
          <p:spPr>
            <a:xfrm>
              <a:off x="5645681" y="2653739"/>
              <a:ext cx="103843" cy="103844"/>
            </a:xfrm>
            <a:custGeom>
              <a:avLst/>
              <a:pathLst>
                <a:path w="103843" h="103844">
                  <a:moveTo>
                    <a:pt x="103843" y="51922"/>
                  </a:moveTo>
                  <a:lnTo>
                    <a:pt x="103835" y="51013"/>
                  </a:lnTo>
                  <a:lnTo>
                    <a:pt x="103811" y="50105"/>
                  </a:lnTo>
                  <a:lnTo>
                    <a:pt x="103771" y="49197"/>
                  </a:lnTo>
                  <a:lnTo>
                    <a:pt x="103716" y="48290"/>
                  </a:lnTo>
                  <a:lnTo>
                    <a:pt x="103644" y="47384"/>
                  </a:lnTo>
                  <a:lnTo>
                    <a:pt x="103557" y="46479"/>
                  </a:lnTo>
                  <a:lnTo>
                    <a:pt x="103454" y="45576"/>
                  </a:lnTo>
                  <a:lnTo>
                    <a:pt x="103335" y="44676"/>
                  </a:lnTo>
                  <a:lnTo>
                    <a:pt x="103200" y="43777"/>
                  </a:lnTo>
                  <a:lnTo>
                    <a:pt x="103050" y="42881"/>
                  </a:lnTo>
                  <a:lnTo>
                    <a:pt x="102884" y="41987"/>
                  </a:lnTo>
                  <a:lnTo>
                    <a:pt x="102702" y="41097"/>
                  </a:lnTo>
                  <a:lnTo>
                    <a:pt x="102505" y="40210"/>
                  </a:lnTo>
                  <a:lnTo>
                    <a:pt x="102292" y="39326"/>
                  </a:lnTo>
                  <a:lnTo>
                    <a:pt x="102064" y="38447"/>
                  </a:lnTo>
                  <a:lnTo>
                    <a:pt x="101820" y="37571"/>
                  </a:lnTo>
                  <a:lnTo>
                    <a:pt x="101562" y="36700"/>
                  </a:lnTo>
                  <a:lnTo>
                    <a:pt x="101288" y="35834"/>
                  </a:lnTo>
                  <a:lnTo>
                    <a:pt x="100999" y="34972"/>
                  </a:lnTo>
                  <a:lnTo>
                    <a:pt x="100694" y="34116"/>
                  </a:lnTo>
                  <a:lnTo>
                    <a:pt x="100375" y="33265"/>
                  </a:lnTo>
                  <a:lnTo>
                    <a:pt x="100041" y="32420"/>
                  </a:lnTo>
                  <a:lnTo>
                    <a:pt x="99693" y="31580"/>
                  </a:lnTo>
                  <a:lnTo>
                    <a:pt x="99329" y="30748"/>
                  </a:lnTo>
                  <a:lnTo>
                    <a:pt x="98952" y="29921"/>
                  </a:lnTo>
                  <a:lnTo>
                    <a:pt x="98559" y="29101"/>
                  </a:lnTo>
                  <a:lnTo>
                    <a:pt x="98153" y="28289"/>
                  </a:lnTo>
                  <a:lnTo>
                    <a:pt x="97732" y="27483"/>
                  </a:lnTo>
                  <a:lnTo>
                    <a:pt x="97297" y="26685"/>
                  </a:lnTo>
                  <a:lnTo>
                    <a:pt x="96849" y="25895"/>
                  </a:lnTo>
                  <a:lnTo>
                    <a:pt x="96386" y="25113"/>
                  </a:lnTo>
                  <a:lnTo>
                    <a:pt x="95910" y="24338"/>
                  </a:lnTo>
                  <a:lnTo>
                    <a:pt x="95421" y="23573"/>
                  </a:lnTo>
                  <a:lnTo>
                    <a:pt x="94918" y="22816"/>
                  </a:lnTo>
                  <a:lnTo>
                    <a:pt x="94402" y="22068"/>
                  </a:lnTo>
                  <a:lnTo>
                    <a:pt x="93873" y="21329"/>
                  </a:lnTo>
                  <a:lnTo>
                    <a:pt x="93331" y="20599"/>
                  </a:lnTo>
                  <a:lnTo>
                    <a:pt x="92777" y="19879"/>
                  </a:lnTo>
                  <a:lnTo>
                    <a:pt x="92210" y="19169"/>
                  </a:lnTo>
                  <a:lnTo>
                    <a:pt x="91630" y="18469"/>
                  </a:lnTo>
                  <a:lnTo>
                    <a:pt x="91039" y="17779"/>
                  </a:lnTo>
                  <a:lnTo>
                    <a:pt x="90435" y="17100"/>
                  </a:lnTo>
                  <a:lnTo>
                    <a:pt x="89820" y="16431"/>
                  </a:lnTo>
                  <a:lnTo>
                    <a:pt x="89193" y="15773"/>
                  </a:lnTo>
                  <a:lnTo>
                    <a:pt x="88555" y="15127"/>
                  </a:lnTo>
                  <a:lnTo>
                    <a:pt x="87905" y="14491"/>
                  </a:lnTo>
                  <a:lnTo>
                    <a:pt x="87245" y="13867"/>
                  </a:lnTo>
                  <a:lnTo>
                    <a:pt x="86573" y="13255"/>
                  </a:lnTo>
                  <a:lnTo>
                    <a:pt x="85891" y="12654"/>
                  </a:lnTo>
                  <a:lnTo>
                    <a:pt x="85199" y="12066"/>
                  </a:lnTo>
                  <a:lnTo>
                    <a:pt x="84496" y="11489"/>
                  </a:lnTo>
                  <a:lnTo>
                    <a:pt x="83784" y="10925"/>
                  </a:lnTo>
                  <a:lnTo>
                    <a:pt x="83061" y="10374"/>
                  </a:lnTo>
                  <a:lnTo>
                    <a:pt x="82329" y="9835"/>
                  </a:lnTo>
                  <a:lnTo>
                    <a:pt x="81588" y="9310"/>
                  </a:lnTo>
                  <a:lnTo>
                    <a:pt x="80838" y="8797"/>
                  </a:lnTo>
                  <a:lnTo>
                    <a:pt x="80079" y="8297"/>
                  </a:lnTo>
                  <a:lnTo>
                    <a:pt x="79311" y="7811"/>
                  </a:lnTo>
                  <a:lnTo>
                    <a:pt x="78535" y="7339"/>
                  </a:lnTo>
                  <a:lnTo>
                    <a:pt x="77750" y="6880"/>
                  </a:lnTo>
                  <a:lnTo>
                    <a:pt x="76958" y="6435"/>
                  </a:lnTo>
                  <a:lnTo>
                    <a:pt x="76158" y="6003"/>
                  </a:lnTo>
                  <a:lnTo>
                    <a:pt x="75351" y="5586"/>
                  </a:lnTo>
                  <a:lnTo>
                    <a:pt x="74536" y="5183"/>
                  </a:lnTo>
                  <a:lnTo>
                    <a:pt x="73715" y="4795"/>
                  </a:lnTo>
                  <a:lnTo>
                    <a:pt x="72887" y="4420"/>
                  </a:lnTo>
                  <a:lnTo>
                    <a:pt x="72052" y="4061"/>
                  </a:lnTo>
                  <a:lnTo>
                    <a:pt x="71212" y="3716"/>
                  </a:lnTo>
                  <a:lnTo>
                    <a:pt x="70365" y="3386"/>
                  </a:lnTo>
                  <a:lnTo>
                    <a:pt x="69513" y="3070"/>
                  </a:lnTo>
                  <a:lnTo>
                    <a:pt x="68655" y="2770"/>
                  </a:lnTo>
                  <a:lnTo>
                    <a:pt x="67792" y="2484"/>
                  </a:lnTo>
                  <a:lnTo>
                    <a:pt x="66925" y="2214"/>
                  </a:lnTo>
                  <a:lnTo>
                    <a:pt x="66052" y="1959"/>
                  </a:lnTo>
                  <a:lnTo>
                    <a:pt x="65176" y="1720"/>
                  </a:lnTo>
                  <a:lnTo>
                    <a:pt x="64295" y="1495"/>
                  </a:lnTo>
                  <a:lnTo>
                    <a:pt x="63411" y="1286"/>
                  </a:lnTo>
                  <a:lnTo>
                    <a:pt x="62523" y="1093"/>
                  </a:lnTo>
                  <a:lnTo>
                    <a:pt x="61632" y="915"/>
                  </a:lnTo>
                  <a:lnTo>
                    <a:pt x="60738" y="753"/>
                  </a:lnTo>
                  <a:lnTo>
                    <a:pt x="59841" y="607"/>
                  </a:lnTo>
                  <a:lnTo>
                    <a:pt x="58941" y="476"/>
                  </a:lnTo>
                  <a:lnTo>
                    <a:pt x="58040" y="361"/>
                  </a:lnTo>
                  <a:lnTo>
                    <a:pt x="57137" y="262"/>
                  </a:lnTo>
                  <a:lnTo>
                    <a:pt x="56232" y="178"/>
                  </a:lnTo>
                  <a:lnTo>
                    <a:pt x="55326" y="111"/>
                  </a:lnTo>
                  <a:lnTo>
                    <a:pt x="54418" y="59"/>
                  </a:lnTo>
                  <a:lnTo>
                    <a:pt x="53510" y="23"/>
                  </a:lnTo>
                  <a:lnTo>
                    <a:pt x="52602" y="3"/>
                  </a:lnTo>
                  <a:lnTo>
                    <a:pt x="51693" y="0"/>
                  </a:lnTo>
                  <a:lnTo>
                    <a:pt x="50784" y="11"/>
                  </a:lnTo>
                  <a:lnTo>
                    <a:pt x="49876" y="39"/>
                  </a:lnTo>
                  <a:lnTo>
                    <a:pt x="48968" y="83"/>
                  </a:lnTo>
                  <a:lnTo>
                    <a:pt x="48062" y="143"/>
                  </a:lnTo>
                  <a:lnTo>
                    <a:pt x="47156" y="218"/>
                  </a:lnTo>
                  <a:lnTo>
                    <a:pt x="46252" y="309"/>
                  </a:lnTo>
                  <a:lnTo>
                    <a:pt x="45350" y="416"/>
                  </a:lnTo>
                  <a:lnTo>
                    <a:pt x="44449" y="539"/>
                  </a:lnTo>
                  <a:lnTo>
                    <a:pt x="43551" y="678"/>
                  </a:lnTo>
                  <a:lnTo>
                    <a:pt x="42655" y="832"/>
                  </a:lnTo>
                  <a:lnTo>
                    <a:pt x="41763" y="1002"/>
                  </a:lnTo>
                  <a:lnTo>
                    <a:pt x="40873" y="1188"/>
                  </a:lnTo>
                  <a:lnTo>
                    <a:pt x="39987" y="1389"/>
                  </a:lnTo>
                  <a:lnTo>
                    <a:pt x="39104" y="1605"/>
                  </a:lnTo>
                  <a:lnTo>
                    <a:pt x="38226" y="1837"/>
                  </a:lnTo>
                  <a:lnTo>
                    <a:pt x="37351" y="2085"/>
                  </a:lnTo>
                  <a:lnTo>
                    <a:pt x="36481" y="2347"/>
                  </a:lnTo>
                  <a:lnTo>
                    <a:pt x="35616" y="2625"/>
                  </a:lnTo>
                  <a:lnTo>
                    <a:pt x="34756" y="2918"/>
                  </a:lnTo>
                  <a:lnTo>
                    <a:pt x="33901" y="3226"/>
                  </a:lnTo>
                  <a:lnTo>
                    <a:pt x="33052" y="3549"/>
                  </a:lnTo>
                  <a:lnTo>
                    <a:pt x="32208" y="3886"/>
                  </a:lnTo>
                  <a:lnTo>
                    <a:pt x="31370" y="4239"/>
                  </a:lnTo>
                  <a:lnTo>
                    <a:pt x="30539" y="4606"/>
                  </a:lnTo>
                  <a:lnTo>
                    <a:pt x="29714" y="4987"/>
                  </a:lnTo>
                  <a:lnTo>
                    <a:pt x="28896" y="5383"/>
                  </a:lnTo>
                  <a:lnTo>
                    <a:pt x="28085" y="5793"/>
                  </a:lnTo>
                  <a:lnTo>
                    <a:pt x="27281" y="6217"/>
                  </a:lnTo>
                  <a:lnTo>
                    <a:pt x="26485" y="6655"/>
                  </a:lnTo>
                  <a:lnTo>
                    <a:pt x="25697" y="7108"/>
                  </a:lnTo>
                  <a:lnTo>
                    <a:pt x="24917" y="7573"/>
                  </a:lnTo>
                  <a:lnTo>
                    <a:pt x="24145" y="8053"/>
                  </a:lnTo>
                  <a:lnTo>
                    <a:pt x="23381" y="8546"/>
                  </a:lnTo>
                  <a:lnTo>
                    <a:pt x="22626" y="9052"/>
                  </a:lnTo>
                  <a:lnTo>
                    <a:pt x="21881" y="9571"/>
                  </a:lnTo>
                  <a:lnTo>
                    <a:pt x="21144" y="10103"/>
                  </a:lnTo>
                  <a:lnTo>
                    <a:pt x="20417" y="10648"/>
                  </a:lnTo>
                  <a:lnTo>
                    <a:pt x="19699" y="11206"/>
                  </a:lnTo>
                  <a:lnTo>
                    <a:pt x="18992" y="11776"/>
                  </a:lnTo>
                  <a:lnTo>
                    <a:pt x="18294" y="12358"/>
                  </a:lnTo>
                  <a:lnTo>
                    <a:pt x="17607" y="12953"/>
                  </a:lnTo>
                  <a:lnTo>
                    <a:pt x="16930" y="13559"/>
                  </a:lnTo>
                  <a:lnTo>
                    <a:pt x="16264" y="14178"/>
                  </a:lnTo>
                  <a:lnTo>
                    <a:pt x="15609" y="14807"/>
                  </a:lnTo>
                  <a:lnTo>
                    <a:pt x="14965" y="15449"/>
                  </a:lnTo>
                  <a:lnTo>
                    <a:pt x="14333" y="16101"/>
                  </a:lnTo>
                  <a:lnTo>
                    <a:pt x="13711" y="16764"/>
                  </a:lnTo>
                  <a:lnTo>
                    <a:pt x="13102" y="17438"/>
                  </a:lnTo>
                  <a:lnTo>
                    <a:pt x="12504" y="18123"/>
                  </a:lnTo>
                  <a:lnTo>
                    <a:pt x="11919" y="18818"/>
                  </a:lnTo>
                  <a:lnTo>
                    <a:pt x="11346" y="19523"/>
                  </a:lnTo>
                  <a:lnTo>
                    <a:pt x="10785" y="20238"/>
                  </a:lnTo>
                  <a:lnTo>
                    <a:pt x="10237" y="20963"/>
                  </a:lnTo>
                  <a:lnTo>
                    <a:pt x="9701" y="21697"/>
                  </a:lnTo>
                  <a:lnTo>
                    <a:pt x="9179" y="22441"/>
                  </a:lnTo>
                  <a:lnTo>
                    <a:pt x="8669" y="23193"/>
                  </a:lnTo>
                  <a:lnTo>
                    <a:pt x="8173" y="23955"/>
                  </a:lnTo>
                  <a:lnTo>
                    <a:pt x="7690" y="24724"/>
                  </a:lnTo>
                  <a:lnTo>
                    <a:pt x="7221" y="25503"/>
                  </a:lnTo>
                  <a:lnTo>
                    <a:pt x="6766" y="26289"/>
                  </a:lnTo>
                  <a:lnTo>
                    <a:pt x="6324" y="27083"/>
                  </a:lnTo>
                  <a:lnTo>
                    <a:pt x="5896" y="27885"/>
                  </a:lnTo>
                  <a:lnTo>
                    <a:pt x="5483" y="28694"/>
                  </a:lnTo>
                  <a:lnTo>
                    <a:pt x="5083" y="29510"/>
                  </a:lnTo>
                  <a:lnTo>
                    <a:pt x="4698" y="30333"/>
                  </a:lnTo>
                  <a:lnTo>
                    <a:pt x="4328" y="31163"/>
                  </a:lnTo>
                  <a:lnTo>
                    <a:pt x="3972" y="31999"/>
                  </a:lnTo>
                  <a:lnTo>
                    <a:pt x="3630" y="32842"/>
                  </a:lnTo>
                  <a:lnTo>
                    <a:pt x="3304" y="33690"/>
                  </a:lnTo>
                  <a:lnTo>
                    <a:pt x="2992" y="34543"/>
                  </a:lnTo>
                  <a:lnTo>
                    <a:pt x="2696" y="35402"/>
                  </a:lnTo>
                  <a:lnTo>
                    <a:pt x="2414" y="36266"/>
                  </a:lnTo>
                  <a:lnTo>
                    <a:pt x="2148" y="37135"/>
                  </a:lnTo>
                  <a:lnTo>
                    <a:pt x="1896" y="38008"/>
                  </a:lnTo>
                  <a:lnTo>
                    <a:pt x="1661" y="38886"/>
                  </a:lnTo>
                  <a:lnTo>
                    <a:pt x="1440" y="39768"/>
                  </a:lnTo>
                  <a:lnTo>
                    <a:pt x="1235" y="40653"/>
                  </a:lnTo>
                  <a:lnTo>
                    <a:pt x="1046" y="41542"/>
                  </a:lnTo>
                  <a:lnTo>
                    <a:pt x="872" y="42434"/>
                  </a:lnTo>
                  <a:lnTo>
                    <a:pt x="714" y="43328"/>
                  </a:lnTo>
                  <a:lnTo>
                    <a:pt x="571" y="44226"/>
                  </a:lnTo>
                  <a:lnTo>
                    <a:pt x="444" y="45126"/>
                  </a:lnTo>
                  <a:lnTo>
                    <a:pt x="333" y="46028"/>
                  </a:lnTo>
                  <a:lnTo>
                    <a:pt x="238" y="46931"/>
                  </a:lnTo>
                  <a:lnTo>
                    <a:pt x="158" y="47837"/>
                  </a:lnTo>
                  <a:lnTo>
                    <a:pt x="95" y="48743"/>
                  </a:lnTo>
                  <a:lnTo>
                    <a:pt x="47" y="49651"/>
                  </a:lnTo>
                  <a:lnTo>
                    <a:pt x="15" y="50559"/>
                  </a:lnTo>
                  <a:lnTo>
                    <a:pt x="0" y="51467"/>
                  </a:lnTo>
                  <a:lnTo>
                    <a:pt x="0" y="52376"/>
                  </a:lnTo>
                  <a:lnTo>
                    <a:pt x="15" y="53285"/>
                  </a:lnTo>
                  <a:lnTo>
                    <a:pt x="47" y="54193"/>
                  </a:lnTo>
                  <a:lnTo>
                    <a:pt x="95" y="55100"/>
                  </a:lnTo>
                  <a:lnTo>
                    <a:pt x="158" y="56007"/>
                  </a:lnTo>
                  <a:lnTo>
                    <a:pt x="238" y="56912"/>
                  </a:lnTo>
                  <a:lnTo>
                    <a:pt x="333" y="57816"/>
                  </a:lnTo>
                  <a:lnTo>
                    <a:pt x="444" y="58718"/>
                  </a:lnTo>
                  <a:lnTo>
                    <a:pt x="571" y="59618"/>
                  </a:lnTo>
                  <a:lnTo>
                    <a:pt x="714" y="60515"/>
                  </a:lnTo>
                  <a:lnTo>
                    <a:pt x="872" y="61410"/>
                  </a:lnTo>
                  <a:lnTo>
                    <a:pt x="1046" y="62302"/>
                  </a:lnTo>
                  <a:lnTo>
                    <a:pt x="1235" y="63191"/>
                  </a:lnTo>
                  <a:lnTo>
                    <a:pt x="1440" y="64076"/>
                  </a:lnTo>
                  <a:lnTo>
                    <a:pt x="1661" y="64958"/>
                  </a:lnTo>
                  <a:lnTo>
                    <a:pt x="1896" y="65835"/>
                  </a:lnTo>
                  <a:lnTo>
                    <a:pt x="2148" y="66709"/>
                  </a:lnTo>
                  <a:lnTo>
                    <a:pt x="2414" y="67577"/>
                  </a:lnTo>
                  <a:lnTo>
                    <a:pt x="2696" y="68441"/>
                  </a:lnTo>
                  <a:lnTo>
                    <a:pt x="2992" y="69300"/>
                  </a:lnTo>
                  <a:lnTo>
                    <a:pt x="3304" y="70154"/>
                  </a:lnTo>
                  <a:lnTo>
                    <a:pt x="3630" y="71002"/>
                  </a:lnTo>
                  <a:lnTo>
                    <a:pt x="3972" y="71844"/>
                  </a:lnTo>
                  <a:lnTo>
                    <a:pt x="4328" y="72680"/>
                  </a:lnTo>
                  <a:lnTo>
                    <a:pt x="4698" y="73510"/>
                  </a:lnTo>
                  <a:lnTo>
                    <a:pt x="5083" y="74333"/>
                  </a:lnTo>
                  <a:lnTo>
                    <a:pt x="5483" y="75149"/>
                  </a:lnTo>
                  <a:lnTo>
                    <a:pt x="5896" y="75959"/>
                  </a:lnTo>
                  <a:lnTo>
                    <a:pt x="6324" y="76760"/>
                  </a:lnTo>
                  <a:lnTo>
                    <a:pt x="6766" y="77555"/>
                  </a:lnTo>
                  <a:lnTo>
                    <a:pt x="7221" y="78341"/>
                  </a:lnTo>
                  <a:lnTo>
                    <a:pt x="7690" y="79119"/>
                  </a:lnTo>
                  <a:lnTo>
                    <a:pt x="8173" y="79889"/>
                  </a:lnTo>
                  <a:lnTo>
                    <a:pt x="8669" y="80650"/>
                  </a:lnTo>
                  <a:lnTo>
                    <a:pt x="9179" y="81403"/>
                  </a:lnTo>
                  <a:lnTo>
                    <a:pt x="9701" y="82146"/>
                  </a:lnTo>
                  <a:lnTo>
                    <a:pt x="10237" y="82881"/>
                  </a:lnTo>
                  <a:lnTo>
                    <a:pt x="10785" y="83605"/>
                  </a:lnTo>
                  <a:lnTo>
                    <a:pt x="11346" y="84320"/>
                  </a:lnTo>
                  <a:lnTo>
                    <a:pt x="11919" y="85026"/>
                  </a:lnTo>
                  <a:lnTo>
                    <a:pt x="12504" y="85721"/>
                  </a:lnTo>
                  <a:lnTo>
                    <a:pt x="13102" y="86405"/>
                  </a:lnTo>
                  <a:lnTo>
                    <a:pt x="13711" y="87079"/>
                  </a:lnTo>
                  <a:lnTo>
                    <a:pt x="14333" y="87743"/>
                  </a:lnTo>
                  <a:lnTo>
                    <a:pt x="14965" y="88395"/>
                  </a:lnTo>
                  <a:lnTo>
                    <a:pt x="15609" y="89036"/>
                  </a:lnTo>
                  <a:lnTo>
                    <a:pt x="16264" y="89666"/>
                  </a:lnTo>
                  <a:lnTo>
                    <a:pt x="16930" y="90284"/>
                  </a:lnTo>
                  <a:lnTo>
                    <a:pt x="17607" y="90891"/>
                  </a:lnTo>
                  <a:lnTo>
                    <a:pt x="18294" y="91485"/>
                  </a:lnTo>
                  <a:lnTo>
                    <a:pt x="18992" y="92068"/>
                  </a:lnTo>
                  <a:lnTo>
                    <a:pt x="19699" y="92638"/>
                  </a:lnTo>
                  <a:lnTo>
                    <a:pt x="20417" y="93195"/>
                  </a:lnTo>
                  <a:lnTo>
                    <a:pt x="21144" y="93740"/>
                  </a:lnTo>
                  <a:lnTo>
                    <a:pt x="21881" y="94273"/>
                  </a:lnTo>
                  <a:lnTo>
                    <a:pt x="22626" y="94792"/>
                  </a:lnTo>
                  <a:lnTo>
                    <a:pt x="23381" y="95298"/>
                  </a:lnTo>
                  <a:lnTo>
                    <a:pt x="24145" y="95791"/>
                  </a:lnTo>
                  <a:lnTo>
                    <a:pt x="24917" y="96270"/>
                  </a:lnTo>
                  <a:lnTo>
                    <a:pt x="25697" y="96736"/>
                  </a:lnTo>
                  <a:lnTo>
                    <a:pt x="26485" y="97188"/>
                  </a:lnTo>
                  <a:lnTo>
                    <a:pt x="27281" y="97626"/>
                  </a:lnTo>
                  <a:lnTo>
                    <a:pt x="28085" y="98050"/>
                  </a:lnTo>
                  <a:lnTo>
                    <a:pt x="28896" y="98461"/>
                  </a:lnTo>
                  <a:lnTo>
                    <a:pt x="29714" y="98856"/>
                  </a:lnTo>
                  <a:lnTo>
                    <a:pt x="30539" y="99238"/>
                  </a:lnTo>
                  <a:lnTo>
                    <a:pt x="31370" y="99605"/>
                  </a:lnTo>
                  <a:lnTo>
                    <a:pt x="32208" y="99957"/>
                  </a:lnTo>
                  <a:lnTo>
                    <a:pt x="33052" y="100295"/>
                  </a:lnTo>
                  <a:lnTo>
                    <a:pt x="33901" y="100618"/>
                  </a:lnTo>
                  <a:lnTo>
                    <a:pt x="34756" y="100925"/>
                  </a:lnTo>
                  <a:lnTo>
                    <a:pt x="35616" y="101218"/>
                  </a:lnTo>
                  <a:lnTo>
                    <a:pt x="36481" y="101496"/>
                  </a:lnTo>
                  <a:lnTo>
                    <a:pt x="37351" y="101759"/>
                  </a:lnTo>
                  <a:lnTo>
                    <a:pt x="38226" y="102006"/>
                  </a:lnTo>
                  <a:lnTo>
                    <a:pt x="39104" y="102238"/>
                  </a:lnTo>
                  <a:lnTo>
                    <a:pt x="39987" y="102455"/>
                  </a:lnTo>
                  <a:lnTo>
                    <a:pt x="40873" y="102656"/>
                  </a:lnTo>
                  <a:lnTo>
                    <a:pt x="41763" y="102841"/>
                  </a:lnTo>
                  <a:lnTo>
                    <a:pt x="42655" y="103011"/>
                  </a:lnTo>
                  <a:lnTo>
                    <a:pt x="43551" y="103166"/>
                  </a:lnTo>
                  <a:lnTo>
                    <a:pt x="44449" y="103304"/>
                  </a:lnTo>
                  <a:lnTo>
                    <a:pt x="45350" y="103427"/>
                  </a:lnTo>
                  <a:lnTo>
                    <a:pt x="46252" y="103534"/>
                  </a:lnTo>
                  <a:lnTo>
                    <a:pt x="47156" y="103625"/>
                  </a:lnTo>
                  <a:lnTo>
                    <a:pt x="48062" y="103701"/>
                  </a:lnTo>
                  <a:lnTo>
                    <a:pt x="48968" y="103761"/>
                  </a:lnTo>
                  <a:lnTo>
                    <a:pt x="49876" y="103804"/>
                  </a:lnTo>
                  <a:lnTo>
                    <a:pt x="50784" y="103832"/>
                  </a:lnTo>
                  <a:lnTo>
                    <a:pt x="51693" y="103844"/>
                  </a:lnTo>
                  <a:lnTo>
                    <a:pt x="52602" y="103840"/>
                  </a:lnTo>
                  <a:lnTo>
                    <a:pt x="53510" y="103820"/>
                  </a:lnTo>
                  <a:lnTo>
                    <a:pt x="54418" y="103784"/>
                  </a:lnTo>
                  <a:lnTo>
                    <a:pt x="55326" y="103733"/>
                  </a:lnTo>
                  <a:lnTo>
                    <a:pt x="56232" y="103665"/>
                  </a:lnTo>
                  <a:lnTo>
                    <a:pt x="57137" y="103582"/>
                  </a:lnTo>
                  <a:lnTo>
                    <a:pt x="58040" y="103483"/>
                  </a:lnTo>
                  <a:lnTo>
                    <a:pt x="58941" y="103368"/>
                  </a:lnTo>
                  <a:lnTo>
                    <a:pt x="59841" y="103237"/>
                  </a:lnTo>
                  <a:lnTo>
                    <a:pt x="60738" y="103090"/>
                  </a:lnTo>
                  <a:lnTo>
                    <a:pt x="61632" y="102928"/>
                  </a:lnTo>
                  <a:lnTo>
                    <a:pt x="62523" y="102750"/>
                  </a:lnTo>
                  <a:lnTo>
                    <a:pt x="63411" y="102557"/>
                  </a:lnTo>
                  <a:lnTo>
                    <a:pt x="64295" y="102348"/>
                  </a:lnTo>
                  <a:lnTo>
                    <a:pt x="65176" y="102124"/>
                  </a:lnTo>
                  <a:lnTo>
                    <a:pt x="66052" y="101884"/>
                  </a:lnTo>
                  <a:lnTo>
                    <a:pt x="66925" y="101629"/>
                  </a:lnTo>
                  <a:lnTo>
                    <a:pt x="67792" y="101359"/>
                  </a:lnTo>
                  <a:lnTo>
                    <a:pt x="68655" y="101074"/>
                  </a:lnTo>
                  <a:lnTo>
                    <a:pt x="69513" y="100773"/>
                  </a:lnTo>
                  <a:lnTo>
                    <a:pt x="70365" y="100458"/>
                  </a:lnTo>
                  <a:lnTo>
                    <a:pt x="71212" y="100128"/>
                  </a:lnTo>
                  <a:lnTo>
                    <a:pt x="72052" y="99783"/>
                  </a:lnTo>
                  <a:lnTo>
                    <a:pt x="72887" y="99423"/>
                  </a:lnTo>
                  <a:lnTo>
                    <a:pt x="73715" y="99049"/>
                  </a:lnTo>
                  <a:lnTo>
                    <a:pt x="74536" y="98660"/>
                  </a:lnTo>
                  <a:lnTo>
                    <a:pt x="75351" y="98257"/>
                  </a:lnTo>
                  <a:lnTo>
                    <a:pt x="76158" y="97840"/>
                  </a:lnTo>
                  <a:lnTo>
                    <a:pt x="76958" y="97409"/>
                  </a:lnTo>
                  <a:lnTo>
                    <a:pt x="77750" y="96964"/>
                  </a:lnTo>
                  <a:lnTo>
                    <a:pt x="78535" y="96505"/>
                  </a:lnTo>
                  <a:lnTo>
                    <a:pt x="79311" y="96032"/>
                  </a:lnTo>
                  <a:lnTo>
                    <a:pt x="80079" y="95546"/>
                  </a:lnTo>
                  <a:lnTo>
                    <a:pt x="80838" y="95047"/>
                  </a:lnTo>
                  <a:lnTo>
                    <a:pt x="81588" y="94534"/>
                  </a:lnTo>
                  <a:lnTo>
                    <a:pt x="82329" y="94008"/>
                  </a:lnTo>
                  <a:lnTo>
                    <a:pt x="83061" y="93469"/>
                  </a:lnTo>
                  <a:lnTo>
                    <a:pt x="83784" y="92918"/>
                  </a:lnTo>
                  <a:lnTo>
                    <a:pt x="84496" y="92354"/>
                  </a:lnTo>
                  <a:lnTo>
                    <a:pt x="85199" y="91778"/>
                  </a:lnTo>
                  <a:lnTo>
                    <a:pt x="85891" y="91189"/>
                  </a:lnTo>
                  <a:lnTo>
                    <a:pt x="86573" y="90589"/>
                  </a:lnTo>
                  <a:lnTo>
                    <a:pt x="87245" y="89976"/>
                  </a:lnTo>
                  <a:lnTo>
                    <a:pt x="87905" y="89352"/>
                  </a:lnTo>
                  <a:lnTo>
                    <a:pt x="88555" y="88717"/>
                  </a:lnTo>
                  <a:lnTo>
                    <a:pt x="89193" y="88070"/>
                  </a:lnTo>
                  <a:lnTo>
                    <a:pt x="89820" y="87412"/>
                  </a:lnTo>
                  <a:lnTo>
                    <a:pt x="90435" y="86744"/>
                  </a:lnTo>
                  <a:lnTo>
                    <a:pt x="91039" y="86064"/>
                  </a:lnTo>
                  <a:lnTo>
                    <a:pt x="91630" y="85374"/>
                  </a:lnTo>
                  <a:lnTo>
                    <a:pt x="92210" y="84674"/>
                  </a:lnTo>
                  <a:lnTo>
                    <a:pt x="92777" y="83964"/>
                  </a:lnTo>
                  <a:lnTo>
                    <a:pt x="93331" y="83244"/>
                  </a:lnTo>
                  <a:lnTo>
                    <a:pt x="93873" y="82515"/>
                  </a:lnTo>
                  <a:lnTo>
                    <a:pt x="94402" y="81776"/>
                  </a:lnTo>
                  <a:lnTo>
                    <a:pt x="94918" y="81028"/>
                  </a:lnTo>
                  <a:lnTo>
                    <a:pt x="95421" y="80271"/>
                  </a:lnTo>
                  <a:lnTo>
                    <a:pt x="95910" y="79505"/>
                  </a:lnTo>
                  <a:lnTo>
                    <a:pt x="96386" y="78731"/>
                  </a:lnTo>
                  <a:lnTo>
                    <a:pt x="96849" y="77949"/>
                  </a:lnTo>
                  <a:lnTo>
                    <a:pt x="97297" y="77158"/>
                  </a:lnTo>
                  <a:lnTo>
                    <a:pt x="97732" y="76360"/>
                  </a:lnTo>
                  <a:lnTo>
                    <a:pt x="98153" y="75555"/>
                  </a:lnTo>
                  <a:lnTo>
                    <a:pt x="98559" y="74742"/>
                  </a:lnTo>
                  <a:lnTo>
                    <a:pt x="98952" y="73922"/>
                  </a:lnTo>
                  <a:lnTo>
                    <a:pt x="99329" y="73096"/>
                  </a:lnTo>
                  <a:lnTo>
                    <a:pt x="99693" y="72263"/>
                  </a:lnTo>
                  <a:lnTo>
                    <a:pt x="100041" y="71424"/>
                  </a:lnTo>
                  <a:lnTo>
                    <a:pt x="100375" y="70579"/>
                  </a:lnTo>
                  <a:lnTo>
                    <a:pt x="100694" y="69728"/>
                  </a:lnTo>
                  <a:lnTo>
                    <a:pt x="100999" y="68871"/>
                  </a:lnTo>
                  <a:lnTo>
                    <a:pt x="101288" y="68010"/>
                  </a:lnTo>
                  <a:lnTo>
                    <a:pt x="101562" y="67144"/>
                  </a:lnTo>
                  <a:lnTo>
                    <a:pt x="101820" y="66272"/>
                  </a:lnTo>
                  <a:lnTo>
                    <a:pt x="102064" y="65397"/>
                  </a:lnTo>
                  <a:lnTo>
                    <a:pt x="102292" y="64517"/>
                  </a:lnTo>
                  <a:lnTo>
                    <a:pt x="102505" y="63634"/>
                  </a:lnTo>
                  <a:lnTo>
                    <a:pt x="102702" y="62747"/>
                  </a:lnTo>
                  <a:lnTo>
                    <a:pt x="102884" y="61856"/>
                  </a:lnTo>
                  <a:lnTo>
                    <a:pt x="103050" y="60963"/>
                  </a:lnTo>
                  <a:lnTo>
                    <a:pt x="103200" y="60067"/>
                  </a:lnTo>
                  <a:lnTo>
                    <a:pt x="103335" y="59168"/>
                  </a:lnTo>
                  <a:lnTo>
                    <a:pt x="103454" y="58267"/>
                  </a:lnTo>
                  <a:lnTo>
                    <a:pt x="103557" y="57364"/>
                  </a:lnTo>
                  <a:lnTo>
                    <a:pt x="103644" y="56460"/>
                  </a:lnTo>
                  <a:lnTo>
                    <a:pt x="103716" y="55554"/>
                  </a:lnTo>
                  <a:lnTo>
                    <a:pt x="103771" y="54647"/>
                  </a:lnTo>
                  <a:lnTo>
                    <a:pt x="103811" y="53739"/>
                  </a:lnTo>
                  <a:lnTo>
                    <a:pt x="103835" y="52830"/>
                  </a:lnTo>
                  <a:lnTo>
                    <a:pt x="103843" y="519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5412038" y="2420089"/>
              <a:ext cx="571139" cy="571144"/>
            </a:xfrm>
            <a:custGeom>
              <a:avLst/>
              <a:pathLst>
                <a:path w="571139" h="571144">
                  <a:moveTo>
                    <a:pt x="571139" y="285572"/>
                  </a:moveTo>
                  <a:lnTo>
                    <a:pt x="571095" y="280574"/>
                  </a:lnTo>
                  <a:lnTo>
                    <a:pt x="570964" y="275578"/>
                  </a:lnTo>
                  <a:lnTo>
                    <a:pt x="570745" y="270584"/>
                  </a:lnTo>
                  <a:lnTo>
                    <a:pt x="570439" y="265596"/>
                  </a:lnTo>
                  <a:lnTo>
                    <a:pt x="570046" y="260613"/>
                  </a:lnTo>
                  <a:lnTo>
                    <a:pt x="569566" y="255638"/>
                  </a:lnTo>
                  <a:lnTo>
                    <a:pt x="568998" y="250673"/>
                  </a:lnTo>
                  <a:lnTo>
                    <a:pt x="568344" y="245718"/>
                  </a:lnTo>
                  <a:lnTo>
                    <a:pt x="567603" y="240775"/>
                  </a:lnTo>
                  <a:lnTo>
                    <a:pt x="566776" y="235846"/>
                  </a:lnTo>
                  <a:lnTo>
                    <a:pt x="565863" y="230932"/>
                  </a:lnTo>
                  <a:lnTo>
                    <a:pt x="564864" y="226035"/>
                  </a:lnTo>
                  <a:lnTo>
                    <a:pt x="563779" y="221156"/>
                  </a:lnTo>
                  <a:lnTo>
                    <a:pt x="562609" y="216296"/>
                  </a:lnTo>
                  <a:lnTo>
                    <a:pt x="561354" y="211459"/>
                  </a:lnTo>
                  <a:lnTo>
                    <a:pt x="560015" y="206643"/>
                  </a:lnTo>
                  <a:lnTo>
                    <a:pt x="558592" y="201852"/>
                  </a:lnTo>
                  <a:lnTo>
                    <a:pt x="557085" y="197087"/>
                  </a:lnTo>
                  <a:lnTo>
                    <a:pt x="555494" y="192348"/>
                  </a:lnTo>
                  <a:lnTo>
                    <a:pt x="553822" y="187639"/>
                  </a:lnTo>
                  <a:lnTo>
                    <a:pt x="552067" y="182959"/>
                  </a:lnTo>
                  <a:lnTo>
                    <a:pt x="550230" y="178310"/>
                  </a:lnTo>
                  <a:lnTo>
                    <a:pt x="548312" y="173695"/>
                  </a:lnTo>
                  <a:lnTo>
                    <a:pt x="546314" y="169114"/>
                  </a:lnTo>
                  <a:lnTo>
                    <a:pt x="544236" y="164568"/>
                  </a:lnTo>
                  <a:lnTo>
                    <a:pt x="542079" y="160060"/>
                  </a:lnTo>
                  <a:lnTo>
                    <a:pt x="539843" y="155590"/>
                  </a:lnTo>
                  <a:lnTo>
                    <a:pt x="537529" y="151159"/>
                  </a:lnTo>
                  <a:lnTo>
                    <a:pt x="535138" y="146770"/>
                  </a:lnTo>
                  <a:lnTo>
                    <a:pt x="532671" y="142424"/>
                  </a:lnTo>
                  <a:lnTo>
                    <a:pt x="530127" y="138121"/>
                  </a:lnTo>
                  <a:lnTo>
                    <a:pt x="527509" y="133864"/>
                  </a:lnTo>
                  <a:lnTo>
                    <a:pt x="524817" y="129653"/>
                  </a:lnTo>
                  <a:lnTo>
                    <a:pt x="522052" y="125489"/>
                  </a:lnTo>
                  <a:lnTo>
                    <a:pt x="519214" y="121375"/>
                  </a:lnTo>
                  <a:lnTo>
                    <a:pt x="516305" y="117311"/>
                  </a:lnTo>
                  <a:lnTo>
                    <a:pt x="513325" y="113299"/>
                  </a:lnTo>
                  <a:lnTo>
                    <a:pt x="510275" y="109339"/>
                  </a:lnTo>
                  <a:lnTo>
                    <a:pt x="507156" y="105433"/>
                  </a:lnTo>
                  <a:lnTo>
                    <a:pt x="503970" y="101583"/>
                  </a:lnTo>
                  <a:lnTo>
                    <a:pt x="500716" y="97789"/>
                  </a:lnTo>
                  <a:lnTo>
                    <a:pt x="497397" y="94052"/>
                  </a:lnTo>
                  <a:lnTo>
                    <a:pt x="494013" y="90374"/>
                  </a:lnTo>
                  <a:lnTo>
                    <a:pt x="490565" y="86756"/>
                  </a:lnTo>
                  <a:lnTo>
                    <a:pt x="487054" y="83199"/>
                  </a:lnTo>
                  <a:lnTo>
                    <a:pt x="483481" y="79703"/>
                  </a:lnTo>
                  <a:lnTo>
                    <a:pt x="479848" y="76271"/>
                  </a:lnTo>
                  <a:lnTo>
                    <a:pt x="476155" y="72903"/>
                  </a:lnTo>
                  <a:lnTo>
                    <a:pt x="472404" y="69600"/>
                  </a:lnTo>
                  <a:lnTo>
                    <a:pt x="468596" y="66363"/>
                  </a:lnTo>
                  <a:lnTo>
                    <a:pt x="464731" y="63193"/>
                  </a:lnTo>
                  <a:lnTo>
                    <a:pt x="460812" y="60092"/>
                  </a:lnTo>
                  <a:lnTo>
                    <a:pt x="456839" y="57059"/>
                  </a:lnTo>
                  <a:lnTo>
                    <a:pt x="452813" y="54097"/>
                  </a:lnTo>
                  <a:lnTo>
                    <a:pt x="448737" y="51205"/>
                  </a:lnTo>
                  <a:lnTo>
                    <a:pt x="444610" y="48386"/>
                  </a:lnTo>
                  <a:lnTo>
                    <a:pt x="440435" y="45638"/>
                  </a:lnTo>
                  <a:lnTo>
                    <a:pt x="436212" y="42965"/>
                  </a:lnTo>
                  <a:lnTo>
                    <a:pt x="431943" y="40365"/>
                  </a:lnTo>
                  <a:lnTo>
                    <a:pt x="427629" y="37841"/>
                  </a:lnTo>
                  <a:lnTo>
                    <a:pt x="423272" y="35393"/>
                  </a:lnTo>
                  <a:lnTo>
                    <a:pt x="418873" y="33021"/>
                  </a:lnTo>
                  <a:lnTo>
                    <a:pt x="414432" y="30727"/>
                  </a:lnTo>
                  <a:lnTo>
                    <a:pt x="409952" y="28510"/>
                  </a:lnTo>
                  <a:lnTo>
                    <a:pt x="405435" y="26373"/>
                  </a:lnTo>
                  <a:lnTo>
                    <a:pt x="400880" y="24315"/>
                  </a:lnTo>
                  <a:lnTo>
                    <a:pt x="396290" y="22337"/>
                  </a:lnTo>
                  <a:lnTo>
                    <a:pt x="391666" y="20439"/>
                  </a:lnTo>
                  <a:lnTo>
                    <a:pt x="387010" y="18623"/>
                  </a:lnTo>
                  <a:lnTo>
                    <a:pt x="382322" y="16888"/>
                  </a:lnTo>
                  <a:lnTo>
                    <a:pt x="377605" y="15236"/>
                  </a:lnTo>
                  <a:lnTo>
                    <a:pt x="372860" y="13667"/>
                  </a:lnTo>
                  <a:lnTo>
                    <a:pt x="368088" y="12180"/>
                  </a:lnTo>
                  <a:lnTo>
                    <a:pt x="363291" y="10778"/>
                  </a:lnTo>
                  <a:lnTo>
                    <a:pt x="358470" y="9460"/>
                  </a:lnTo>
                  <a:lnTo>
                    <a:pt x="353626" y="8226"/>
                  </a:lnTo>
                  <a:lnTo>
                    <a:pt x="348762" y="7078"/>
                  </a:lnTo>
                  <a:lnTo>
                    <a:pt x="343878" y="6014"/>
                  </a:lnTo>
                  <a:lnTo>
                    <a:pt x="338977" y="5036"/>
                  </a:lnTo>
                  <a:lnTo>
                    <a:pt x="334059" y="4145"/>
                  </a:lnTo>
                  <a:lnTo>
                    <a:pt x="329126" y="3339"/>
                  </a:lnTo>
                  <a:lnTo>
                    <a:pt x="324180" y="2620"/>
                  </a:lnTo>
                  <a:lnTo>
                    <a:pt x="319223" y="1987"/>
                  </a:lnTo>
                  <a:lnTo>
                    <a:pt x="314254" y="1442"/>
                  </a:lnTo>
                  <a:lnTo>
                    <a:pt x="309277" y="983"/>
                  </a:lnTo>
                  <a:lnTo>
                    <a:pt x="304293" y="612"/>
                  </a:lnTo>
                  <a:lnTo>
                    <a:pt x="299303" y="327"/>
                  </a:lnTo>
                  <a:lnTo>
                    <a:pt x="294309" y="131"/>
                  </a:lnTo>
                  <a:lnTo>
                    <a:pt x="289312" y="21"/>
                  </a:lnTo>
                  <a:lnTo>
                    <a:pt x="284314" y="0"/>
                  </a:lnTo>
                  <a:lnTo>
                    <a:pt x="279317" y="65"/>
                  </a:lnTo>
                  <a:lnTo>
                    <a:pt x="274321" y="218"/>
                  </a:lnTo>
                  <a:lnTo>
                    <a:pt x="269329" y="459"/>
                  </a:lnTo>
                  <a:lnTo>
                    <a:pt x="264341" y="786"/>
                  </a:lnTo>
                  <a:lnTo>
                    <a:pt x="259361" y="1201"/>
                  </a:lnTo>
                  <a:lnTo>
                    <a:pt x="254388" y="1704"/>
                  </a:lnTo>
                  <a:lnTo>
                    <a:pt x="249425" y="2293"/>
                  </a:lnTo>
                  <a:lnTo>
                    <a:pt x="244472" y="2969"/>
                  </a:lnTo>
                  <a:lnTo>
                    <a:pt x="239533" y="3731"/>
                  </a:lnTo>
                  <a:lnTo>
                    <a:pt x="234607" y="4580"/>
                  </a:lnTo>
                  <a:lnTo>
                    <a:pt x="229698" y="5515"/>
                  </a:lnTo>
                  <a:lnTo>
                    <a:pt x="224805" y="6535"/>
                  </a:lnTo>
                  <a:lnTo>
                    <a:pt x="219931" y="7641"/>
                  </a:lnTo>
                  <a:lnTo>
                    <a:pt x="215077" y="8832"/>
                  </a:lnTo>
                  <a:lnTo>
                    <a:pt x="210244" y="10108"/>
                  </a:lnTo>
                  <a:lnTo>
                    <a:pt x="205435" y="11469"/>
                  </a:lnTo>
                  <a:lnTo>
                    <a:pt x="200650" y="12913"/>
                  </a:lnTo>
                  <a:lnTo>
                    <a:pt x="195891" y="14441"/>
                  </a:lnTo>
                  <a:lnTo>
                    <a:pt x="191160" y="16052"/>
                  </a:lnTo>
                  <a:lnTo>
                    <a:pt x="186458" y="17745"/>
                  </a:lnTo>
                  <a:lnTo>
                    <a:pt x="181786" y="19521"/>
                  </a:lnTo>
                  <a:lnTo>
                    <a:pt x="177145" y="21378"/>
                  </a:lnTo>
                  <a:lnTo>
                    <a:pt x="172538" y="23316"/>
                  </a:lnTo>
                  <a:lnTo>
                    <a:pt x="167966" y="25334"/>
                  </a:lnTo>
                  <a:lnTo>
                    <a:pt x="163429" y="27432"/>
                  </a:lnTo>
                  <a:lnTo>
                    <a:pt x="158930" y="29609"/>
                  </a:lnTo>
                  <a:lnTo>
                    <a:pt x="154470" y="31864"/>
                  </a:lnTo>
                  <a:lnTo>
                    <a:pt x="150050" y="34197"/>
                  </a:lnTo>
                  <a:lnTo>
                    <a:pt x="145671" y="36607"/>
                  </a:lnTo>
                  <a:lnTo>
                    <a:pt x="141336" y="39094"/>
                  </a:lnTo>
                  <a:lnTo>
                    <a:pt x="137044" y="41656"/>
                  </a:lnTo>
                  <a:lnTo>
                    <a:pt x="132798" y="44292"/>
                  </a:lnTo>
                  <a:lnTo>
                    <a:pt x="128599" y="47003"/>
                  </a:lnTo>
                  <a:lnTo>
                    <a:pt x="124448" y="49786"/>
                  </a:lnTo>
                  <a:lnTo>
                    <a:pt x="120346" y="52642"/>
                  </a:lnTo>
                  <a:lnTo>
                    <a:pt x="116295" y="55569"/>
                  </a:lnTo>
                  <a:lnTo>
                    <a:pt x="112295" y="58567"/>
                  </a:lnTo>
                  <a:lnTo>
                    <a:pt x="108349" y="61634"/>
                  </a:lnTo>
                  <a:lnTo>
                    <a:pt x="104457" y="64770"/>
                  </a:lnTo>
                  <a:lnTo>
                    <a:pt x="100621" y="67973"/>
                  </a:lnTo>
                  <a:lnTo>
                    <a:pt x="96841" y="71243"/>
                  </a:lnTo>
                  <a:lnTo>
                    <a:pt x="93119" y="74579"/>
                  </a:lnTo>
                  <a:lnTo>
                    <a:pt x="89456" y="77979"/>
                  </a:lnTo>
                  <a:lnTo>
                    <a:pt x="85853" y="81443"/>
                  </a:lnTo>
                  <a:lnTo>
                    <a:pt x="82311" y="84969"/>
                  </a:lnTo>
                  <a:lnTo>
                    <a:pt x="78831" y="88557"/>
                  </a:lnTo>
                  <a:lnTo>
                    <a:pt x="75415" y="92206"/>
                  </a:lnTo>
                  <a:lnTo>
                    <a:pt x="72063" y="95913"/>
                  </a:lnTo>
                  <a:lnTo>
                    <a:pt x="68776" y="99678"/>
                  </a:lnTo>
                  <a:lnTo>
                    <a:pt x="65556" y="103501"/>
                  </a:lnTo>
                  <a:lnTo>
                    <a:pt x="62403" y="107379"/>
                  </a:lnTo>
                  <a:lnTo>
                    <a:pt x="59319" y="111312"/>
                  </a:lnTo>
                  <a:lnTo>
                    <a:pt x="56304" y="115298"/>
                  </a:lnTo>
                  <a:lnTo>
                    <a:pt x="53359" y="119337"/>
                  </a:lnTo>
                  <a:lnTo>
                    <a:pt x="50485" y="123426"/>
                  </a:lnTo>
                  <a:lnTo>
                    <a:pt x="47684" y="127565"/>
                  </a:lnTo>
                  <a:lnTo>
                    <a:pt x="44955" y="131752"/>
                  </a:lnTo>
                  <a:lnTo>
                    <a:pt x="42300" y="135987"/>
                  </a:lnTo>
                  <a:lnTo>
                    <a:pt x="39719" y="140267"/>
                  </a:lnTo>
                  <a:lnTo>
                    <a:pt x="37214" y="144592"/>
                  </a:lnTo>
                  <a:lnTo>
                    <a:pt x="34784" y="148960"/>
                  </a:lnTo>
                  <a:lnTo>
                    <a:pt x="32432" y="153369"/>
                  </a:lnTo>
                  <a:lnTo>
                    <a:pt x="30157" y="157820"/>
                  </a:lnTo>
                  <a:lnTo>
                    <a:pt x="27960" y="162309"/>
                  </a:lnTo>
                  <a:lnTo>
                    <a:pt x="25843" y="166836"/>
                  </a:lnTo>
                  <a:lnTo>
                    <a:pt x="23804" y="171400"/>
                  </a:lnTo>
                  <a:lnTo>
                    <a:pt x="21846" y="175999"/>
                  </a:lnTo>
                  <a:lnTo>
                    <a:pt x="19969" y="180631"/>
                  </a:lnTo>
                  <a:lnTo>
                    <a:pt x="18173" y="185295"/>
                  </a:lnTo>
                  <a:lnTo>
                    <a:pt x="16459" y="189990"/>
                  </a:lnTo>
                  <a:lnTo>
                    <a:pt x="14828" y="194714"/>
                  </a:lnTo>
                  <a:lnTo>
                    <a:pt x="13279" y="199466"/>
                  </a:lnTo>
                  <a:lnTo>
                    <a:pt x="11814" y="204245"/>
                  </a:lnTo>
                  <a:lnTo>
                    <a:pt x="10432" y="209048"/>
                  </a:lnTo>
                  <a:lnTo>
                    <a:pt x="9135" y="213875"/>
                  </a:lnTo>
                  <a:lnTo>
                    <a:pt x="7923" y="218724"/>
                  </a:lnTo>
                  <a:lnTo>
                    <a:pt x="6795" y="223593"/>
                  </a:lnTo>
                  <a:lnTo>
                    <a:pt x="5753" y="228481"/>
                  </a:lnTo>
                  <a:lnTo>
                    <a:pt x="4797" y="233387"/>
                  </a:lnTo>
                  <a:lnTo>
                    <a:pt x="3927" y="238308"/>
                  </a:lnTo>
                  <a:lnTo>
                    <a:pt x="3143" y="243245"/>
                  </a:lnTo>
                  <a:lnTo>
                    <a:pt x="2445" y="248194"/>
                  </a:lnTo>
                  <a:lnTo>
                    <a:pt x="1835" y="253154"/>
                  </a:lnTo>
                  <a:lnTo>
                    <a:pt x="1311" y="258125"/>
                  </a:lnTo>
                  <a:lnTo>
                    <a:pt x="874" y="263104"/>
                  </a:lnTo>
                  <a:lnTo>
                    <a:pt x="524" y="268089"/>
                  </a:lnTo>
                  <a:lnTo>
                    <a:pt x="262" y="273081"/>
                  </a:lnTo>
                  <a:lnTo>
                    <a:pt x="87" y="278076"/>
                  </a:lnTo>
                  <a:lnTo>
                    <a:pt x="0" y="283073"/>
                  </a:lnTo>
                  <a:lnTo>
                    <a:pt x="0" y="288071"/>
                  </a:lnTo>
                  <a:lnTo>
                    <a:pt x="87" y="293068"/>
                  </a:lnTo>
                  <a:lnTo>
                    <a:pt x="262" y="298063"/>
                  </a:lnTo>
                  <a:lnTo>
                    <a:pt x="524" y="303054"/>
                  </a:lnTo>
                  <a:lnTo>
                    <a:pt x="874" y="308040"/>
                  </a:lnTo>
                  <a:lnTo>
                    <a:pt x="1311" y="313019"/>
                  </a:lnTo>
                  <a:lnTo>
                    <a:pt x="1835" y="317990"/>
                  </a:lnTo>
                  <a:lnTo>
                    <a:pt x="2445" y="322950"/>
                  </a:lnTo>
                  <a:lnTo>
                    <a:pt x="3143" y="327899"/>
                  </a:lnTo>
                  <a:lnTo>
                    <a:pt x="3927" y="332836"/>
                  </a:lnTo>
                  <a:lnTo>
                    <a:pt x="4797" y="337757"/>
                  </a:lnTo>
                  <a:lnTo>
                    <a:pt x="5753" y="342663"/>
                  </a:lnTo>
                  <a:lnTo>
                    <a:pt x="6795" y="347551"/>
                  </a:lnTo>
                  <a:lnTo>
                    <a:pt x="7923" y="352420"/>
                  </a:lnTo>
                  <a:lnTo>
                    <a:pt x="9135" y="357269"/>
                  </a:lnTo>
                  <a:lnTo>
                    <a:pt x="10432" y="362096"/>
                  </a:lnTo>
                  <a:lnTo>
                    <a:pt x="11814" y="366899"/>
                  </a:lnTo>
                  <a:lnTo>
                    <a:pt x="13279" y="371678"/>
                  </a:lnTo>
                  <a:lnTo>
                    <a:pt x="14828" y="376430"/>
                  </a:lnTo>
                  <a:lnTo>
                    <a:pt x="16459" y="381154"/>
                  </a:lnTo>
                  <a:lnTo>
                    <a:pt x="18173" y="385849"/>
                  </a:lnTo>
                  <a:lnTo>
                    <a:pt x="19969" y="390513"/>
                  </a:lnTo>
                  <a:lnTo>
                    <a:pt x="21846" y="395145"/>
                  </a:lnTo>
                  <a:lnTo>
                    <a:pt x="23804" y="399744"/>
                  </a:lnTo>
                  <a:lnTo>
                    <a:pt x="25843" y="404307"/>
                  </a:lnTo>
                  <a:lnTo>
                    <a:pt x="27960" y="408835"/>
                  </a:lnTo>
                  <a:lnTo>
                    <a:pt x="30157" y="413324"/>
                  </a:lnTo>
                  <a:lnTo>
                    <a:pt x="32432" y="417774"/>
                  </a:lnTo>
                  <a:lnTo>
                    <a:pt x="34784" y="422184"/>
                  </a:lnTo>
                  <a:lnTo>
                    <a:pt x="37214" y="426552"/>
                  </a:lnTo>
                  <a:lnTo>
                    <a:pt x="39719" y="430877"/>
                  </a:lnTo>
                  <a:lnTo>
                    <a:pt x="42300" y="435157"/>
                  </a:lnTo>
                  <a:lnTo>
                    <a:pt x="44955" y="439392"/>
                  </a:lnTo>
                  <a:lnTo>
                    <a:pt x="47684" y="443579"/>
                  </a:lnTo>
                  <a:lnTo>
                    <a:pt x="50485" y="447718"/>
                  </a:lnTo>
                  <a:lnTo>
                    <a:pt x="53359" y="451807"/>
                  </a:lnTo>
                  <a:lnTo>
                    <a:pt x="56304" y="455846"/>
                  </a:lnTo>
                  <a:lnTo>
                    <a:pt x="59319" y="459832"/>
                  </a:lnTo>
                  <a:lnTo>
                    <a:pt x="62403" y="463765"/>
                  </a:lnTo>
                  <a:lnTo>
                    <a:pt x="65556" y="467643"/>
                  </a:lnTo>
                  <a:lnTo>
                    <a:pt x="68776" y="471465"/>
                  </a:lnTo>
                  <a:lnTo>
                    <a:pt x="72063" y="475231"/>
                  </a:lnTo>
                  <a:lnTo>
                    <a:pt x="75415" y="478938"/>
                  </a:lnTo>
                  <a:lnTo>
                    <a:pt x="78831" y="482587"/>
                  </a:lnTo>
                  <a:lnTo>
                    <a:pt x="82311" y="486174"/>
                  </a:lnTo>
                  <a:lnTo>
                    <a:pt x="85853" y="489701"/>
                  </a:lnTo>
                  <a:lnTo>
                    <a:pt x="89456" y="493165"/>
                  </a:lnTo>
                  <a:lnTo>
                    <a:pt x="93119" y="496565"/>
                  </a:lnTo>
                  <a:lnTo>
                    <a:pt x="96841" y="499901"/>
                  </a:lnTo>
                  <a:lnTo>
                    <a:pt x="100621" y="503171"/>
                  </a:lnTo>
                  <a:lnTo>
                    <a:pt x="104457" y="506374"/>
                  </a:lnTo>
                  <a:lnTo>
                    <a:pt x="108349" y="509510"/>
                  </a:lnTo>
                  <a:lnTo>
                    <a:pt x="112295" y="512577"/>
                  </a:lnTo>
                  <a:lnTo>
                    <a:pt x="116295" y="515575"/>
                  </a:lnTo>
                  <a:lnTo>
                    <a:pt x="120346" y="518502"/>
                  </a:lnTo>
                  <a:lnTo>
                    <a:pt x="124448" y="521357"/>
                  </a:lnTo>
                  <a:lnTo>
                    <a:pt x="128599" y="524141"/>
                  </a:lnTo>
                  <a:lnTo>
                    <a:pt x="132798" y="526852"/>
                  </a:lnTo>
                  <a:lnTo>
                    <a:pt x="137044" y="529488"/>
                  </a:lnTo>
                  <a:lnTo>
                    <a:pt x="141336" y="532050"/>
                  </a:lnTo>
                  <a:lnTo>
                    <a:pt x="145671" y="534536"/>
                  </a:lnTo>
                  <a:lnTo>
                    <a:pt x="150050" y="536947"/>
                  </a:lnTo>
                  <a:lnTo>
                    <a:pt x="154470" y="539280"/>
                  </a:lnTo>
                  <a:lnTo>
                    <a:pt x="158930" y="541535"/>
                  </a:lnTo>
                  <a:lnTo>
                    <a:pt x="163429" y="543712"/>
                  </a:lnTo>
                  <a:lnTo>
                    <a:pt x="167966" y="545810"/>
                  </a:lnTo>
                  <a:lnTo>
                    <a:pt x="172538" y="547828"/>
                  </a:lnTo>
                  <a:lnTo>
                    <a:pt x="177145" y="549766"/>
                  </a:lnTo>
                  <a:lnTo>
                    <a:pt x="181786" y="551623"/>
                  </a:lnTo>
                  <a:lnTo>
                    <a:pt x="186458" y="553399"/>
                  </a:lnTo>
                  <a:lnTo>
                    <a:pt x="191160" y="555092"/>
                  </a:lnTo>
                  <a:lnTo>
                    <a:pt x="195891" y="556703"/>
                  </a:lnTo>
                  <a:lnTo>
                    <a:pt x="200650" y="558231"/>
                  </a:lnTo>
                  <a:lnTo>
                    <a:pt x="205435" y="559675"/>
                  </a:lnTo>
                  <a:lnTo>
                    <a:pt x="210244" y="561035"/>
                  </a:lnTo>
                  <a:lnTo>
                    <a:pt x="215077" y="562311"/>
                  </a:lnTo>
                  <a:lnTo>
                    <a:pt x="219931" y="563503"/>
                  </a:lnTo>
                  <a:lnTo>
                    <a:pt x="224805" y="564609"/>
                  </a:lnTo>
                  <a:lnTo>
                    <a:pt x="229698" y="565629"/>
                  </a:lnTo>
                  <a:lnTo>
                    <a:pt x="234607" y="566564"/>
                  </a:lnTo>
                  <a:lnTo>
                    <a:pt x="239533" y="567413"/>
                  </a:lnTo>
                  <a:lnTo>
                    <a:pt x="244472" y="568175"/>
                  </a:lnTo>
                  <a:lnTo>
                    <a:pt x="249425" y="568851"/>
                  </a:lnTo>
                  <a:lnTo>
                    <a:pt x="254388" y="569440"/>
                  </a:lnTo>
                  <a:lnTo>
                    <a:pt x="259361" y="569942"/>
                  </a:lnTo>
                  <a:lnTo>
                    <a:pt x="264341" y="570357"/>
                  </a:lnTo>
                  <a:lnTo>
                    <a:pt x="269329" y="570685"/>
                  </a:lnTo>
                  <a:lnTo>
                    <a:pt x="274321" y="570926"/>
                  </a:lnTo>
                  <a:lnTo>
                    <a:pt x="279317" y="571079"/>
                  </a:lnTo>
                  <a:lnTo>
                    <a:pt x="284314" y="571144"/>
                  </a:lnTo>
                  <a:lnTo>
                    <a:pt x="289312" y="571123"/>
                  </a:lnTo>
                  <a:lnTo>
                    <a:pt x="294309" y="571013"/>
                  </a:lnTo>
                  <a:lnTo>
                    <a:pt x="299303" y="570816"/>
                  </a:lnTo>
                  <a:lnTo>
                    <a:pt x="304293" y="570532"/>
                  </a:lnTo>
                  <a:lnTo>
                    <a:pt x="309277" y="570161"/>
                  </a:lnTo>
                  <a:lnTo>
                    <a:pt x="314254" y="569702"/>
                  </a:lnTo>
                  <a:lnTo>
                    <a:pt x="319223" y="569157"/>
                  </a:lnTo>
                  <a:lnTo>
                    <a:pt x="324180" y="568524"/>
                  </a:lnTo>
                  <a:lnTo>
                    <a:pt x="329126" y="567805"/>
                  </a:lnTo>
                  <a:lnTo>
                    <a:pt x="334059" y="566999"/>
                  </a:lnTo>
                  <a:lnTo>
                    <a:pt x="338977" y="566108"/>
                  </a:lnTo>
                  <a:lnTo>
                    <a:pt x="343878" y="565130"/>
                  </a:lnTo>
                  <a:lnTo>
                    <a:pt x="348762" y="564066"/>
                  </a:lnTo>
                  <a:lnTo>
                    <a:pt x="353626" y="562918"/>
                  </a:lnTo>
                  <a:lnTo>
                    <a:pt x="358470" y="561684"/>
                  </a:lnTo>
                  <a:lnTo>
                    <a:pt x="363291" y="560366"/>
                  </a:lnTo>
                  <a:lnTo>
                    <a:pt x="368088" y="558963"/>
                  </a:lnTo>
                  <a:lnTo>
                    <a:pt x="372860" y="557477"/>
                  </a:lnTo>
                  <a:lnTo>
                    <a:pt x="377605" y="555908"/>
                  </a:lnTo>
                  <a:lnTo>
                    <a:pt x="382322" y="554256"/>
                  </a:lnTo>
                  <a:lnTo>
                    <a:pt x="387010" y="552521"/>
                  </a:lnTo>
                  <a:lnTo>
                    <a:pt x="391666" y="550705"/>
                  </a:lnTo>
                  <a:lnTo>
                    <a:pt x="396290" y="548807"/>
                  </a:lnTo>
                  <a:lnTo>
                    <a:pt x="400880" y="546829"/>
                  </a:lnTo>
                  <a:lnTo>
                    <a:pt x="405435" y="544771"/>
                  </a:lnTo>
                  <a:lnTo>
                    <a:pt x="409952" y="542633"/>
                  </a:lnTo>
                  <a:lnTo>
                    <a:pt x="414432" y="540417"/>
                  </a:lnTo>
                  <a:lnTo>
                    <a:pt x="418873" y="538123"/>
                  </a:lnTo>
                  <a:lnTo>
                    <a:pt x="423272" y="535751"/>
                  </a:lnTo>
                  <a:lnTo>
                    <a:pt x="427629" y="533303"/>
                  </a:lnTo>
                  <a:lnTo>
                    <a:pt x="431943" y="530779"/>
                  </a:lnTo>
                  <a:lnTo>
                    <a:pt x="436212" y="528179"/>
                  </a:lnTo>
                  <a:lnTo>
                    <a:pt x="440435" y="525506"/>
                  </a:lnTo>
                  <a:lnTo>
                    <a:pt x="444610" y="522758"/>
                  </a:lnTo>
                  <a:lnTo>
                    <a:pt x="448737" y="519939"/>
                  </a:lnTo>
                  <a:lnTo>
                    <a:pt x="452813" y="517047"/>
                  </a:lnTo>
                  <a:lnTo>
                    <a:pt x="456839" y="514084"/>
                  </a:lnTo>
                  <a:lnTo>
                    <a:pt x="460812" y="511052"/>
                  </a:lnTo>
                  <a:lnTo>
                    <a:pt x="464731" y="507950"/>
                  </a:lnTo>
                  <a:lnTo>
                    <a:pt x="468596" y="504781"/>
                  </a:lnTo>
                  <a:lnTo>
                    <a:pt x="472404" y="501544"/>
                  </a:lnTo>
                  <a:lnTo>
                    <a:pt x="476155" y="498241"/>
                  </a:lnTo>
                  <a:lnTo>
                    <a:pt x="479848" y="494873"/>
                  </a:lnTo>
                  <a:lnTo>
                    <a:pt x="483481" y="491441"/>
                  </a:lnTo>
                  <a:lnTo>
                    <a:pt x="487054" y="487945"/>
                  </a:lnTo>
                  <a:lnTo>
                    <a:pt x="490565" y="484388"/>
                  </a:lnTo>
                  <a:lnTo>
                    <a:pt x="494013" y="480770"/>
                  </a:lnTo>
                  <a:lnTo>
                    <a:pt x="497397" y="477092"/>
                  </a:lnTo>
                  <a:lnTo>
                    <a:pt x="500716" y="473355"/>
                  </a:lnTo>
                  <a:lnTo>
                    <a:pt x="503970" y="469561"/>
                  </a:lnTo>
                  <a:lnTo>
                    <a:pt x="507156" y="465711"/>
                  </a:lnTo>
                  <a:lnTo>
                    <a:pt x="510275" y="461805"/>
                  </a:lnTo>
                  <a:lnTo>
                    <a:pt x="513325" y="457845"/>
                  </a:lnTo>
                  <a:lnTo>
                    <a:pt x="516305" y="453833"/>
                  </a:lnTo>
                  <a:lnTo>
                    <a:pt x="519214" y="449769"/>
                  </a:lnTo>
                  <a:lnTo>
                    <a:pt x="522052" y="445655"/>
                  </a:lnTo>
                  <a:lnTo>
                    <a:pt x="524817" y="441491"/>
                  </a:lnTo>
                  <a:lnTo>
                    <a:pt x="527509" y="437280"/>
                  </a:lnTo>
                  <a:lnTo>
                    <a:pt x="530127" y="433023"/>
                  </a:lnTo>
                  <a:lnTo>
                    <a:pt x="532671" y="428720"/>
                  </a:lnTo>
                  <a:lnTo>
                    <a:pt x="535138" y="424374"/>
                  </a:lnTo>
                  <a:lnTo>
                    <a:pt x="537529" y="419984"/>
                  </a:lnTo>
                  <a:lnTo>
                    <a:pt x="539843" y="415554"/>
                  </a:lnTo>
                  <a:lnTo>
                    <a:pt x="542079" y="411084"/>
                  </a:lnTo>
                  <a:lnTo>
                    <a:pt x="544236" y="406576"/>
                  </a:lnTo>
                  <a:lnTo>
                    <a:pt x="546314" y="402030"/>
                  </a:lnTo>
                  <a:lnTo>
                    <a:pt x="548312" y="397449"/>
                  </a:lnTo>
                  <a:lnTo>
                    <a:pt x="550230" y="392833"/>
                  </a:lnTo>
                  <a:lnTo>
                    <a:pt x="552067" y="388185"/>
                  </a:lnTo>
                  <a:lnTo>
                    <a:pt x="553822" y="383505"/>
                  </a:lnTo>
                  <a:lnTo>
                    <a:pt x="555494" y="378795"/>
                  </a:lnTo>
                  <a:lnTo>
                    <a:pt x="557085" y="374057"/>
                  </a:lnTo>
                  <a:lnTo>
                    <a:pt x="558592" y="369292"/>
                  </a:lnTo>
                  <a:lnTo>
                    <a:pt x="560015" y="364501"/>
                  </a:lnTo>
                  <a:lnTo>
                    <a:pt x="561354" y="359685"/>
                  </a:lnTo>
                  <a:lnTo>
                    <a:pt x="562609" y="354847"/>
                  </a:lnTo>
                  <a:lnTo>
                    <a:pt x="563779" y="349988"/>
                  </a:lnTo>
                  <a:lnTo>
                    <a:pt x="564864" y="345109"/>
                  </a:lnTo>
                  <a:lnTo>
                    <a:pt x="565863" y="340212"/>
                  </a:lnTo>
                  <a:lnTo>
                    <a:pt x="566776" y="335298"/>
                  </a:lnTo>
                  <a:lnTo>
                    <a:pt x="567603" y="330369"/>
                  </a:lnTo>
                  <a:lnTo>
                    <a:pt x="568344" y="325426"/>
                  </a:lnTo>
                  <a:lnTo>
                    <a:pt x="568998" y="320471"/>
                  </a:lnTo>
                  <a:lnTo>
                    <a:pt x="569566" y="315506"/>
                  </a:lnTo>
                  <a:lnTo>
                    <a:pt x="570046" y="310531"/>
                  </a:lnTo>
                  <a:lnTo>
                    <a:pt x="570439" y="305548"/>
                  </a:lnTo>
                  <a:lnTo>
                    <a:pt x="570745" y="300559"/>
                  </a:lnTo>
                  <a:lnTo>
                    <a:pt x="570964" y="295566"/>
                  </a:lnTo>
                  <a:lnTo>
                    <a:pt x="571095" y="290570"/>
                  </a:lnTo>
                  <a:lnTo>
                    <a:pt x="571139" y="28557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5178395" y="2186439"/>
              <a:ext cx="1038435" cy="1038445"/>
            </a:xfrm>
            <a:custGeom>
              <a:avLst/>
              <a:pathLst>
                <a:path w="1038435" h="1038445">
                  <a:moveTo>
                    <a:pt x="1038435" y="519222"/>
                  </a:moveTo>
                  <a:lnTo>
                    <a:pt x="1038355" y="510135"/>
                  </a:lnTo>
                  <a:lnTo>
                    <a:pt x="1038117" y="501051"/>
                  </a:lnTo>
                  <a:lnTo>
                    <a:pt x="1037719" y="491972"/>
                  </a:lnTo>
                  <a:lnTo>
                    <a:pt x="1037163" y="482902"/>
                  </a:lnTo>
                  <a:lnTo>
                    <a:pt x="1036448" y="473843"/>
                  </a:lnTo>
                  <a:lnTo>
                    <a:pt x="1035575" y="464797"/>
                  </a:lnTo>
                  <a:lnTo>
                    <a:pt x="1034543" y="455769"/>
                  </a:lnTo>
                  <a:lnTo>
                    <a:pt x="1033354" y="446760"/>
                  </a:lnTo>
                  <a:lnTo>
                    <a:pt x="1032007" y="437773"/>
                  </a:lnTo>
                  <a:lnTo>
                    <a:pt x="1030503" y="428811"/>
                  </a:lnTo>
                  <a:lnTo>
                    <a:pt x="1028842" y="419876"/>
                  </a:lnTo>
                  <a:lnTo>
                    <a:pt x="1027025" y="410972"/>
                  </a:lnTo>
                  <a:lnTo>
                    <a:pt x="1025053" y="402102"/>
                  </a:lnTo>
                  <a:lnTo>
                    <a:pt x="1022926" y="393267"/>
                  </a:lnTo>
                  <a:lnTo>
                    <a:pt x="1020644" y="384470"/>
                  </a:lnTo>
                  <a:lnTo>
                    <a:pt x="1018209" y="375715"/>
                  </a:lnTo>
                  <a:lnTo>
                    <a:pt x="1015621" y="367004"/>
                  </a:lnTo>
                  <a:lnTo>
                    <a:pt x="1012881" y="358340"/>
                  </a:lnTo>
                  <a:lnTo>
                    <a:pt x="1009990" y="349725"/>
                  </a:lnTo>
                  <a:lnTo>
                    <a:pt x="1006949" y="341161"/>
                  </a:lnTo>
                  <a:lnTo>
                    <a:pt x="1003758" y="332653"/>
                  </a:lnTo>
                  <a:lnTo>
                    <a:pt x="1000418" y="324201"/>
                  </a:lnTo>
                  <a:lnTo>
                    <a:pt x="996932" y="315809"/>
                  </a:lnTo>
                  <a:lnTo>
                    <a:pt x="993298" y="307480"/>
                  </a:lnTo>
                  <a:lnTo>
                    <a:pt x="989520" y="299215"/>
                  </a:lnTo>
                  <a:lnTo>
                    <a:pt x="985598" y="291018"/>
                  </a:lnTo>
                  <a:lnTo>
                    <a:pt x="981533" y="282891"/>
                  </a:lnTo>
                  <a:lnTo>
                    <a:pt x="977326" y="274836"/>
                  </a:lnTo>
                  <a:lnTo>
                    <a:pt x="972979" y="266856"/>
                  </a:lnTo>
                  <a:lnTo>
                    <a:pt x="968492" y="258953"/>
                  </a:lnTo>
                  <a:lnTo>
                    <a:pt x="963869" y="251130"/>
                  </a:lnTo>
                  <a:lnTo>
                    <a:pt x="959109" y="243389"/>
                  </a:lnTo>
                  <a:lnTo>
                    <a:pt x="954214" y="235732"/>
                  </a:lnTo>
                  <a:lnTo>
                    <a:pt x="949186" y="228163"/>
                  </a:lnTo>
                  <a:lnTo>
                    <a:pt x="944026" y="220682"/>
                  </a:lnTo>
                  <a:lnTo>
                    <a:pt x="938736" y="213293"/>
                  </a:lnTo>
                  <a:lnTo>
                    <a:pt x="933318" y="205998"/>
                  </a:lnTo>
                  <a:lnTo>
                    <a:pt x="927773" y="198798"/>
                  </a:lnTo>
                  <a:lnTo>
                    <a:pt x="922103" y="191697"/>
                  </a:lnTo>
                  <a:lnTo>
                    <a:pt x="916309" y="184696"/>
                  </a:lnTo>
                  <a:lnTo>
                    <a:pt x="910393" y="177798"/>
                  </a:lnTo>
                  <a:lnTo>
                    <a:pt x="904358" y="171004"/>
                  </a:lnTo>
                  <a:lnTo>
                    <a:pt x="898205" y="164317"/>
                  </a:lnTo>
                  <a:lnTo>
                    <a:pt x="891936" y="157738"/>
                  </a:lnTo>
                  <a:lnTo>
                    <a:pt x="885552" y="151270"/>
                  </a:lnTo>
                  <a:lnTo>
                    <a:pt x="879057" y="144915"/>
                  </a:lnTo>
                  <a:lnTo>
                    <a:pt x="872451" y="138675"/>
                  </a:lnTo>
                  <a:lnTo>
                    <a:pt x="865737" y="132551"/>
                  </a:lnTo>
                  <a:lnTo>
                    <a:pt x="858917" y="126546"/>
                  </a:lnTo>
                  <a:lnTo>
                    <a:pt x="851992" y="120661"/>
                  </a:lnTo>
                  <a:lnTo>
                    <a:pt x="844966" y="114898"/>
                  </a:lnTo>
                  <a:lnTo>
                    <a:pt x="837840" y="109258"/>
                  </a:lnTo>
                  <a:lnTo>
                    <a:pt x="830617" y="103745"/>
                  </a:lnTo>
                  <a:lnTo>
                    <a:pt x="823298" y="98358"/>
                  </a:lnTo>
                  <a:lnTo>
                    <a:pt x="815886" y="93101"/>
                  </a:lnTo>
                  <a:lnTo>
                    <a:pt x="808383" y="87974"/>
                  </a:lnTo>
                  <a:lnTo>
                    <a:pt x="800791" y="82979"/>
                  </a:lnTo>
                  <a:lnTo>
                    <a:pt x="793113" y="78118"/>
                  </a:lnTo>
                  <a:lnTo>
                    <a:pt x="785351" y="73392"/>
                  </a:lnTo>
                  <a:lnTo>
                    <a:pt x="777508" y="68802"/>
                  </a:lnTo>
                  <a:lnTo>
                    <a:pt x="769586" y="64351"/>
                  </a:lnTo>
                  <a:lnTo>
                    <a:pt x="761587" y="60039"/>
                  </a:lnTo>
                  <a:lnTo>
                    <a:pt x="753514" y="55867"/>
                  </a:lnTo>
                  <a:lnTo>
                    <a:pt x="745368" y="51838"/>
                  </a:lnTo>
                  <a:lnTo>
                    <a:pt x="737154" y="47951"/>
                  </a:lnTo>
                  <a:lnTo>
                    <a:pt x="728873" y="44209"/>
                  </a:lnTo>
                  <a:lnTo>
                    <a:pt x="720528" y="40612"/>
                  </a:lnTo>
                  <a:lnTo>
                    <a:pt x="712121" y="37162"/>
                  </a:lnTo>
                  <a:lnTo>
                    <a:pt x="703655" y="33860"/>
                  </a:lnTo>
                  <a:lnTo>
                    <a:pt x="695132" y="30706"/>
                  </a:lnTo>
                  <a:lnTo>
                    <a:pt x="686556" y="27702"/>
                  </a:lnTo>
                  <a:lnTo>
                    <a:pt x="677928" y="24849"/>
                  </a:lnTo>
                  <a:lnTo>
                    <a:pt x="669251" y="22147"/>
                  </a:lnTo>
                  <a:lnTo>
                    <a:pt x="660529" y="19597"/>
                  </a:lnTo>
                  <a:lnTo>
                    <a:pt x="651764" y="17200"/>
                  </a:lnTo>
                  <a:lnTo>
                    <a:pt x="642957" y="14957"/>
                  </a:lnTo>
                  <a:lnTo>
                    <a:pt x="634113" y="12869"/>
                  </a:lnTo>
                  <a:lnTo>
                    <a:pt x="625234" y="10935"/>
                  </a:lnTo>
                  <a:lnTo>
                    <a:pt x="616322" y="9157"/>
                  </a:lnTo>
                  <a:lnTo>
                    <a:pt x="607381" y="7536"/>
                  </a:lnTo>
                  <a:lnTo>
                    <a:pt x="598412" y="6071"/>
                  </a:lnTo>
                  <a:lnTo>
                    <a:pt x="589419" y="4764"/>
                  </a:lnTo>
                  <a:lnTo>
                    <a:pt x="580405" y="3614"/>
                  </a:lnTo>
                  <a:lnTo>
                    <a:pt x="571372" y="2622"/>
                  </a:lnTo>
                  <a:lnTo>
                    <a:pt x="562323" y="1788"/>
                  </a:lnTo>
                  <a:lnTo>
                    <a:pt x="553261" y="1112"/>
                  </a:lnTo>
                  <a:lnTo>
                    <a:pt x="544188" y="596"/>
                  </a:lnTo>
                  <a:lnTo>
                    <a:pt x="535108" y="238"/>
                  </a:lnTo>
                  <a:lnTo>
                    <a:pt x="526023" y="39"/>
                  </a:lnTo>
                  <a:lnTo>
                    <a:pt x="516935" y="0"/>
                  </a:lnTo>
                  <a:lnTo>
                    <a:pt x="507849" y="119"/>
                  </a:lnTo>
                  <a:lnTo>
                    <a:pt x="498766" y="397"/>
                  </a:lnTo>
                  <a:lnTo>
                    <a:pt x="489689" y="834"/>
                  </a:lnTo>
                  <a:lnTo>
                    <a:pt x="480621" y="1430"/>
                  </a:lnTo>
                  <a:lnTo>
                    <a:pt x="471565" y="2185"/>
                  </a:lnTo>
                  <a:lnTo>
                    <a:pt x="462524" y="3098"/>
                  </a:lnTo>
                  <a:lnTo>
                    <a:pt x="453500" y="4169"/>
                  </a:lnTo>
                  <a:lnTo>
                    <a:pt x="444496" y="5398"/>
                  </a:lnTo>
                  <a:lnTo>
                    <a:pt x="435515" y="6784"/>
                  </a:lnTo>
                  <a:lnTo>
                    <a:pt x="426559" y="8327"/>
                  </a:lnTo>
                  <a:lnTo>
                    <a:pt x="417632" y="10027"/>
                  </a:lnTo>
                  <a:lnTo>
                    <a:pt x="408737" y="11882"/>
                  </a:lnTo>
                  <a:lnTo>
                    <a:pt x="399874" y="13894"/>
                  </a:lnTo>
                  <a:lnTo>
                    <a:pt x="391049" y="16059"/>
                  </a:lnTo>
                  <a:lnTo>
                    <a:pt x="382263" y="18379"/>
                  </a:lnTo>
                  <a:lnTo>
                    <a:pt x="373518" y="20853"/>
                  </a:lnTo>
                  <a:lnTo>
                    <a:pt x="364819" y="23479"/>
                  </a:lnTo>
                  <a:lnTo>
                    <a:pt x="356166" y="26257"/>
                  </a:lnTo>
                  <a:lnTo>
                    <a:pt x="347564" y="29185"/>
                  </a:lnTo>
                  <a:lnTo>
                    <a:pt x="339014" y="32264"/>
                  </a:lnTo>
                  <a:lnTo>
                    <a:pt x="330520" y="35493"/>
                  </a:lnTo>
                  <a:lnTo>
                    <a:pt x="322083" y="38869"/>
                  </a:lnTo>
                  <a:lnTo>
                    <a:pt x="313706" y="42392"/>
                  </a:lnTo>
                  <a:lnTo>
                    <a:pt x="305393" y="46062"/>
                  </a:lnTo>
                  <a:lnTo>
                    <a:pt x="297145" y="49876"/>
                  </a:lnTo>
                  <a:lnTo>
                    <a:pt x="288965" y="53834"/>
                  </a:lnTo>
                  <a:lnTo>
                    <a:pt x="280855" y="57935"/>
                  </a:lnTo>
                  <a:lnTo>
                    <a:pt x="272819" y="62177"/>
                  </a:lnTo>
                  <a:lnTo>
                    <a:pt x="264858" y="66559"/>
                  </a:lnTo>
                  <a:lnTo>
                    <a:pt x="256975" y="71080"/>
                  </a:lnTo>
                  <a:lnTo>
                    <a:pt x="249172" y="75738"/>
                  </a:lnTo>
                  <a:lnTo>
                    <a:pt x="241452" y="80532"/>
                  </a:lnTo>
                  <a:lnTo>
                    <a:pt x="233817" y="85460"/>
                  </a:lnTo>
                  <a:lnTo>
                    <a:pt x="226269" y="90521"/>
                  </a:lnTo>
                  <a:lnTo>
                    <a:pt x="218811" y="95713"/>
                  </a:lnTo>
                  <a:lnTo>
                    <a:pt x="211445" y="101036"/>
                  </a:lnTo>
                  <a:lnTo>
                    <a:pt x="204174" y="106486"/>
                  </a:lnTo>
                  <a:lnTo>
                    <a:pt x="196999" y="112062"/>
                  </a:lnTo>
                  <a:lnTo>
                    <a:pt x="189922" y="117764"/>
                  </a:lnTo>
                  <a:lnTo>
                    <a:pt x="182947" y="123588"/>
                  </a:lnTo>
                  <a:lnTo>
                    <a:pt x="176074" y="129533"/>
                  </a:lnTo>
                  <a:lnTo>
                    <a:pt x="169307" y="135598"/>
                  </a:lnTo>
                  <a:lnTo>
                    <a:pt x="162647" y="141781"/>
                  </a:lnTo>
                  <a:lnTo>
                    <a:pt x="156096" y="148079"/>
                  </a:lnTo>
                  <a:lnTo>
                    <a:pt x="149656" y="154490"/>
                  </a:lnTo>
                  <a:lnTo>
                    <a:pt x="143330" y="161014"/>
                  </a:lnTo>
                  <a:lnTo>
                    <a:pt x="137118" y="167647"/>
                  </a:lnTo>
                  <a:lnTo>
                    <a:pt x="131024" y="174388"/>
                  </a:lnTo>
                  <a:lnTo>
                    <a:pt x="125048" y="181234"/>
                  </a:lnTo>
                  <a:lnTo>
                    <a:pt x="119193" y="188184"/>
                  </a:lnTo>
                  <a:lnTo>
                    <a:pt x="113461" y="195235"/>
                  </a:lnTo>
                  <a:lnTo>
                    <a:pt x="107853" y="202386"/>
                  </a:lnTo>
                  <a:lnTo>
                    <a:pt x="102371" y="209634"/>
                  </a:lnTo>
                  <a:lnTo>
                    <a:pt x="97017" y="216976"/>
                  </a:lnTo>
                  <a:lnTo>
                    <a:pt x="91792" y="224411"/>
                  </a:lnTo>
                  <a:lnTo>
                    <a:pt x="86698" y="231936"/>
                  </a:lnTo>
                  <a:lnTo>
                    <a:pt x="81736" y="239550"/>
                  </a:lnTo>
                  <a:lnTo>
                    <a:pt x="76909" y="247249"/>
                  </a:lnTo>
                  <a:lnTo>
                    <a:pt x="72217" y="255031"/>
                  </a:lnTo>
                  <a:lnTo>
                    <a:pt x="67662" y="262894"/>
                  </a:lnTo>
                  <a:lnTo>
                    <a:pt x="63245" y="270836"/>
                  </a:lnTo>
                  <a:lnTo>
                    <a:pt x="58968" y="278854"/>
                  </a:lnTo>
                  <a:lnTo>
                    <a:pt x="54831" y="286945"/>
                  </a:lnTo>
                  <a:lnTo>
                    <a:pt x="50838" y="295108"/>
                  </a:lnTo>
                  <a:lnTo>
                    <a:pt x="46987" y="303339"/>
                  </a:lnTo>
                  <a:lnTo>
                    <a:pt x="43281" y="311637"/>
                  </a:lnTo>
                  <a:lnTo>
                    <a:pt x="39721" y="319998"/>
                  </a:lnTo>
                  <a:lnTo>
                    <a:pt x="36308" y="328420"/>
                  </a:lnTo>
                  <a:lnTo>
                    <a:pt x="33043" y="336900"/>
                  </a:lnTo>
                  <a:lnTo>
                    <a:pt x="29926" y="345436"/>
                  </a:lnTo>
                  <a:lnTo>
                    <a:pt x="26960" y="354026"/>
                  </a:lnTo>
                  <a:lnTo>
                    <a:pt x="24144" y="362666"/>
                  </a:lnTo>
                  <a:lnTo>
                    <a:pt x="21480" y="371354"/>
                  </a:lnTo>
                  <a:lnTo>
                    <a:pt x="18968" y="380088"/>
                  </a:lnTo>
                  <a:lnTo>
                    <a:pt x="16610" y="388864"/>
                  </a:lnTo>
                  <a:lnTo>
                    <a:pt x="14406" y="397680"/>
                  </a:lnTo>
                  <a:lnTo>
                    <a:pt x="12356" y="406533"/>
                  </a:lnTo>
                  <a:lnTo>
                    <a:pt x="10461" y="415420"/>
                  </a:lnTo>
                  <a:lnTo>
                    <a:pt x="8723" y="424340"/>
                  </a:lnTo>
                  <a:lnTo>
                    <a:pt x="7140" y="433288"/>
                  </a:lnTo>
                  <a:lnTo>
                    <a:pt x="5715" y="442263"/>
                  </a:lnTo>
                  <a:lnTo>
                    <a:pt x="4446" y="451262"/>
                  </a:lnTo>
                  <a:lnTo>
                    <a:pt x="3336" y="460281"/>
                  </a:lnTo>
                  <a:lnTo>
                    <a:pt x="2383" y="469318"/>
                  </a:lnTo>
                  <a:lnTo>
                    <a:pt x="1589" y="478371"/>
                  </a:lnTo>
                  <a:lnTo>
                    <a:pt x="953" y="487436"/>
                  </a:lnTo>
                  <a:lnTo>
                    <a:pt x="477" y="496511"/>
                  </a:lnTo>
                  <a:lnTo>
                    <a:pt x="159" y="505592"/>
                  </a:lnTo>
                  <a:lnTo>
                    <a:pt x="0" y="514678"/>
                  </a:lnTo>
                  <a:lnTo>
                    <a:pt x="0" y="523766"/>
                  </a:lnTo>
                  <a:lnTo>
                    <a:pt x="159" y="532852"/>
                  </a:lnTo>
                  <a:lnTo>
                    <a:pt x="477" y="541934"/>
                  </a:lnTo>
                  <a:lnTo>
                    <a:pt x="953" y="551008"/>
                  </a:lnTo>
                  <a:lnTo>
                    <a:pt x="1589" y="560073"/>
                  </a:lnTo>
                  <a:lnTo>
                    <a:pt x="2383" y="569126"/>
                  </a:lnTo>
                  <a:lnTo>
                    <a:pt x="3336" y="578163"/>
                  </a:lnTo>
                  <a:lnTo>
                    <a:pt x="4446" y="587183"/>
                  </a:lnTo>
                  <a:lnTo>
                    <a:pt x="5715" y="596181"/>
                  </a:lnTo>
                  <a:lnTo>
                    <a:pt x="7140" y="605156"/>
                  </a:lnTo>
                  <a:lnTo>
                    <a:pt x="8723" y="614104"/>
                  </a:lnTo>
                  <a:lnTo>
                    <a:pt x="10461" y="623024"/>
                  </a:lnTo>
                  <a:lnTo>
                    <a:pt x="12356" y="631912"/>
                  </a:lnTo>
                  <a:lnTo>
                    <a:pt x="14406" y="640765"/>
                  </a:lnTo>
                  <a:lnTo>
                    <a:pt x="16610" y="649581"/>
                  </a:lnTo>
                  <a:lnTo>
                    <a:pt x="18968" y="658357"/>
                  </a:lnTo>
                  <a:lnTo>
                    <a:pt x="21480" y="667090"/>
                  </a:lnTo>
                  <a:lnTo>
                    <a:pt x="24144" y="675778"/>
                  </a:lnTo>
                  <a:lnTo>
                    <a:pt x="26960" y="684418"/>
                  </a:lnTo>
                  <a:lnTo>
                    <a:pt x="29926" y="693008"/>
                  </a:lnTo>
                  <a:lnTo>
                    <a:pt x="33043" y="701544"/>
                  </a:lnTo>
                  <a:lnTo>
                    <a:pt x="36308" y="710025"/>
                  </a:lnTo>
                  <a:lnTo>
                    <a:pt x="39721" y="718447"/>
                  </a:lnTo>
                  <a:lnTo>
                    <a:pt x="43281" y="726808"/>
                  </a:lnTo>
                  <a:lnTo>
                    <a:pt x="46987" y="735105"/>
                  </a:lnTo>
                  <a:lnTo>
                    <a:pt x="50838" y="743336"/>
                  </a:lnTo>
                  <a:lnTo>
                    <a:pt x="54831" y="751499"/>
                  </a:lnTo>
                  <a:lnTo>
                    <a:pt x="58968" y="759590"/>
                  </a:lnTo>
                  <a:lnTo>
                    <a:pt x="63245" y="767608"/>
                  </a:lnTo>
                  <a:lnTo>
                    <a:pt x="67662" y="775550"/>
                  </a:lnTo>
                  <a:lnTo>
                    <a:pt x="72217" y="783413"/>
                  </a:lnTo>
                  <a:lnTo>
                    <a:pt x="76909" y="791195"/>
                  </a:lnTo>
                  <a:lnTo>
                    <a:pt x="81736" y="798894"/>
                  </a:lnTo>
                  <a:lnTo>
                    <a:pt x="86698" y="806508"/>
                  </a:lnTo>
                  <a:lnTo>
                    <a:pt x="91792" y="814033"/>
                  </a:lnTo>
                  <a:lnTo>
                    <a:pt x="97017" y="821468"/>
                  </a:lnTo>
                  <a:lnTo>
                    <a:pt x="102371" y="828811"/>
                  </a:lnTo>
                  <a:lnTo>
                    <a:pt x="107853" y="836058"/>
                  </a:lnTo>
                  <a:lnTo>
                    <a:pt x="113461" y="843209"/>
                  </a:lnTo>
                  <a:lnTo>
                    <a:pt x="119193" y="850260"/>
                  </a:lnTo>
                  <a:lnTo>
                    <a:pt x="125048" y="857210"/>
                  </a:lnTo>
                  <a:lnTo>
                    <a:pt x="131024" y="864057"/>
                  </a:lnTo>
                  <a:lnTo>
                    <a:pt x="137118" y="870797"/>
                  </a:lnTo>
                  <a:lnTo>
                    <a:pt x="143330" y="877431"/>
                  </a:lnTo>
                  <a:lnTo>
                    <a:pt x="149656" y="883954"/>
                  </a:lnTo>
                  <a:lnTo>
                    <a:pt x="156096" y="890366"/>
                  </a:lnTo>
                  <a:lnTo>
                    <a:pt x="162647" y="896664"/>
                  </a:lnTo>
                  <a:lnTo>
                    <a:pt x="169307" y="902846"/>
                  </a:lnTo>
                  <a:lnTo>
                    <a:pt x="176074" y="908911"/>
                  </a:lnTo>
                  <a:lnTo>
                    <a:pt x="182947" y="914856"/>
                  </a:lnTo>
                  <a:lnTo>
                    <a:pt x="189922" y="920681"/>
                  </a:lnTo>
                  <a:lnTo>
                    <a:pt x="196999" y="926382"/>
                  </a:lnTo>
                  <a:lnTo>
                    <a:pt x="204174" y="931958"/>
                  </a:lnTo>
                  <a:lnTo>
                    <a:pt x="211445" y="937409"/>
                  </a:lnTo>
                  <a:lnTo>
                    <a:pt x="218811" y="942731"/>
                  </a:lnTo>
                  <a:lnTo>
                    <a:pt x="226269" y="947923"/>
                  </a:lnTo>
                  <a:lnTo>
                    <a:pt x="233817" y="952984"/>
                  </a:lnTo>
                  <a:lnTo>
                    <a:pt x="241452" y="957912"/>
                  </a:lnTo>
                  <a:lnTo>
                    <a:pt x="249172" y="962706"/>
                  </a:lnTo>
                  <a:lnTo>
                    <a:pt x="256975" y="967364"/>
                  </a:lnTo>
                  <a:lnTo>
                    <a:pt x="264858" y="971885"/>
                  </a:lnTo>
                  <a:lnTo>
                    <a:pt x="272819" y="976267"/>
                  </a:lnTo>
                  <a:lnTo>
                    <a:pt x="280855" y="980509"/>
                  </a:lnTo>
                  <a:lnTo>
                    <a:pt x="288965" y="984610"/>
                  </a:lnTo>
                  <a:lnTo>
                    <a:pt x="297145" y="988568"/>
                  </a:lnTo>
                  <a:lnTo>
                    <a:pt x="305393" y="992382"/>
                  </a:lnTo>
                  <a:lnTo>
                    <a:pt x="313706" y="996052"/>
                  </a:lnTo>
                  <a:lnTo>
                    <a:pt x="322083" y="999575"/>
                  </a:lnTo>
                  <a:lnTo>
                    <a:pt x="330520" y="1002952"/>
                  </a:lnTo>
                  <a:lnTo>
                    <a:pt x="339014" y="1006180"/>
                  </a:lnTo>
                  <a:lnTo>
                    <a:pt x="347564" y="1009259"/>
                  </a:lnTo>
                  <a:lnTo>
                    <a:pt x="356166" y="1012188"/>
                  </a:lnTo>
                  <a:lnTo>
                    <a:pt x="364819" y="1014966"/>
                  </a:lnTo>
                  <a:lnTo>
                    <a:pt x="373518" y="1017592"/>
                  </a:lnTo>
                  <a:lnTo>
                    <a:pt x="382263" y="1020065"/>
                  </a:lnTo>
                  <a:lnTo>
                    <a:pt x="391049" y="1022385"/>
                  </a:lnTo>
                  <a:lnTo>
                    <a:pt x="399874" y="1024551"/>
                  </a:lnTo>
                  <a:lnTo>
                    <a:pt x="408737" y="1026562"/>
                  </a:lnTo>
                  <a:lnTo>
                    <a:pt x="417632" y="1028417"/>
                  </a:lnTo>
                  <a:lnTo>
                    <a:pt x="426559" y="1030117"/>
                  </a:lnTo>
                  <a:lnTo>
                    <a:pt x="435515" y="1031660"/>
                  </a:lnTo>
                  <a:lnTo>
                    <a:pt x="444496" y="1033046"/>
                  </a:lnTo>
                  <a:lnTo>
                    <a:pt x="453500" y="1034275"/>
                  </a:lnTo>
                  <a:lnTo>
                    <a:pt x="462524" y="1035346"/>
                  </a:lnTo>
                  <a:lnTo>
                    <a:pt x="471565" y="1036259"/>
                  </a:lnTo>
                  <a:lnTo>
                    <a:pt x="480621" y="1037014"/>
                  </a:lnTo>
                  <a:lnTo>
                    <a:pt x="489689" y="1037610"/>
                  </a:lnTo>
                  <a:lnTo>
                    <a:pt x="498766" y="1038047"/>
                  </a:lnTo>
                  <a:lnTo>
                    <a:pt x="507849" y="1038325"/>
                  </a:lnTo>
                  <a:lnTo>
                    <a:pt x="516935" y="1038445"/>
                  </a:lnTo>
                  <a:lnTo>
                    <a:pt x="526023" y="1038405"/>
                  </a:lnTo>
                  <a:lnTo>
                    <a:pt x="535108" y="1038206"/>
                  </a:lnTo>
                  <a:lnTo>
                    <a:pt x="544188" y="1037848"/>
                  </a:lnTo>
                  <a:lnTo>
                    <a:pt x="553261" y="1037332"/>
                  </a:lnTo>
                  <a:lnTo>
                    <a:pt x="562323" y="1036656"/>
                  </a:lnTo>
                  <a:lnTo>
                    <a:pt x="571372" y="1035823"/>
                  </a:lnTo>
                  <a:lnTo>
                    <a:pt x="580405" y="1034831"/>
                  </a:lnTo>
                  <a:lnTo>
                    <a:pt x="589419" y="1033681"/>
                  </a:lnTo>
                  <a:lnTo>
                    <a:pt x="598412" y="1032373"/>
                  </a:lnTo>
                  <a:lnTo>
                    <a:pt x="607381" y="1030908"/>
                  </a:lnTo>
                  <a:lnTo>
                    <a:pt x="616322" y="1029287"/>
                  </a:lnTo>
                  <a:lnTo>
                    <a:pt x="625234" y="1027509"/>
                  </a:lnTo>
                  <a:lnTo>
                    <a:pt x="634113" y="1025576"/>
                  </a:lnTo>
                  <a:lnTo>
                    <a:pt x="642957" y="1023487"/>
                  </a:lnTo>
                  <a:lnTo>
                    <a:pt x="651764" y="1021244"/>
                  </a:lnTo>
                  <a:lnTo>
                    <a:pt x="660529" y="1018847"/>
                  </a:lnTo>
                  <a:lnTo>
                    <a:pt x="669251" y="1016298"/>
                  </a:lnTo>
                  <a:lnTo>
                    <a:pt x="677928" y="1013596"/>
                  </a:lnTo>
                  <a:lnTo>
                    <a:pt x="686556" y="1010742"/>
                  </a:lnTo>
                  <a:lnTo>
                    <a:pt x="695132" y="1007738"/>
                  </a:lnTo>
                  <a:lnTo>
                    <a:pt x="703655" y="1004584"/>
                  </a:lnTo>
                  <a:lnTo>
                    <a:pt x="712121" y="1001282"/>
                  </a:lnTo>
                  <a:lnTo>
                    <a:pt x="720528" y="997832"/>
                  </a:lnTo>
                  <a:lnTo>
                    <a:pt x="728873" y="994235"/>
                  </a:lnTo>
                  <a:lnTo>
                    <a:pt x="737154" y="990493"/>
                  </a:lnTo>
                  <a:lnTo>
                    <a:pt x="745368" y="986607"/>
                  </a:lnTo>
                  <a:lnTo>
                    <a:pt x="753514" y="982577"/>
                  </a:lnTo>
                  <a:lnTo>
                    <a:pt x="761587" y="978406"/>
                  </a:lnTo>
                  <a:lnTo>
                    <a:pt x="769586" y="974093"/>
                  </a:lnTo>
                  <a:lnTo>
                    <a:pt x="777508" y="969642"/>
                  </a:lnTo>
                  <a:lnTo>
                    <a:pt x="785351" y="965052"/>
                  </a:lnTo>
                  <a:lnTo>
                    <a:pt x="793113" y="960326"/>
                  </a:lnTo>
                  <a:lnTo>
                    <a:pt x="800791" y="955465"/>
                  </a:lnTo>
                  <a:lnTo>
                    <a:pt x="808383" y="950470"/>
                  </a:lnTo>
                  <a:lnTo>
                    <a:pt x="815886" y="945343"/>
                  </a:lnTo>
                  <a:lnTo>
                    <a:pt x="823298" y="940086"/>
                  </a:lnTo>
                  <a:lnTo>
                    <a:pt x="830617" y="934699"/>
                  </a:lnTo>
                  <a:lnTo>
                    <a:pt x="837840" y="929186"/>
                  </a:lnTo>
                  <a:lnTo>
                    <a:pt x="844966" y="923547"/>
                  </a:lnTo>
                  <a:lnTo>
                    <a:pt x="851992" y="917784"/>
                  </a:lnTo>
                  <a:lnTo>
                    <a:pt x="858917" y="911899"/>
                  </a:lnTo>
                  <a:lnTo>
                    <a:pt x="865737" y="905893"/>
                  </a:lnTo>
                  <a:lnTo>
                    <a:pt x="872451" y="899769"/>
                  </a:lnTo>
                  <a:lnTo>
                    <a:pt x="879057" y="893529"/>
                  </a:lnTo>
                  <a:lnTo>
                    <a:pt x="885552" y="887174"/>
                  </a:lnTo>
                  <a:lnTo>
                    <a:pt x="891936" y="880706"/>
                  </a:lnTo>
                  <a:lnTo>
                    <a:pt x="898205" y="874128"/>
                  </a:lnTo>
                  <a:lnTo>
                    <a:pt x="904358" y="867440"/>
                  </a:lnTo>
                  <a:lnTo>
                    <a:pt x="910393" y="860646"/>
                  </a:lnTo>
                  <a:lnTo>
                    <a:pt x="916309" y="853748"/>
                  </a:lnTo>
                  <a:lnTo>
                    <a:pt x="922103" y="846747"/>
                  </a:lnTo>
                  <a:lnTo>
                    <a:pt x="927773" y="839646"/>
                  </a:lnTo>
                  <a:lnTo>
                    <a:pt x="933318" y="832446"/>
                  </a:lnTo>
                  <a:lnTo>
                    <a:pt x="938736" y="825151"/>
                  </a:lnTo>
                  <a:lnTo>
                    <a:pt x="944026" y="817762"/>
                  </a:lnTo>
                  <a:lnTo>
                    <a:pt x="949186" y="810282"/>
                  </a:lnTo>
                  <a:lnTo>
                    <a:pt x="954214" y="802712"/>
                  </a:lnTo>
                  <a:lnTo>
                    <a:pt x="959109" y="795056"/>
                  </a:lnTo>
                  <a:lnTo>
                    <a:pt x="963869" y="787315"/>
                  </a:lnTo>
                  <a:lnTo>
                    <a:pt x="968492" y="779491"/>
                  </a:lnTo>
                  <a:lnTo>
                    <a:pt x="972979" y="771589"/>
                  </a:lnTo>
                  <a:lnTo>
                    <a:pt x="977326" y="763609"/>
                  </a:lnTo>
                  <a:lnTo>
                    <a:pt x="981533" y="755554"/>
                  </a:lnTo>
                  <a:lnTo>
                    <a:pt x="985598" y="747426"/>
                  </a:lnTo>
                  <a:lnTo>
                    <a:pt x="989520" y="739229"/>
                  </a:lnTo>
                  <a:lnTo>
                    <a:pt x="993298" y="730964"/>
                  </a:lnTo>
                  <a:lnTo>
                    <a:pt x="996932" y="722635"/>
                  </a:lnTo>
                  <a:lnTo>
                    <a:pt x="1000418" y="714243"/>
                  </a:lnTo>
                  <a:lnTo>
                    <a:pt x="1003758" y="705791"/>
                  </a:lnTo>
                  <a:lnTo>
                    <a:pt x="1006949" y="697283"/>
                  </a:lnTo>
                  <a:lnTo>
                    <a:pt x="1009990" y="688719"/>
                  </a:lnTo>
                  <a:lnTo>
                    <a:pt x="1012881" y="680104"/>
                  </a:lnTo>
                  <a:lnTo>
                    <a:pt x="1015621" y="671440"/>
                  </a:lnTo>
                  <a:lnTo>
                    <a:pt x="1018209" y="662729"/>
                  </a:lnTo>
                  <a:lnTo>
                    <a:pt x="1020644" y="653974"/>
                  </a:lnTo>
                  <a:lnTo>
                    <a:pt x="1022926" y="645178"/>
                  </a:lnTo>
                  <a:lnTo>
                    <a:pt x="1025053" y="636343"/>
                  </a:lnTo>
                  <a:lnTo>
                    <a:pt x="1027025" y="627472"/>
                  </a:lnTo>
                  <a:lnTo>
                    <a:pt x="1028842" y="618568"/>
                  </a:lnTo>
                  <a:lnTo>
                    <a:pt x="1030503" y="609634"/>
                  </a:lnTo>
                  <a:lnTo>
                    <a:pt x="1032007" y="600672"/>
                  </a:lnTo>
                  <a:lnTo>
                    <a:pt x="1033354" y="591685"/>
                  </a:lnTo>
                  <a:lnTo>
                    <a:pt x="1034543" y="582675"/>
                  </a:lnTo>
                  <a:lnTo>
                    <a:pt x="1035575" y="573647"/>
                  </a:lnTo>
                  <a:lnTo>
                    <a:pt x="1036448" y="564602"/>
                  </a:lnTo>
                  <a:lnTo>
                    <a:pt x="1037163" y="555542"/>
                  </a:lnTo>
                  <a:lnTo>
                    <a:pt x="1037719" y="546472"/>
                  </a:lnTo>
                  <a:lnTo>
                    <a:pt x="1038117" y="537393"/>
                  </a:lnTo>
                  <a:lnTo>
                    <a:pt x="1038355" y="528309"/>
                  </a:lnTo>
                  <a:lnTo>
                    <a:pt x="1038435" y="5192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251" name="tx251"/>
            <p:cNvSpPr/>
            <p:nvPr/>
          </p:nvSpPr>
          <p:spPr>
            <a:xfrm>
              <a:off x="5574021" y="2072385"/>
              <a:ext cx="247162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252" name="tx252"/>
            <p:cNvSpPr/>
            <p:nvPr/>
          </p:nvSpPr>
          <p:spPr>
            <a:xfrm>
              <a:off x="5565517" y="3266609"/>
              <a:ext cx="264170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253" name="tx253"/>
            <p:cNvSpPr/>
            <p:nvPr/>
          </p:nvSpPr>
          <p:spPr>
            <a:xfrm>
              <a:off x="6119824" y="2247275"/>
              <a:ext cx="438271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254" name="tx254"/>
            <p:cNvSpPr/>
            <p:nvPr/>
          </p:nvSpPr>
          <p:spPr>
            <a:xfrm>
              <a:off x="6294714" y="2669497"/>
              <a:ext cx="20226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255" name="tx255"/>
            <p:cNvSpPr/>
            <p:nvPr/>
          </p:nvSpPr>
          <p:spPr>
            <a:xfrm>
              <a:off x="6119824" y="3091719"/>
              <a:ext cx="455279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256" name="pg256"/>
            <p:cNvSpPr/>
            <p:nvPr/>
          </p:nvSpPr>
          <p:spPr>
            <a:xfrm>
              <a:off x="5178395" y="2186439"/>
              <a:ext cx="1038435" cy="1038445"/>
            </a:xfrm>
            <a:custGeom>
              <a:avLst/>
              <a:pathLst>
                <a:path w="1038435" h="1038445">
                  <a:moveTo>
                    <a:pt x="1038435" y="519222"/>
                  </a:moveTo>
                  <a:lnTo>
                    <a:pt x="1038355" y="510135"/>
                  </a:lnTo>
                  <a:lnTo>
                    <a:pt x="1038117" y="501051"/>
                  </a:lnTo>
                  <a:lnTo>
                    <a:pt x="1037719" y="491972"/>
                  </a:lnTo>
                  <a:lnTo>
                    <a:pt x="1037163" y="482902"/>
                  </a:lnTo>
                  <a:lnTo>
                    <a:pt x="1036448" y="473843"/>
                  </a:lnTo>
                  <a:lnTo>
                    <a:pt x="1035575" y="464797"/>
                  </a:lnTo>
                  <a:lnTo>
                    <a:pt x="1034543" y="455769"/>
                  </a:lnTo>
                  <a:lnTo>
                    <a:pt x="1033354" y="446760"/>
                  </a:lnTo>
                  <a:lnTo>
                    <a:pt x="1032007" y="437773"/>
                  </a:lnTo>
                  <a:lnTo>
                    <a:pt x="1030503" y="428811"/>
                  </a:lnTo>
                  <a:lnTo>
                    <a:pt x="1028842" y="419876"/>
                  </a:lnTo>
                  <a:lnTo>
                    <a:pt x="1027025" y="410972"/>
                  </a:lnTo>
                  <a:lnTo>
                    <a:pt x="1025053" y="402102"/>
                  </a:lnTo>
                  <a:lnTo>
                    <a:pt x="1022926" y="393267"/>
                  </a:lnTo>
                  <a:lnTo>
                    <a:pt x="1020644" y="384470"/>
                  </a:lnTo>
                  <a:lnTo>
                    <a:pt x="1018209" y="375715"/>
                  </a:lnTo>
                  <a:lnTo>
                    <a:pt x="1015621" y="367004"/>
                  </a:lnTo>
                  <a:lnTo>
                    <a:pt x="1012881" y="358340"/>
                  </a:lnTo>
                  <a:lnTo>
                    <a:pt x="1009990" y="349725"/>
                  </a:lnTo>
                  <a:lnTo>
                    <a:pt x="1006949" y="341161"/>
                  </a:lnTo>
                  <a:lnTo>
                    <a:pt x="1003758" y="332653"/>
                  </a:lnTo>
                  <a:lnTo>
                    <a:pt x="1000418" y="324201"/>
                  </a:lnTo>
                  <a:lnTo>
                    <a:pt x="996932" y="315809"/>
                  </a:lnTo>
                  <a:lnTo>
                    <a:pt x="993298" y="307480"/>
                  </a:lnTo>
                  <a:lnTo>
                    <a:pt x="989520" y="299215"/>
                  </a:lnTo>
                  <a:lnTo>
                    <a:pt x="985598" y="291018"/>
                  </a:lnTo>
                  <a:lnTo>
                    <a:pt x="981533" y="282891"/>
                  </a:lnTo>
                  <a:lnTo>
                    <a:pt x="977326" y="274836"/>
                  </a:lnTo>
                  <a:lnTo>
                    <a:pt x="972979" y="266856"/>
                  </a:lnTo>
                  <a:lnTo>
                    <a:pt x="968492" y="258953"/>
                  </a:lnTo>
                  <a:lnTo>
                    <a:pt x="963869" y="251130"/>
                  </a:lnTo>
                  <a:lnTo>
                    <a:pt x="959109" y="243389"/>
                  </a:lnTo>
                  <a:lnTo>
                    <a:pt x="954214" y="235732"/>
                  </a:lnTo>
                  <a:lnTo>
                    <a:pt x="949186" y="228163"/>
                  </a:lnTo>
                  <a:lnTo>
                    <a:pt x="944026" y="220682"/>
                  </a:lnTo>
                  <a:lnTo>
                    <a:pt x="938736" y="213293"/>
                  </a:lnTo>
                  <a:lnTo>
                    <a:pt x="933318" y="205998"/>
                  </a:lnTo>
                  <a:lnTo>
                    <a:pt x="927773" y="198798"/>
                  </a:lnTo>
                  <a:lnTo>
                    <a:pt x="922103" y="191697"/>
                  </a:lnTo>
                  <a:lnTo>
                    <a:pt x="916309" y="184696"/>
                  </a:lnTo>
                  <a:lnTo>
                    <a:pt x="910393" y="177798"/>
                  </a:lnTo>
                  <a:lnTo>
                    <a:pt x="904358" y="171004"/>
                  </a:lnTo>
                  <a:lnTo>
                    <a:pt x="898205" y="164317"/>
                  </a:lnTo>
                  <a:lnTo>
                    <a:pt x="891936" y="157738"/>
                  </a:lnTo>
                  <a:lnTo>
                    <a:pt x="885552" y="151270"/>
                  </a:lnTo>
                  <a:lnTo>
                    <a:pt x="879057" y="144915"/>
                  </a:lnTo>
                  <a:lnTo>
                    <a:pt x="872451" y="138675"/>
                  </a:lnTo>
                  <a:lnTo>
                    <a:pt x="865737" y="132551"/>
                  </a:lnTo>
                  <a:lnTo>
                    <a:pt x="858917" y="126546"/>
                  </a:lnTo>
                  <a:lnTo>
                    <a:pt x="851992" y="120661"/>
                  </a:lnTo>
                  <a:lnTo>
                    <a:pt x="844966" y="114898"/>
                  </a:lnTo>
                  <a:lnTo>
                    <a:pt x="837840" y="109258"/>
                  </a:lnTo>
                  <a:lnTo>
                    <a:pt x="830617" y="103745"/>
                  </a:lnTo>
                  <a:lnTo>
                    <a:pt x="823298" y="98358"/>
                  </a:lnTo>
                  <a:lnTo>
                    <a:pt x="815886" y="93101"/>
                  </a:lnTo>
                  <a:lnTo>
                    <a:pt x="808383" y="87974"/>
                  </a:lnTo>
                  <a:lnTo>
                    <a:pt x="800791" y="82979"/>
                  </a:lnTo>
                  <a:lnTo>
                    <a:pt x="793113" y="78118"/>
                  </a:lnTo>
                  <a:lnTo>
                    <a:pt x="785351" y="73392"/>
                  </a:lnTo>
                  <a:lnTo>
                    <a:pt x="777508" y="68802"/>
                  </a:lnTo>
                  <a:lnTo>
                    <a:pt x="769586" y="64351"/>
                  </a:lnTo>
                  <a:lnTo>
                    <a:pt x="761587" y="60039"/>
                  </a:lnTo>
                  <a:lnTo>
                    <a:pt x="753514" y="55867"/>
                  </a:lnTo>
                  <a:lnTo>
                    <a:pt x="745368" y="51838"/>
                  </a:lnTo>
                  <a:lnTo>
                    <a:pt x="737154" y="47951"/>
                  </a:lnTo>
                  <a:lnTo>
                    <a:pt x="728873" y="44209"/>
                  </a:lnTo>
                  <a:lnTo>
                    <a:pt x="720528" y="40612"/>
                  </a:lnTo>
                  <a:lnTo>
                    <a:pt x="712121" y="37162"/>
                  </a:lnTo>
                  <a:lnTo>
                    <a:pt x="703655" y="33860"/>
                  </a:lnTo>
                  <a:lnTo>
                    <a:pt x="695132" y="30706"/>
                  </a:lnTo>
                  <a:lnTo>
                    <a:pt x="686556" y="27702"/>
                  </a:lnTo>
                  <a:lnTo>
                    <a:pt x="677928" y="24849"/>
                  </a:lnTo>
                  <a:lnTo>
                    <a:pt x="669251" y="22147"/>
                  </a:lnTo>
                  <a:lnTo>
                    <a:pt x="660529" y="19597"/>
                  </a:lnTo>
                  <a:lnTo>
                    <a:pt x="651764" y="17200"/>
                  </a:lnTo>
                  <a:lnTo>
                    <a:pt x="642957" y="14957"/>
                  </a:lnTo>
                  <a:lnTo>
                    <a:pt x="634113" y="12869"/>
                  </a:lnTo>
                  <a:lnTo>
                    <a:pt x="625234" y="10935"/>
                  </a:lnTo>
                  <a:lnTo>
                    <a:pt x="616322" y="9157"/>
                  </a:lnTo>
                  <a:lnTo>
                    <a:pt x="607381" y="7536"/>
                  </a:lnTo>
                  <a:lnTo>
                    <a:pt x="598412" y="6071"/>
                  </a:lnTo>
                  <a:lnTo>
                    <a:pt x="589419" y="4764"/>
                  </a:lnTo>
                  <a:lnTo>
                    <a:pt x="580405" y="3614"/>
                  </a:lnTo>
                  <a:lnTo>
                    <a:pt x="571372" y="2622"/>
                  </a:lnTo>
                  <a:lnTo>
                    <a:pt x="562323" y="1788"/>
                  </a:lnTo>
                  <a:lnTo>
                    <a:pt x="553261" y="1112"/>
                  </a:lnTo>
                  <a:lnTo>
                    <a:pt x="544188" y="596"/>
                  </a:lnTo>
                  <a:lnTo>
                    <a:pt x="535108" y="238"/>
                  </a:lnTo>
                  <a:lnTo>
                    <a:pt x="526023" y="39"/>
                  </a:lnTo>
                  <a:lnTo>
                    <a:pt x="516935" y="0"/>
                  </a:lnTo>
                  <a:lnTo>
                    <a:pt x="507849" y="119"/>
                  </a:lnTo>
                  <a:lnTo>
                    <a:pt x="498766" y="397"/>
                  </a:lnTo>
                  <a:lnTo>
                    <a:pt x="489689" y="834"/>
                  </a:lnTo>
                  <a:lnTo>
                    <a:pt x="480621" y="1430"/>
                  </a:lnTo>
                  <a:lnTo>
                    <a:pt x="471565" y="2185"/>
                  </a:lnTo>
                  <a:lnTo>
                    <a:pt x="462524" y="3098"/>
                  </a:lnTo>
                  <a:lnTo>
                    <a:pt x="453500" y="4169"/>
                  </a:lnTo>
                  <a:lnTo>
                    <a:pt x="444496" y="5398"/>
                  </a:lnTo>
                  <a:lnTo>
                    <a:pt x="435515" y="6784"/>
                  </a:lnTo>
                  <a:lnTo>
                    <a:pt x="426559" y="8327"/>
                  </a:lnTo>
                  <a:lnTo>
                    <a:pt x="417632" y="10027"/>
                  </a:lnTo>
                  <a:lnTo>
                    <a:pt x="408737" y="11882"/>
                  </a:lnTo>
                  <a:lnTo>
                    <a:pt x="399874" y="13894"/>
                  </a:lnTo>
                  <a:lnTo>
                    <a:pt x="391049" y="16059"/>
                  </a:lnTo>
                  <a:lnTo>
                    <a:pt x="382263" y="18379"/>
                  </a:lnTo>
                  <a:lnTo>
                    <a:pt x="373518" y="20853"/>
                  </a:lnTo>
                  <a:lnTo>
                    <a:pt x="364819" y="23479"/>
                  </a:lnTo>
                  <a:lnTo>
                    <a:pt x="356166" y="26257"/>
                  </a:lnTo>
                  <a:lnTo>
                    <a:pt x="347564" y="29185"/>
                  </a:lnTo>
                  <a:lnTo>
                    <a:pt x="339014" y="32264"/>
                  </a:lnTo>
                  <a:lnTo>
                    <a:pt x="330520" y="35493"/>
                  </a:lnTo>
                  <a:lnTo>
                    <a:pt x="322083" y="38869"/>
                  </a:lnTo>
                  <a:lnTo>
                    <a:pt x="313706" y="42392"/>
                  </a:lnTo>
                  <a:lnTo>
                    <a:pt x="305393" y="46062"/>
                  </a:lnTo>
                  <a:lnTo>
                    <a:pt x="297145" y="49876"/>
                  </a:lnTo>
                  <a:lnTo>
                    <a:pt x="288965" y="53834"/>
                  </a:lnTo>
                  <a:lnTo>
                    <a:pt x="280855" y="57935"/>
                  </a:lnTo>
                  <a:lnTo>
                    <a:pt x="272819" y="62177"/>
                  </a:lnTo>
                  <a:lnTo>
                    <a:pt x="264858" y="66559"/>
                  </a:lnTo>
                  <a:lnTo>
                    <a:pt x="256975" y="71080"/>
                  </a:lnTo>
                  <a:lnTo>
                    <a:pt x="249172" y="75738"/>
                  </a:lnTo>
                  <a:lnTo>
                    <a:pt x="241452" y="80532"/>
                  </a:lnTo>
                  <a:lnTo>
                    <a:pt x="233817" y="85460"/>
                  </a:lnTo>
                  <a:lnTo>
                    <a:pt x="226269" y="90521"/>
                  </a:lnTo>
                  <a:lnTo>
                    <a:pt x="218811" y="95713"/>
                  </a:lnTo>
                  <a:lnTo>
                    <a:pt x="211445" y="101036"/>
                  </a:lnTo>
                  <a:lnTo>
                    <a:pt x="204174" y="106486"/>
                  </a:lnTo>
                  <a:lnTo>
                    <a:pt x="196999" y="112062"/>
                  </a:lnTo>
                  <a:lnTo>
                    <a:pt x="189922" y="117764"/>
                  </a:lnTo>
                  <a:lnTo>
                    <a:pt x="182947" y="123588"/>
                  </a:lnTo>
                  <a:lnTo>
                    <a:pt x="176074" y="129533"/>
                  </a:lnTo>
                  <a:lnTo>
                    <a:pt x="169307" y="135598"/>
                  </a:lnTo>
                  <a:lnTo>
                    <a:pt x="162647" y="141781"/>
                  </a:lnTo>
                  <a:lnTo>
                    <a:pt x="156096" y="148079"/>
                  </a:lnTo>
                  <a:lnTo>
                    <a:pt x="149656" y="154490"/>
                  </a:lnTo>
                  <a:lnTo>
                    <a:pt x="143330" y="161014"/>
                  </a:lnTo>
                  <a:lnTo>
                    <a:pt x="137118" y="167647"/>
                  </a:lnTo>
                  <a:lnTo>
                    <a:pt x="131024" y="174388"/>
                  </a:lnTo>
                  <a:lnTo>
                    <a:pt x="125048" y="181234"/>
                  </a:lnTo>
                  <a:lnTo>
                    <a:pt x="119193" y="188184"/>
                  </a:lnTo>
                  <a:lnTo>
                    <a:pt x="113461" y="195235"/>
                  </a:lnTo>
                  <a:lnTo>
                    <a:pt x="107853" y="202386"/>
                  </a:lnTo>
                  <a:lnTo>
                    <a:pt x="102371" y="209634"/>
                  </a:lnTo>
                  <a:lnTo>
                    <a:pt x="97017" y="216976"/>
                  </a:lnTo>
                  <a:lnTo>
                    <a:pt x="91792" y="224411"/>
                  </a:lnTo>
                  <a:lnTo>
                    <a:pt x="86698" y="231936"/>
                  </a:lnTo>
                  <a:lnTo>
                    <a:pt x="81736" y="239550"/>
                  </a:lnTo>
                  <a:lnTo>
                    <a:pt x="76909" y="247249"/>
                  </a:lnTo>
                  <a:lnTo>
                    <a:pt x="72217" y="255031"/>
                  </a:lnTo>
                  <a:lnTo>
                    <a:pt x="67662" y="262894"/>
                  </a:lnTo>
                  <a:lnTo>
                    <a:pt x="63245" y="270836"/>
                  </a:lnTo>
                  <a:lnTo>
                    <a:pt x="58968" y="278854"/>
                  </a:lnTo>
                  <a:lnTo>
                    <a:pt x="54831" y="286945"/>
                  </a:lnTo>
                  <a:lnTo>
                    <a:pt x="50838" y="295108"/>
                  </a:lnTo>
                  <a:lnTo>
                    <a:pt x="46987" y="303339"/>
                  </a:lnTo>
                  <a:lnTo>
                    <a:pt x="43281" y="311637"/>
                  </a:lnTo>
                  <a:lnTo>
                    <a:pt x="39721" y="319998"/>
                  </a:lnTo>
                  <a:lnTo>
                    <a:pt x="36308" y="328420"/>
                  </a:lnTo>
                  <a:lnTo>
                    <a:pt x="33043" y="336900"/>
                  </a:lnTo>
                  <a:lnTo>
                    <a:pt x="29926" y="345436"/>
                  </a:lnTo>
                  <a:lnTo>
                    <a:pt x="26960" y="354026"/>
                  </a:lnTo>
                  <a:lnTo>
                    <a:pt x="24144" y="362666"/>
                  </a:lnTo>
                  <a:lnTo>
                    <a:pt x="21480" y="371354"/>
                  </a:lnTo>
                  <a:lnTo>
                    <a:pt x="18968" y="380088"/>
                  </a:lnTo>
                  <a:lnTo>
                    <a:pt x="16610" y="388864"/>
                  </a:lnTo>
                  <a:lnTo>
                    <a:pt x="14406" y="397680"/>
                  </a:lnTo>
                  <a:lnTo>
                    <a:pt x="12356" y="406533"/>
                  </a:lnTo>
                  <a:lnTo>
                    <a:pt x="10461" y="415420"/>
                  </a:lnTo>
                  <a:lnTo>
                    <a:pt x="8723" y="424340"/>
                  </a:lnTo>
                  <a:lnTo>
                    <a:pt x="7140" y="433288"/>
                  </a:lnTo>
                  <a:lnTo>
                    <a:pt x="5715" y="442263"/>
                  </a:lnTo>
                  <a:lnTo>
                    <a:pt x="4446" y="451262"/>
                  </a:lnTo>
                  <a:lnTo>
                    <a:pt x="3336" y="460281"/>
                  </a:lnTo>
                  <a:lnTo>
                    <a:pt x="2383" y="469318"/>
                  </a:lnTo>
                  <a:lnTo>
                    <a:pt x="1589" y="478371"/>
                  </a:lnTo>
                  <a:lnTo>
                    <a:pt x="953" y="487436"/>
                  </a:lnTo>
                  <a:lnTo>
                    <a:pt x="477" y="496511"/>
                  </a:lnTo>
                  <a:lnTo>
                    <a:pt x="159" y="505592"/>
                  </a:lnTo>
                  <a:lnTo>
                    <a:pt x="0" y="514678"/>
                  </a:lnTo>
                  <a:lnTo>
                    <a:pt x="0" y="523766"/>
                  </a:lnTo>
                  <a:lnTo>
                    <a:pt x="159" y="532852"/>
                  </a:lnTo>
                  <a:lnTo>
                    <a:pt x="477" y="541934"/>
                  </a:lnTo>
                  <a:lnTo>
                    <a:pt x="953" y="551008"/>
                  </a:lnTo>
                  <a:lnTo>
                    <a:pt x="1589" y="560073"/>
                  </a:lnTo>
                  <a:lnTo>
                    <a:pt x="2383" y="569126"/>
                  </a:lnTo>
                  <a:lnTo>
                    <a:pt x="3336" y="578163"/>
                  </a:lnTo>
                  <a:lnTo>
                    <a:pt x="4446" y="587183"/>
                  </a:lnTo>
                  <a:lnTo>
                    <a:pt x="5715" y="596181"/>
                  </a:lnTo>
                  <a:lnTo>
                    <a:pt x="7140" y="605156"/>
                  </a:lnTo>
                  <a:lnTo>
                    <a:pt x="8723" y="614104"/>
                  </a:lnTo>
                  <a:lnTo>
                    <a:pt x="10461" y="623024"/>
                  </a:lnTo>
                  <a:lnTo>
                    <a:pt x="12356" y="631912"/>
                  </a:lnTo>
                  <a:lnTo>
                    <a:pt x="14406" y="640765"/>
                  </a:lnTo>
                  <a:lnTo>
                    <a:pt x="16610" y="649581"/>
                  </a:lnTo>
                  <a:lnTo>
                    <a:pt x="18968" y="658357"/>
                  </a:lnTo>
                  <a:lnTo>
                    <a:pt x="21480" y="667090"/>
                  </a:lnTo>
                  <a:lnTo>
                    <a:pt x="24144" y="675778"/>
                  </a:lnTo>
                  <a:lnTo>
                    <a:pt x="26960" y="684418"/>
                  </a:lnTo>
                  <a:lnTo>
                    <a:pt x="29926" y="693008"/>
                  </a:lnTo>
                  <a:lnTo>
                    <a:pt x="33043" y="701544"/>
                  </a:lnTo>
                  <a:lnTo>
                    <a:pt x="36308" y="710025"/>
                  </a:lnTo>
                  <a:lnTo>
                    <a:pt x="39721" y="718447"/>
                  </a:lnTo>
                  <a:lnTo>
                    <a:pt x="43281" y="726808"/>
                  </a:lnTo>
                  <a:lnTo>
                    <a:pt x="46987" y="735105"/>
                  </a:lnTo>
                  <a:lnTo>
                    <a:pt x="50838" y="743336"/>
                  </a:lnTo>
                  <a:lnTo>
                    <a:pt x="54831" y="751499"/>
                  </a:lnTo>
                  <a:lnTo>
                    <a:pt x="58968" y="759590"/>
                  </a:lnTo>
                  <a:lnTo>
                    <a:pt x="63245" y="767608"/>
                  </a:lnTo>
                  <a:lnTo>
                    <a:pt x="67662" y="775550"/>
                  </a:lnTo>
                  <a:lnTo>
                    <a:pt x="72217" y="783413"/>
                  </a:lnTo>
                  <a:lnTo>
                    <a:pt x="76909" y="791195"/>
                  </a:lnTo>
                  <a:lnTo>
                    <a:pt x="81736" y="798894"/>
                  </a:lnTo>
                  <a:lnTo>
                    <a:pt x="86698" y="806508"/>
                  </a:lnTo>
                  <a:lnTo>
                    <a:pt x="91792" y="814033"/>
                  </a:lnTo>
                  <a:lnTo>
                    <a:pt x="97017" y="821468"/>
                  </a:lnTo>
                  <a:lnTo>
                    <a:pt x="102371" y="828811"/>
                  </a:lnTo>
                  <a:lnTo>
                    <a:pt x="107853" y="836058"/>
                  </a:lnTo>
                  <a:lnTo>
                    <a:pt x="113461" y="843209"/>
                  </a:lnTo>
                  <a:lnTo>
                    <a:pt x="119193" y="850260"/>
                  </a:lnTo>
                  <a:lnTo>
                    <a:pt x="125048" y="857210"/>
                  </a:lnTo>
                  <a:lnTo>
                    <a:pt x="131024" y="864057"/>
                  </a:lnTo>
                  <a:lnTo>
                    <a:pt x="137118" y="870797"/>
                  </a:lnTo>
                  <a:lnTo>
                    <a:pt x="143330" y="877431"/>
                  </a:lnTo>
                  <a:lnTo>
                    <a:pt x="149656" y="883954"/>
                  </a:lnTo>
                  <a:lnTo>
                    <a:pt x="156096" y="890366"/>
                  </a:lnTo>
                  <a:lnTo>
                    <a:pt x="162647" y="896664"/>
                  </a:lnTo>
                  <a:lnTo>
                    <a:pt x="169307" y="902846"/>
                  </a:lnTo>
                  <a:lnTo>
                    <a:pt x="176074" y="908911"/>
                  </a:lnTo>
                  <a:lnTo>
                    <a:pt x="182947" y="914856"/>
                  </a:lnTo>
                  <a:lnTo>
                    <a:pt x="189922" y="920681"/>
                  </a:lnTo>
                  <a:lnTo>
                    <a:pt x="196999" y="926382"/>
                  </a:lnTo>
                  <a:lnTo>
                    <a:pt x="204174" y="931958"/>
                  </a:lnTo>
                  <a:lnTo>
                    <a:pt x="211445" y="937409"/>
                  </a:lnTo>
                  <a:lnTo>
                    <a:pt x="218811" y="942731"/>
                  </a:lnTo>
                  <a:lnTo>
                    <a:pt x="226269" y="947923"/>
                  </a:lnTo>
                  <a:lnTo>
                    <a:pt x="233817" y="952984"/>
                  </a:lnTo>
                  <a:lnTo>
                    <a:pt x="241452" y="957912"/>
                  </a:lnTo>
                  <a:lnTo>
                    <a:pt x="249172" y="962706"/>
                  </a:lnTo>
                  <a:lnTo>
                    <a:pt x="256975" y="967364"/>
                  </a:lnTo>
                  <a:lnTo>
                    <a:pt x="264858" y="971885"/>
                  </a:lnTo>
                  <a:lnTo>
                    <a:pt x="272819" y="976267"/>
                  </a:lnTo>
                  <a:lnTo>
                    <a:pt x="280855" y="980509"/>
                  </a:lnTo>
                  <a:lnTo>
                    <a:pt x="288965" y="984610"/>
                  </a:lnTo>
                  <a:lnTo>
                    <a:pt x="297145" y="988568"/>
                  </a:lnTo>
                  <a:lnTo>
                    <a:pt x="305393" y="992382"/>
                  </a:lnTo>
                  <a:lnTo>
                    <a:pt x="313706" y="996052"/>
                  </a:lnTo>
                  <a:lnTo>
                    <a:pt x="322083" y="999575"/>
                  </a:lnTo>
                  <a:lnTo>
                    <a:pt x="330520" y="1002952"/>
                  </a:lnTo>
                  <a:lnTo>
                    <a:pt x="339014" y="1006180"/>
                  </a:lnTo>
                  <a:lnTo>
                    <a:pt x="347564" y="1009259"/>
                  </a:lnTo>
                  <a:lnTo>
                    <a:pt x="356166" y="1012188"/>
                  </a:lnTo>
                  <a:lnTo>
                    <a:pt x="364819" y="1014966"/>
                  </a:lnTo>
                  <a:lnTo>
                    <a:pt x="373518" y="1017592"/>
                  </a:lnTo>
                  <a:lnTo>
                    <a:pt x="382263" y="1020065"/>
                  </a:lnTo>
                  <a:lnTo>
                    <a:pt x="391049" y="1022385"/>
                  </a:lnTo>
                  <a:lnTo>
                    <a:pt x="399874" y="1024551"/>
                  </a:lnTo>
                  <a:lnTo>
                    <a:pt x="408737" y="1026562"/>
                  </a:lnTo>
                  <a:lnTo>
                    <a:pt x="417632" y="1028417"/>
                  </a:lnTo>
                  <a:lnTo>
                    <a:pt x="426559" y="1030117"/>
                  </a:lnTo>
                  <a:lnTo>
                    <a:pt x="435515" y="1031660"/>
                  </a:lnTo>
                  <a:lnTo>
                    <a:pt x="444496" y="1033046"/>
                  </a:lnTo>
                  <a:lnTo>
                    <a:pt x="453500" y="1034275"/>
                  </a:lnTo>
                  <a:lnTo>
                    <a:pt x="462524" y="1035346"/>
                  </a:lnTo>
                  <a:lnTo>
                    <a:pt x="471565" y="1036259"/>
                  </a:lnTo>
                  <a:lnTo>
                    <a:pt x="480621" y="1037014"/>
                  </a:lnTo>
                  <a:lnTo>
                    <a:pt x="489689" y="1037610"/>
                  </a:lnTo>
                  <a:lnTo>
                    <a:pt x="498766" y="1038047"/>
                  </a:lnTo>
                  <a:lnTo>
                    <a:pt x="507849" y="1038325"/>
                  </a:lnTo>
                  <a:lnTo>
                    <a:pt x="516935" y="1038445"/>
                  </a:lnTo>
                  <a:lnTo>
                    <a:pt x="526023" y="1038405"/>
                  </a:lnTo>
                  <a:lnTo>
                    <a:pt x="535108" y="1038206"/>
                  </a:lnTo>
                  <a:lnTo>
                    <a:pt x="544188" y="1037848"/>
                  </a:lnTo>
                  <a:lnTo>
                    <a:pt x="553261" y="1037332"/>
                  </a:lnTo>
                  <a:lnTo>
                    <a:pt x="562323" y="1036656"/>
                  </a:lnTo>
                  <a:lnTo>
                    <a:pt x="571372" y="1035823"/>
                  </a:lnTo>
                  <a:lnTo>
                    <a:pt x="580405" y="1034831"/>
                  </a:lnTo>
                  <a:lnTo>
                    <a:pt x="589419" y="1033681"/>
                  </a:lnTo>
                  <a:lnTo>
                    <a:pt x="598412" y="1032373"/>
                  </a:lnTo>
                  <a:lnTo>
                    <a:pt x="607381" y="1030908"/>
                  </a:lnTo>
                  <a:lnTo>
                    <a:pt x="616322" y="1029287"/>
                  </a:lnTo>
                  <a:lnTo>
                    <a:pt x="625234" y="1027509"/>
                  </a:lnTo>
                  <a:lnTo>
                    <a:pt x="634113" y="1025576"/>
                  </a:lnTo>
                  <a:lnTo>
                    <a:pt x="642957" y="1023487"/>
                  </a:lnTo>
                  <a:lnTo>
                    <a:pt x="651764" y="1021244"/>
                  </a:lnTo>
                  <a:lnTo>
                    <a:pt x="660529" y="1018847"/>
                  </a:lnTo>
                  <a:lnTo>
                    <a:pt x="669251" y="1016298"/>
                  </a:lnTo>
                  <a:lnTo>
                    <a:pt x="677928" y="1013596"/>
                  </a:lnTo>
                  <a:lnTo>
                    <a:pt x="686556" y="1010742"/>
                  </a:lnTo>
                  <a:lnTo>
                    <a:pt x="695132" y="1007738"/>
                  </a:lnTo>
                  <a:lnTo>
                    <a:pt x="703655" y="1004584"/>
                  </a:lnTo>
                  <a:lnTo>
                    <a:pt x="712121" y="1001282"/>
                  </a:lnTo>
                  <a:lnTo>
                    <a:pt x="720528" y="997832"/>
                  </a:lnTo>
                  <a:lnTo>
                    <a:pt x="728873" y="994235"/>
                  </a:lnTo>
                  <a:lnTo>
                    <a:pt x="737154" y="990493"/>
                  </a:lnTo>
                  <a:lnTo>
                    <a:pt x="745368" y="986607"/>
                  </a:lnTo>
                  <a:lnTo>
                    <a:pt x="753514" y="982577"/>
                  </a:lnTo>
                  <a:lnTo>
                    <a:pt x="761587" y="978406"/>
                  </a:lnTo>
                  <a:lnTo>
                    <a:pt x="769586" y="974093"/>
                  </a:lnTo>
                  <a:lnTo>
                    <a:pt x="777508" y="969642"/>
                  </a:lnTo>
                  <a:lnTo>
                    <a:pt x="785351" y="965052"/>
                  </a:lnTo>
                  <a:lnTo>
                    <a:pt x="793113" y="960326"/>
                  </a:lnTo>
                  <a:lnTo>
                    <a:pt x="800791" y="955465"/>
                  </a:lnTo>
                  <a:lnTo>
                    <a:pt x="808383" y="950470"/>
                  </a:lnTo>
                  <a:lnTo>
                    <a:pt x="815886" y="945343"/>
                  </a:lnTo>
                  <a:lnTo>
                    <a:pt x="823298" y="940086"/>
                  </a:lnTo>
                  <a:lnTo>
                    <a:pt x="830617" y="934699"/>
                  </a:lnTo>
                  <a:lnTo>
                    <a:pt x="837840" y="929186"/>
                  </a:lnTo>
                  <a:lnTo>
                    <a:pt x="844966" y="923547"/>
                  </a:lnTo>
                  <a:lnTo>
                    <a:pt x="851992" y="917784"/>
                  </a:lnTo>
                  <a:lnTo>
                    <a:pt x="858917" y="911899"/>
                  </a:lnTo>
                  <a:lnTo>
                    <a:pt x="865737" y="905893"/>
                  </a:lnTo>
                  <a:lnTo>
                    <a:pt x="872451" y="899769"/>
                  </a:lnTo>
                  <a:lnTo>
                    <a:pt x="879057" y="893529"/>
                  </a:lnTo>
                  <a:lnTo>
                    <a:pt x="885552" y="887174"/>
                  </a:lnTo>
                  <a:lnTo>
                    <a:pt x="891936" y="880706"/>
                  </a:lnTo>
                  <a:lnTo>
                    <a:pt x="898205" y="874128"/>
                  </a:lnTo>
                  <a:lnTo>
                    <a:pt x="904358" y="867440"/>
                  </a:lnTo>
                  <a:lnTo>
                    <a:pt x="910393" y="860646"/>
                  </a:lnTo>
                  <a:lnTo>
                    <a:pt x="916309" y="853748"/>
                  </a:lnTo>
                  <a:lnTo>
                    <a:pt x="922103" y="846747"/>
                  </a:lnTo>
                  <a:lnTo>
                    <a:pt x="927773" y="839646"/>
                  </a:lnTo>
                  <a:lnTo>
                    <a:pt x="933318" y="832446"/>
                  </a:lnTo>
                  <a:lnTo>
                    <a:pt x="938736" y="825151"/>
                  </a:lnTo>
                  <a:lnTo>
                    <a:pt x="944026" y="817762"/>
                  </a:lnTo>
                  <a:lnTo>
                    <a:pt x="949186" y="810282"/>
                  </a:lnTo>
                  <a:lnTo>
                    <a:pt x="954214" y="802712"/>
                  </a:lnTo>
                  <a:lnTo>
                    <a:pt x="959109" y="795056"/>
                  </a:lnTo>
                  <a:lnTo>
                    <a:pt x="963869" y="787315"/>
                  </a:lnTo>
                  <a:lnTo>
                    <a:pt x="968492" y="779491"/>
                  </a:lnTo>
                  <a:lnTo>
                    <a:pt x="972979" y="771589"/>
                  </a:lnTo>
                  <a:lnTo>
                    <a:pt x="977326" y="763609"/>
                  </a:lnTo>
                  <a:lnTo>
                    <a:pt x="981533" y="755554"/>
                  </a:lnTo>
                  <a:lnTo>
                    <a:pt x="985598" y="747426"/>
                  </a:lnTo>
                  <a:lnTo>
                    <a:pt x="989520" y="739229"/>
                  </a:lnTo>
                  <a:lnTo>
                    <a:pt x="993298" y="730964"/>
                  </a:lnTo>
                  <a:lnTo>
                    <a:pt x="996932" y="722635"/>
                  </a:lnTo>
                  <a:lnTo>
                    <a:pt x="1000418" y="714243"/>
                  </a:lnTo>
                  <a:lnTo>
                    <a:pt x="1003758" y="705791"/>
                  </a:lnTo>
                  <a:lnTo>
                    <a:pt x="1006949" y="697283"/>
                  </a:lnTo>
                  <a:lnTo>
                    <a:pt x="1009990" y="688719"/>
                  </a:lnTo>
                  <a:lnTo>
                    <a:pt x="1012881" y="680104"/>
                  </a:lnTo>
                  <a:lnTo>
                    <a:pt x="1015621" y="671440"/>
                  </a:lnTo>
                  <a:lnTo>
                    <a:pt x="1018209" y="662729"/>
                  </a:lnTo>
                  <a:lnTo>
                    <a:pt x="1020644" y="653974"/>
                  </a:lnTo>
                  <a:lnTo>
                    <a:pt x="1022926" y="645178"/>
                  </a:lnTo>
                  <a:lnTo>
                    <a:pt x="1025053" y="636343"/>
                  </a:lnTo>
                  <a:lnTo>
                    <a:pt x="1027025" y="627472"/>
                  </a:lnTo>
                  <a:lnTo>
                    <a:pt x="1028842" y="618568"/>
                  </a:lnTo>
                  <a:lnTo>
                    <a:pt x="1030503" y="609634"/>
                  </a:lnTo>
                  <a:lnTo>
                    <a:pt x="1032007" y="600672"/>
                  </a:lnTo>
                  <a:lnTo>
                    <a:pt x="1033354" y="591685"/>
                  </a:lnTo>
                  <a:lnTo>
                    <a:pt x="1034543" y="582675"/>
                  </a:lnTo>
                  <a:lnTo>
                    <a:pt x="1035575" y="573647"/>
                  </a:lnTo>
                  <a:lnTo>
                    <a:pt x="1036448" y="564602"/>
                  </a:lnTo>
                  <a:lnTo>
                    <a:pt x="1037163" y="555542"/>
                  </a:lnTo>
                  <a:lnTo>
                    <a:pt x="1037719" y="546472"/>
                  </a:lnTo>
                  <a:lnTo>
                    <a:pt x="1038117" y="537393"/>
                  </a:lnTo>
                  <a:lnTo>
                    <a:pt x="1038355" y="528309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5697602" y="2186434"/>
              <a:ext cx="0" cy="467304"/>
            </a:xfrm>
            <a:custGeom>
              <a:avLst/>
              <a:pathLst>
                <a:path w="0" h="467304">
                  <a:moveTo>
                    <a:pt x="0" y="46730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5734317" y="2338512"/>
              <a:ext cx="330434" cy="330434"/>
            </a:xfrm>
            <a:custGeom>
              <a:avLst/>
              <a:pathLst>
                <a:path w="330434" h="330434">
                  <a:moveTo>
                    <a:pt x="0" y="330434"/>
                  </a:moveTo>
                  <a:lnTo>
                    <a:pt x="33043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5749525" y="2705661"/>
              <a:ext cx="467304" cy="0"/>
            </a:xfrm>
            <a:custGeom>
              <a:avLst/>
              <a:pathLst>
                <a:path w="467304" h="0">
                  <a:moveTo>
                    <a:pt x="0" y="0"/>
                  </a:moveTo>
                  <a:lnTo>
                    <a:pt x="46730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5734317" y="2742376"/>
              <a:ext cx="330434" cy="330434"/>
            </a:xfrm>
            <a:custGeom>
              <a:avLst/>
              <a:pathLst>
                <a:path w="330434" h="330434">
                  <a:moveTo>
                    <a:pt x="0" y="0"/>
                  </a:moveTo>
                  <a:lnTo>
                    <a:pt x="330434" y="33043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1"/>
            <p:cNvSpPr/>
            <p:nvPr/>
          </p:nvSpPr>
          <p:spPr>
            <a:xfrm>
              <a:off x="5697602" y="2757584"/>
              <a:ext cx="0" cy="467304"/>
            </a:xfrm>
            <a:custGeom>
              <a:avLst/>
              <a:pathLst>
                <a:path w="0" h="467304">
                  <a:moveTo>
                    <a:pt x="0" y="0"/>
                  </a:moveTo>
                  <a:lnTo>
                    <a:pt x="0" y="46730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2"/>
            <p:cNvSpPr/>
            <p:nvPr/>
          </p:nvSpPr>
          <p:spPr>
            <a:xfrm>
              <a:off x="5330453" y="2742376"/>
              <a:ext cx="330434" cy="330434"/>
            </a:xfrm>
            <a:custGeom>
              <a:avLst/>
              <a:pathLst>
                <a:path w="330434" h="330434">
                  <a:moveTo>
                    <a:pt x="330434" y="0"/>
                  </a:moveTo>
                  <a:lnTo>
                    <a:pt x="0" y="33043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263"/>
            <p:cNvSpPr/>
            <p:nvPr/>
          </p:nvSpPr>
          <p:spPr>
            <a:xfrm>
              <a:off x="5178375" y="2705661"/>
              <a:ext cx="467304" cy="0"/>
            </a:xfrm>
            <a:custGeom>
              <a:avLst/>
              <a:pathLst>
                <a:path w="467304" h="0">
                  <a:moveTo>
                    <a:pt x="467304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264"/>
            <p:cNvSpPr/>
            <p:nvPr/>
          </p:nvSpPr>
          <p:spPr>
            <a:xfrm>
              <a:off x="5330453" y="2338512"/>
              <a:ext cx="330434" cy="330434"/>
            </a:xfrm>
            <a:custGeom>
              <a:avLst/>
              <a:pathLst>
                <a:path w="330434" h="330434">
                  <a:moveTo>
                    <a:pt x="330434" y="33043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265"/>
            <p:cNvSpPr/>
            <p:nvPr/>
          </p:nvSpPr>
          <p:spPr>
            <a:xfrm>
              <a:off x="5583372" y="2536773"/>
              <a:ext cx="321921" cy="220811"/>
            </a:xfrm>
            <a:custGeom>
              <a:avLst/>
              <a:pathLst>
                <a:path w="321921" h="220811">
                  <a:moveTo>
                    <a:pt x="114230" y="85812"/>
                  </a:moveTo>
                  <a:lnTo>
                    <a:pt x="283118" y="0"/>
                  </a:lnTo>
                  <a:lnTo>
                    <a:pt x="321921" y="168888"/>
                  </a:lnTo>
                  <a:lnTo>
                    <a:pt x="150945" y="205603"/>
                  </a:lnTo>
                  <a:lnTo>
                    <a:pt x="114230" y="220811"/>
                  </a:lnTo>
                  <a:lnTo>
                    <a:pt x="77515" y="205603"/>
                  </a:lnTo>
                  <a:lnTo>
                    <a:pt x="0" y="168888"/>
                  </a:lnTo>
                  <a:lnTo>
                    <a:pt x="55486" y="110144"/>
                  </a:lnTo>
                  <a:lnTo>
                    <a:pt x="114230" y="85812"/>
                  </a:lnTo>
                </a:path>
              </a:pathLst>
            </a:custGeom>
            <a:ln w="31166" cap="flat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5662332" y="2587315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5831221" y="2501503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5870023" y="2670391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5699047" y="2707106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5662332" y="2722314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5625617" y="2707106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5548102" y="2670391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5603588" y="2611647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5662332" y="2587315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tx275"/>
            <p:cNvSpPr/>
            <p:nvPr/>
          </p:nvSpPr>
          <p:spPr>
            <a:xfrm>
              <a:off x="5558171" y="2632067"/>
              <a:ext cx="87508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276" name="tx276"/>
            <p:cNvSpPr/>
            <p:nvPr/>
          </p:nvSpPr>
          <p:spPr>
            <a:xfrm>
              <a:off x="5524521" y="2398415"/>
              <a:ext cx="12115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277" name="tx277"/>
            <p:cNvSpPr/>
            <p:nvPr/>
          </p:nvSpPr>
          <p:spPr>
            <a:xfrm>
              <a:off x="5490872" y="2164763"/>
              <a:ext cx="15480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278" name="rc278"/>
            <p:cNvSpPr/>
            <p:nvPr/>
          </p:nvSpPr>
          <p:spPr>
            <a:xfrm>
              <a:off x="6823205" y="1749294"/>
              <a:ext cx="2251205" cy="233029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279" name="rc279"/>
            <p:cNvSpPr/>
            <p:nvPr/>
          </p:nvSpPr>
          <p:spPr>
            <a:xfrm>
              <a:off x="6823205" y="1982323"/>
              <a:ext cx="2251205" cy="14466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" name="rc280"/>
            <p:cNvSpPr/>
            <p:nvPr/>
          </p:nvSpPr>
          <p:spPr>
            <a:xfrm>
              <a:off x="6861163" y="1749294"/>
              <a:ext cx="2175290" cy="23302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1" name="tx281"/>
            <p:cNvSpPr/>
            <p:nvPr/>
          </p:nvSpPr>
          <p:spPr>
            <a:xfrm>
              <a:off x="7576601" y="1783261"/>
              <a:ext cx="744413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Strigiformes</a:t>
              </a:r>
            </a:p>
          </p:txBody>
        </p:sp>
        <p:sp>
          <p:nvSpPr>
            <p:cNvPr id="282" name="tx282"/>
            <p:cNvSpPr/>
            <p:nvPr/>
          </p:nvSpPr>
          <p:spPr>
            <a:xfrm>
              <a:off x="7321621" y="1884751"/>
              <a:ext cx="1254373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14, species = 10</a:t>
              </a:r>
            </a:p>
          </p:txBody>
        </p:sp>
        <p:sp>
          <p:nvSpPr>
            <p:cNvPr id="283" name="rc283"/>
            <p:cNvSpPr/>
            <p:nvPr/>
          </p:nvSpPr>
          <p:spPr>
            <a:xfrm>
              <a:off x="7092082" y="2020281"/>
              <a:ext cx="1713451" cy="1370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" name="tx284"/>
            <p:cNvSpPr/>
            <p:nvPr/>
          </p:nvSpPr>
          <p:spPr>
            <a:xfrm>
              <a:off x="7054573" y="3091719"/>
              <a:ext cx="472013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285" name="tx285"/>
            <p:cNvSpPr/>
            <p:nvPr/>
          </p:nvSpPr>
          <p:spPr>
            <a:xfrm>
              <a:off x="7123279" y="2669497"/>
              <a:ext cx="228417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286" name="tx286"/>
            <p:cNvSpPr/>
            <p:nvPr/>
          </p:nvSpPr>
          <p:spPr>
            <a:xfrm>
              <a:off x="7071581" y="2247275"/>
              <a:ext cx="45500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287" name="pl287"/>
            <p:cNvSpPr/>
            <p:nvPr/>
          </p:nvSpPr>
          <p:spPr>
            <a:xfrm>
              <a:off x="7896887" y="2653739"/>
              <a:ext cx="103843" cy="103844"/>
            </a:xfrm>
            <a:custGeom>
              <a:avLst/>
              <a:pathLst>
                <a:path w="103843" h="103844">
                  <a:moveTo>
                    <a:pt x="103843" y="51922"/>
                  </a:moveTo>
                  <a:lnTo>
                    <a:pt x="103835" y="51013"/>
                  </a:lnTo>
                  <a:lnTo>
                    <a:pt x="103811" y="50105"/>
                  </a:lnTo>
                  <a:lnTo>
                    <a:pt x="103771" y="49197"/>
                  </a:lnTo>
                  <a:lnTo>
                    <a:pt x="103716" y="48290"/>
                  </a:lnTo>
                  <a:lnTo>
                    <a:pt x="103644" y="47384"/>
                  </a:lnTo>
                  <a:lnTo>
                    <a:pt x="103557" y="46479"/>
                  </a:lnTo>
                  <a:lnTo>
                    <a:pt x="103454" y="45576"/>
                  </a:lnTo>
                  <a:lnTo>
                    <a:pt x="103335" y="44676"/>
                  </a:lnTo>
                  <a:lnTo>
                    <a:pt x="103200" y="43777"/>
                  </a:lnTo>
                  <a:lnTo>
                    <a:pt x="103050" y="42881"/>
                  </a:lnTo>
                  <a:lnTo>
                    <a:pt x="102884" y="41987"/>
                  </a:lnTo>
                  <a:lnTo>
                    <a:pt x="102702" y="41097"/>
                  </a:lnTo>
                  <a:lnTo>
                    <a:pt x="102505" y="40210"/>
                  </a:lnTo>
                  <a:lnTo>
                    <a:pt x="102292" y="39326"/>
                  </a:lnTo>
                  <a:lnTo>
                    <a:pt x="102064" y="38447"/>
                  </a:lnTo>
                  <a:lnTo>
                    <a:pt x="101820" y="37571"/>
                  </a:lnTo>
                  <a:lnTo>
                    <a:pt x="101562" y="36700"/>
                  </a:lnTo>
                  <a:lnTo>
                    <a:pt x="101288" y="35834"/>
                  </a:lnTo>
                  <a:lnTo>
                    <a:pt x="100999" y="34972"/>
                  </a:lnTo>
                  <a:lnTo>
                    <a:pt x="100694" y="34116"/>
                  </a:lnTo>
                  <a:lnTo>
                    <a:pt x="100375" y="33265"/>
                  </a:lnTo>
                  <a:lnTo>
                    <a:pt x="100041" y="32420"/>
                  </a:lnTo>
                  <a:lnTo>
                    <a:pt x="99693" y="31580"/>
                  </a:lnTo>
                  <a:lnTo>
                    <a:pt x="99329" y="30748"/>
                  </a:lnTo>
                  <a:lnTo>
                    <a:pt x="98952" y="29921"/>
                  </a:lnTo>
                  <a:lnTo>
                    <a:pt x="98559" y="29101"/>
                  </a:lnTo>
                  <a:lnTo>
                    <a:pt x="98153" y="28289"/>
                  </a:lnTo>
                  <a:lnTo>
                    <a:pt x="97732" y="27483"/>
                  </a:lnTo>
                  <a:lnTo>
                    <a:pt x="97297" y="26685"/>
                  </a:lnTo>
                  <a:lnTo>
                    <a:pt x="96849" y="25895"/>
                  </a:lnTo>
                  <a:lnTo>
                    <a:pt x="96386" y="25113"/>
                  </a:lnTo>
                  <a:lnTo>
                    <a:pt x="95910" y="24338"/>
                  </a:lnTo>
                  <a:lnTo>
                    <a:pt x="95421" y="23573"/>
                  </a:lnTo>
                  <a:lnTo>
                    <a:pt x="94918" y="22816"/>
                  </a:lnTo>
                  <a:lnTo>
                    <a:pt x="94402" y="22068"/>
                  </a:lnTo>
                  <a:lnTo>
                    <a:pt x="93873" y="21329"/>
                  </a:lnTo>
                  <a:lnTo>
                    <a:pt x="93331" y="20599"/>
                  </a:lnTo>
                  <a:lnTo>
                    <a:pt x="92777" y="19879"/>
                  </a:lnTo>
                  <a:lnTo>
                    <a:pt x="92210" y="19169"/>
                  </a:lnTo>
                  <a:lnTo>
                    <a:pt x="91630" y="18469"/>
                  </a:lnTo>
                  <a:lnTo>
                    <a:pt x="91039" y="17779"/>
                  </a:lnTo>
                  <a:lnTo>
                    <a:pt x="90435" y="17100"/>
                  </a:lnTo>
                  <a:lnTo>
                    <a:pt x="89820" y="16431"/>
                  </a:lnTo>
                  <a:lnTo>
                    <a:pt x="89193" y="15773"/>
                  </a:lnTo>
                  <a:lnTo>
                    <a:pt x="88555" y="15127"/>
                  </a:lnTo>
                  <a:lnTo>
                    <a:pt x="87905" y="14491"/>
                  </a:lnTo>
                  <a:lnTo>
                    <a:pt x="87245" y="13867"/>
                  </a:lnTo>
                  <a:lnTo>
                    <a:pt x="86573" y="13255"/>
                  </a:lnTo>
                  <a:lnTo>
                    <a:pt x="85891" y="12654"/>
                  </a:lnTo>
                  <a:lnTo>
                    <a:pt x="85199" y="12066"/>
                  </a:lnTo>
                  <a:lnTo>
                    <a:pt x="84496" y="11489"/>
                  </a:lnTo>
                  <a:lnTo>
                    <a:pt x="83784" y="10925"/>
                  </a:lnTo>
                  <a:lnTo>
                    <a:pt x="83061" y="10374"/>
                  </a:lnTo>
                  <a:lnTo>
                    <a:pt x="82329" y="9835"/>
                  </a:lnTo>
                  <a:lnTo>
                    <a:pt x="81588" y="9310"/>
                  </a:lnTo>
                  <a:lnTo>
                    <a:pt x="80838" y="8797"/>
                  </a:lnTo>
                  <a:lnTo>
                    <a:pt x="80079" y="8297"/>
                  </a:lnTo>
                  <a:lnTo>
                    <a:pt x="79311" y="7811"/>
                  </a:lnTo>
                  <a:lnTo>
                    <a:pt x="78535" y="7339"/>
                  </a:lnTo>
                  <a:lnTo>
                    <a:pt x="77750" y="6880"/>
                  </a:lnTo>
                  <a:lnTo>
                    <a:pt x="76958" y="6435"/>
                  </a:lnTo>
                  <a:lnTo>
                    <a:pt x="76158" y="6003"/>
                  </a:lnTo>
                  <a:lnTo>
                    <a:pt x="75351" y="5586"/>
                  </a:lnTo>
                  <a:lnTo>
                    <a:pt x="74536" y="5183"/>
                  </a:lnTo>
                  <a:lnTo>
                    <a:pt x="73715" y="4795"/>
                  </a:lnTo>
                  <a:lnTo>
                    <a:pt x="72887" y="4420"/>
                  </a:lnTo>
                  <a:lnTo>
                    <a:pt x="72052" y="4061"/>
                  </a:lnTo>
                  <a:lnTo>
                    <a:pt x="71212" y="3716"/>
                  </a:lnTo>
                  <a:lnTo>
                    <a:pt x="70365" y="3386"/>
                  </a:lnTo>
                  <a:lnTo>
                    <a:pt x="69513" y="3070"/>
                  </a:lnTo>
                  <a:lnTo>
                    <a:pt x="68655" y="2770"/>
                  </a:lnTo>
                  <a:lnTo>
                    <a:pt x="67792" y="2484"/>
                  </a:lnTo>
                  <a:lnTo>
                    <a:pt x="66925" y="2214"/>
                  </a:lnTo>
                  <a:lnTo>
                    <a:pt x="66052" y="1959"/>
                  </a:lnTo>
                  <a:lnTo>
                    <a:pt x="65176" y="1720"/>
                  </a:lnTo>
                  <a:lnTo>
                    <a:pt x="64295" y="1495"/>
                  </a:lnTo>
                  <a:lnTo>
                    <a:pt x="63411" y="1286"/>
                  </a:lnTo>
                  <a:lnTo>
                    <a:pt x="62523" y="1093"/>
                  </a:lnTo>
                  <a:lnTo>
                    <a:pt x="61632" y="915"/>
                  </a:lnTo>
                  <a:lnTo>
                    <a:pt x="60738" y="753"/>
                  </a:lnTo>
                  <a:lnTo>
                    <a:pt x="59841" y="607"/>
                  </a:lnTo>
                  <a:lnTo>
                    <a:pt x="58941" y="476"/>
                  </a:lnTo>
                  <a:lnTo>
                    <a:pt x="58040" y="361"/>
                  </a:lnTo>
                  <a:lnTo>
                    <a:pt x="57137" y="262"/>
                  </a:lnTo>
                  <a:lnTo>
                    <a:pt x="56232" y="178"/>
                  </a:lnTo>
                  <a:lnTo>
                    <a:pt x="55326" y="111"/>
                  </a:lnTo>
                  <a:lnTo>
                    <a:pt x="54418" y="59"/>
                  </a:lnTo>
                  <a:lnTo>
                    <a:pt x="53510" y="23"/>
                  </a:lnTo>
                  <a:lnTo>
                    <a:pt x="52602" y="3"/>
                  </a:lnTo>
                  <a:lnTo>
                    <a:pt x="51693" y="0"/>
                  </a:lnTo>
                  <a:lnTo>
                    <a:pt x="50784" y="11"/>
                  </a:lnTo>
                  <a:lnTo>
                    <a:pt x="49876" y="39"/>
                  </a:lnTo>
                  <a:lnTo>
                    <a:pt x="48968" y="83"/>
                  </a:lnTo>
                  <a:lnTo>
                    <a:pt x="48062" y="143"/>
                  </a:lnTo>
                  <a:lnTo>
                    <a:pt x="47156" y="218"/>
                  </a:lnTo>
                  <a:lnTo>
                    <a:pt x="46252" y="309"/>
                  </a:lnTo>
                  <a:lnTo>
                    <a:pt x="45350" y="416"/>
                  </a:lnTo>
                  <a:lnTo>
                    <a:pt x="44449" y="539"/>
                  </a:lnTo>
                  <a:lnTo>
                    <a:pt x="43551" y="678"/>
                  </a:lnTo>
                  <a:lnTo>
                    <a:pt x="42655" y="832"/>
                  </a:lnTo>
                  <a:lnTo>
                    <a:pt x="41763" y="1002"/>
                  </a:lnTo>
                  <a:lnTo>
                    <a:pt x="40873" y="1188"/>
                  </a:lnTo>
                  <a:lnTo>
                    <a:pt x="39987" y="1389"/>
                  </a:lnTo>
                  <a:lnTo>
                    <a:pt x="39104" y="1605"/>
                  </a:lnTo>
                  <a:lnTo>
                    <a:pt x="38226" y="1837"/>
                  </a:lnTo>
                  <a:lnTo>
                    <a:pt x="37351" y="2085"/>
                  </a:lnTo>
                  <a:lnTo>
                    <a:pt x="36481" y="2347"/>
                  </a:lnTo>
                  <a:lnTo>
                    <a:pt x="35616" y="2625"/>
                  </a:lnTo>
                  <a:lnTo>
                    <a:pt x="34756" y="2918"/>
                  </a:lnTo>
                  <a:lnTo>
                    <a:pt x="33901" y="3226"/>
                  </a:lnTo>
                  <a:lnTo>
                    <a:pt x="33052" y="3549"/>
                  </a:lnTo>
                  <a:lnTo>
                    <a:pt x="32208" y="3886"/>
                  </a:lnTo>
                  <a:lnTo>
                    <a:pt x="31370" y="4239"/>
                  </a:lnTo>
                  <a:lnTo>
                    <a:pt x="30539" y="4606"/>
                  </a:lnTo>
                  <a:lnTo>
                    <a:pt x="29714" y="4987"/>
                  </a:lnTo>
                  <a:lnTo>
                    <a:pt x="28896" y="5383"/>
                  </a:lnTo>
                  <a:lnTo>
                    <a:pt x="28085" y="5793"/>
                  </a:lnTo>
                  <a:lnTo>
                    <a:pt x="27281" y="6217"/>
                  </a:lnTo>
                  <a:lnTo>
                    <a:pt x="26485" y="6655"/>
                  </a:lnTo>
                  <a:lnTo>
                    <a:pt x="25697" y="7108"/>
                  </a:lnTo>
                  <a:lnTo>
                    <a:pt x="24917" y="7573"/>
                  </a:lnTo>
                  <a:lnTo>
                    <a:pt x="24145" y="8053"/>
                  </a:lnTo>
                  <a:lnTo>
                    <a:pt x="23381" y="8546"/>
                  </a:lnTo>
                  <a:lnTo>
                    <a:pt x="22626" y="9052"/>
                  </a:lnTo>
                  <a:lnTo>
                    <a:pt x="21881" y="9571"/>
                  </a:lnTo>
                  <a:lnTo>
                    <a:pt x="21144" y="10103"/>
                  </a:lnTo>
                  <a:lnTo>
                    <a:pt x="20417" y="10648"/>
                  </a:lnTo>
                  <a:lnTo>
                    <a:pt x="19699" y="11206"/>
                  </a:lnTo>
                  <a:lnTo>
                    <a:pt x="18992" y="11776"/>
                  </a:lnTo>
                  <a:lnTo>
                    <a:pt x="18294" y="12358"/>
                  </a:lnTo>
                  <a:lnTo>
                    <a:pt x="17607" y="12953"/>
                  </a:lnTo>
                  <a:lnTo>
                    <a:pt x="16930" y="13559"/>
                  </a:lnTo>
                  <a:lnTo>
                    <a:pt x="16264" y="14178"/>
                  </a:lnTo>
                  <a:lnTo>
                    <a:pt x="15609" y="14807"/>
                  </a:lnTo>
                  <a:lnTo>
                    <a:pt x="14965" y="15449"/>
                  </a:lnTo>
                  <a:lnTo>
                    <a:pt x="14333" y="16101"/>
                  </a:lnTo>
                  <a:lnTo>
                    <a:pt x="13711" y="16764"/>
                  </a:lnTo>
                  <a:lnTo>
                    <a:pt x="13102" y="17438"/>
                  </a:lnTo>
                  <a:lnTo>
                    <a:pt x="12504" y="18123"/>
                  </a:lnTo>
                  <a:lnTo>
                    <a:pt x="11919" y="18818"/>
                  </a:lnTo>
                  <a:lnTo>
                    <a:pt x="11346" y="19523"/>
                  </a:lnTo>
                  <a:lnTo>
                    <a:pt x="10785" y="20238"/>
                  </a:lnTo>
                  <a:lnTo>
                    <a:pt x="10237" y="20963"/>
                  </a:lnTo>
                  <a:lnTo>
                    <a:pt x="9701" y="21697"/>
                  </a:lnTo>
                  <a:lnTo>
                    <a:pt x="9179" y="22441"/>
                  </a:lnTo>
                  <a:lnTo>
                    <a:pt x="8669" y="23193"/>
                  </a:lnTo>
                  <a:lnTo>
                    <a:pt x="8173" y="23955"/>
                  </a:lnTo>
                  <a:lnTo>
                    <a:pt x="7690" y="24724"/>
                  </a:lnTo>
                  <a:lnTo>
                    <a:pt x="7221" y="25503"/>
                  </a:lnTo>
                  <a:lnTo>
                    <a:pt x="6766" y="26289"/>
                  </a:lnTo>
                  <a:lnTo>
                    <a:pt x="6324" y="27083"/>
                  </a:lnTo>
                  <a:lnTo>
                    <a:pt x="5896" y="27885"/>
                  </a:lnTo>
                  <a:lnTo>
                    <a:pt x="5483" y="28694"/>
                  </a:lnTo>
                  <a:lnTo>
                    <a:pt x="5083" y="29510"/>
                  </a:lnTo>
                  <a:lnTo>
                    <a:pt x="4698" y="30333"/>
                  </a:lnTo>
                  <a:lnTo>
                    <a:pt x="4328" y="31163"/>
                  </a:lnTo>
                  <a:lnTo>
                    <a:pt x="3972" y="31999"/>
                  </a:lnTo>
                  <a:lnTo>
                    <a:pt x="3630" y="32842"/>
                  </a:lnTo>
                  <a:lnTo>
                    <a:pt x="3304" y="33690"/>
                  </a:lnTo>
                  <a:lnTo>
                    <a:pt x="2992" y="34543"/>
                  </a:lnTo>
                  <a:lnTo>
                    <a:pt x="2696" y="35402"/>
                  </a:lnTo>
                  <a:lnTo>
                    <a:pt x="2414" y="36266"/>
                  </a:lnTo>
                  <a:lnTo>
                    <a:pt x="2148" y="37135"/>
                  </a:lnTo>
                  <a:lnTo>
                    <a:pt x="1896" y="38008"/>
                  </a:lnTo>
                  <a:lnTo>
                    <a:pt x="1661" y="38886"/>
                  </a:lnTo>
                  <a:lnTo>
                    <a:pt x="1440" y="39768"/>
                  </a:lnTo>
                  <a:lnTo>
                    <a:pt x="1235" y="40653"/>
                  </a:lnTo>
                  <a:lnTo>
                    <a:pt x="1046" y="41542"/>
                  </a:lnTo>
                  <a:lnTo>
                    <a:pt x="872" y="42434"/>
                  </a:lnTo>
                  <a:lnTo>
                    <a:pt x="714" y="43328"/>
                  </a:lnTo>
                  <a:lnTo>
                    <a:pt x="571" y="44226"/>
                  </a:lnTo>
                  <a:lnTo>
                    <a:pt x="444" y="45126"/>
                  </a:lnTo>
                  <a:lnTo>
                    <a:pt x="333" y="46028"/>
                  </a:lnTo>
                  <a:lnTo>
                    <a:pt x="238" y="46931"/>
                  </a:lnTo>
                  <a:lnTo>
                    <a:pt x="158" y="47837"/>
                  </a:lnTo>
                  <a:lnTo>
                    <a:pt x="95" y="48743"/>
                  </a:lnTo>
                  <a:lnTo>
                    <a:pt x="47" y="49651"/>
                  </a:lnTo>
                  <a:lnTo>
                    <a:pt x="15" y="50559"/>
                  </a:lnTo>
                  <a:lnTo>
                    <a:pt x="0" y="51467"/>
                  </a:lnTo>
                  <a:lnTo>
                    <a:pt x="0" y="52376"/>
                  </a:lnTo>
                  <a:lnTo>
                    <a:pt x="15" y="53285"/>
                  </a:lnTo>
                  <a:lnTo>
                    <a:pt x="47" y="54193"/>
                  </a:lnTo>
                  <a:lnTo>
                    <a:pt x="95" y="55100"/>
                  </a:lnTo>
                  <a:lnTo>
                    <a:pt x="158" y="56007"/>
                  </a:lnTo>
                  <a:lnTo>
                    <a:pt x="238" y="56912"/>
                  </a:lnTo>
                  <a:lnTo>
                    <a:pt x="333" y="57816"/>
                  </a:lnTo>
                  <a:lnTo>
                    <a:pt x="444" y="58718"/>
                  </a:lnTo>
                  <a:lnTo>
                    <a:pt x="571" y="59618"/>
                  </a:lnTo>
                  <a:lnTo>
                    <a:pt x="714" y="60515"/>
                  </a:lnTo>
                  <a:lnTo>
                    <a:pt x="872" y="61410"/>
                  </a:lnTo>
                  <a:lnTo>
                    <a:pt x="1046" y="62302"/>
                  </a:lnTo>
                  <a:lnTo>
                    <a:pt x="1235" y="63191"/>
                  </a:lnTo>
                  <a:lnTo>
                    <a:pt x="1440" y="64076"/>
                  </a:lnTo>
                  <a:lnTo>
                    <a:pt x="1661" y="64958"/>
                  </a:lnTo>
                  <a:lnTo>
                    <a:pt x="1896" y="65835"/>
                  </a:lnTo>
                  <a:lnTo>
                    <a:pt x="2148" y="66709"/>
                  </a:lnTo>
                  <a:lnTo>
                    <a:pt x="2414" y="67577"/>
                  </a:lnTo>
                  <a:lnTo>
                    <a:pt x="2696" y="68441"/>
                  </a:lnTo>
                  <a:lnTo>
                    <a:pt x="2992" y="69300"/>
                  </a:lnTo>
                  <a:lnTo>
                    <a:pt x="3304" y="70154"/>
                  </a:lnTo>
                  <a:lnTo>
                    <a:pt x="3630" y="71002"/>
                  </a:lnTo>
                  <a:lnTo>
                    <a:pt x="3972" y="71844"/>
                  </a:lnTo>
                  <a:lnTo>
                    <a:pt x="4328" y="72680"/>
                  </a:lnTo>
                  <a:lnTo>
                    <a:pt x="4698" y="73510"/>
                  </a:lnTo>
                  <a:lnTo>
                    <a:pt x="5083" y="74333"/>
                  </a:lnTo>
                  <a:lnTo>
                    <a:pt x="5483" y="75149"/>
                  </a:lnTo>
                  <a:lnTo>
                    <a:pt x="5896" y="75959"/>
                  </a:lnTo>
                  <a:lnTo>
                    <a:pt x="6324" y="76760"/>
                  </a:lnTo>
                  <a:lnTo>
                    <a:pt x="6766" y="77555"/>
                  </a:lnTo>
                  <a:lnTo>
                    <a:pt x="7221" y="78341"/>
                  </a:lnTo>
                  <a:lnTo>
                    <a:pt x="7690" y="79119"/>
                  </a:lnTo>
                  <a:lnTo>
                    <a:pt x="8173" y="79889"/>
                  </a:lnTo>
                  <a:lnTo>
                    <a:pt x="8669" y="80650"/>
                  </a:lnTo>
                  <a:lnTo>
                    <a:pt x="9179" y="81403"/>
                  </a:lnTo>
                  <a:lnTo>
                    <a:pt x="9701" y="82146"/>
                  </a:lnTo>
                  <a:lnTo>
                    <a:pt x="10237" y="82881"/>
                  </a:lnTo>
                  <a:lnTo>
                    <a:pt x="10785" y="83605"/>
                  </a:lnTo>
                  <a:lnTo>
                    <a:pt x="11346" y="84320"/>
                  </a:lnTo>
                  <a:lnTo>
                    <a:pt x="11919" y="85026"/>
                  </a:lnTo>
                  <a:lnTo>
                    <a:pt x="12504" y="85721"/>
                  </a:lnTo>
                  <a:lnTo>
                    <a:pt x="13102" y="86405"/>
                  </a:lnTo>
                  <a:lnTo>
                    <a:pt x="13711" y="87079"/>
                  </a:lnTo>
                  <a:lnTo>
                    <a:pt x="14333" y="87743"/>
                  </a:lnTo>
                  <a:lnTo>
                    <a:pt x="14965" y="88395"/>
                  </a:lnTo>
                  <a:lnTo>
                    <a:pt x="15609" y="89036"/>
                  </a:lnTo>
                  <a:lnTo>
                    <a:pt x="16264" y="89666"/>
                  </a:lnTo>
                  <a:lnTo>
                    <a:pt x="16930" y="90284"/>
                  </a:lnTo>
                  <a:lnTo>
                    <a:pt x="17607" y="90891"/>
                  </a:lnTo>
                  <a:lnTo>
                    <a:pt x="18294" y="91485"/>
                  </a:lnTo>
                  <a:lnTo>
                    <a:pt x="18992" y="92068"/>
                  </a:lnTo>
                  <a:lnTo>
                    <a:pt x="19699" y="92638"/>
                  </a:lnTo>
                  <a:lnTo>
                    <a:pt x="20417" y="93195"/>
                  </a:lnTo>
                  <a:lnTo>
                    <a:pt x="21144" y="93740"/>
                  </a:lnTo>
                  <a:lnTo>
                    <a:pt x="21881" y="94273"/>
                  </a:lnTo>
                  <a:lnTo>
                    <a:pt x="22626" y="94792"/>
                  </a:lnTo>
                  <a:lnTo>
                    <a:pt x="23381" y="95298"/>
                  </a:lnTo>
                  <a:lnTo>
                    <a:pt x="24145" y="95791"/>
                  </a:lnTo>
                  <a:lnTo>
                    <a:pt x="24917" y="96270"/>
                  </a:lnTo>
                  <a:lnTo>
                    <a:pt x="25697" y="96736"/>
                  </a:lnTo>
                  <a:lnTo>
                    <a:pt x="26485" y="97188"/>
                  </a:lnTo>
                  <a:lnTo>
                    <a:pt x="27281" y="97626"/>
                  </a:lnTo>
                  <a:lnTo>
                    <a:pt x="28085" y="98050"/>
                  </a:lnTo>
                  <a:lnTo>
                    <a:pt x="28896" y="98461"/>
                  </a:lnTo>
                  <a:lnTo>
                    <a:pt x="29714" y="98856"/>
                  </a:lnTo>
                  <a:lnTo>
                    <a:pt x="30539" y="99238"/>
                  </a:lnTo>
                  <a:lnTo>
                    <a:pt x="31370" y="99605"/>
                  </a:lnTo>
                  <a:lnTo>
                    <a:pt x="32208" y="99957"/>
                  </a:lnTo>
                  <a:lnTo>
                    <a:pt x="33052" y="100295"/>
                  </a:lnTo>
                  <a:lnTo>
                    <a:pt x="33901" y="100618"/>
                  </a:lnTo>
                  <a:lnTo>
                    <a:pt x="34756" y="100925"/>
                  </a:lnTo>
                  <a:lnTo>
                    <a:pt x="35616" y="101218"/>
                  </a:lnTo>
                  <a:lnTo>
                    <a:pt x="36481" y="101496"/>
                  </a:lnTo>
                  <a:lnTo>
                    <a:pt x="37351" y="101759"/>
                  </a:lnTo>
                  <a:lnTo>
                    <a:pt x="38226" y="102006"/>
                  </a:lnTo>
                  <a:lnTo>
                    <a:pt x="39104" y="102238"/>
                  </a:lnTo>
                  <a:lnTo>
                    <a:pt x="39987" y="102455"/>
                  </a:lnTo>
                  <a:lnTo>
                    <a:pt x="40873" y="102656"/>
                  </a:lnTo>
                  <a:lnTo>
                    <a:pt x="41763" y="102841"/>
                  </a:lnTo>
                  <a:lnTo>
                    <a:pt x="42655" y="103011"/>
                  </a:lnTo>
                  <a:lnTo>
                    <a:pt x="43551" y="103166"/>
                  </a:lnTo>
                  <a:lnTo>
                    <a:pt x="44449" y="103304"/>
                  </a:lnTo>
                  <a:lnTo>
                    <a:pt x="45350" y="103427"/>
                  </a:lnTo>
                  <a:lnTo>
                    <a:pt x="46252" y="103534"/>
                  </a:lnTo>
                  <a:lnTo>
                    <a:pt x="47156" y="103625"/>
                  </a:lnTo>
                  <a:lnTo>
                    <a:pt x="48062" y="103701"/>
                  </a:lnTo>
                  <a:lnTo>
                    <a:pt x="48968" y="103761"/>
                  </a:lnTo>
                  <a:lnTo>
                    <a:pt x="49876" y="103804"/>
                  </a:lnTo>
                  <a:lnTo>
                    <a:pt x="50784" y="103832"/>
                  </a:lnTo>
                  <a:lnTo>
                    <a:pt x="51693" y="103844"/>
                  </a:lnTo>
                  <a:lnTo>
                    <a:pt x="52602" y="103840"/>
                  </a:lnTo>
                  <a:lnTo>
                    <a:pt x="53510" y="103820"/>
                  </a:lnTo>
                  <a:lnTo>
                    <a:pt x="54418" y="103784"/>
                  </a:lnTo>
                  <a:lnTo>
                    <a:pt x="55326" y="103733"/>
                  </a:lnTo>
                  <a:lnTo>
                    <a:pt x="56232" y="103665"/>
                  </a:lnTo>
                  <a:lnTo>
                    <a:pt x="57137" y="103582"/>
                  </a:lnTo>
                  <a:lnTo>
                    <a:pt x="58040" y="103483"/>
                  </a:lnTo>
                  <a:lnTo>
                    <a:pt x="58941" y="103368"/>
                  </a:lnTo>
                  <a:lnTo>
                    <a:pt x="59841" y="103237"/>
                  </a:lnTo>
                  <a:lnTo>
                    <a:pt x="60738" y="103090"/>
                  </a:lnTo>
                  <a:lnTo>
                    <a:pt x="61632" y="102928"/>
                  </a:lnTo>
                  <a:lnTo>
                    <a:pt x="62523" y="102750"/>
                  </a:lnTo>
                  <a:lnTo>
                    <a:pt x="63411" y="102557"/>
                  </a:lnTo>
                  <a:lnTo>
                    <a:pt x="64295" y="102348"/>
                  </a:lnTo>
                  <a:lnTo>
                    <a:pt x="65176" y="102124"/>
                  </a:lnTo>
                  <a:lnTo>
                    <a:pt x="66052" y="101884"/>
                  </a:lnTo>
                  <a:lnTo>
                    <a:pt x="66925" y="101629"/>
                  </a:lnTo>
                  <a:lnTo>
                    <a:pt x="67792" y="101359"/>
                  </a:lnTo>
                  <a:lnTo>
                    <a:pt x="68655" y="101074"/>
                  </a:lnTo>
                  <a:lnTo>
                    <a:pt x="69513" y="100773"/>
                  </a:lnTo>
                  <a:lnTo>
                    <a:pt x="70365" y="100458"/>
                  </a:lnTo>
                  <a:lnTo>
                    <a:pt x="71212" y="100128"/>
                  </a:lnTo>
                  <a:lnTo>
                    <a:pt x="72052" y="99783"/>
                  </a:lnTo>
                  <a:lnTo>
                    <a:pt x="72887" y="99423"/>
                  </a:lnTo>
                  <a:lnTo>
                    <a:pt x="73715" y="99049"/>
                  </a:lnTo>
                  <a:lnTo>
                    <a:pt x="74536" y="98660"/>
                  </a:lnTo>
                  <a:lnTo>
                    <a:pt x="75351" y="98257"/>
                  </a:lnTo>
                  <a:lnTo>
                    <a:pt x="76158" y="97840"/>
                  </a:lnTo>
                  <a:lnTo>
                    <a:pt x="76958" y="97409"/>
                  </a:lnTo>
                  <a:lnTo>
                    <a:pt x="77750" y="96964"/>
                  </a:lnTo>
                  <a:lnTo>
                    <a:pt x="78535" y="96505"/>
                  </a:lnTo>
                  <a:lnTo>
                    <a:pt x="79311" y="96032"/>
                  </a:lnTo>
                  <a:lnTo>
                    <a:pt x="80079" y="95546"/>
                  </a:lnTo>
                  <a:lnTo>
                    <a:pt x="80838" y="95047"/>
                  </a:lnTo>
                  <a:lnTo>
                    <a:pt x="81588" y="94534"/>
                  </a:lnTo>
                  <a:lnTo>
                    <a:pt x="82329" y="94008"/>
                  </a:lnTo>
                  <a:lnTo>
                    <a:pt x="83061" y="93469"/>
                  </a:lnTo>
                  <a:lnTo>
                    <a:pt x="83784" y="92918"/>
                  </a:lnTo>
                  <a:lnTo>
                    <a:pt x="84496" y="92354"/>
                  </a:lnTo>
                  <a:lnTo>
                    <a:pt x="85199" y="91778"/>
                  </a:lnTo>
                  <a:lnTo>
                    <a:pt x="85891" y="91189"/>
                  </a:lnTo>
                  <a:lnTo>
                    <a:pt x="86573" y="90589"/>
                  </a:lnTo>
                  <a:lnTo>
                    <a:pt x="87245" y="89976"/>
                  </a:lnTo>
                  <a:lnTo>
                    <a:pt x="87905" y="89352"/>
                  </a:lnTo>
                  <a:lnTo>
                    <a:pt x="88555" y="88717"/>
                  </a:lnTo>
                  <a:lnTo>
                    <a:pt x="89193" y="88070"/>
                  </a:lnTo>
                  <a:lnTo>
                    <a:pt x="89820" y="87412"/>
                  </a:lnTo>
                  <a:lnTo>
                    <a:pt x="90435" y="86744"/>
                  </a:lnTo>
                  <a:lnTo>
                    <a:pt x="91039" y="86064"/>
                  </a:lnTo>
                  <a:lnTo>
                    <a:pt x="91630" y="85374"/>
                  </a:lnTo>
                  <a:lnTo>
                    <a:pt x="92210" y="84674"/>
                  </a:lnTo>
                  <a:lnTo>
                    <a:pt x="92777" y="83964"/>
                  </a:lnTo>
                  <a:lnTo>
                    <a:pt x="93331" y="83244"/>
                  </a:lnTo>
                  <a:lnTo>
                    <a:pt x="93873" y="82515"/>
                  </a:lnTo>
                  <a:lnTo>
                    <a:pt x="94402" y="81776"/>
                  </a:lnTo>
                  <a:lnTo>
                    <a:pt x="94918" y="81028"/>
                  </a:lnTo>
                  <a:lnTo>
                    <a:pt x="95421" y="80271"/>
                  </a:lnTo>
                  <a:lnTo>
                    <a:pt x="95910" y="79505"/>
                  </a:lnTo>
                  <a:lnTo>
                    <a:pt x="96386" y="78731"/>
                  </a:lnTo>
                  <a:lnTo>
                    <a:pt x="96849" y="77949"/>
                  </a:lnTo>
                  <a:lnTo>
                    <a:pt x="97297" y="77158"/>
                  </a:lnTo>
                  <a:lnTo>
                    <a:pt x="97732" y="76360"/>
                  </a:lnTo>
                  <a:lnTo>
                    <a:pt x="98153" y="75555"/>
                  </a:lnTo>
                  <a:lnTo>
                    <a:pt x="98559" y="74742"/>
                  </a:lnTo>
                  <a:lnTo>
                    <a:pt x="98952" y="73922"/>
                  </a:lnTo>
                  <a:lnTo>
                    <a:pt x="99329" y="73096"/>
                  </a:lnTo>
                  <a:lnTo>
                    <a:pt x="99693" y="72263"/>
                  </a:lnTo>
                  <a:lnTo>
                    <a:pt x="100041" y="71424"/>
                  </a:lnTo>
                  <a:lnTo>
                    <a:pt x="100375" y="70579"/>
                  </a:lnTo>
                  <a:lnTo>
                    <a:pt x="100694" y="69728"/>
                  </a:lnTo>
                  <a:lnTo>
                    <a:pt x="100999" y="68871"/>
                  </a:lnTo>
                  <a:lnTo>
                    <a:pt x="101288" y="68010"/>
                  </a:lnTo>
                  <a:lnTo>
                    <a:pt x="101562" y="67144"/>
                  </a:lnTo>
                  <a:lnTo>
                    <a:pt x="101820" y="66272"/>
                  </a:lnTo>
                  <a:lnTo>
                    <a:pt x="102064" y="65397"/>
                  </a:lnTo>
                  <a:lnTo>
                    <a:pt x="102292" y="64517"/>
                  </a:lnTo>
                  <a:lnTo>
                    <a:pt x="102505" y="63634"/>
                  </a:lnTo>
                  <a:lnTo>
                    <a:pt x="102702" y="62747"/>
                  </a:lnTo>
                  <a:lnTo>
                    <a:pt x="102884" y="61856"/>
                  </a:lnTo>
                  <a:lnTo>
                    <a:pt x="103050" y="60963"/>
                  </a:lnTo>
                  <a:lnTo>
                    <a:pt x="103200" y="60067"/>
                  </a:lnTo>
                  <a:lnTo>
                    <a:pt x="103335" y="59168"/>
                  </a:lnTo>
                  <a:lnTo>
                    <a:pt x="103454" y="58267"/>
                  </a:lnTo>
                  <a:lnTo>
                    <a:pt x="103557" y="57364"/>
                  </a:lnTo>
                  <a:lnTo>
                    <a:pt x="103644" y="56460"/>
                  </a:lnTo>
                  <a:lnTo>
                    <a:pt x="103716" y="55554"/>
                  </a:lnTo>
                  <a:lnTo>
                    <a:pt x="103771" y="54647"/>
                  </a:lnTo>
                  <a:lnTo>
                    <a:pt x="103811" y="53739"/>
                  </a:lnTo>
                  <a:lnTo>
                    <a:pt x="103835" y="52830"/>
                  </a:lnTo>
                  <a:lnTo>
                    <a:pt x="103843" y="519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288" name="pl288"/>
            <p:cNvSpPr/>
            <p:nvPr/>
          </p:nvSpPr>
          <p:spPr>
            <a:xfrm>
              <a:off x="7663243" y="2420089"/>
              <a:ext cx="571139" cy="571144"/>
            </a:xfrm>
            <a:custGeom>
              <a:avLst/>
              <a:pathLst>
                <a:path w="571139" h="571144">
                  <a:moveTo>
                    <a:pt x="571139" y="285572"/>
                  </a:moveTo>
                  <a:lnTo>
                    <a:pt x="571095" y="280574"/>
                  </a:lnTo>
                  <a:lnTo>
                    <a:pt x="570964" y="275578"/>
                  </a:lnTo>
                  <a:lnTo>
                    <a:pt x="570745" y="270584"/>
                  </a:lnTo>
                  <a:lnTo>
                    <a:pt x="570439" y="265596"/>
                  </a:lnTo>
                  <a:lnTo>
                    <a:pt x="570046" y="260613"/>
                  </a:lnTo>
                  <a:lnTo>
                    <a:pt x="569566" y="255638"/>
                  </a:lnTo>
                  <a:lnTo>
                    <a:pt x="568998" y="250673"/>
                  </a:lnTo>
                  <a:lnTo>
                    <a:pt x="568344" y="245718"/>
                  </a:lnTo>
                  <a:lnTo>
                    <a:pt x="567603" y="240775"/>
                  </a:lnTo>
                  <a:lnTo>
                    <a:pt x="566776" y="235846"/>
                  </a:lnTo>
                  <a:lnTo>
                    <a:pt x="565863" y="230932"/>
                  </a:lnTo>
                  <a:lnTo>
                    <a:pt x="564864" y="226035"/>
                  </a:lnTo>
                  <a:lnTo>
                    <a:pt x="563779" y="221156"/>
                  </a:lnTo>
                  <a:lnTo>
                    <a:pt x="562609" y="216296"/>
                  </a:lnTo>
                  <a:lnTo>
                    <a:pt x="561354" y="211459"/>
                  </a:lnTo>
                  <a:lnTo>
                    <a:pt x="560015" y="206643"/>
                  </a:lnTo>
                  <a:lnTo>
                    <a:pt x="558592" y="201852"/>
                  </a:lnTo>
                  <a:lnTo>
                    <a:pt x="557085" y="197087"/>
                  </a:lnTo>
                  <a:lnTo>
                    <a:pt x="555494" y="192348"/>
                  </a:lnTo>
                  <a:lnTo>
                    <a:pt x="553822" y="187639"/>
                  </a:lnTo>
                  <a:lnTo>
                    <a:pt x="552067" y="182959"/>
                  </a:lnTo>
                  <a:lnTo>
                    <a:pt x="550230" y="178310"/>
                  </a:lnTo>
                  <a:lnTo>
                    <a:pt x="548312" y="173695"/>
                  </a:lnTo>
                  <a:lnTo>
                    <a:pt x="546314" y="169114"/>
                  </a:lnTo>
                  <a:lnTo>
                    <a:pt x="544236" y="164568"/>
                  </a:lnTo>
                  <a:lnTo>
                    <a:pt x="542079" y="160060"/>
                  </a:lnTo>
                  <a:lnTo>
                    <a:pt x="539843" y="155590"/>
                  </a:lnTo>
                  <a:lnTo>
                    <a:pt x="537529" y="151159"/>
                  </a:lnTo>
                  <a:lnTo>
                    <a:pt x="535138" y="146770"/>
                  </a:lnTo>
                  <a:lnTo>
                    <a:pt x="532671" y="142424"/>
                  </a:lnTo>
                  <a:lnTo>
                    <a:pt x="530127" y="138121"/>
                  </a:lnTo>
                  <a:lnTo>
                    <a:pt x="527509" y="133864"/>
                  </a:lnTo>
                  <a:lnTo>
                    <a:pt x="524817" y="129653"/>
                  </a:lnTo>
                  <a:lnTo>
                    <a:pt x="522052" y="125489"/>
                  </a:lnTo>
                  <a:lnTo>
                    <a:pt x="519214" y="121375"/>
                  </a:lnTo>
                  <a:lnTo>
                    <a:pt x="516305" y="117311"/>
                  </a:lnTo>
                  <a:lnTo>
                    <a:pt x="513325" y="113299"/>
                  </a:lnTo>
                  <a:lnTo>
                    <a:pt x="510275" y="109339"/>
                  </a:lnTo>
                  <a:lnTo>
                    <a:pt x="507156" y="105433"/>
                  </a:lnTo>
                  <a:lnTo>
                    <a:pt x="503970" y="101583"/>
                  </a:lnTo>
                  <a:lnTo>
                    <a:pt x="500716" y="97789"/>
                  </a:lnTo>
                  <a:lnTo>
                    <a:pt x="497397" y="94052"/>
                  </a:lnTo>
                  <a:lnTo>
                    <a:pt x="494013" y="90374"/>
                  </a:lnTo>
                  <a:lnTo>
                    <a:pt x="490565" y="86756"/>
                  </a:lnTo>
                  <a:lnTo>
                    <a:pt x="487054" y="83199"/>
                  </a:lnTo>
                  <a:lnTo>
                    <a:pt x="483481" y="79703"/>
                  </a:lnTo>
                  <a:lnTo>
                    <a:pt x="479848" y="76271"/>
                  </a:lnTo>
                  <a:lnTo>
                    <a:pt x="476155" y="72903"/>
                  </a:lnTo>
                  <a:lnTo>
                    <a:pt x="472404" y="69600"/>
                  </a:lnTo>
                  <a:lnTo>
                    <a:pt x="468596" y="66363"/>
                  </a:lnTo>
                  <a:lnTo>
                    <a:pt x="464731" y="63193"/>
                  </a:lnTo>
                  <a:lnTo>
                    <a:pt x="460812" y="60092"/>
                  </a:lnTo>
                  <a:lnTo>
                    <a:pt x="456839" y="57059"/>
                  </a:lnTo>
                  <a:lnTo>
                    <a:pt x="452813" y="54097"/>
                  </a:lnTo>
                  <a:lnTo>
                    <a:pt x="448737" y="51205"/>
                  </a:lnTo>
                  <a:lnTo>
                    <a:pt x="444610" y="48386"/>
                  </a:lnTo>
                  <a:lnTo>
                    <a:pt x="440435" y="45638"/>
                  </a:lnTo>
                  <a:lnTo>
                    <a:pt x="436212" y="42965"/>
                  </a:lnTo>
                  <a:lnTo>
                    <a:pt x="431943" y="40365"/>
                  </a:lnTo>
                  <a:lnTo>
                    <a:pt x="427629" y="37841"/>
                  </a:lnTo>
                  <a:lnTo>
                    <a:pt x="423272" y="35393"/>
                  </a:lnTo>
                  <a:lnTo>
                    <a:pt x="418873" y="33021"/>
                  </a:lnTo>
                  <a:lnTo>
                    <a:pt x="414432" y="30727"/>
                  </a:lnTo>
                  <a:lnTo>
                    <a:pt x="409952" y="28510"/>
                  </a:lnTo>
                  <a:lnTo>
                    <a:pt x="405435" y="26373"/>
                  </a:lnTo>
                  <a:lnTo>
                    <a:pt x="400880" y="24315"/>
                  </a:lnTo>
                  <a:lnTo>
                    <a:pt x="396290" y="22337"/>
                  </a:lnTo>
                  <a:lnTo>
                    <a:pt x="391666" y="20439"/>
                  </a:lnTo>
                  <a:lnTo>
                    <a:pt x="387010" y="18623"/>
                  </a:lnTo>
                  <a:lnTo>
                    <a:pt x="382322" y="16888"/>
                  </a:lnTo>
                  <a:lnTo>
                    <a:pt x="377605" y="15236"/>
                  </a:lnTo>
                  <a:lnTo>
                    <a:pt x="372860" y="13667"/>
                  </a:lnTo>
                  <a:lnTo>
                    <a:pt x="368088" y="12180"/>
                  </a:lnTo>
                  <a:lnTo>
                    <a:pt x="363291" y="10778"/>
                  </a:lnTo>
                  <a:lnTo>
                    <a:pt x="358470" y="9460"/>
                  </a:lnTo>
                  <a:lnTo>
                    <a:pt x="353626" y="8226"/>
                  </a:lnTo>
                  <a:lnTo>
                    <a:pt x="348762" y="7078"/>
                  </a:lnTo>
                  <a:lnTo>
                    <a:pt x="343878" y="6014"/>
                  </a:lnTo>
                  <a:lnTo>
                    <a:pt x="338977" y="5036"/>
                  </a:lnTo>
                  <a:lnTo>
                    <a:pt x="334059" y="4145"/>
                  </a:lnTo>
                  <a:lnTo>
                    <a:pt x="329126" y="3339"/>
                  </a:lnTo>
                  <a:lnTo>
                    <a:pt x="324180" y="2620"/>
                  </a:lnTo>
                  <a:lnTo>
                    <a:pt x="319223" y="1987"/>
                  </a:lnTo>
                  <a:lnTo>
                    <a:pt x="314254" y="1442"/>
                  </a:lnTo>
                  <a:lnTo>
                    <a:pt x="309277" y="983"/>
                  </a:lnTo>
                  <a:lnTo>
                    <a:pt x="304293" y="612"/>
                  </a:lnTo>
                  <a:lnTo>
                    <a:pt x="299303" y="327"/>
                  </a:lnTo>
                  <a:lnTo>
                    <a:pt x="294309" y="131"/>
                  </a:lnTo>
                  <a:lnTo>
                    <a:pt x="289312" y="21"/>
                  </a:lnTo>
                  <a:lnTo>
                    <a:pt x="284314" y="0"/>
                  </a:lnTo>
                  <a:lnTo>
                    <a:pt x="279317" y="65"/>
                  </a:lnTo>
                  <a:lnTo>
                    <a:pt x="274321" y="218"/>
                  </a:lnTo>
                  <a:lnTo>
                    <a:pt x="269329" y="459"/>
                  </a:lnTo>
                  <a:lnTo>
                    <a:pt x="264341" y="786"/>
                  </a:lnTo>
                  <a:lnTo>
                    <a:pt x="259361" y="1201"/>
                  </a:lnTo>
                  <a:lnTo>
                    <a:pt x="254388" y="1704"/>
                  </a:lnTo>
                  <a:lnTo>
                    <a:pt x="249425" y="2293"/>
                  </a:lnTo>
                  <a:lnTo>
                    <a:pt x="244472" y="2969"/>
                  </a:lnTo>
                  <a:lnTo>
                    <a:pt x="239533" y="3731"/>
                  </a:lnTo>
                  <a:lnTo>
                    <a:pt x="234607" y="4580"/>
                  </a:lnTo>
                  <a:lnTo>
                    <a:pt x="229698" y="5515"/>
                  </a:lnTo>
                  <a:lnTo>
                    <a:pt x="224805" y="6535"/>
                  </a:lnTo>
                  <a:lnTo>
                    <a:pt x="219931" y="7641"/>
                  </a:lnTo>
                  <a:lnTo>
                    <a:pt x="215077" y="8832"/>
                  </a:lnTo>
                  <a:lnTo>
                    <a:pt x="210244" y="10108"/>
                  </a:lnTo>
                  <a:lnTo>
                    <a:pt x="205435" y="11469"/>
                  </a:lnTo>
                  <a:lnTo>
                    <a:pt x="200650" y="12913"/>
                  </a:lnTo>
                  <a:lnTo>
                    <a:pt x="195891" y="14441"/>
                  </a:lnTo>
                  <a:lnTo>
                    <a:pt x="191160" y="16052"/>
                  </a:lnTo>
                  <a:lnTo>
                    <a:pt x="186458" y="17745"/>
                  </a:lnTo>
                  <a:lnTo>
                    <a:pt x="181786" y="19521"/>
                  </a:lnTo>
                  <a:lnTo>
                    <a:pt x="177145" y="21378"/>
                  </a:lnTo>
                  <a:lnTo>
                    <a:pt x="172538" y="23316"/>
                  </a:lnTo>
                  <a:lnTo>
                    <a:pt x="167966" y="25334"/>
                  </a:lnTo>
                  <a:lnTo>
                    <a:pt x="163429" y="27432"/>
                  </a:lnTo>
                  <a:lnTo>
                    <a:pt x="158930" y="29609"/>
                  </a:lnTo>
                  <a:lnTo>
                    <a:pt x="154470" y="31864"/>
                  </a:lnTo>
                  <a:lnTo>
                    <a:pt x="150050" y="34197"/>
                  </a:lnTo>
                  <a:lnTo>
                    <a:pt x="145671" y="36607"/>
                  </a:lnTo>
                  <a:lnTo>
                    <a:pt x="141336" y="39094"/>
                  </a:lnTo>
                  <a:lnTo>
                    <a:pt x="137044" y="41656"/>
                  </a:lnTo>
                  <a:lnTo>
                    <a:pt x="132798" y="44292"/>
                  </a:lnTo>
                  <a:lnTo>
                    <a:pt x="128599" y="47003"/>
                  </a:lnTo>
                  <a:lnTo>
                    <a:pt x="124448" y="49786"/>
                  </a:lnTo>
                  <a:lnTo>
                    <a:pt x="120346" y="52642"/>
                  </a:lnTo>
                  <a:lnTo>
                    <a:pt x="116295" y="55569"/>
                  </a:lnTo>
                  <a:lnTo>
                    <a:pt x="112295" y="58567"/>
                  </a:lnTo>
                  <a:lnTo>
                    <a:pt x="108349" y="61634"/>
                  </a:lnTo>
                  <a:lnTo>
                    <a:pt x="104457" y="64770"/>
                  </a:lnTo>
                  <a:lnTo>
                    <a:pt x="100621" y="67973"/>
                  </a:lnTo>
                  <a:lnTo>
                    <a:pt x="96841" y="71243"/>
                  </a:lnTo>
                  <a:lnTo>
                    <a:pt x="93119" y="74579"/>
                  </a:lnTo>
                  <a:lnTo>
                    <a:pt x="89456" y="77979"/>
                  </a:lnTo>
                  <a:lnTo>
                    <a:pt x="85853" y="81443"/>
                  </a:lnTo>
                  <a:lnTo>
                    <a:pt x="82311" y="84969"/>
                  </a:lnTo>
                  <a:lnTo>
                    <a:pt x="78831" y="88557"/>
                  </a:lnTo>
                  <a:lnTo>
                    <a:pt x="75415" y="92206"/>
                  </a:lnTo>
                  <a:lnTo>
                    <a:pt x="72063" y="95913"/>
                  </a:lnTo>
                  <a:lnTo>
                    <a:pt x="68776" y="99678"/>
                  </a:lnTo>
                  <a:lnTo>
                    <a:pt x="65556" y="103501"/>
                  </a:lnTo>
                  <a:lnTo>
                    <a:pt x="62403" y="107379"/>
                  </a:lnTo>
                  <a:lnTo>
                    <a:pt x="59319" y="111312"/>
                  </a:lnTo>
                  <a:lnTo>
                    <a:pt x="56304" y="115298"/>
                  </a:lnTo>
                  <a:lnTo>
                    <a:pt x="53359" y="119337"/>
                  </a:lnTo>
                  <a:lnTo>
                    <a:pt x="50485" y="123426"/>
                  </a:lnTo>
                  <a:lnTo>
                    <a:pt x="47684" y="127565"/>
                  </a:lnTo>
                  <a:lnTo>
                    <a:pt x="44955" y="131752"/>
                  </a:lnTo>
                  <a:lnTo>
                    <a:pt x="42300" y="135987"/>
                  </a:lnTo>
                  <a:lnTo>
                    <a:pt x="39719" y="140267"/>
                  </a:lnTo>
                  <a:lnTo>
                    <a:pt x="37214" y="144592"/>
                  </a:lnTo>
                  <a:lnTo>
                    <a:pt x="34784" y="148960"/>
                  </a:lnTo>
                  <a:lnTo>
                    <a:pt x="32432" y="153369"/>
                  </a:lnTo>
                  <a:lnTo>
                    <a:pt x="30157" y="157820"/>
                  </a:lnTo>
                  <a:lnTo>
                    <a:pt x="27960" y="162309"/>
                  </a:lnTo>
                  <a:lnTo>
                    <a:pt x="25843" y="166836"/>
                  </a:lnTo>
                  <a:lnTo>
                    <a:pt x="23804" y="171400"/>
                  </a:lnTo>
                  <a:lnTo>
                    <a:pt x="21846" y="175999"/>
                  </a:lnTo>
                  <a:lnTo>
                    <a:pt x="19969" y="180631"/>
                  </a:lnTo>
                  <a:lnTo>
                    <a:pt x="18173" y="185295"/>
                  </a:lnTo>
                  <a:lnTo>
                    <a:pt x="16459" y="189990"/>
                  </a:lnTo>
                  <a:lnTo>
                    <a:pt x="14828" y="194714"/>
                  </a:lnTo>
                  <a:lnTo>
                    <a:pt x="13279" y="199466"/>
                  </a:lnTo>
                  <a:lnTo>
                    <a:pt x="11814" y="204245"/>
                  </a:lnTo>
                  <a:lnTo>
                    <a:pt x="10432" y="209048"/>
                  </a:lnTo>
                  <a:lnTo>
                    <a:pt x="9135" y="213875"/>
                  </a:lnTo>
                  <a:lnTo>
                    <a:pt x="7923" y="218724"/>
                  </a:lnTo>
                  <a:lnTo>
                    <a:pt x="6795" y="223593"/>
                  </a:lnTo>
                  <a:lnTo>
                    <a:pt x="5753" y="228481"/>
                  </a:lnTo>
                  <a:lnTo>
                    <a:pt x="4797" y="233387"/>
                  </a:lnTo>
                  <a:lnTo>
                    <a:pt x="3927" y="238308"/>
                  </a:lnTo>
                  <a:lnTo>
                    <a:pt x="3143" y="243245"/>
                  </a:lnTo>
                  <a:lnTo>
                    <a:pt x="2445" y="248194"/>
                  </a:lnTo>
                  <a:lnTo>
                    <a:pt x="1835" y="253154"/>
                  </a:lnTo>
                  <a:lnTo>
                    <a:pt x="1311" y="258125"/>
                  </a:lnTo>
                  <a:lnTo>
                    <a:pt x="874" y="263104"/>
                  </a:lnTo>
                  <a:lnTo>
                    <a:pt x="524" y="268089"/>
                  </a:lnTo>
                  <a:lnTo>
                    <a:pt x="262" y="273081"/>
                  </a:lnTo>
                  <a:lnTo>
                    <a:pt x="87" y="278076"/>
                  </a:lnTo>
                  <a:lnTo>
                    <a:pt x="0" y="283073"/>
                  </a:lnTo>
                  <a:lnTo>
                    <a:pt x="0" y="288071"/>
                  </a:lnTo>
                  <a:lnTo>
                    <a:pt x="87" y="293068"/>
                  </a:lnTo>
                  <a:lnTo>
                    <a:pt x="262" y="298063"/>
                  </a:lnTo>
                  <a:lnTo>
                    <a:pt x="524" y="303054"/>
                  </a:lnTo>
                  <a:lnTo>
                    <a:pt x="874" y="308040"/>
                  </a:lnTo>
                  <a:lnTo>
                    <a:pt x="1311" y="313019"/>
                  </a:lnTo>
                  <a:lnTo>
                    <a:pt x="1835" y="317990"/>
                  </a:lnTo>
                  <a:lnTo>
                    <a:pt x="2445" y="322950"/>
                  </a:lnTo>
                  <a:lnTo>
                    <a:pt x="3143" y="327899"/>
                  </a:lnTo>
                  <a:lnTo>
                    <a:pt x="3927" y="332836"/>
                  </a:lnTo>
                  <a:lnTo>
                    <a:pt x="4797" y="337757"/>
                  </a:lnTo>
                  <a:lnTo>
                    <a:pt x="5753" y="342663"/>
                  </a:lnTo>
                  <a:lnTo>
                    <a:pt x="6795" y="347551"/>
                  </a:lnTo>
                  <a:lnTo>
                    <a:pt x="7923" y="352420"/>
                  </a:lnTo>
                  <a:lnTo>
                    <a:pt x="9135" y="357269"/>
                  </a:lnTo>
                  <a:lnTo>
                    <a:pt x="10432" y="362096"/>
                  </a:lnTo>
                  <a:lnTo>
                    <a:pt x="11814" y="366899"/>
                  </a:lnTo>
                  <a:lnTo>
                    <a:pt x="13279" y="371678"/>
                  </a:lnTo>
                  <a:lnTo>
                    <a:pt x="14828" y="376430"/>
                  </a:lnTo>
                  <a:lnTo>
                    <a:pt x="16459" y="381154"/>
                  </a:lnTo>
                  <a:lnTo>
                    <a:pt x="18173" y="385849"/>
                  </a:lnTo>
                  <a:lnTo>
                    <a:pt x="19969" y="390513"/>
                  </a:lnTo>
                  <a:lnTo>
                    <a:pt x="21846" y="395145"/>
                  </a:lnTo>
                  <a:lnTo>
                    <a:pt x="23804" y="399744"/>
                  </a:lnTo>
                  <a:lnTo>
                    <a:pt x="25843" y="404307"/>
                  </a:lnTo>
                  <a:lnTo>
                    <a:pt x="27960" y="408835"/>
                  </a:lnTo>
                  <a:lnTo>
                    <a:pt x="30157" y="413324"/>
                  </a:lnTo>
                  <a:lnTo>
                    <a:pt x="32432" y="417774"/>
                  </a:lnTo>
                  <a:lnTo>
                    <a:pt x="34784" y="422184"/>
                  </a:lnTo>
                  <a:lnTo>
                    <a:pt x="37214" y="426552"/>
                  </a:lnTo>
                  <a:lnTo>
                    <a:pt x="39719" y="430877"/>
                  </a:lnTo>
                  <a:lnTo>
                    <a:pt x="42300" y="435157"/>
                  </a:lnTo>
                  <a:lnTo>
                    <a:pt x="44955" y="439392"/>
                  </a:lnTo>
                  <a:lnTo>
                    <a:pt x="47684" y="443579"/>
                  </a:lnTo>
                  <a:lnTo>
                    <a:pt x="50485" y="447718"/>
                  </a:lnTo>
                  <a:lnTo>
                    <a:pt x="53359" y="451807"/>
                  </a:lnTo>
                  <a:lnTo>
                    <a:pt x="56304" y="455846"/>
                  </a:lnTo>
                  <a:lnTo>
                    <a:pt x="59319" y="459832"/>
                  </a:lnTo>
                  <a:lnTo>
                    <a:pt x="62403" y="463765"/>
                  </a:lnTo>
                  <a:lnTo>
                    <a:pt x="65556" y="467643"/>
                  </a:lnTo>
                  <a:lnTo>
                    <a:pt x="68776" y="471465"/>
                  </a:lnTo>
                  <a:lnTo>
                    <a:pt x="72063" y="475231"/>
                  </a:lnTo>
                  <a:lnTo>
                    <a:pt x="75415" y="478938"/>
                  </a:lnTo>
                  <a:lnTo>
                    <a:pt x="78831" y="482587"/>
                  </a:lnTo>
                  <a:lnTo>
                    <a:pt x="82311" y="486174"/>
                  </a:lnTo>
                  <a:lnTo>
                    <a:pt x="85853" y="489701"/>
                  </a:lnTo>
                  <a:lnTo>
                    <a:pt x="89456" y="493165"/>
                  </a:lnTo>
                  <a:lnTo>
                    <a:pt x="93119" y="496565"/>
                  </a:lnTo>
                  <a:lnTo>
                    <a:pt x="96841" y="499901"/>
                  </a:lnTo>
                  <a:lnTo>
                    <a:pt x="100621" y="503171"/>
                  </a:lnTo>
                  <a:lnTo>
                    <a:pt x="104457" y="506374"/>
                  </a:lnTo>
                  <a:lnTo>
                    <a:pt x="108349" y="509510"/>
                  </a:lnTo>
                  <a:lnTo>
                    <a:pt x="112295" y="512577"/>
                  </a:lnTo>
                  <a:lnTo>
                    <a:pt x="116295" y="515575"/>
                  </a:lnTo>
                  <a:lnTo>
                    <a:pt x="120346" y="518502"/>
                  </a:lnTo>
                  <a:lnTo>
                    <a:pt x="124448" y="521357"/>
                  </a:lnTo>
                  <a:lnTo>
                    <a:pt x="128599" y="524141"/>
                  </a:lnTo>
                  <a:lnTo>
                    <a:pt x="132798" y="526852"/>
                  </a:lnTo>
                  <a:lnTo>
                    <a:pt x="137044" y="529488"/>
                  </a:lnTo>
                  <a:lnTo>
                    <a:pt x="141336" y="532050"/>
                  </a:lnTo>
                  <a:lnTo>
                    <a:pt x="145671" y="534536"/>
                  </a:lnTo>
                  <a:lnTo>
                    <a:pt x="150050" y="536947"/>
                  </a:lnTo>
                  <a:lnTo>
                    <a:pt x="154470" y="539280"/>
                  </a:lnTo>
                  <a:lnTo>
                    <a:pt x="158930" y="541535"/>
                  </a:lnTo>
                  <a:lnTo>
                    <a:pt x="163429" y="543712"/>
                  </a:lnTo>
                  <a:lnTo>
                    <a:pt x="167966" y="545810"/>
                  </a:lnTo>
                  <a:lnTo>
                    <a:pt x="172538" y="547828"/>
                  </a:lnTo>
                  <a:lnTo>
                    <a:pt x="177145" y="549766"/>
                  </a:lnTo>
                  <a:lnTo>
                    <a:pt x="181786" y="551623"/>
                  </a:lnTo>
                  <a:lnTo>
                    <a:pt x="186458" y="553399"/>
                  </a:lnTo>
                  <a:lnTo>
                    <a:pt x="191160" y="555092"/>
                  </a:lnTo>
                  <a:lnTo>
                    <a:pt x="195891" y="556703"/>
                  </a:lnTo>
                  <a:lnTo>
                    <a:pt x="200650" y="558231"/>
                  </a:lnTo>
                  <a:lnTo>
                    <a:pt x="205435" y="559675"/>
                  </a:lnTo>
                  <a:lnTo>
                    <a:pt x="210244" y="561035"/>
                  </a:lnTo>
                  <a:lnTo>
                    <a:pt x="215077" y="562311"/>
                  </a:lnTo>
                  <a:lnTo>
                    <a:pt x="219931" y="563503"/>
                  </a:lnTo>
                  <a:lnTo>
                    <a:pt x="224805" y="564609"/>
                  </a:lnTo>
                  <a:lnTo>
                    <a:pt x="229698" y="565629"/>
                  </a:lnTo>
                  <a:lnTo>
                    <a:pt x="234607" y="566564"/>
                  </a:lnTo>
                  <a:lnTo>
                    <a:pt x="239533" y="567413"/>
                  </a:lnTo>
                  <a:lnTo>
                    <a:pt x="244472" y="568175"/>
                  </a:lnTo>
                  <a:lnTo>
                    <a:pt x="249425" y="568851"/>
                  </a:lnTo>
                  <a:lnTo>
                    <a:pt x="254388" y="569440"/>
                  </a:lnTo>
                  <a:lnTo>
                    <a:pt x="259361" y="569942"/>
                  </a:lnTo>
                  <a:lnTo>
                    <a:pt x="264341" y="570357"/>
                  </a:lnTo>
                  <a:lnTo>
                    <a:pt x="269329" y="570685"/>
                  </a:lnTo>
                  <a:lnTo>
                    <a:pt x="274321" y="570926"/>
                  </a:lnTo>
                  <a:lnTo>
                    <a:pt x="279317" y="571079"/>
                  </a:lnTo>
                  <a:lnTo>
                    <a:pt x="284314" y="571144"/>
                  </a:lnTo>
                  <a:lnTo>
                    <a:pt x="289312" y="571123"/>
                  </a:lnTo>
                  <a:lnTo>
                    <a:pt x="294309" y="571013"/>
                  </a:lnTo>
                  <a:lnTo>
                    <a:pt x="299303" y="570816"/>
                  </a:lnTo>
                  <a:lnTo>
                    <a:pt x="304293" y="570532"/>
                  </a:lnTo>
                  <a:lnTo>
                    <a:pt x="309277" y="570161"/>
                  </a:lnTo>
                  <a:lnTo>
                    <a:pt x="314254" y="569702"/>
                  </a:lnTo>
                  <a:lnTo>
                    <a:pt x="319223" y="569157"/>
                  </a:lnTo>
                  <a:lnTo>
                    <a:pt x="324180" y="568524"/>
                  </a:lnTo>
                  <a:lnTo>
                    <a:pt x="329126" y="567805"/>
                  </a:lnTo>
                  <a:lnTo>
                    <a:pt x="334059" y="566999"/>
                  </a:lnTo>
                  <a:lnTo>
                    <a:pt x="338977" y="566108"/>
                  </a:lnTo>
                  <a:lnTo>
                    <a:pt x="343878" y="565130"/>
                  </a:lnTo>
                  <a:lnTo>
                    <a:pt x="348762" y="564066"/>
                  </a:lnTo>
                  <a:lnTo>
                    <a:pt x="353626" y="562918"/>
                  </a:lnTo>
                  <a:lnTo>
                    <a:pt x="358470" y="561684"/>
                  </a:lnTo>
                  <a:lnTo>
                    <a:pt x="363291" y="560366"/>
                  </a:lnTo>
                  <a:lnTo>
                    <a:pt x="368088" y="558963"/>
                  </a:lnTo>
                  <a:lnTo>
                    <a:pt x="372860" y="557477"/>
                  </a:lnTo>
                  <a:lnTo>
                    <a:pt x="377605" y="555908"/>
                  </a:lnTo>
                  <a:lnTo>
                    <a:pt x="382322" y="554256"/>
                  </a:lnTo>
                  <a:lnTo>
                    <a:pt x="387010" y="552521"/>
                  </a:lnTo>
                  <a:lnTo>
                    <a:pt x="391666" y="550705"/>
                  </a:lnTo>
                  <a:lnTo>
                    <a:pt x="396290" y="548807"/>
                  </a:lnTo>
                  <a:lnTo>
                    <a:pt x="400880" y="546829"/>
                  </a:lnTo>
                  <a:lnTo>
                    <a:pt x="405435" y="544771"/>
                  </a:lnTo>
                  <a:lnTo>
                    <a:pt x="409952" y="542633"/>
                  </a:lnTo>
                  <a:lnTo>
                    <a:pt x="414432" y="540417"/>
                  </a:lnTo>
                  <a:lnTo>
                    <a:pt x="418873" y="538123"/>
                  </a:lnTo>
                  <a:lnTo>
                    <a:pt x="423272" y="535751"/>
                  </a:lnTo>
                  <a:lnTo>
                    <a:pt x="427629" y="533303"/>
                  </a:lnTo>
                  <a:lnTo>
                    <a:pt x="431943" y="530779"/>
                  </a:lnTo>
                  <a:lnTo>
                    <a:pt x="436212" y="528179"/>
                  </a:lnTo>
                  <a:lnTo>
                    <a:pt x="440435" y="525506"/>
                  </a:lnTo>
                  <a:lnTo>
                    <a:pt x="444610" y="522758"/>
                  </a:lnTo>
                  <a:lnTo>
                    <a:pt x="448737" y="519939"/>
                  </a:lnTo>
                  <a:lnTo>
                    <a:pt x="452813" y="517047"/>
                  </a:lnTo>
                  <a:lnTo>
                    <a:pt x="456839" y="514084"/>
                  </a:lnTo>
                  <a:lnTo>
                    <a:pt x="460812" y="511052"/>
                  </a:lnTo>
                  <a:lnTo>
                    <a:pt x="464731" y="507950"/>
                  </a:lnTo>
                  <a:lnTo>
                    <a:pt x="468596" y="504781"/>
                  </a:lnTo>
                  <a:lnTo>
                    <a:pt x="472404" y="501544"/>
                  </a:lnTo>
                  <a:lnTo>
                    <a:pt x="476155" y="498241"/>
                  </a:lnTo>
                  <a:lnTo>
                    <a:pt x="479848" y="494873"/>
                  </a:lnTo>
                  <a:lnTo>
                    <a:pt x="483481" y="491441"/>
                  </a:lnTo>
                  <a:lnTo>
                    <a:pt x="487054" y="487945"/>
                  </a:lnTo>
                  <a:lnTo>
                    <a:pt x="490565" y="484388"/>
                  </a:lnTo>
                  <a:lnTo>
                    <a:pt x="494013" y="480770"/>
                  </a:lnTo>
                  <a:lnTo>
                    <a:pt x="497397" y="477092"/>
                  </a:lnTo>
                  <a:lnTo>
                    <a:pt x="500716" y="473355"/>
                  </a:lnTo>
                  <a:lnTo>
                    <a:pt x="503970" y="469561"/>
                  </a:lnTo>
                  <a:lnTo>
                    <a:pt x="507156" y="465711"/>
                  </a:lnTo>
                  <a:lnTo>
                    <a:pt x="510275" y="461805"/>
                  </a:lnTo>
                  <a:lnTo>
                    <a:pt x="513325" y="457845"/>
                  </a:lnTo>
                  <a:lnTo>
                    <a:pt x="516305" y="453833"/>
                  </a:lnTo>
                  <a:lnTo>
                    <a:pt x="519214" y="449769"/>
                  </a:lnTo>
                  <a:lnTo>
                    <a:pt x="522052" y="445655"/>
                  </a:lnTo>
                  <a:lnTo>
                    <a:pt x="524817" y="441491"/>
                  </a:lnTo>
                  <a:lnTo>
                    <a:pt x="527509" y="437280"/>
                  </a:lnTo>
                  <a:lnTo>
                    <a:pt x="530127" y="433023"/>
                  </a:lnTo>
                  <a:lnTo>
                    <a:pt x="532671" y="428720"/>
                  </a:lnTo>
                  <a:lnTo>
                    <a:pt x="535138" y="424374"/>
                  </a:lnTo>
                  <a:lnTo>
                    <a:pt x="537529" y="419984"/>
                  </a:lnTo>
                  <a:lnTo>
                    <a:pt x="539843" y="415554"/>
                  </a:lnTo>
                  <a:lnTo>
                    <a:pt x="542079" y="411084"/>
                  </a:lnTo>
                  <a:lnTo>
                    <a:pt x="544236" y="406576"/>
                  </a:lnTo>
                  <a:lnTo>
                    <a:pt x="546314" y="402030"/>
                  </a:lnTo>
                  <a:lnTo>
                    <a:pt x="548312" y="397449"/>
                  </a:lnTo>
                  <a:lnTo>
                    <a:pt x="550230" y="392833"/>
                  </a:lnTo>
                  <a:lnTo>
                    <a:pt x="552067" y="388185"/>
                  </a:lnTo>
                  <a:lnTo>
                    <a:pt x="553822" y="383505"/>
                  </a:lnTo>
                  <a:lnTo>
                    <a:pt x="555494" y="378795"/>
                  </a:lnTo>
                  <a:lnTo>
                    <a:pt x="557085" y="374057"/>
                  </a:lnTo>
                  <a:lnTo>
                    <a:pt x="558592" y="369292"/>
                  </a:lnTo>
                  <a:lnTo>
                    <a:pt x="560015" y="364501"/>
                  </a:lnTo>
                  <a:lnTo>
                    <a:pt x="561354" y="359685"/>
                  </a:lnTo>
                  <a:lnTo>
                    <a:pt x="562609" y="354847"/>
                  </a:lnTo>
                  <a:lnTo>
                    <a:pt x="563779" y="349988"/>
                  </a:lnTo>
                  <a:lnTo>
                    <a:pt x="564864" y="345109"/>
                  </a:lnTo>
                  <a:lnTo>
                    <a:pt x="565863" y="340212"/>
                  </a:lnTo>
                  <a:lnTo>
                    <a:pt x="566776" y="335298"/>
                  </a:lnTo>
                  <a:lnTo>
                    <a:pt x="567603" y="330369"/>
                  </a:lnTo>
                  <a:lnTo>
                    <a:pt x="568344" y="325426"/>
                  </a:lnTo>
                  <a:lnTo>
                    <a:pt x="568998" y="320471"/>
                  </a:lnTo>
                  <a:lnTo>
                    <a:pt x="569566" y="315506"/>
                  </a:lnTo>
                  <a:lnTo>
                    <a:pt x="570046" y="310531"/>
                  </a:lnTo>
                  <a:lnTo>
                    <a:pt x="570439" y="305548"/>
                  </a:lnTo>
                  <a:lnTo>
                    <a:pt x="570745" y="300559"/>
                  </a:lnTo>
                  <a:lnTo>
                    <a:pt x="570964" y="295566"/>
                  </a:lnTo>
                  <a:lnTo>
                    <a:pt x="571095" y="290570"/>
                  </a:lnTo>
                  <a:lnTo>
                    <a:pt x="571139" y="28557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7429600" y="2186439"/>
              <a:ext cx="1038435" cy="1038445"/>
            </a:xfrm>
            <a:custGeom>
              <a:avLst/>
              <a:pathLst>
                <a:path w="1038435" h="1038445">
                  <a:moveTo>
                    <a:pt x="1038435" y="519222"/>
                  </a:moveTo>
                  <a:lnTo>
                    <a:pt x="1038355" y="510135"/>
                  </a:lnTo>
                  <a:lnTo>
                    <a:pt x="1038117" y="501051"/>
                  </a:lnTo>
                  <a:lnTo>
                    <a:pt x="1037719" y="491972"/>
                  </a:lnTo>
                  <a:lnTo>
                    <a:pt x="1037163" y="482902"/>
                  </a:lnTo>
                  <a:lnTo>
                    <a:pt x="1036448" y="473843"/>
                  </a:lnTo>
                  <a:lnTo>
                    <a:pt x="1035575" y="464797"/>
                  </a:lnTo>
                  <a:lnTo>
                    <a:pt x="1034543" y="455769"/>
                  </a:lnTo>
                  <a:lnTo>
                    <a:pt x="1033354" y="446760"/>
                  </a:lnTo>
                  <a:lnTo>
                    <a:pt x="1032007" y="437773"/>
                  </a:lnTo>
                  <a:lnTo>
                    <a:pt x="1030503" y="428811"/>
                  </a:lnTo>
                  <a:lnTo>
                    <a:pt x="1028842" y="419876"/>
                  </a:lnTo>
                  <a:lnTo>
                    <a:pt x="1027025" y="410972"/>
                  </a:lnTo>
                  <a:lnTo>
                    <a:pt x="1025053" y="402102"/>
                  </a:lnTo>
                  <a:lnTo>
                    <a:pt x="1022926" y="393267"/>
                  </a:lnTo>
                  <a:lnTo>
                    <a:pt x="1020644" y="384470"/>
                  </a:lnTo>
                  <a:lnTo>
                    <a:pt x="1018209" y="375715"/>
                  </a:lnTo>
                  <a:lnTo>
                    <a:pt x="1015621" y="367004"/>
                  </a:lnTo>
                  <a:lnTo>
                    <a:pt x="1012881" y="358340"/>
                  </a:lnTo>
                  <a:lnTo>
                    <a:pt x="1009990" y="349725"/>
                  </a:lnTo>
                  <a:lnTo>
                    <a:pt x="1006949" y="341161"/>
                  </a:lnTo>
                  <a:lnTo>
                    <a:pt x="1003758" y="332653"/>
                  </a:lnTo>
                  <a:lnTo>
                    <a:pt x="1000418" y="324201"/>
                  </a:lnTo>
                  <a:lnTo>
                    <a:pt x="996932" y="315809"/>
                  </a:lnTo>
                  <a:lnTo>
                    <a:pt x="993298" y="307480"/>
                  </a:lnTo>
                  <a:lnTo>
                    <a:pt x="989520" y="299215"/>
                  </a:lnTo>
                  <a:lnTo>
                    <a:pt x="985598" y="291018"/>
                  </a:lnTo>
                  <a:lnTo>
                    <a:pt x="981533" y="282891"/>
                  </a:lnTo>
                  <a:lnTo>
                    <a:pt x="977326" y="274836"/>
                  </a:lnTo>
                  <a:lnTo>
                    <a:pt x="972979" y="266856"/>
                  </a:lnTo>
                  <a:lnTo>
                    <a:pt x="968492" y="258953"/>
                  </a:lnTo>
                  <a:lnTo>
                    <a:pt x="963869" y="251130"/>
                  </a:lnTo>
                  <a:lnTo>
                    <a:pt x="959109" y="243389"/>
                  </a:lnTo>
                  <a:lnTo>
                    <a:pt x="954214" y="235732"/>
                  </a:lnTo>
                  <a:lnTo>
                    <a:pt x="949186" y="228163"/>
                  </a:lnTo>
                  <a:lnTo>
                    <a:pt x="944026" y="220682"/>
                  </a:lnTo>
                  <a:lnTo>
                    <a:pt x="938736" y="213293"/>
                  </a:lnTo>
                  <a:lnTo>
                    <a:pt x="933318" y="205998"/>
                  </a:lnTo>
                  <a:lnTo>
                    <a:pt x="927773" y="198798"/>
                  </a:lnTo>
                  <a:lnTo>
                    <a:pt x="922103" y="191697"/>
                  </a:lnTo>
                  <a:lnTo>
                    <a:pt x="916309" y="184696"/>
                  </a:lnTo>
                  <a:lnTo>
                    <a:pt x="910393" y="177798"/>
                  </a:lnTo>
                  <a:lnTo>
                    <a:pt x="904358" y="171004"/>
                  </a:lnTo>
                  <a:lnTo>
                    <a:pt x="898205" y="164317"/>
                  </a:lnTo>
                  <a:lnTo>
                    <a:pt x="891936" y="157738"/>
                  </a:lnTo>
                  <a:lnTo>
                    <a:pt x="885552" y="151270"/>
                  </a:lnTo>
                  <a:lnTo>
                    <a:pt x="879057" y="144915"/>
                  </a:lnTo>
                  <a:lnTo>
                    <a:pt x="872451" y="138675"/>
                  </a:lnTo>
                  <a:lnTo>
                    <a:pt x="865737" y="132551"/>
                  </a:lnTo>
                  <a:lnTo>
                    <a:pt x="858917" y="126546"/>
                  </a:lnTo>
                  <a:lnTo>
                    <a:pt x="851992" y="120661"/>
                  </a:lnTo>
                  <a:lnTo>
                    <a:pt x="844966" y="114898"/>
                  </a:lnTo>
                  <a:lnTo>
                    <a:pt x="837840" y="109258"/>
                  </a:lnTo>
                  <a:lnTo>
                    <a:pt x="830617" y="103745"/>
                  </a:lnTo>
                  <a:lnTo>
                    <a:pt x="823298" y="98358"/>
                  </a:lnTo>
                  <a:lnTo>
                    <a:pt x="815886" y="93101"/>
                  </a:lnTo>
                  <a:lnTo>
                    <a:pt x="808383" y="87974"/>
                  </a:lnTo>
                  <a:lnTo>
                    <a:pt x="800791" y="82979"/>
                  </a:lnTo>
                  <a:lnTo>
                    <a:pt x="793113" y="78118"/>
                  </a:lnTo>
                  <a:lnTo>
                    <a:pt x="785351" y="73392"/>
                  </a:lnTo>
                  <a:lnTo>
                    <a:pt x="777508" y="68802"/>
                  </a:lnTo>
                  <a:lnTo>
                    <a:pt x="769586" y="64351"/>
                  </a:lnTo>
                  <a:lnTo>
                    <a:pt x="761587" y="60039"/>
                  </a:lnTo>
                  <a:lnTo>
                    <a:pt x="753514" y="55867"/>
                  </a:lnTo>
                  <a:lnTo>
                    <a:pt x="745368" y="51838"/>
                  </a:lnTo>
                  <a:lnTo>
                    <a:pt x="737154" y="47951"/>
                  </a:lnTo>
                  <a:lnTo>
                    <a:pt x="728873" y="44209"/>
                  </a:lnTo>
                  <a:lnTo>
                    <a:pt x="720528" y="40612"/>
                  </a:lnTo>
                  <a:lnTo>
                    <a:pt x="712121" y="37162"/>
                  </a:lnTo>
                  <a:lnTo>
                    <a:pt x="703655" y="33860"/>
                  </a:lnTo>
                  <a:lnTo>
                    <a:pt x="695132" y="30706"/>
                  </a:lnTo>
                  <a:lnTo>
                    <a:pt x="686556" y="27702"/>
                  </a:lnTo>
                  <a:lnTo>
                    <a:pt x="677928" y="24849"/>
                  </a:lnTo>
                  <a:lnTo>
                    <a:pt x="669251" y="22147"/>
                  </a:lnTo>
                  <a:lnTo>
                    <a:pt x="660529" y="19597"/>
                  </a:lnTo>
                  <a:lnTo>
                    <a:pt x="651764" y="17200"/>
                  </a:lnTo>
                  <a:lnTo>
                    <a:pt x="642957" y="14957"/>
                  </a:lnTo>
                  <a:lnTo>
                    <a:pt x="634113" y="12869"/>
                  </a:lnTo>
                  <a:lnTo>
                    <a:pt x="625234" y="10935"/>
                  </a:lnTo>
                  <a:lnTo>
                    <a:pt x="616322" y="9157"/>
                  </a:lnTo>
                  <a:lnTo>
                    <a:pt x="607381" y="7536"/>
                  </a:lnTo>
                  <a:lnTo>
                    <a:pt x="598412" y="6071"/>
                  </a:lnTo>
                  <a:lnTo>
                    <a:pt x="589419" y="4764"/>
                  </a:lnTo>
                  <a:lnTo>
                    <a:pt x="580405" y="3614"/>
                  </a:lnTo>
                  <a:lnTo>
                    <a:pt x="571372" y="2622"/>
                  </a:lnTo>
                  <a:lnTo>
                    <a:pt x="562323" y="1788"/>
                  </a:lnTo>
                  <a:lnTo>
                    <a:pt x="553261" y="1112"/>
                  </a:lnTo>
                  <a:lnTo>
                    <a:pt x="544188" y="596"/>
                  </a:lnTo>
                  <a:lnTo>
                    <a:pt x="535108" y="238"/>
                  </a:lnTo>
                  <a:lnTo>
                    <a:pt x="526023" y="39"/>
                  </a:lnTo>
                  <a:lnTo>
                    <a:pt x="516935" y="0"/>
                  </a:lnTo>
                  <a:lnTo>
                    <a:pt x="507849" y="119"/>
                  </a:lnTo>
                  <a:lnTo>
                    <a:pt x="498766" y="397"/>
                  </a:lnTo>
                  <a:lnTo>
                    <a:pt x="489689" y="834"/>
                  </a:lnTo>
                  <a:lnTo>
                    <a:pt x="480621" y="1430"/>
                  </a:lnTo>
                  <a:lnTo>
                    <a:pt x="471565" y="2185"/>
                  </a:lnTo>
                  <a:lnTo>
                    <a:pt x="462524" y="3098"/>
                  </a:lnTo>
                  <a:lnTo>
                    <a:pt x="453500" y="4169"/>
                  </a:lnTo>
                  <a:lnTo>
                    <a:pt x="444496" y="5398"/>
                  </a:lnTo>
                  <a:lnTo>
                    <a:pt x="435515" y="6784"/>
                  </a:lnTo>
                  <a:lnTo>
                    <a:pt x="426559" y="8327"/>
                  </a:lnTo>
                  <a:lnTo>
                    <a:pt x="417632" y="10027"/>
                  </a:lnTo>
                  <a:lnTo>
                    <a:pt x="408737" y="11882"/>
                  </a:lnTo>
                  <a:lnTo>
                    <a:pt x="399874" y="13894"/>
                  </a:lnTo>
                  <a:lnTo>
                    <a:pt x="391049" y="16059"/>
                  </a:lnTo>
                  <a:lnTo>
                    <a:pt x="382263" y="18379"/>
                  </a:lnTo>
                  <a:lnTo>
                    <a:pt x="373518" y="20853"/>
                  </a:lnTo>
                  <a:lnTo>
                    <a:pt x="364819" y="23479"/>
                  </a:lnTo>
                  <a:lnTo>
                    <a:pt x="356166" y="26257"/>
                  </a:lnTo>
                  <a:lnTo>
                    <a:pt x="347564" y="29185"/>
                  </a:lnTo>
                  <a:lnTo>
                    <a:pt x="339014" y="32264"/>
                  </a:lnTo>
                  <a:lnTo>
                    <a:pt x="330520" y="35493"/>
                  </a:lnTo>
                  <a:lnTo>
                    <a:pt x="322083" y="38869"/>
                  </a:lnTo>
                  <a:lnTo>
                    <a:pt x="313706" y="42392"/>
                  </a:lnTo>
                  <a:lnTo>
                    <a:pt x="305393" y="46062"/>
                  </a:lnTo>
                  <a:lnTo>
                    <a:pt x="297145" y="49876"/>
                  </a:lnTo>
                  <a:lnTo>
                    <a:pt x="288965" y="53834"/>
                  </a:lnTo>
                  <a:lnTo>
                    <a:pt x="280855" y="57935"/>
                  </a:lnTo>
                  <a:lnTo>
                    <a:pt x="272819" y="62177"/>
                  </a:lnTo>
                  <a:lnTo>
                    <a:pt x="264858" y="66559"/>
                  </a:lnTo>
                  <a:lnTo>
                    <a:pt x="256975" y="71080"/>
                  </a:lnTo>
                  <a:lnTo>
                    <a:pt x="249172" y="75738"/>
                  </a:lnTo>
                  <a:lnTo>
                    <a:pt x="241452" y="80532"/>
                  </a:lnTo>
                  <a:lnTo>
                    <a:pt x="233817" y="85460"/>
                  </a:lnTo>
                  <a:lnTo>
                    <a:pt x="226269" y="90521"/>
                  </a:lnTo>
                  <a:lnTo>
                    <a:pt x="218811" y="95713"/>
                  </a:lnTo>
                  <a:lnTo>
                    <a:pt x="211445" y="101036"/>
                  </a:lnTo>
                  <a:lnTo>
                    <a:pt x="204174" y="106486"/>
                  </a:lnTo>
                  <a:lnTo>
                    <a:pt x="196999" y="112062"/>
                  </a:lnTo>
                  <a:lnTo>
                    <a:pt x="189922" y="117764"/>
                  </a:lnTo>
                  <a:lnTo>
                    <a:pt x="182947" y="123588"/>
                  </a:lnTo>
                  <a:lnTo>
                    <a:pt x="176074" y="129533"/>
                  </a:lnTo>
                  <a:lnTo>
                    <a:pt x="169307" y="135598"/>
                  </a:lnTo>
                  <a:lnTo>
                    <a:pt x="162647" y="141781"/>
                  </a:lnTo>
                  <a:lnTo>
                    <a:pt x="156096" y="148079"/>
                  </a:lnTo>
                  <a:lnTo>
                    <a:pt x="149656" y="154490"/>
                  </a:lnTo>
                  <a:lnTo>
                    <a:pt x="143330" y="161014"/>
                  </a:lnTo>
                  <a:lnTo>
                    <a:pt x="137118" y="167647"/>
                  </a:lnTo>
                  <a:lnTo>
                    <a:pt x="131024" y="174388"/>
                  </a:lnTo>
                  <a:lnTo>
                    <a:pt x="125048" y="181234"/>
                  </a:lnTo>
                  <a:lnTo>
                    <a:pt x="119193" y="188184"/>
                  </a:lnTo>
                  <a:lnTo>
                    <a:pt x="113461" y="195235"/>
                  </a:lnTo>
                  <a:lnTo>
                    <a:pt x="107853" y="202386"/>
                  </a:lnTo>
                  <a:lnTo>
                    <a:pt x="102371" y="209634"/>
                  </a:lnTo>
                  <a:lnTo>
                    <a:pt x="97017" y="216976"/>
                  </a:lnTo>
                  <a:lnTo>
                    <a:pt x="91792" y="224411"/>
                  </a:lnTo>
                  <a:lnTo>
                    <a:pt x="86698" y="231936"/>
                  </a:lnTo>
                  <a:lnTo>
                    <a:pt x="81736" y="239550"/>
                  </a:lnTo>
                  <a:lnTo>
                    <a:pt x="76909" y="247249"/>
                  </a:lnTo>
                  <a:lnTo>
                    <a:pt x="72217" y="255031"/>
                  </a:lnTo>
                  <a:lnTo>
                    <a:pt x="67662" y="262894"/>
                  </a:lnTo>
                  <a:lnTo>
                    <a:pt x="63245" y="270836"/>
                  </a:lnTo>
                  <a:lnTo>
                    <a:pt x="58968" y="278854"/>
                  </a:lnTo>
                  <a:lnTo>
                    <a:pt x="54831" y="286945"/>
                  </a:lnTo>
                  <a:lnTo>
                    <a:pt x="50838" y="295108"/>
                  </a:lnTo>
                  <a:lnTo>
                    <a:pt x="46987" y="303339"/>
                  </a:lnTo>
                  <a:lnTo>
                    <a:pt x="43281" y="311637"/>
                  </a:lnTo>
                  <a:lnTo>
                    <a:pt x="39721" y="319998"/>
                  </a:lnTo>
                  <a:lnTo>
                    <a:pt x="36308" y="328420"/>
                  </a:lnTo>
                  <a:lnTo>
                    <a:pt x="33043" y="336900"/>
                  </a:lnTo>
                  <a:lnTo>
                    <a:pt x="29926" y="345436"/>
                  </a:lnTo>
                  <a:lnTo>
                    <a:pt x="26960" y="354026"/>
                  </a:lnTo>
                  <a:lnTo>
                    <a:pt x="24144" y="362666"/>
                  </a:lnTo>
                  <a:lnTo>
                    <a:pt x="21480" y="371354"/>
                  </a:lnTo>
                  <a:lnTo>
                    <a:pt x="18968" y="380088"/>
                  </a:lnTo>
                  <a:lnTo>
                    <a:pt x="16610" y="388864"/>
                  </a:lnTo>
                  <a:lnTo>
                    <a:pt x="14406" y="397680"/>
                  </a:lnTo>
                  <a:lnTo>
                    <a:pt x="12356" y="406533"/>
                  </a:lnTo>
                  <a:lnTo>
                    <a:pt x="10461" y="415420"/>
                  </a:lnTo>
                  <a:lnTo>
                    <a:pt x="8723" y="424340"/>
                  </a:lnTo>
                  <a:lnTo>
                    <a:pt x="7140" y="433288"/>
                  </a:lnTo>
                  <a:lnTo>
                    <a:pt x="5715" y="442263"/>
                  </a:lnTo>
                  <a:lnTo>
                    <a:pt x="4446" y="451262"/>
                  </a:lnTo>
                  <a:lnTo>
                    <a:pt x="3336" y="460281"/>
                  </a:lnTo>
                  <a:lnTo>
                    <a:pt x="2383" y="469318"/>
                  </a:lnTo>
                  <a:lnTo>
                    <a:pt x="1589" y="478371"/>
                  </a:lnTo>
                  <a:lnTo>
                    <a:pt x="953" y="487436"/>
                  </a:lnTo>
                  <a:lnTo>
                    <a:pt x="477" y="496511"/>
                  </a:lnTo>
                  <a:lnTo>
                    <a:pt x="159" y="505592"/>
                  </a:lnTo>
                  <a:lnTo>
                    <a:pt x="0" y="514678"/>
                  </a:lnTo>
                  <a:lnTo>
                    <a:pt x="0" y="523766"/>
                  </a:lnTo>
                  <a:lnTo>
                    <a:pt x="159" y="532852"/>
                  </a:lnTo>
                  <a:lnTo>
                    <a:pt x="477" y="541934"/>
                  </a:lnTo>
                  <a:lnTo>
                    <a:pt x="953" y="551008"/>
                  </a:lnTo>
                  <a:lnTo>
                    <a:pt x="1589" y="560073"/>
                  </a:lnTo>
                  <a:lnTo>
                    <a:pt x="2383" y="569126"/>
                  </a:lnTo>
                  <a:lnTo>
                    <a:pt x="3336" y="578163"/>
                  </a:lnTo>
                  <a:lnTo>
                    <a:pt x="4446" y="587183"/>
                  </a:lnTo>
                  <a:lnTo>
                    <a:pt x="5715" y="596181"/>
                  </a:lnTo>
                  <a:lnTo>
                    <a:pt x="7140" y="605156"/>
                  </a:lnTo>
                  <a:lnTo>
                    <a:pt x="8723" y="614104"/>
                  </a:lnTo>
                  <a:lnTo>
                    <a:pt x="10461" y="623024"/>
                  </a:lnTo>
                  <a:lnTo>
                    <a:pt x="12356" y="631912"/>
                  </a:lnTo>
                  <a:lnTo>
                    <a:pt x="14406" y="640765"/>
                  </a:lnTo>
                  <a:lnTo>
                    <a:pt x="16610" y="649581"/>
                  </a:lnTo>
                  <a:lnTo>
                    <a:pt x="18968" y="658357"/>
                  </a:lnTo>
                  <a:lnTo>
                    <a:pt x="21480" y="667090"/>
                  </a:lnTo>
                  <a:lnTo>
                    <a:pt x="24144" y="675778"/>
                  </a:lnTo>
                  <a:lnTo>
                    <a:pt x="26960" y="684418"/>
                  </a:lnTo>
                  <a:lnTo>
                    <a:pt x="29926" y="693008"/>
                  </a:lnTo>
                  <a:lnTo>
                    <a:pt x="33043" y="701544"/>
                  </a:lnTo>
                  <a:lnTo>
                    <a:pt x="36308" y="710025"/>
                  </a:lnTo>
                  <a:lnTo>
                    <a:pt x="39721" y="718447"/>
                  </a:lnTo>
                  <a:lnTo>
                    <a:pt x="43281" y="726808"/>
                  </a:lnTo>
                  <a:lnTo>
                    <a:pt x="46987" y="735105"/>
                  </a:lnTo>
                  <a:lnTo>
                    <a:pt x="50838" y="743336"/>
                  </a:lnTo>
                  <a:lnTo>
                    <a:pt x="54831" y="751499"/>
                  </a:lnTo>
                  <a:lnTo>
                    <a:pt x="58968" y="759590"/>
                  </a:lnTo>
                  <a:lnTo>
                    <a:pt x="63245" y="767608"/>
                  </a:lnTo>
                  <a:lnTo>
                    <a:pt x="67662" y="775550"/>
                  </a:lnTo>
                  <a:lnTo>
                    <a:pt x="72217" y="783413"/>
                  </a:lnTo>
                  <a:lnTo>
                    <a:pt x="76909" y="791195"/>
                  </a:lnTo>
                  <a:lnTo>
                    <a:pt x="81736" y="798894"/>
                  </a:lnTo>
                  <a:lnTo>
                    <a:pt x="86698" y="806508"/>
                  </a:lnTo>
                  <a:lnTo>
                    <a:pt x="91792" y="814033"/>
                  </a:lnTo>
                  <a:lnTo>
                    <a:pt x="97017" y="821468"/>
                  </a:lnTo>
                  <a:lnTo>
                    <a:pt x="102371" y="828811"/>
                  </a:lnTo>
                  <a:lnTo>
                    <a:pt x="107853" y="836058"/>
                  </a:lnTo>
                  <a:lnTo>
                    <a:pt x="113461" y="843209"/>
                  </a:lnTo>
                  <a:lnTo>
                    <a:pt x="119193" y="850260"/>
                  </a:lnTo>
                  <a:lnTo>
                    <a:pt x="125048" y="857210"/>
                  </a:lnTo>
                  <a:lnTo>
                    <a:pt x="131024" y="864057"/>
                  </a:lnTo>
                  <a:lnTo>
                    <a:pt x="137118" y="870797"/>
                  </a:lnTo>
                  <a:lnTo>
                    <a:pt x="143330" y="877431"/>
                  </a:lnTo>
                  <a:lnTo>
                    <a:pt x="149656" y="883954"/>
                  </a:lnTo>
                  <a:lnTo>
                    <a:pt x="156096" y="890366"/>
                  </a:lnTo>
                  <a:lnTo>
                    <a:pt x="162647" y="896664"/>
                  </a:lnTo>
                  <a:lnTo>
                    <a:pt x="169307" y="902846"/>
                  </a:lnTo>
                  <a:lnTo>
                    <a:pt x="176074" y="908911"/>
                  </a:lnTo>
                  <a:lnTo>
                    <a:pt x="182947" y="914856"/>
                  </a:lnTo>
                  <a:lnTo>
                    <a:pt x="189922" y="920681"/>
                  </a:lnTo>
                  <a:lnTo>
                    <a:pt x="196999" y="926382"/>
                  </a:lnTo>
                  <a:lnTo>
                    <a:pt x="204174" y="931958"/>
                  </a:lnTo>
                  <a:lnTo>
                    <a:pt x="211445" y="937409"/>
                  </a:lnTo>
                  <a:lnTo>
                    <a:pt x="218811" y="942731"/>
                  </a:lnTo>
                  <a:lnTo>
                    <a:pt x="226269" y="947923"/>
                  </a:lnTo>
                  <a:lnTo>
                    <a:pt x="233817" y="952984"/>
                  </a:lnTo>
                  <a:lnTo>
                    <a:pt x="241452" y="957912"/>
                  </a:lnTo>
                  <a:lnTo>
                    <a:pt x="249172" y="962706"/>
                  </a:lnTo>
                  <a:lnTo>
                    <a:pt x="256975" y="967364"/>
                  </a:lnTo>
                  <a:lnTo>
                    <a:pt x="264858" y="971885"/>
                  </a:lnTo>
                  <a:lnTo>
                    <a:pt x="272819" y="976267"/>
                  </a:lnTo>
                  <a:lnTo>
                    <a:pt x="280855" y="980509"/>
                  </a:lnTo>
                  <a:lnTo>
                    <a:pt x="288965" y="984610"/>
                  </a:lnTo>
                  <a:lnTo>
                    <a:pt x="297145" y="988568"/>
                  </a:lnTo>
                  <a:lnTo>
                    <a:pt x="305393" y="992382"/>
                  </a:lnTo>
                  <a:lnTo>
                    <a:pt x="313706" y="996052"/>
                  </a:lnTo>
                  <a:lnTo>
                    <a:pt x="322083" y="999575"/>
                  </a:lnTo>
                  <a:lnTo>
                    <a:pt x="330520" y="1002952"/>
                  </a:lnTo>
                  <a:lnTo>
                    <a:pt x="339014" y="1006180"/>
                  </a:lnTo>
                  <a:lnTo>
                    <a:pt x="347564" y="1009259"/>
                  </a:lnTo>
                  <a:lnTo>
                    <a:pt x="356166" y="1012188"/>
                  </a:lnTo>
                  <a:lnTo>
                    <a:pt x="364819" y="1014966"/>
                  </a:lnTo>
                  <a:lnTo>
                    <a:pt x="373518" y="1017592"/>
                  </a:lnTo>
                  <a:lnTo>
                    <a:pt x="382263" y="1020065"/>
                  </a:lnTo>
                  <a:lnTo>
                    <a:pt x="391049" y="1022385"/>
                  </a:lnTo>
                  <a:lnTo>
                    <a:pt x="399874" y="1024551"/>
                  </a:lnTo>
                  <a:lnTo>
                    <a:pt x="408737" y="1026562"/>
                  </a:lnTo>
                  <a:lnTo>
                    <a:pt x="417632" y="1028417"/>
                  </a:lnTo>
                  <a:lnTo>
                    <a:pt x="426559" y="1030117"/>
                  </a:lnTo>
                  <a:lnTo>
                    <a:pt x="435515" y="1031660"/>
                  </a:lnTo>
                  <a:lnTo>
                    <a:pt x="444496" y="1033046"/>
                  </a:lnTo>
                  <a:lnTo>
                    <a:pt x="453500" y="1034275"/>
                  </a:lnTo>
                  <a:lnTo>
                    <a:pt x="462524" y="1035346"/>
                  </a:lnTo>
                  <a:lnTo>
                    <a:pt x="471565" y="1036259"/>
                  </a:lnTo>
                  <a:lnTo>
                    <a:pt x="480621" y="1037014"/>
                  </a:lnTo>
                  <a:lnTo>
                    <a:pt x="489689" y="1037610"/>
                  </a:lnTo>
                  <a:lnTo>
                    <a:pt x="498766" y="1038047"/>
                  </a:lnTo>
                  <a:lnTo>
                    <a:pt x="507849" y="1038325"/>
                  </a:lnTo>
                  <a:lnTo>
                    <a:pt x="516935" y="1038445"/>
                  </a:lnTo>
                  <a:lnTo>
                    <a:pt x="526023" y="1038405"/>
                  </a:lnTo>
                  <a:lnTo>
                    <a:pt x="535108" y="1038206"/>
                  </a:lnTo>
                  <a:lnTo>
                    <a:pt x="544188" y="1037848"/>
                  </a:lnTo>
                  <a:lnTo>
                    <a:pt x="553261" y="1037332"/>
                  </a:lnTo>
                  <a:lnTo>
                    <a:pt x="562323" y="1036656"/>
                  </a:lnTo>
                  <a:lnTo>
                    <a:pt x="571372" y="1035823"/>
                  </a:lnTo>
                  <a:lnTo>
                    <a:pt x="580405" y="1034831"/>
                  </a:lnTo>
                  <a:lnTo>
                    <a:pt x="589419" y="1033681"/>
                  </a:lnTo>
                  <a:lnTo>
                    <a:pt x="598412" y="1032373"/>
                  </a:lnTo>
                  <a:lnTo>
                    <a:pt x="607381" y="1030908"/>
                  </a:lnTo>
                  <a:lnTo>
                    <a:pt x="616322" y="1029287"/>
                  </a:lnTo>
                  <a:lnTo>
                    <a:pt x="625234" y="1027509"/>
                  </a:lnTo>
                  <a:lnTo>
                    <a:pt x="634113" y="1025576"/>
                  </a:lnTo>
                  <a:lnTo>
                    <a:pt x="642957" y="1023487"/>
                  </a:lnTo>
                  <a:lnTo>
                    <a:pt x="651764" y="1021244"/>
                  </a:lnTo>
                  <a:lnTo>
                    <a:pt x="660529" y="1018847"/>
                  </a:lnTo>
                  <a:lnTo>
                    <a:pt x="669251" y="1016298"/>
                  </a:lnTo>
                  <a:lnTo>
                    <a:pt x="677928" y="1013596"/>
                  </a:lnTo>
                  <a:lnTo>
                    <a:pt x="686556" y="1010742"/>
                  </a:lnTo>
                  <a:lnTo>
                    <a:pt x="695132" y="1007738"/>
                  </a:lnTo>
                  <a:lnTo>
                    <a:pt x="703655" y="1004584"/>
                  </a:lnTo>
                  <a:lnTo>
                    <a:pt x="712121" y="1001282"/>
                  </a:lnTo>
                  <a:lnTo>
                    <a:pt x="720528" y="997832"/>
                  </a:lnTo>
                  <a:lnTo>
                    <a:pt x="728873" y="994235"/>
                  </a:lnTo>
                  <a:lnTo>
                    <a:pt x="737154" y="990493"/>
                  </a:lnTo>
                  <a:lnTo>
                    <a:pt x="745368" y="986607"/>
                  </a:lnTo>
                  <a:lnTo>
                    <a:pt x="753514" y="982577"/>
                  </a:lnTo>
                  <a:lnTo>
                    <a:pt x="761587" y="978406"/>
                  </a:lnTo>
                  <a:lnTo>
                    <a:pt x="769586" y="974093"/>
                  </a:lnTo>
                  <a:lnTo>
                    <a:pt x="777508" y="969642"/>
                  </a:lnTo>
                  <a:lnTo>
                    <a:pt x="785351" y="965052"/>
                  </a:lnTo>
                  <a:lnTo>
                    <a:pt x="793113" y="960326"/>
                  </a:lnTo>
                  <a:lnTo>
                    <a:pt x="800791" y="955465"/>
                  </a:lnTo>
                  <a:lnTo>
                    <a:pt x="808383" y="950470"/>
                  </a:lnTo>
                  <a:lnTo>
                    <a:pt x="815886" y="945343"/>
                  </a:lnTo>
                  <a:lnTo>
                    <a:pt x="823298" y="940086"/>
                  </a:lnTo>
                  <a:lnTo>
                    <a:pt x="830617" y="934699"/>
                  </a:lnTo>
                  <a:lnTo>
                    <a:pt x="837840" y="929186"/>
                  </a:lnTo>
                  <a:lnTo>
                    <a:pt x="844966" y="923547"/>
                  </a:lnTo>
                  <a:lnTo>
                    <a:pt x="851992" y="917784"/>
                  </a:lnTo>
                  <a:lnTo>
                    <a:pt x="858917" y="911899"/>
                  </a:lnTo>
                  <a:lnTo>
                    <a:pt x="865737" y="905893"/>
                  </a:lnTo>
                  <a:lnTo>
                    <a:pt x="872451" y="899769"/>
                  </a:lnTo>
                  <a:lnTo>
                    <a:pt x="879057" y="893529"/>
                  </a:lnTo>
                  <a:lnTo>
                    <a:pt x="885552" y="887174"/>
                  </a:lnTo>
                  <a:lnTo>
                    <a:pt x="891936" y="880706"/>
                  </a:lnTo>
                  <a:lnTo>
                    <a:pt x="898205" y="874128"/>
                  </a:lnTo>
                  <a:lnTo>
                    <a:pt x="904358" y="867440"/>
                  </a:lnTo>
                  <a:lnTo>
                    <a:pt x="910393" y="860646"/>
                  </a:lnTo>
                  <a:lnTo>
                    <a:pt x="916309" y="853748"/>
                  </a:lnTo>
                  <a:lnTo>
                    <a:pt x="922103" y="846747"/>
                  </a:lnTo>
                  <a:lnTo>
                    <a:pt x="927773" y="839646"/>
                  </a:lnTo>
                  <a:lnTo>
                    <a:pt x="933318" y="832446"/>
                  </a:lnTo>
                  <a:lnTo>
                    <a:pt x="938736" y="825151"/>
                  </a:lnTo>
                  <a:lnTo>
                    <a:pt x="944026" y="817762"/>
                  </a:lnTo>
                  <a:lnTo>
                    <a:pt x="949186" y="810282"/>
                  </a:lnTo>
                  <a:lnTo>
                    <a:pt x="954214" y="802712"/>
                  </a:lnTo>
                  <a:lnTo>
                    <a:pt x="959109" y="795056"/>
                  </a:lnTo>
                  <a:lnTo>
                    <a:pt x="963869" y="787315"/>
                  </a:lnTo>
                  <a:lnTo>
                    <a:pt x="968492" y="779491"/>
                  </a:lnTo>
                  <a:lnTo>
                    <a:pt x="972979" y="771589"/>
                  </a:lnTo>
                  <a:lnTo>
                    <a:pt x="977326" y="763609"/>
                  </a:lnTo>
                  <a:lnTo>
                    <a:pt x="981533" y="755554"/>
                  </a:lnTo>
                  <a:lnTo>
                    <a:pt x="985598" y="747426"/>
                  </a:lnTo>
                  <a:lnTo>
                    <a:pt x="989520" y="739229"/>
                  </a:lnTo>
                  <a:lnTo>
                    <a:pt x="993298" y="730964"/>
                  </a:lnTo>
                  <a:lnTo>
                    <a:pt x="996932" y="722635"/>
                  </a:lnTo>
                  <a:lnTo>
                    <a:pt x="1000418" y="714243"/>
                  </a:lnTo>
                  <a:lnTo>
                    <a:pt x="1003758" y="705791"/>
                  </a:lnTo>
                  <a:lnTo>
                    <a:pt x="1006949" y="697283"/>
                  </a:lnTo>
                  <a:lnTo>
                    <a:pt x="1009990" y="688719"/>
                  </a:lnTo>
                  <a:lnTo>
                    <a:pt x="1012881" y="680104"/>
                  </a:lnTo>
                  <a:lnTo>
                    <a:pt x="1015621" y="671440"/>
                  </a:lnTo>
                  <a:lnTo>
                    <a:pt x="1018209" y="662729"/>
                  </a:lnTo>
                  <a:lnTo>
                    <a:pt x="1020644" y="653974"/>
                  </a:lnTo>
                  <a:lnTo>
                    <a:pt x="1022926" y="645178"/>
                  </a:lnTo>
                  <a:lnTo>
                    <a:pt x="1025053" y="636343"/>
                  </a:lnTo>
                  <a:lnTo>
                    <a:pt x="1027025" y="627472"/>
                  </a:lnTo>
                  <a:lnTo>
                    <a:pt x="1028842" y="618568"/>
                  </a:lnTo>
                  <a:lnTo>
                    <a:pt x="1030503" y="609634"/>
                  </a:lnTo>
                  <a:lnTo>
                    <a:pt x="1032007" y="600672"/>
                  </a:lnTo>
                  <a:lnTo>
                    <a:pt x="1033354" y="591685"/>
                  </a:lnTo>
                  <a:lnTo>
                    <a:pt x="1034543" y="582675"/>
                  </a:lnTo>
                  <a:lnTo>
                    <a:pt x="1035575" y="573647"/>
                  </a:lnTo>
                  <a:lnTo>
                    <a:pt x="1036448" y="564602"/>
                  </a:lnTo>
                  <a:lnTo>
                    <a:pt x="1037163" y="555542"/>
                  </a:lnTo>
                  <a:lnTo>
                    <a:pt x="1037719" y="546472"/>
                  </a:lnTo>
                  <a:lnTo>
                    <a:pt x="1038117" y="537393"/>
                  </a:lnTo>
                  <a:lnTo>
                    <a:pt x="1038355" y="528309"/>
                  </a:lnTo>
                  <a:lnTo>
                    <a:pt x="1038435" y="5192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290" name="tx290"/>
            <p:cNvSpPr/>
            <p:nvPr/>
          </p:nvSpPr>
          <p:spPr>
            <a:xfrm>
              <a:off x="7825227" y="2072385"/>
              <a:ext cx="247162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291" name="tx291"/>
            <p:cNvSpPr/>
            <p:nvPr/>
          </p:nvSpPr>
          <p:spPr>
            <a:xfrm>
              <a:off x="7816723" y="3266609"/>
              <a:ext cx="264170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292" name="tx292"/>
            <p:cNvSpPr/>
            <p:nvPr/>
          </p:nvSpPr>
          <p:spPr>
            <a:xfrm>
              <a:off x="8371029" y="2247275"/>
              <a:ext cx="438271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293" name="tx293"/>
            <p:cNvSpPr/>
            <p:nvPr/>
          </p:nvSpPr>
          <p:spPr>
            <a:xfrm>
              <a:off x="8545919" y="2669497"/>
              <a:ext cx="20226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294" name="tx294"/>
            <p:cNvSpPr/>
            <p:nvPr/>
          </p:nvSpPr>
          <p:spPr>
            <a:xfrm>
              <a:off x="8371029" y="3091719"/>
              <a:ext cx="455279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295" name="pg295"/>
            <p:cNvSpPr/>
            <p:nvPr/>
          </p:nvSpPr>
          <p:spPr>
            <a:xfrm>
              <a:off x="7429600" y="2186439"/>
              <a:ext cx="1038435" cy="1038445"/>
            </a:xfrm>
            <a:custGeom>
              <a:avLst/>
              <a:pathLst>
                <a:path w="1038435" h="1038445">
                  <a:moveTo>
                    <a:pt x="1038435" y="519222"/>
                  </a:moveTo>
                  <a:lnTo>
                    <a:pt x="1038355" y="510135"/>
                  </a:lnTo>
                  <a:lnTo>
                    <a:pt x="1038117" y="501051"/>
                  </a:lnTo>
                  <a:lnTo>
                    <a:pt x="1037719" y="491972"/>
                  </a:lnTo>
                  <a:lnTo>
                    <a:pt x="1037163" y="482902"/>
                  </a:lnTo>
                  <a:lnTo>
                    <a:pt x="1036448" y="473843"/>
                  </a:lnTo>
                  <a:lnTo>
                    <a:pt x="1035575" y="464797"/>
                  </a:lnTo>
                  <a:lnTo>
                    <a:pt x="1034543" y="455769"/>
                  </a:lnTo>
                  <a:lnTo>
                    <a:pt x="1033354" y="446760"/>
                  </a:lnTo>
                  <a:lnTo>
                    <a:pt x="1032007" y="437773"/>
                  </a:lnTo>
                  <a:lnTo>
                    <a:pt x="1030503" y="428811"/>
                  </a:lnTo>
                  <a:lnTo>
                    <a:pt x="1028842" y="419876"/>
                  </a:lnTo>
                  <a:lnTo>
                    <a:pt x="1027025" y="410972"/>
                  </a:lnTo>
                  <a:lnTo>
                    <a:pt x="1025053" y="402102"/>
                  </a:lnTo>
                  <a:lnTo>
                    <a:pt x="1022926" y="393267"/>
                  </a:lnTo>
                  <a:lnTo>
                    <a:pt x="1020644" y="384470"/>
                  </a:lnTo>
                  <a:lnTo>
                    <a:pt x="1018209" y="375715"/>
                  </a:lnTo>
                  <a:lnTo>
                    <a:pt x="1015621" y="367004"/>
                  </a:lnTo>
                  <a:lnTo>
                    <a:pt x="1012881" y="358340"/>
                  </a:lnTo>
                  <a:lnTo>
                    <a:pt x="1009990" y="349725"/>
                  </a:lnTo>
                  <a:lnTo>
                    <a:pt x="1006949" y="341161"/>
                  </a:lnTo>
                  <a:lnTo>
                    <a:pt x="1003758" y="332653"/>
                  </a:lnTo>
                  <a:lnTo>
                    <a:pt x="1000418" y="324201"/>
                  </a:lnTo>
                  <a:lnTo>
                    <a:pt x="996932" y="315809"/>
                  </a:lnTo>
                  <a:lnTo>
                    <a:pt x="993298" y="307480"/>
                  </a:lnTo>
                  <a:lnTo>
                    <a:pt x="989520" y="299215"/>
                  </a:lnTo>
                  <a:lnTo>
                    <a:pt x="985598" y="291018"/>
                  </a:lnTo>
                  <a:lnTo>
                    <a:pt x="981533" y="282891"/>
                  </a:lnTo>
                  <a:lnTo>
                    <a:pt x="977326" y="274836"/>
                  </a:lnTo>
                  <a:lnTo>
                    <a:pt x="972979" y="266856"/>
                  </a:lnTo>
                  <a:lnTo>
                    <a:pt x="968492" y="258953"/>
                  </a:lnTo>
                  <a:lnTo>
                    <a:pt x="963869" y="251130"/>
                  </a:lnTo>
                  <a:lnTo>
                    <a:pt x="959109" y="243389"/>
                  </a:lnTo>
                  <a:lnTo>
                    <a:pt x="954214" y="235732"/>
                  </a:lnTo>
                  <a:lnTo>
                    <a:pt x="949186" y="228163"/>
                  </a:lnTo>
                  <a:lnTo>
                    <a:pt x="944026" y="220682"/>
                  </a:lnTo>
                  <a:lnTo>
                    <a:pt x="938736" y="213293"/>
                  </a:lnTo>
                  <a:lnTo>
                    <a:pt x="933318" y="205998"/>
                  </a:lnTo>
                  <a:lnTo>
                    <a:pt x="927773" y="198798"/>
                  </a:lnTo>
                  <a:lnTo>
                    <a:pt x="922103" y="191697"/>
                  </a:lnTo>
                  <a:lnTo>
                    <a:pt x="916309" y="184696"/>
                  </a:lnTo>
                  <a:lnTo>
                    <a:pt x="910393" y="177798"/>
                  </a:lnTo>
                  <a:lnTo>
                    <a:pt x="904358" y="171004"/>
                  </a:lnTo>
                  <a:lnTo>
                    <a:pt x="898205" y="164317"/>
                  </a:lnTo>
                  <a:lnTo>
                    <a:pt x="891936" y="157738"/>
                  </a:lnTo>
                  <a:lnTo>
                    <a:pt x="885552" y="151270"/>
                  </a:lnTo>
                  <a:lnTo>
                    <a:pt x="879057" y="144915"/>
                  </a:lnTo>
                  <a:lnTo>
                    <a:pt x="872451" y="138675"/>
                  </a:lnTo>
                  <a:lnTo>
                    <a:pt x="865737" y="132551"/>
                  </a:lnTo>
                  <a:lnTo>
                    <a:pt x="858917" y="126546"/>
                  </a:lnTo>
                  <a:lnTo>
                    <a:pt x="851992" y="120661"/>
                  </a:lnTo>
                  <a:lnTo>
                    <a:pt x="844966" y="114898"/>
                  </a:lnTo>
                  <a:lnTo>
                    <a:pt x="837840" y="109258"/>
                  </a:lnTo>
                  <a:lnTo>
                    <a:pt x="830617" y="103745"/>
                  </a:lnTo>
                  <a:lnTo>
                    <a:pt x="823298" y="98358"/>
                  </a:lnTo>
                  <a:lnTo>
                    <a:pt x="815886" y="93101"/>
                  </a:lnTo>
                  <a:lnTo>
                    <a:pt x="808383" y="87974"/>
                  </a:lnTo>
                  <a:lnTo>
                    <a:pt x="800791" y="82979"/>
                  </a:lnTo>
                  <a:lnTo>
                    <a:pt x="793113" y="78118"/>
                  </a:lnTo>
                  <a:lnTo>
                    <a:pt x="785351" y="73392"/>
                  </a:lnTo>
                  <a:lnTo>
                    <a:pt x="777508" y="68802"/>
                  </a:lnTo>
                  <a:lnTo>
                    <a:pt x="769586" y="64351"/>
                  </a:lnTo>
                  <a:lnTo>
                    <a:pt x="761587" y="60039"/>
                  </a:lnTo>
                  <a:lnTo>
                    <a:pt x="753514" y="55867"/>
                  </a:lnTo>
                  <a:lnTo>
                    <a:pt x="745368" y="51838"/>
                  </a:lnTo>
                  <a:lnTo>
                    <a:pt x="737154" y="47951"/>
                  </a:lnTo>
                  <a:lnTo>
                    <a:pt x="728873" y="44209"/>
                  </a:lnTo>
                  <a:lnTo>
                    <a:pt x="720528" y="40612"/>
                  </a:lnTo>
                  <a:lnTo>
                    <a:pt x="712121" y="37162"/>
                  </a:lnTo>
                  <a:lnTo>
                    <a:pt x="703655" y="33860"/>
                  </a:lnTo>
                  <a:lnTo>
                    <a:pt x="695132" y="30706"/>
                  </a:lnTo>
                  <a:lnTo>
                    <a:pt x="686556" y="27702"/>
                  </a:lnTo>
                  <a:lnTo>
                    <a:pt x="677928" y="24849"/>
                  </a:lnTo>
                  <a:lnTo>
                    <a:pt x="669251" y="22147"/>
                  </a:lnTo>
                  <a:lnTo>
                    <a:pt x="660529" y="19597"/>
                  </a:lnTo>
                  <a:lnTo>
                    <a:pt x="651764" y="17200"/>
                  </a:lnTo>
                  <a:lnTo>
                    <a:pt x="642957" y="14957"/>
                  </a:lnTo>
                  <a:lnTo>
                    <a:pt x="634113" y="12869"/>
                  </a:lnTo>
                  <a:lnTo>
                    <a:pt x="625234" y="10935"/>
                  </a:lnTo>
                  <a:lnTo>
                    <a:pt x="616322" y="9157"/>
                  </a:lnTo>
                  <a:lnTo>
                    <a:pt x="607381" y="7536"/>
                  </a:lnTo>
                  <a:lnTo>
                    <a:pt x="598412" y="6071"/>
                  </a:lnTo>
                  <a:lnTo>
                    <a:pt x="589419" y="4764"/>
                  </a:lnTo>
                  <a:lnTo>
                    <a:pt x="580405" y="3614"/>
                  </a:lnTo>
                  <a:lnTo>
                    <a:pt x="571372" y="2622"/>
                  </a:lnTo>
                  <a:lnTo>
                    <a:pt x="562323" y="1788"/>
                  </a:lnTo>
                  <a:lnTo>
                    <a:pt x="553261" y="1112"/>
                  </a:lnTo>
                  <a:lnTo>
                    <a:pt x="544188" y="596"/>
                  </a:lnTo>
                  <a:lnTo>
                    <a:pt x="535108" y="238"/>
                  </a:lnTo>
                  <a:lnTo>
                    <a:pt x="526023" y="39"/>
                  </a:lnTo>
                  <a:lnTo>
                    <a:pt x="516935" y="0"/>
                  </a:lnTo>
                  <a:lnTo>
                    <a:pt x="507849" y="119"/>
                  </a:lnTo>
                  <a:lnTo>
                    <a:pt x="498766" y="397"/>
                  </a:lnTo>
                  <a:lnTo>
                    <a:pt x="489689" y="834"/>
                  </a:lnTo>
                  <a:lnTo>
                    <a:pt x="480621" y="1430"/>
                  </a:lnTo>
                  <a:lnTo>
                    <a:pt x="471565" y="2185"/>
                  </a:lnTo>
                  <a:lnTo>
                    <a:pt x="462524" y="3098"/>
                  </a:lnTo>
                  <a:lnTo>
                    <a:pt x="453500" y="4169"/>
                  </a:lnTo>
                  <a:lnTo>
                    <a:pt x="444496" y="5398"/>
                  </a:lnTo>
                  <a:lnTo>
                    <a:pt x="435515" y="6784"/>
                  </a:lnTo>
                  <a:lnTo>
                    <a:pt x="426559" y="8327"/>
                  </a:lnTo>
                  <a:lnTo>
                    <a:pt x="417632" y="10027"/>
                  </a:lnTo>
                  <a:lnTo>
                    <a:pt x="408737" y="11882"/>
                  </a:lnTo>
                  <a:lnTo>
                    <a:pt x="399874" y="13894"/>
                  </a:lnTo>
                  <a:lnTo>
                    <a:pt x="391049" y="16059"/>
                  </a:lnTo>
                  <a:lnTo>
                    <a:pt x="382263" y="18379"/>
                  </a:lnTo>
                  <a:lnTo>
                    <a:pt x="373518" y="20853"/>
                  </a:lnTo>
                  <a:lnTo>
                    <a:pt x="364819" y="23479"/>
                  </a:lnTo>
                  <a:lnTo>
                    <a:pt x="356166" y="26257"/>
                  </a:lnTo>
                  <a:lnTo>
                    <a:pt x="347564" y="29185"/>
                  </a:lnTo>
                  <a:lnTo>
                    <a:pt x="339014" y="32264"/>
                  </a:lnTo>
                  <a:lnTo>
                    <a:pt x="330520" y="35493"/>
                  </a:lnTo>
                  <a:lnTo>
                    <a:pt x="322083" y="38869"/>
                  </a:lnTo>
                  <a:lnTo>
                    <a:pt x="313706" y="42392"/>
                  </a:lnTo>
                  <a:lnTo>
                    <a:pt x="305393" y="46062"/>
                  </a:lnTo>
                  <a:lnTo>
                    <a:pt x="297145" y="49876"/>
                  </a:lnTo>
                  <a:lnTo>
                    <a:pt x="288965" y="53834"/>
                  </a:lnTo>
                  <a:lnTo>
                    <a:pt x="280855" y="57935"/>
                  </a:lnTo>
                  <a:lnTo>
                    <a:pt x="272819" y="62177"/>
                  </a:lnTo>
                  <a:lnTo>
                    <a:pt x="264858" y="66559"/>
                  </a:lnTo>
                  <a:lnTo>
                    <a:pt x="256975" y="71080"/>
                  </a:lnTo>
                  <a:lnTo>
                    <a:pt x="249172" y="75738"/>
                  </a:lnTo>
                  <a:lnTo>
                    <a:pt x="241452" y="80532"/>
                  </a:lnTo>
                  <a:lnTo>
                    <a:pt x="233817" y="85460"/>
                  </a:lnTo>
                  <a:lnTo>
                    <a:pt x="226269" y="90521"/>
                  </a:lnTo>
                  <a:lnTo>
                    <a:pt x="218811" y="95713"/>
                  </a:lnTo>
                  <a:lnTo>
                    <a:pt x="211445" y="101036"/>
                  </a:lnTo>
                  <a:lnTo>
                    <a:pt x="204174" y="106486"/>
                  </a:lnTo>
                  <a:lnTo>
                    <a:pt x="196999" y="112062"/>
                  </a:lnTo>
                  <a:lnTo>
                    <a:pt x="189922" y="117764"/>
                  </a:lnTo>
                  <a:lnTo>
                    <a:pt x="182947" y="123588"/>
                  </a:lnTo>
                  <a:lnTo>
                    <a:pt x="176074" y="129533"/>
                  </a:lnTo>
                  <a:lnTo>
                    <a:pt x="169307" y="135598"/>
                  </a:lnTo>
                  <a:lnTo>
                    <a:pt x="162647" y="141781"/>
                  </a:lnTo>
                  <a:lnTo>
                    <a:pt x="156096" y="148079"/>
                  </a:lnTo>
                  <a:lnTo>
                    <a:pt x="149656" y="154490"/>
                  </a:lnTo>
                  <a:lnTo>
                    <a:pt x="143330" y="161014"/>
                  </a:lnTo>
                  <a:lnTo>
                    <a:pt x="137118" y="167647"/>
                  </a:lnTo>
                  <a:lnTo>
                    <a:pt x="131024" y="174388"/>
                  </a:lnTo>
                  <a:lnTo>
                    <a:pt x="125048" y="181234"/>
                  </a:lnTo>
                  <a:lnTo>
                    <a:pt x="119193" y="188184"/>
                  </a:lnTo>
                  <a:lnTo>
                    <a:pt x="113461" y="195235"/>
                  </a:lnTo>
                  <a:lnTo>
                    <a:pt x="107853" y="202386"/>
                  </a:lnTo>
                  <a:lnTo>
                    <a:pt x="102371" y="209634"/>
                  </a:lnTo>
                  <a:lnTo>
                    <a:pt x="97017" y="216976"/>
                  </a:lnTo>
                  <a:lnTo>
                    <a:pt x="91792" y="224411"/>
                  </a:lnTo>
                  <a:lnTo>
                    <a:pt x="86698" y="231936"/>
                  </a:lnTo>
                  <a:lnTo>
                    <a:pt x="81736" y="239550"/>
                  </a:lnTo>
                  <a:lnTo>
                    <a:pt x="76909" y="247249"/>
                  </a:lnTo>
                  <a:lnTo>
                    <a:pt x="72217" y="255031"/>
                  </a:lnTo>
                  <a:lnTo>
                    <a:pt x="67662" y="262894"/>
                  </a:lnTo>
                  <a:lnTo>
                    <a:pt x="63245" y="270836"/>
                  </a:lnTo>
                  <a:lnTo>
                    <a:pt x="58968" y="278854"/>
                  </a:lnTo>
                  <a:lnTo>
                    <a:pt x="54831" y="286945"/>
                  </a:lnTo>
                  <a:lnTo>
                    <a:pt x="50838" y="295108"/>
                  </a:lnTo>
                  <a:lnTo>
                    <a:pt x="46987" y="303339"/>
                  </a:lnTo>
                  <a:lnTo>
                    <a:pt x="43281" y="311637"/>
                  </a:lnTo>
                  <a:lnTo>
                    <a:pt x="39721" y="319998"/>
                  </a:lnTo>
                  <a:lnTo>
                    <a:pt x="36308" y="328420"/>
                  </a:lnTo>
                  <a:lnTo>
                    <a:pt x="33043" y="336900"/>
                  </a:lnTo>
                  <a:lnTo>
                    <a:pt x="29926" y="345436"/>
                  </a:lnTo>
                  <a:lnTo>
                    <a:pt x="26960" y="354026"/>
                  </a:lnTo>
                  <a:lnTo>
                    <a:pt x="24144" y="362666"/>
                  </a:lnTo>
                  <a:lnTo>
                    <a:pt x="21480" y="371354"/>
                  </a:lnTo>
                  <a:lnTo>
                    <a:pt x="18968" y="380088"/>
                  </a:lnTo>
                  <a:lnTo>
                    <a:pt x="16610" y="388864"/>
                  </a:lnTo>
                  <a:lnTo>
                    <a:pt x="14406" y="397680"/>
                  </a:lnTo>
                  <a:lnTo>
                    <a:pt x="12356" y="406533"/>
                  </a:lnTo>
                  <a:lnTo>
                    <a:pt x="10461" y="415420"/>
                  </a:lnTo>
                  <a:lnTo>
                    <a:pt x="8723" y="424340"/>
                  </a:lnTo>
                  <a:lnTo>
                    <a:pt x="7140" y="433288"/>
                  </a:lnTo>
                  <a:lnTo>
                    <a:pt x="5715" y="442263"/>
                  </a:lnTo>
                  <a:lnTo>
                    <a:pt x="4446" y="451262"/>
                  </a:lnTo>
                  <a:lnTo>
                    <a:pt x="3336" y="460281"/>
                  </a:lnTo>
                  <a:lnTo>
                    <a:pt x="2383" y="469318"/>
                  </a:lnTo>
                  <a:lnTo>
                    <a:pt x="1589" y="478371"/>
                  </a:lnTo>
                  <a:lnTo>
                    <a:pt x="953" y="487436"/>
                  </a:lnTo>
                  <a:lnTo>
                    <a:pt x="477" y="496511"/>
                  </a:lnTo>
                  <a:lnTo>
                    <a:pt x="159" y="505592"/>
                  </a:lnTo>
                  <a:lnTo>
                    <a:pt x="0" y="514678"/>
                  </a:lnTo>
                  <a:lnTo>
                    <a:pt x="0" y="523766"/>
                  </a:lnTo>
                  <a:lnTo>
                    <a:pt x="159" y="532852"/>
                  </a:lnTo>
                  <a:lnTo>
                    <a:pt x="477" y="541934"/>
                  </a:lnTo>
                  <a:lnTo>
                    <a:pt x="953" y="551008"/>
                  </a:lnTo>
                  <a:lnTo>
                    <a:pt x="1589" y="560073"/>
                  </a:lnTo>
                  <a:lnTo>
                    <a:pt x="2383" y="569126"/>
                  </a:lnTo>
                  <a:lnTo>
                    <a:pt x="3336" y="578163"/>
                  </a:lnTo>
                  <a:lnTo>
                    <a:pt x="4446" y="587183"/>
                  </a:lnTo>
                  <a:lnTo>
                    <a:pt x="5715" y="596181"/>
                  </a:lnTo>
                  <a:lnTo>
                    <a:pt x="7140" y="605156"/>
                  </a:lnTo>
                  <a:lnTo>
                    <a:pt x="8723" y="614104"/>
                  </a:lnTo>
                  <a:lnTo>
                    <a:pt x="10461" y="623024"/>
                  </a:lnTo>
                  <a:lnTo>
                    <a:pt x="12356" y="631912"/>
                  </a:lnTo>
                  <a:lnTo>
                    <a:pt x="14406" y="640765"/>
                  </a:lnTo>
                  <a:lnTo>
                    <a:pt x="16610" y="649581"/>
                  </a:lnTo>
                  <a:lnTo>
                    <a:pt x="18968" y="658357"/>
                  </a:lnTo>
                  <a:lnTo>
                    <a:pt x="21480" y="667090"/>
                  </a:lnTo>
                  <a:lnTo>
                    <a:pt x="24144" y="675778"/>
                  </a:lnTo>
                  <a:lnTo>
                    <a:pt x="26960" y="684418"/>
                  </a:lnTo>
                  <a:lnTo>
                    <a:pt x="29926" y="693008"/>
                  </a:lnTo>
                  <a:lnTo>
                    <a:pt x="33043" y="701544"/>
                  </a:lnTo>
                  <a:lnTo>
                    <a:pt x="36308" y="710025"/>
                  </a:lnTo>
                  <a:lnTo>
                    <a:pt x="39721" y="718447"/>
                  </a:lnTo>
                  <a:lnTo>
                    <a:pt x="43281" y="726808"/>
                  </a:lnTo>
                  <a:lnTo>
                    <a:pt x="46987" y="735105"/>
                  </a:lnTo>
                  <a:lnTo>
                    <a:pt x="50838" y="743336"/>
                  </a:lnTo>
                  <a:lnTo>
                    <a:pt x="54831" y="751499"/>
                  </a:lnTo>
                  <a:lnTo>
                    <a:pt x="58968" y="759590"/>
                  </a:lnTo>
                  <a:lnTo>
                    <a:pt x="63245" y="767608"/>
                  </a:lnTo>
                  <a:lnTo>
                    <a:pt x="67662" y="775550"/>
                  </a:lnTo>
                  <a:lnTo>
                    <a:pt x="72217" y="783413"/>
                  </a:lnTo>
                  <a:lnTo>
                    <a:pt x="76909" y="791195"/>
                  </a:lnTo>
                  <a:lnTo>
                    <a:pt x="81736" y="798894"/>
                  </a:lnTo>
                  <a:lnTo>
                    <a:pt x="86698" y="806508"/>
                  </a:lnTo>
                  <a:lnTo>
                    <a:pt x="91792" y="814033"/>
                  </a:lnTo>
                  <a:lnTo>
                    <a:pt x="97017" y="821468"/>
                  </a:lnTo>
                  <a:lnTo>
                    <a:pt x="102371" y="828811"/>
                  </a:lnTo>
                  <a:lnTo>
                    <a:pt x="107853" y="836058"/>
                  </a:lnTo>
                  <a:lnTo>
                    <a:pt x="113461" y="843209"/>
                  </a:lnTo>
                  <a:lnTo>
                    <a:pt x="119193" y="850260"/>
                  </a:lnTo>
                  <a:lnTo>
                    <a:pt x="125048" y="857210"/>
                  </a:lnTo>
                  <a:lnTo>
                    <a:pt x="131024" y="864057"/>
                  </a:lnTo>
                  <a:lnTo>
                    <a:pt x="137118" y="870797"/>
                  </a:lnTo>
                  <a:lnTo>
                    <a:pt x="143330" y="877431"/>
                  </a:lnTo>
                  <a:lnTo>
                    <a:pt x="149656" y="883954"/>
                  </a:lnTo>
                  <a:lnTo>
                    <a:pt x="156096" y="890366"/>
                  </a:lnTo>
                  <a:lnTo>
                    <a:pt x="162647" y="896664"/>
                  </a:lnTo>
                  <a:lnTo>
                    <a:pt x="169307" y="902846"/>
                  </a:lnTo>
                  <a:lnTo>
                    <a:pt x="176074" y="908911"/>
                  </a:lnTo>
                  <a:lnTo>
                    <a:pt x="182947" y="914856"/>
                  </a:lnTo>
                  <a:lnTo>
                    <a:pt x="189922" y="920681"/>
                  </a:lnTo>
                  <a:lnTo>
                    <a:pt x="196999" y="926382"/>
                  </a:lnTo>
                  <a:lnTo>
                    <a:pt x="204174" y="931958"/>
                  </a:lnTo>
                  <a:lnTo>
                    <a:pt x="211445" y="937409"/>
                  </a:lnTo>
                  <a:lnTo>
                    <a:pt x="218811" y="942731"/>
                  </a:lnTo>
                  <a:lnTo>
                    <a:pt x="226269" y="947923"/>
                  </a:lnTo>
                  <a:lnTo>
                    <a:pt x="233817" y="952984"/>
                  </a:lnTo>
                  <a:lnTo>
                    <a:pt x="241452" y="957912"/>
                  </a:lnTo>
                  <a:lnTo>
                    <a:pt x="249172" y="962706"/>
                  </a:lnTo>
                  <a:lnTo>
                    <a:pt x="256975" y="967364"/>
                  </a:lnTo>
                  <a:lnTo>
                    <a:pt x="264858" y="971885"/>
                  </a:lnTo>
                  <a:lnTo>
                    <a:pt x="272819" y="976267"/>
                  </a:lnTo>
                  <a:lnTo>
                    <a:pt x="280855" y="980509"/>
                  </a:lnTo>
                  <a:lnTo>
                    <a:pt x="288965" y="984610"/>
                  </a:lnTo>
                  <a:lnTo>
                    <a:pt x="297145" y="988568"/>
                  </a:lnTo>
                  <a:lnTo>
                    <a:pt x="305393" y="992382"/>
                  </a:lnTo>
                  <a:lnTo>
                    <a:pt x="313706" y="996052"/>
                  </a:lnTo>
                  <a:lnTo>
                    <a:pt x="322083" y="999575"/>
                  </a:lnTo>
                  <a:lnTo>
                    <a:pt x="330520" y="1002952"/>
                  </a:lnTo>
                  <a:lnTo>
                    <a:pt x="339014" y="1006180"/>
                  </a:lnTo>
                  <a:lnTo>
                    <a:pt x="347564" y="1009259"/>
                  </a:lnTo>
                  <a:lnTo>
                    <a:pt x="356166" y="1012188"/>
                  </a:lnTo>
                  <a:lnTo>
                    <a:pt x="364819" y="1014966"/>
                  </a:lnTo>
                  <a:lnTo>
                    <a:pt x="373518" y="1017592"/>
                  </a:lnTo>
                  <a:lnTo>
                    <a:pt x="382263" y="1020065"/>
                  </a:lnTo>
                  <a:lnTo>
                    <a:pt x="391049" y="1022385"/>
                  </a:lnTo>
                  <a:lnTo>
                    <a:pt x="399874" y="1024551"/>
                  </a:lnTo>
                  <a:lnTo>
                    <a:pt x="408737" y="1026562"/>
                  </a:lnTo>
                  <a:lnTo>
                    <a:pt x="417632" y="1028417"/>
                  </a:lnTo>
                  <a:lnTo>
                    <a:pt x="426559" y="1030117"/>
                  </a:lnTo>
                  <a:lnTo>
                    <a:pt x="435515" y="1031660"/>
                  </a:lnTo>
                  <a:lnTo>
                    <a:pt x="444496" y="1033046"/>
                  </a:lnTo>
                  <a:lnTo>
                    <a:pt x="453500" y="1034275"/>
                  </a:lnTo>
                  <a:lnTo>
                    <a:pt x="462524" y="1035346"/>
                  </a:lnTo>
                  <a:lnTo>
                    <a:pt x="471565" y="1036259"/>
                  </a:lnTo>
                  <a:lnTo>
                    <a:pt x="480621" y="1037014"/>
                  </a:lnTo>
                  <a:lnTo>
                    <a:pt x="489689" y="1037610"/>
                  </a:lnTo>
                  <a:lnTo>
                    <a:pt x="498766" y="1038047"/>
                  </a:lnTo>
                  <a:lnTo>
                    <a:pt x="507849" y="1038325"/>
                  </a:lnTo>
                  <a:lnTo>
                    <a:pt x="516935" y="1038445"/>
                  </a:lnTo>
                  <a:lnTo>
                    <a:pt x="526023" y="1038405"/>
                  </a:lnTo>
                  <a:lnTo>
                    <a:pt x="535108" y="1038206"/>
                  </a:lnTo>
                  <a:lnTo>
                    <a:pt x="544188" y="1037848"/>
                  </a:lnTo>
                  <a:lnTo>
                    <a:pt x="553261" y="1037332"/>
                  </a:lnTo>
                  <a:lnTo>
                    <a:pt x="562323" y="1036656"/>
                  </a:lnTo>
                  <a:lnTo>
                    <a:pt x="571372" y="1035823"/>
                  </a:lnTo>
                  <a:lnTo>
                    <a:pt x="580405" y="1034831"/>
                  </a:lnTo>
                  <a:lnTo>
                    <a:pt x="589419" y="1033681"/>
                  </a:lnTo>
                  <a:lnTo>
                    <a:pt x="598412" y="1032373"/>
                  </a:lnTo>
                  <a:lnTo>
                    <a:pt x="607381" y="1030908"/>
                  </a:lnTo>
                  <a:lnTo>
                    <a:pt x="616322" y="1029287"/>
                  </a:lnTo>
                  <a:lnTo>
                    <a:pt x="625234" y="1027509"/>
                  </a:lnTo>
                  <a:lnTo>
                    <a:pt x="634113" y="1025576"/>
                  </a:lnTo>
                  <a:lnTo>
                    <a:pt x="642957" y="1023487"/>
                  </a:lnTo>
                  <a:lnTo>
                    <a:pt x="651764" y="1021244"/>
                  </a:lnTo>
                  <a:lnTo>
                    <a:pt x="660529" y="1018847"/>
                  </a:lnTo>
                  <a:lnTo>
                    <a:pt x="669251" y="1016298"/>
                  </a:lnTo>
                  <a:lnTo>
                    <a:pt x="677928" y="1013596"/>
                  </a:lnTo>
                  <a:lnTo>
                    <a:pt x="686556" y="1010742"/>
                  </a:lnTo>
                  <a:lnTo>
                    <a:pt x="695132" y="1007738"/>
                  </a:lnTo>
                  <a:lnTo>
                    <a:pt x="703655" y="1004584"/>
                  </a:lnTo>
                  <a:lnTo>
                    <a:pt x="712121" y="1001282"/>
                  </a:lnTo>
                  <a:lnTo>
                    <a:pt x="720528" y="997832"/>
                  </a:lnTo>
                  <a:lnTo>
                    <a:pt x="728873" y="994235"/>
                  </a:lnTo>
                  <a:lnTo>
                    <a:pt x="737154" y="990493"/>
                  </a:lnTo>
                  <a:lnTo>
                    <a:pt x="745368" y="986607"/>
                  </a:lnTo>
                  <a:lnTo>
                    <a:pt x="753514" y="982577"/>
                  </a:lnTo>
                  <a:lnTo>
                    <a:pt x="761587" y="978406"/>
                  </a:lnTo>
                  <a:lnTo>
                    <a:pt x="769586" y="974093"/>
                  </a:lnTo>
                  <a:lnTo>
                    <a:pt x="777508" y="969642"/>
                  </a:lnTo>
                  <a:lnTo>
                    <a:pt x="785351" y="965052"/>
                  </a:lnTo>
                  <a:lnTo>
                    <a:pt x="793113" y="960326"/>
                  </a:lnTo>
                  <a:lnTo>
                    <a:pt x="800791" y="955465"/>
                  </a:lnTo>
                  <a:lnTo>
                    <a:pt x="808383" y="950470"/>
                  </a:lnTo>
                  <a:lnTo>
                    <a:pt x="815886" y="945343"/>
                  </a:lnTo>
                  <a:lnTo>
                    <a:pt x="823298" y="940086"/>
                  </a:lnTo>
                  <a:lnTo>
                    <a:pt x="830617" y="934699"/>
                  </a:lnTo>
                  <a:lnTo>
                    <a:pt x="837840" y="929186"/>
                  </a:lnTo>
                  <a:lnTo>
                    <a:pt x="844966" y="923547"/>
                  </a:lnTo>
                  <a:lnTo>
                    <a:pt x="851992" y="917784"/>
                  </a:lnTo>
                  <a:lnTo>
                    <a:pt x="858917" y="911899"/>
                  </a:lnTo>
                  <a:lnTo>
                    <a:pt x="865737" y="905893"/>
                  </a:lnTo>
                  <a:lnTo>
                    <a:pt x="872451" y="899769"/>
                  </a:lnTo>
                  <a:lnTo>
                    <a:pt x="879057" y="893529"/>
                  </a:lnTo>
                  <a:lnTo>
                    <a:pt x="885552" y="887174"/>
                  </a:lnTo>
                  <a:lnTo>
                    <a:pt x="891936" y="880706"/>
                  </a:lnTo>
                  <a:lnTo>
                    <a:pt x="898205" y="874128"/>
                  </a:lnTo>
                  <a:lnTo>
                    <a:pt x="904358" y="867440"/>
                  </a:lnTo>
                  <a:lnTo>
                    <a:pt x="910393" y="860646"/>
                  </a:lnTo>
                  <a:lnTo>
                    <a:pt x="916309" y="853748"/>
                  </a:lnTo>
                  <a:lnTo>
                    <a:pt x="922103" y="846747"/>
                  </a:lnTo>
                  <a:lnTo>
                    <a:pt x="927773" y="839646"/>
                  </a:lnTo>
                  <a:lnTo>
                    <a:pt x="933318" y="832446"/>
                  </a:lnTo>
                  <a:lnTo>
                    <a:pt x="938736" y="825151"/>
                  </a:lnTo>
                  <a:lnTo>
                    <a:pt x="944026" y="817762"/>
                  </a:lnTo>
                  <a:lnTo>
                    <a:pt x="949186" y="810282"/>
                  </a:lnTo>
                  <a:lnTo>
                    <a:pt x="954214" y="802712"/>
                  </a:lnTo>
                  <a:lnTo>
                    <a:pt x="959109" y="795056"/>
                  </a:lnTo>
                  <a:lnTo>
                    <a:pt x="963869" y="787315"/>
                  </a:lnTo>
                  <a:lnTo>
                    <a:pt x="968492" y="779491"/>
                  </a:lnTo>
                  <a:lnTo>
                    <a:pt x="972979" y="771589"/>
                  </a:lnTo>
                  <a:lnTo>
                    <a:pt x="977326" y="763609"/>
                  </a:lnTo>
                  <a:lnTo>
                    <a:pt x="981533" y="755554"/>
                  </a:lnTo>
                  <a:lnTo>
                    <a:pt x="985598" y="747426"/>
                  </a:lnTo>
                  <a:lnTo>
                    <a:pt x="989520" y="739229"/>
                  </a:lnTo>
                  <a:lnTo>
                    <a:pt x="993298" y="730964"/>
                  </a:lnTo>
                  <a:lnTo>
                    <a:pt x="996932" y="722635"/>
                  </a:lnTo>
                  <a:lnTo>
                    <a:pt x="1000418" y="714243"/>
                  </a:lnTo>
                  <a:lnTo>
                    <a:pt x="1003758" y="705791"/>
                  </a:lnTo>
                  <a:lnTo>
                    <a:pt x="1006949" y="697283"/>
                  </a:lnTo>
                  <a:lnTo>
                    <a:pt x="1009990" y="688719"/>
                  </a:lnTo>
                  <a:lnTo>
                    <a:pt x="1012881" y="680104"/>
                  </a:lnTo>
                  <a:lnTo>
                    <a:pt x="1015621" y="671440"/>
                  </a:lnTo>
                  <a:lnTo>
                    <a:pt x="1018209" y="662729"/>
                  </a:lnTo>
                  <a:lnTo>
                    <a:pt x="1020644" y="653974"/>
                  </a:lnTo>
                  <a:lnTo>
                    <a:pt x="1022926" y="645178"/>
                  </a:lnTo>
                  <a:lnTo>
                    <a:pt x="1025053" y="636343"/>
                  </a:lnTo>
                  <a:lnTo>
                    <a:pt x="1027025" y="627472"/>
                  </a:lnTo>
                  <a:lnTo>
                    <a:pt x="1028842" y="618568"/>
                  </a:lnTo>
                  <a:lnTo>
                    <a:pt x="1030503" y="609634"/>
                  </a:lnTo>
                  <a:lnTo>
                    <a:pt x="1032007" y="600672"/>
                  </a:lnTo>
                  <a:lnTo>
                    <a:pt x="1033354" y="591685"/>
                  </a:lnTo>
                  <a:lnTo>
                    <a:pt x="1034543" y="582675"/>
                  </a:lnTo>
                  <a:lnTo>
                    <a:pt x="1035575" y="573647"/>
                  </a:lnTo>
                  <a:lnTo>
                    <a:pt x="1036448" y="564602"/>
                  </a:lnTo>
                  <a:lnTo>
                    <a:pt x="1037163" y="555542"/>
                  </a:lnTo>
                  <a:lnTo>
                    <a:pt x="1037719" y="546472"/>
                  </a:lnTo>
                  <a:lnTo>
                    <a:pt x="1038117" y="537393"/>
                  </a:lnTo>
                  <a:lnTo>
                    <a:pt x="1038355" y="528309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7948808" y="2186434"/>
              <a:ext cx="0" cy="467304"/>
            </a:xfrm>
            <a:custGeom>
              <a:avLst/>
              <a:pathLst>
                <a:path w="0" h="467304">
                  <a:moveTo>
                    <a:pt x="0" y="46730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7985523" y="2338512"/>
              <a:ext cx="330434" cy="330434"/>
            </a:xfrm>
            <a:custGeom>
              <a:avLst/>
              <a:pathLst>
                <a:path w="330434" h="330434">
                  <a:moveTo>
                    <a:pt x="0" y="330434"/>
                  </a:moveTo>
                  <a:lnTo>
                    <a:pt x="33043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8000730" y="2705661"/>
              <a:ext cx="467304" cy="0"/>
            </a:xfrm>
            <a:custGeom>
              <a:avLst/>
              <a:pathLst>
                <a:path w="467304" h="0">
                  <a:moveTo>
                    <a:pt x="0" y="0"/>
                  </a:moveTo>
                  <a:lnTo>
                    <a:pt x="46730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7985523" y="2742376"/>
              <a:ext cx="330434" cy="330434"/>
            </a:xfrm>
            <a:custGeom>
              <a:avLst/>
              <a:pathLst>
                <a:path w="330434" h="330434">
                  <a:moveTo>
                    <a:pt x="0" y="0"/>
                  </a:moveTo>
                  <a:lnTo>
                    <a:pt x="330434" y="33043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7948808" y="2757584"/>
              <a:ext cx="0" cy="467304"/>
            </a:xfrm>
            <a:custGeom>
              <a:avLst/>
              <a:pathLst>
                <a:path w="0" h="467304">
                  <a:moveTo>
                    <a:pt x="0" y="0"/>
                  </a:moveTo>
                  <a:lnTo>
                    <a:pt x="0" y="46730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1"/>
            <p:cNvSpPr/>
            <p:nvPr/>
          </p:nvSpPr>
          <p:spPr>
            <a:xfrm>
              <a:off x="7581658" y="2742376"/>
              <a:ext cx="330434" cy="330434"/>
            </a:xfrm>
            <a:custGeom>
              <a:avLst/>
              <a:pathLst>
                <a:path w="330434" h="330434">
                  <a:moveTo>
                    <a:pt x="330434" y="0"/>
                  </a:moveTo>
                  <a:lnTo>
                    <a:pt x="0" y="33043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7429580" y="2705661"/>
              <a:ext cx="467304" cy="0"/>
            </a:xfrm>
            <a:custGeom>
              <a:avLst/>
              <a:pathLst>
                <a:path w="467304" h="0">
                  <a:moveTo>
                    <a:pt x="467304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7581658" y="2338512"/>
              <a:ext cx="330434" cy="330434"/>
            </a:xfrm>
            <a:custGeom>
              <a:avLst/>
              <a:pathLst>
                <a:path w="330434" h="330434">
                  <a:moveTo>
                    <a:pt x="330434" y="33043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4"/>
            <p:cNvSpPr/>
            <p:nvPr/>
          </p:nvSpPr>
          <p:spPr>
            <a:xfrm>
              <a:off x="7841285" y="2553602"/>
              <a:ext cx="292960" cy="259581"/>
            </a:xfrm>
            <a:custGeom>
              <a:avLst/>
              <a:pathLst>
                <a:path w="292960" h="259581">
                  <a:moveTo>
                    <a:pt x="107522" y="0"/>
                  </a:moveTo>
                  <a:lnTo>
                    <a:pt x="215044" y="44537"/>
                  </a:lnTo>
                  <a:lnTo>
                    <a:pt x="292960" y="152059"/>
                  </a:lnTo>
                  <a:lnTo>
                    <a:pt x="144237" y="188774"/>
                  </a:lnTo>
                  <a:lnTo>
                    <a:pt x="107522" y="203982"/>
                  </a:lnTo>
                  <a:lnTo>
                    <a:pt x="0" y="259581"/>
                  </a:lnTo>
                  <a:lnTo>
                    <a:pt x="22220" y="152059"/>
                  </a:lnTo>
                  <a:lnTo>
                    <a:pt x="70807" y="115344"/>
                  </a:lnTo>
                  <a:lnTo>
                    <a:pt x="107522" y="0"/>
                  </a:lnTo>
                </a:path>
              </a:pathLst>
            </a:custGeom>
            <a:ln w="31166" cap="flat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7913538" y="2518332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8021060" y="2562869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8098976" y="2670391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7950252" y="2707106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7913538" y="2722314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7806015" y="2777914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7828236" y="2670391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7876823" y="2633676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7913538" y="2518332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tx314"/>
            <p:cNvSpPr/>
            <p:nvPr/>
          </p:nvSpPr>
          <p:spPr>
            <a:xfrm>
              <a:off x="7809377" y="2632067"/>
              <a:ext cx="87508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315" name="tx315"/>
            <p:cNvSpPr/>
            <p:nvPr/>
          </p:nvSpPr>
          <p:spPr>
            <a:xfrm>
              <a:off x="7775727" y="2398415"/>
              <a:ext cx="12115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316" name="tx316"/>
            <p:cNvSpPr/>
            <p:nvPr/>
          </p:nvSpPr>
          <p:spPr>
            <a:xfrm>
              <a:off x="7742077" y="2164763"/>
              <a:ext cx="15480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317" name="rc317"/>
            <p:cNvSpPr/>
            <p:nvPr/>
          </p:nvSpPr>
          <p:spPr>
            <a:xfrm>
              <a:off x="69589" y="3429000"/>
              <a:ext cx="2251205" cy="233029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318" name="rc318"/>
            <p:cNvSpPr/>
            <p:nvPr/>
          </p:nvSpPr>
          <p:spPr>
            <a:xfrm>
              <a:off x="69589" y="3662029"/>
              <a:ext cx="2251205" cy="14466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" name="rc319"/>
            <p:cNvSpPr/>
            <p:nvPr/>
          </p:nvSpPr>
          <p:spPr>
            <a:xfrm>
              <a:off x="107546" y="3429000"/>
              <a:ext cx="2175290" cy="23302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0" name="tx320"/>
            <p:cNvSpPr/>
            <p:nvPr/>
          </p:nvSpPr>
          <p:spPr>
            <a:xfrm>
              <a:off x="727979" y="3462967"/>
              <a:ext cx="934425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Pelecaniformes</a:t>
              </a:r>
            </a:p>
          </p:txBody>
        </p:sp>
        <p:sp>
          <p:nvSpPr>
            <p:cNvPr id="321" name="tx321"/>
            <p:cNvSpPr/>
            <p:nvPr/>
          </p:nvSpPr>
          <p:spPr>
            <a:xfrm>
              <a:off x="571342" y="3564457"/>
              <a:ext cx="1247698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13, species = 11</a:t>
              </a:r>
            </a:p>
          </p:txBody>
        </p:sp>
        <p:sp>
          <p:nvSpPr>
            <p:cNvPr id="322" name="rc322"/>
            <p:cNvSpPr/>
            <p:nvPr/>
          </p:nvSpPr>
          <p:spPr>
            <a:xfrm>
              <a:off x="338466" y="3699986"/>
              <a:ext cx="1713451" cy="1370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" name="tx323"/>
            <p:cNvSpPr/>
            <p:nvPr/>
          </p:nvSpPr>
          <p:spPr>
            <a:xfrm>
              <a:off x="300956" y="4771424"/>
              <a:ext cx="472013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324" name="tx324"/>
            <p:cNvSpPr/>
            <p:nvPr/>
          </p:nvSpPr>
          <p:spPr>
            <a:xfrm>
              <a:off x="369662" y="4349202"/>
              <a:ext cx="228417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325" name="tx325"/>
            <p:cNvSpPr/>
            <p:nvPr/>
          </p:nvSpPr>
          <p:spPr>
            <a:xfrm>
              <a:off x="317964" y="3926981"/>
              <a:ext cx="45500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326" name="pl326"/>
            <p:cNvSpPr/>
            <p:nvPr/>
          </p:nvSpPr>
          <p:spPr>
            <a:xfrm>
              <a:off x="1143271" y="4333445"/>
              <a:ext cx="103843" cy="103844"/>
            </a:xfrm>
            <a:custGeom>
              <a:avLst/>
              <a:pathLst>
                <a:path w="103843" h="103844">
                  <a:moveTo>
                    <a:pt x="103843" y="51922"/>
                  </a:moveTo>
                  <a:lnTo>
                    <a:pt x="103835" y="51013"/>
                  </a:lnTo>
                  <a:lnTo>
                    <a:pt x="103811" y="50105"/>
                  </a:lnTo>
                  <a:lnTo>
                    <a:pt x="103771" y="49197"/>
                  </a:lnTo>
                  <a:lnTo>
                    <a:pt x="103716" y="48290"/>
                  </a:lnTo>
                  <a:lnTo>
                    <a:pt x="103644" y="47384"/>
                  </a:lnTo>
                  <a:lnTo>
                    <a:pt x="103557" y="46479"/>
                  </a:lnTo>
                  <a:lnTo>
                    <a:pt x="103454" y="45576"/>
                  </a:lnTo>
                  <a:lnTo>
                    <a:pt x="103335" y="44676"/>
                  </a:lnTo>
                  <a:lnTo>
                    <a:pt x="103200" y="43777"/>
                  </a:lnTo>
                  <a:lnTo>
                    <a:pt x="103050" y="42881"/>
                  </a:lnTo>
                  <a:lnTo>
                    <a:pt x="102884" y="41987"/>
                  </a:lnTo>
                  <a:lnTo>
                    <a:pt x="102702" y="41097"/>
                  </a:lnTo>
                  <a:lnTo>
                    <a:pt x="102505" y="40210"/>
                  </a:lnTo>
                  <a:lnTo>
                    <a:pt x="102292" y="39326"/>
                  </a:lnTo>
                  <a:lnTo>
                    <a:pt x="102064" y="38447"/>
                  </a:lnTo>
                  <a:lnTo>
                    <a:pt x="101820" y="37571"/>
                  </a:lnTo>
                  <a:lnTo>
                    <a:pt x="101562" y="36700"/>
                  </a:lnTo>
                  <a:lnTo>
                    <a:pt x="101288" y="35834"/>
                  </a:lnTo>
                  <a:lnTo>
                    <a:pt x="100999" y="34972"/>
                  </a:lnTo>
                  <a:lnTo>
                    <a:pt x="100694" y="34116"/>
                  </a:lnTo>
                  <a:lnTo>
                    <a:pt x="100375" y="33265"/>
                  </a:lnTo>
                  <a:lnTo>
                    <a:pt x="100041" y="32420"/>
                  </a:lnTo>
                  <a:lnTo>
                    <a:pt x="99693" y="31580"/>
                  </a:lnTo>
                  <a:lnTo>
                    <a:pt x="99329" y="30748"/>
                  </a:lnTo>
                  <a:lnTo>
                    <a:pt x="98952" y="29921"/>
                  </a:lnTo>
                  <a:lnTo>
                    <a:pt x="98559" y="29101"/>
                  </a:lnTo>
                  <a:lnTo>
                    <a:pt x="98153" y="28289"/>
                  </a:lnTo>
                  <a:lnTo>
                    <a:pt x="97732" y="27483"/>
                  </a:lnTo>
                  <a:lnTo>
                    <a:pt x="97297" y="26685"/>
                  </a:lnTo>
                  <a:lnTo>
                    <a:pt x="96849" y="25895"/>
                  </a:lnTo>
                  <a:lnTo>
                    <a:pt x="96386" y="25113"/>
                  </a:lnTo>
                  <a:lnTo>
                    <a:pt x="95910" y="24338"/>
                  </a:lnTo>
                  <a:lnTo>
                    <a:pt x="95421" y="23573"/>
                  </a:lnTo>
                  <a:lnTo>
                    <a:pt x="94918" y="22816"/>
                  </a:lnTo>
                  <a:lnTo>
                    <a:pt x="94402" y="22068"/>
                  </a:lnTo>
                  <a:lnTo>
                    <a:pt x="93873" y="21329"/>
                  </a:lnTo>
                  <a:lnTo>
                    <a:pt x="93331" y="20599"/>
                  </a:lnTo>
                  <a:lnTo>
                    <a:pt x="92777" y="19879"/>
                  </a:lnTo>
                  <a:lnTo>
                    <a:pt x="92210" y="19169"/>
                  </a:lnTo>
                  <a:lnTo>
                    <a:pt x="91630" y="18469"/>
                  </a:lnTo>
                  <a:lnTo>
                    <a:pt x="91039" y="17779"/>
                  </a:lnTo>
                  <a:lnTo>
                    <a:pt x="90435" y="17100"/>
                  </a:lnTo>
                  <a:lnTo>
                    <a:pt x="89820" y="16431"/>
                  </a:lnTo>
                  <a:lnTo>
                    <a:pt x="89193" y="15773"/>
                  </a:lnTo>
                  <a:lnTo>
                    <a:pt x="88555" y="15127"/>
                  </a:lnTo>
                  <a:lnTo>
                    <a:pt x="87905" y="14491"/>
                  </a:lnTo>
                  <a:lnTo>
                    <a:pt x="87245" y="13867"/>
                  </a:lnTo>
                  <a:lnTo>
                    <a:pt x="86573" y="13255"/>
                  </a:lnTo>
                  <a:lnTo>
                    <a:pt x="85891" y="12654"/>
                  </a:lnTo>
                  <a:lnTo>
                    <a:pt x="85199" y="12066"/>
                  </a:lnTo>
                  <a:lnTo>
                    <a:pt x="84496" y="11489"/>
                  </a:lnTo>
                  <a:lnTo>
                    <a:pt x="83784" y="10925"/>
                  </a:lnTo>
                  <a:lnTo>
                    <a:pt x="83061" y="10374"/>
                  </a:lnTo>
                  <a:lnTo>
                    <a:pt x="82329" y="9835"/>
                  </a:lnTo>
                  <a:lnTo>
                    <a:pt x="81588" y="9310"/>
                  </a:lnTo>
                  <a:lnTo>
                    <a:pt x="80838" y="8797"/>
                  </a:lnTo>
                  <a:lnTo>
                    <a:pt x="80079" y="8297"/>
                  </a:lnTo>
                  <a:lnTo>
                    <a:pt x="79311" y="7811"/>
                  </a:lnTo>
                  <a:lnTo>
                    <a:pt x="78535" y="7339"/>
                  </a:lnTo>
                  <a:lnTo>
                    <a:pt x="77750" y="6880"/>
                  </a:lnTo>
                  <a:lnTo>
                    <a:pt x="76958" y="6435"/>
                  </a:lnTo>
                  <a:lnTo>
                    <a:pt x="76158" y="6003"/>
                  </a:lnTo>
                  <a:lnTo>
                    <a:pt x="75351" y="5586"/>
                  </a:lnTo>
                  <a:lnTo>
                    <a:pt x="74536" y="5183"/>
                  </a:lnTo>
                  <a:lnTo>
                    <a:pt x="73715" y="4795"/>
                  </a:lnTo>
                  <a:lnTo>
                    <a:pt x="72887" y="4420"/>
                  </a:lnTo>
                  <a:lnTo>
                    <a:pt x="72052" y="4061"/>
                  </a:lnTo>
                  <a:lnTo>
                    <a:pt x="71212" y="3716"/>
                  </a:lnTo>
                  <a:lnTo>
                    <a:pt x="70365" y="3386"/>
                  </a:lnTo>
                  <a:lnTo>
                    <a:pt x="69513" y="3070"/>
                  </a:lnTo>
                  <a:lnTo>
                    <a:pt x="68655" y="2770"/>
                  </a:lnTo>
                  <a:lnTo>
                    <a:pt x="67792" y="2484"/>
                  </a:lnTo>
                  <a:lnTo>
                    <a:pt x="66925" y="2214"/>
                  </a:lnTo>
                  <a:lnTo>
                    <a:pt x="66052" y="1959"/>
                  </a:lnTo>
                  <a:lnTo>
                    <a:pt x="65176" y="1720"/>
                  </a:lnTo>
                  <a:lnTo>
                    <a:pt x="64295" y="1495"/>
                  </a:lnTo>
                  <a:lnTo>
                    <a:pt x="63411" y="1286"/>
                  </a:lnTo>
                  <a:lnTo>
                    <a:pt x="62523" y="1093"/>
                  </a:lnTo>
                  <a:lnTo>
                    <a:pt x="61632" y="915"/>
                  </a:lnTo>
                  <a:lnTo>
                    <a:pt x="60738" y="753"/>
                  </a:lnTo>
                  <a:lnTo>
                    <a:pt x="59841" y="607"/>
                  </a:lnTo>
                  <a:lnTo>
                    <a:pt x="58941" y="476"/>
                  </a:lnTo>
                  <a:lnTo>
                    <a:pt x="58040" y="361"/>
                  </a:lnTo>
                  <a:lnTo>
                    <a:pt x="57137" y="262"/>
                  </a:lnTo>
                  <a:lnTo>
                    <a:pt x="56232" y="178"/>
                  </a:lnTo>
                  <a:lnTo>
                    <a:pt x="55326" y="111"/>
                  </a:lnTo>
                  <a:lnTo>
                    <a:pt x="54418" y="59"/>
                  </a:lnTo>
                  <a:lnTo>
                    <a:pt x="53510" y="23"/>
                  </a:lnTo>
                  <a:lnTo>
                    <a:pt x="52602" y="3"/>
                  </a:lnTo>
                  <a:lnTo>
                    <a:pt x="51693" y="0"/>
                  </a:lnTo>
                  <a:lnTo>
                    <a:pt x="50784" y="11"/>
                  </a:lnTo>
                  <a:lnTo>
                    <a:pt x="49876" y="39"/>
                  </a:lnTo>
                  <a:lnTo>
                    <a:pt x="48968" y="83"/>
                  </a:lnTo>
                  <a:lnTo>
                    <a:pt x="48062" y="143"/>
                  </a:lnTo>
                  <a:lnTo>
                    <a:pt x="47156" y="218"/>
                  </a:lnTo>
                  <a:lnTo>
                    <a:pt x="46252" y="309"/>
                  </a:lnTo>
                  <a:lnTo>
                    <a:pt x="45350" y="416"/>
                  </a:lnTo>
                  <a:lnTo>
                    <a:pt x="44449" y="539"/>
                  </a:lnTo>
                  <a:lnTo>
                    <a:pt x="43551" y="678"/>
                  </a:lnTo>
                  <a:lnTo>
                    <a:pt x="42655" y="832"/>
                  </a:lnTo>
                  <a:lnTo>
                    <a:pt x="41763" y="1002"/>
                  </a:lnTo>
                  <a:lnTo>
                    <a:pt x="40873" y="1188"/>
                  </a:lnTo>
                  <a:lnTo>
                    <a:pt x="39987" y="1389"/>
                  </a:lnTo>
                  <a:lnTo>
                    <a:pt x="39104" y="1605"/>
                  </a:lnTo>
                  <a:lnTo>
                    <a:pt x="38226" y="1837"/>
                  </a:lnTo>
                  <a:lnTo>
                    <a:pt x="37351" y="2085"/>
                  </a:lnTo>
                  <a:lnTo>
                    <a:pt x="36481" y="2347"/>
                  </a:lnTo>
                  <a:lnTo>
                    <a:pt x="35616" y="2625"/>
                  </a:lnTo>
                  <a:lnTo>
                    <a:pt x="34756" y="2918"/>
                  </a:lnTo>
                  <a:lnTo>
                    <a:pt x="33901" y="3226"/>
                  </a:lnTo>
                  <a:lnTo>
                    <a:pt x="33052" y="3549"/>
                  </a:lnTo>
                  <a:lnTo>
                    <a:pt x="32208" y="3886"/>
                  </a:lnTo>
                  <a:lnTo>
                    <a:pt x="31370" y="4239"/>
                  </a:lnTo>
                  <a:lnTo>
                    <a:pt x="30539" y="4606"/>
                  </a:lnTo>
                  <a:lnTo>
                    <a:pt x="29714" y="4987"/>
                  </a:lnTo>
                  <a:lnTo>
                    <a:pt x="28896" y="5383"/>
                  </a:lnTo>
                  <a:lnTo>
                    <a:pt x="28085" y="5793"/>
                  </a:lnTo>
                  <a:lnTo>
                    <a:pt x="27281" y="6217"/>
                  </a:lnTo>
                  <a:lnTo>
                    <a:pt x="26485" y="6655"/>
                  </a:lnTo>
                  <a:lnTo>
                    <a:pt x="25697" y="7108"/>
                  </a:lnTo>
                  <a:lnTo>
                    <a:pt x="24917" y="7573"/>
                  </a:lnTo>
                  <a:lnTo>
                    <a:pt x="24145" y="8053"/>
                  </a:lnTo>
                  <a:lnTo>
                    <a:pt x="23381" y="8546"/>
                  </a:lnTo>
                  <a:lnTo>
                    <a:pt x="22626" y="9052"/>
                  </a:lnTo>
                  <a:lnTo>
                    <a:pt x="21881" y="9571"/>
                  </a:lnTo>
                  <a:lnTo>
                    <a:pt x="21144" y="10103"/>
                  </a:lnTo>
                  <a:lnTo>
                    <a:pt x="20417" y="10648"/>
                  </a:lnTo>
                  <a:lnTo>
                    <a:pt x="19699" y="11206"/>
                  </a:lnTo>
                  <a:lnTo>
                    <a:pt x="18992" y="11776"/>
                  </a:lnTo>
                  <a:lnTo>
                    <a:pt x="18294" y="12358"/>
                  </a:lnTo>
                  <a:lnTo>
                    <a:pt x="17607" y="12953"/>
                  </a:lnTo>
                  <a:lnTo>
                    <a:pt x="16930" y="13559"/>
                  </a:lnTo>
                  <a:lnTo>
                    <a:pt x="16264" y="14178"/>
                  </a:lnTo>
                  <a:lnTo>
                    <a:pt x="15609" y="14807"/>
                  </a:lnTo>
                  <a:lnTo>
                    <a:pt x="14965" y="15449"/>
                  </a:lnTo>
                  <a:lnTo>
                    <a:pt x="14333" y="16101"/>
                  </a:lnTo>
                  <a:lnTo>
                    <a:pt x="13711" y="16764"/>
                  </a:lnTo>
                  <a:lnTo>
                    <a:pt x="13102" y="17438"/>
                  </a:lnTo>
                  <a:lnTo>
                    <a:pt x="12504" y="18123"/>
                  </a:lnTo>
                  <a:lnTo>
                    <a:pt x="11919" y="18818"/>
                  </a:lnTo>
                  <a:lnTo>
                    <a:pt x="11346" y="19523"/>
                  </a:lnTo>
                  <a:lnTo>
                    <a:pt x="10785" y="20238"/>
                  </a:lnTo>
                  <a:lnTo>
                    <a:pt x="10237" y="20963"/>
                  </a:lnTo>
                  <a:lnTo>
                    <a:pt x="9701" y="21697"/>
                  </a:lnTo>
                  <a:lnTo>
                    <a:pt x="9179" y="22441"/>
                  </a:lnTo>
                  <a:lnTo>
                    <a:pt x="8669" y="23193"/>
                  </a:lnTo>
                  <a:lnTo>
                    <a:pt x="8173" y="23955"/>
                  </a:lnTo>
                  <a:lnTo>
                    <a:pt x="7690" y="24724"/>
                  </a:lnTo>
                  <a:lnTo>
                    <a:pt x="7221" y="25503"/>
                  </a:lnTo>
                  <a:lnTo>
                    <a:pt x="6766" y="26289"/>
                  </a:lnTo>
                  <a:lnTo>
                    <a:pt x="6324" y="27083"/>
                  </a:lnTo>
                  <a:lnTo>
                    <a:pt x="5896" y="27885"/>
                  </a:lnTo>
                  <a:lnTo>
                    <a:pt x="5483" y="28694"/>
                  </a:lnTo>
                  <a:lnTo>
                    <a:pt x="5083" y="29510"/>
                  </a:lnTo>
                  <a:lnTo>
                    <a:pt x="4698" y="30333"/>
                  </a:lnTo>
                  <a:lnTo>
                    <a:pt x="4328" y="31163"/>
                  </a:lnTo>
                  <a:lnTo>
                    <a:pt x="3972" y="31999"/>
                  </a:lnTo>
                  <a:lnTo>
                    <a:pt x="3630" y="32842"/>
                  </a:lnTo>
                  <a:lnTo>
                    <a:pt x="3304" y="33690"/>
                  </a:lnTo>
                  <a:lnTo>
                    <a:pt x="2992" y="34543"/>
                  </a:lnTo>
                  <a:lnTo>
                    <a:pt x="2696" y="35402"/>
                  </a:lnTo>
                  <a:lnTo>
                    <a:pt x="2414" y="36266"/>
                  </a:lnTo>
                  <a:lnTo>
                    <a:pt x="2148" y="37135"/>
                  </a:lnTo>
                  <a:lnTo>
                    <a:pt x="1896" y="38008"/>
                  </a:lnTo>
                  <a:lnTo>
                    <a:pt x="1661" y="38886"/>
                  </a:lnTo>
                  <a:lnTo>
                    <a:pt x="1440" y="39768"/>
                  </a:lnTo>
                  <a:lnTo>
                    <a:pt x="1235" y="40653"/>
                  </a:lnTo>
                  <a:lnTo>
                    <a:pt x="1046" y="41542"/>
                  </a:lnTo>
                  <a:lnTo>
                    <a:pt x="872" y="42434"/>
                  </a:lnTo>
                  <a:lnTo>
                    <a:pt x="714" y="43328"/>
                  </a:lnTo>
                  <a:lnTo>
                    <a:pt x="571" y="44226"/>
                  </a:lnTo>
                  <a:lnTo>
                    <a:pt x="444" y="45126"/>
                  </a:lnTo>
                  <a:lnTo>
                    <a:pt x="333" y="46028"/>
                  </a:lnTo>
                  <a:lnTo>
                    <a:pt x="238" y="46931"/>
                  </a:lnTo>
                  <a:lnTo>
                    <a:pt x="158" y="47837"/>
                  </a:lnTo>
                  <a:lnTo>
                    <a:pt x="95" y="48743"/>
                  </a:lnTo>
                  <a:lnTo>
                    <a:pt x="47" y="49651"/>
                  </a:lnTo>
                  <a:lnTo>
                    <a:pt x="15" y="50559"/>
                  </a:lnTo>
                  <a:lnTo>
                    <a:pt x="0" y="51467"/>
                  </a:lnTo>
                  <a:lnTo>
                    <a:pt x="0" y="52376"/>
                  </a:lnTo>
                  <a:lnTo>
                    <a:pt x="15" y="53285"/>
                  </a:lnTo>
                  <a:lnTo>
                    <a:pt x="47" y="54193"/>
                  </a:lnTo>
                  <a:lnTo>
                    <a:pt x="95" y="55100"/>
                  </a:lnTo>
                  <a:lnTo>
                    <a:pt x="158" y="56007"/>
                  </a:lnTo>
                  <a:lnTo>
                    <a:pt x="238" y="56912"/>
                  </a:lnTo>
                  <a:lnTo>
                    <a:pt x="333" y="57816"/>
                  </a:lnTo>
                  <a:lnTo>
                    <a:pt x="444" y="58718"/>
                  </a:lnTo>
                  <a:lnTo>
                    <a:pt x="571" y="59618"/>
                  </a:lnTo>
                  <a:lnTo>
                    <a:pt x="714" y="60515"/>
                  </a:lnTo>
                  <a:lnTo>
                    <a:pt x="872" y="61410"/>
                  </a:lnTo>
                  <a:lnTo>
                    <a:pt x="1046" y="62302"/>
                  </a:lnTo>
                  <a:lnTo>
                    <a:pt x="1235" y="63191"/>
                  </a:lnTo>
                  <a:lnTo>
                    <a:pt x="1440" y="64076"/>
                  </a:lnTo>
                  <a:lnTo>
                    <a:pt x="1661" y="64958"/>
                  </a:lnTo>
                  <a:lnTo>
                    <a:pt x="1896" y="65835"/>
                  </a:lnTo>
                  <a:lnTo>
                    <a:pt x="2148" y="66709"/>
                  </a:lnTo>
                  <a:lnTo>
                    <a:pt x="2414" y="67577"/>
                  </a:lnTo>
                  <a:lnTo>
                    <a:pt x="2696" y="68441"/>
                  </a:lnTo>
                  <a:lnTo>
                    <a:pt x="2992" y="69300"/>
                  </a:lnTo>
                  <a:lnTo>
                    <a:pt x="3304" y="70154"/>
                  </a:lnTo>
                  <a:lnTo>
                    <a:pt x="3630" y="71002"/>
                  </a:lnTo>
                  <a:lnTo>
                    <a:pt x="3972" y="71844"/>
                  </a:lnTo>
                  <a:lnTo>
                    <a:pt x="4328" y="72680"/>
                  </a:lnTo>
                  <a:lnTo>
                    <a:pt x="4698" y="73510"/>
                  </a:lnTo>
                  <a:lnTo>
                    <a:pt x="5083" y="74333"/>
                  </a:lnTo>
                  <a:lnTo>
                    <a:pt x="5483" y="75149"/>
                  </a:lnTo>
                  <a:lnTo>
                    <a:pt x="5896" y="75959"/>
                  </a:lnTo>
                  <a:lnTo>
                    <a:pt x="6324" y="76760"/>
                  </a:lnTo>
                  <a:lnTo>
                    <a:pt x="6766" y="77555"/>
                  </a:lnTo>
                  <a:lnTo>
                    <a:pt x="7221" y="78341"/>
                  </a:lnTo>
                  <a:lnTo>
                    <a:pt x="7690" y="79119"/>
                  </a:lnTo>
                  <a:lnTo>
                    <a:pt x="8173" y="79889"/>
                  </a:lnTo>
                  <a:lnTo>
                    <a:pt x="8669" y="80650"/>
                  </a:lnTo>
                  <a:lnTo>
                    <a:pt x="9179" y="81403"/>
                  </a:lnTo>
                  <a:lnTo>
                    <a:pt x="9701" y="82146"/>
                  </a:lnTo>
                  <a:lnTo>
                    <a:pt x="10237" y="82881"/>
                  </a:lnTo>
                  <a:lnTo>
                    <a:pt x="10785" y="83605"/>
                  </a:lnTo>
                  <a:lnTo>
                    <a:pt x="11346" y="84320"/>
                  </a:lnTo>
                  <a:lnTo>
                    <a:pt x="11919" y="85026"/>
                  </a:lnTo>
                  <a:lnTo>
                    <a:pt x="12504" y="85721"/>
                  </a:lnTo>
                  <a:lnTo>
                    <a:pt x="13102" y="86405"/>
                  </a:lnTo>
                  <a:lnTo>
                    <a:pt x="13711" y="87079"/>
                  </a:lnTo>
                  <a:lnTo>
                    <a:pt x="14333" y="87743"/>
                  </a:lnTo>
                  <a:lnTo>
                    <a:pt x="14965" y="88395"/>
                  </a:lnTo>
                  <a:lnTo>
                    <a:pt x="15609" y="89036"/>
                  </a:lnTo>
                  <a:lnTo>
                    <a:pt x="16264" y="89666"/>
                  </a:lnTo>
                  <a:lnTo>
                    <a:pt x="16930" y="90284"/>
                  </a:lnTo>
                  <a:lnTo>
                    <a:pt x="17607" y="90891"/>
                  </a:lnTo>
                  <a:lnTo>
                    <a:pt x="18294" y="91485"/>
                  </a:lnTo>
                  <a:lnTo>
                    <a:pt x="18992" y="92068"/>
                  </a:lnTo>
                  <a:lnTo>
                    <a:pt x="19699" y="92638"/>
                  </a:lnTo>
                  <a:lnTo>
                    <a:pt x="20417" y="93195"/>
                  </a:lnTo>
                  <a:lnTo>
                    <a:pt x="21144" y="93740"/>
                  </a:lnTo>
                  <a:lnTo>
                    <a:pt x="21881" y="94273"/>
                  </a:lnTo>
                  <a:lnTo>
                    <a:pt x="22626" y="94792"/>
                  </a:lnTo>
                  <a:lnTo>
                    <a:pt x="23381" y="95298"/>
                  </a:lnTo>
                  <a:lnTo>
                    <a:pt x="24145" y="95791"/>
                  </a:lnTo>
                  <a:lnTo>
                    <a:pt x="24917" y="96270"/>
                  </a:lnTo>
                  <a:lnTo>
                    <a:pt x="25697" y="96736"/>
                  </a:lnTo>
                  <a:lnTo>
                    <a:pt x="26485" y="97188"/>
                  </a:lnTo>
                  <a:lnTo>
                    <a:pt x="27281" y="97626"/>
                  </a:lnTo>
                  <a:lnTo>
                    <a:pt x="28085" y="98050"/>
                  </a:lnTo>
                  <a:lnTo>
                    <a:pt x="28896" y="98461"/>
                  </a:lnTo>
                  <a:lnTo>
                    <a:pt x="29714" y="98856"/>
                  </a:lnTo>
                  <a:lnTo>
                    <a:pt x="30539" y="99238"/>
                  </a:lnTo>
                  <a:lnTo>
                    <a:pt x="31370" y="99605"/>
                  </a:lnTo>
                  <a:lnTo>
                    <a:pt x="32208" y="99957"/>
                  </a:lnTo>
                  <a:lnTo>
                    <a:pt x="33052" y="100295"/>
                  </a:lnTo>
                  <a:lnTo>
                    <a:pt x="33901" y="100618"/>
                  </a:lnTo>
                  <a:lnTo>
                    <a:pt x="34756" y="100925"/>
                  </a:lnTo>
                  <a:lnTo>
                    <a:pt x="35616" y="101218"/>
                  </a:lnTo>
                  <a:lnTo>
                    <a:pt x="36481" y="101496"/>
                  </a:lnTo>
                  <a:lnTo>
                    <a:pt x="37351" y="101759"/>
                  </a:lnTo>
                  <a:lnTo>
                    <a:pt x="38226" y="102006"/>
                  </a:lnTo>
                  <a:lnTo>
                    <a:pt x="39104" y="102238"/>
                  </a:lnTo>
                  <a:lnTo>
                    <a:pt x="39987" y="102455"/>
                  </a:lnTo>
                  <a:lnTo>
                    <a:pt x="40873" y="102656"/>
                  </a:lnTo>
                  <a:lnTo>
                    <a:pt x="41763" y="102841"/>
                  </a:lnTo>
                  <a:lnTo>
                    <a:pt x="42655" y="103011"/>
                  </a:lnTo>
                  <a:lnTo>
                    <a:pt x="43551" y="103166"/>
                  </a:lnTo>
                  <a:lnTo>
                    <a:pt x="44449" y="103304"/>
                  </a:lnTo>
                  <a:lnTo>
                    <a:pt x="45350" y="103427"/>
                  </a:lnTo>
                  <a:lnTo>
                    <a:pt x="46252" y="103534"/>
                  </a:lnTo>
                  <a:lnTo>
                    <a:pt x="47156" y="103625"/>
                  </a:lnTo>
                  <a:lnTo>
                    <a:pt x="48062" y="103701"/>
                  </a:lnTo>
                  <a:lnTo>
                    <a:pt x="48968" y="103761"/>
                  </a:lnTo>
                  <a:lnTo>
                    <a:pt x="49876" y="103804"/>
                  </a:lnTo>
                  <a:lnTo>
                    <a:pt x="50784" y="103832"/>
                  </a:lnTo>
                  <a:lnTo>
                    <a:pt x="51693" y="103844"/>
                  </a:lnTo>
                  <a:lnTo>
                    <a:pt x="52602" y="103840"/>
                  </a:lnTo>
                  <a:lnTo>
                    <a:pt x="53510" y="103820"/>
                  </a:lnTo>
                  <a:lnTo>
                    <a:pt x="54418" y="103784"/>
                  </a:lnTo>
                  <a:lnTo>
                    <a:pt x="55326" y="103733"/>
                  </a:lnTo>
                  <a:lnTo>
                    <a:pt x="56232" y="103665"/>
                  </a:lnTo>
                  <a:lnTo>
                    <a:pt x="57137" y="103582"/>
                  </a:lnTo>
                  <a:lnTo>
                    <a:pt x="58040" y="103483"/>
                  </a:lnTo>
                  <a:lnTo>
                    <a:pt x="58941" y="103368"/>
                  </a:lnTo>
                  <a:lnTo>
                    <a:pt x="59841" y="103237"/>
                  </a:lnTo>
                  <a:lnTo>
                    <a:pt x="60738" y="103090"/>
                  </a:lnTo>
                  <a:lnTo>
                    <a:pt x="61632" y="102928"/>
                  </a:lnTo>
                  <a:lnTo>
                    <a:pt x="62523" y="102750"/>
                  </a:lnTo>
                  <a:lnTo>
                    <a:pt x="63411" y="102557"/>
                  </a:lnTo>
                  <a:lnTo>
                    <a:pt x="64295" y="102348"/>
                  </a:lnTo>
                  <a:lnTo>
                    <a:pt x="65176" y="102124"/>
                  </a:lnTo>
                  <a:lnTo>
                    <a:pt x="66052" y="101884"/>
                  </a:lnTo>
                  <a:lnTo>
                    <a:pt x="66925" y="101629"/>
                  </a:lnTo>
                  <a:lnTo>
                    <a:pt x="67792" y="101359"/>
                  </a:lnTo>
                  <a:lnTo>
                    <a:pt x="68655" y="101074"/>
                  </a:lnTo>
                  <a:lnTo>
                    <a:pt x="69513" y="100773"/>
                  </a:lnTo>
                  <a:lnTo>
                    <a:pt x="70365" y="100458"/>
                  </a:lnTo>
                  <a:lnTo>
                    <a:pt x="71212" y="100128"/>
                  </a:lnTo>
                  <a:lnTo>
                    <a:pt x="72052" y="99783"/>
                  </a:lnTo>
                  <a:lnTo>
                    <a:pt x="72887" y="99423"/>
                  </a:lnTo>
                  <a:lnTo>
                    <a:pt x="73715" y="99049"/>
                  </a:lnTo>
                  <a:lnTo>
                    <a:pt x="74536" y="98660"/>
                  </a:lnTo>
                  <a:lnTo>
                    <a:pt x="75351" y="98257"/>
                  </a:lnTo>
                  <a:lnTo>
                    <a:pt x="76158" y="97840"/>
                  </a:lnTo>
                  <a:lnTo>
                    <a:pt x="76958" y="97409"/>
                  </a:lnTo>
                  <a:lnTo>
                    <a:pt x="77750" y="96964"/>
                  </a:lnTo>
                  <a:lnTo>
                    <a:pt x="78535" y="96505"/>
                  </a:lnTo>
                  <a:lnTo>
                    <a:pt x="79311" y="96032"/>
                  </a:lnTo>
                  <a:lnTo>
                    <a:pt x="80079" y="95546"/>
                  </a:lnTo>
                  <a:lnTo>
                    <a:pt x="80838" y="95047"/>
                  </a:lnTo>
                  <a:lnTo>
                    <a:pt x="81588" y="94534"/>
                  </a:lnTo>
                  <a:lnTo>
                    <a:pt x="82329" y="94008"/>
                  </a:lnTo>
                  <a:lnTo>
                    <a:pt x="83061" y="93469"/>
                  </a:lnTo>
                  <a:lnTo>
                    <a:pt x="83784" y="92918"/>
                  </a:lnTo>
                  <a:lnTo>
                    <a:pt x="84496" y="92354"/>
                  </a:lnTo>
                  <a:lnTo>
                    <a:pt x="85199" y="91778"/>
                  </a:lnTo>
                  <a:lnTo>
                    <a:pt x="85891" y="91189"/>
                  </a:lnTo>
                  <a:lnTo>
                    <a:pt x="86573" y="90589"/>
                  </a:lnTo>
                  <a:lnTo>
                    <a:pt x="87245" y="89976"/>
                  </a:lnTo>
                  <a:lnTo>
                    <a:pt x="87905" y="89352"/>
                  </a:lnTo>
                  <a:lnTo>
                    <a:pt x="88555" y="88717"/>
                  </a:lnTo>
                  <a:lnTo>
                    <a:pt x="89193" y="88070"/>
                  </a:lnTo>
                  <a:lnTo>
                    <a:pt x="89820" y="87412"/>
                  </a:lnTo>
                  <a:lnTo>
                    <a:pt x="90435" y="86744"/>
                  </a:lnTo>
                  <a:lnTo>
                    <a:pt x="91039" y="86064"/>
                  </a:lnTo>
                  <a:lnTo>
                    <a:pt x="91630" y="85374"/>
                  </a:lnTo>
                  <a:lnTo>
                    <a:pt x="92210" y="84674"/>
                  </a:lnTo>
                  <a:lnTo>
                    <a:pt x="92777" y="83964"/>
                  </a:lnTo>
                  <a:lnTo>
                    <a:pt x="93331" y="83244"/>
                  </a:lnTo>
                  <a:lnTo>
                    <a:pt x="93873" y="82515"/>
                  </a:lnTo>
                  <a:lnTo>
                    <a:pt x="94402" y="81776"/>
                  </a:lnTo>
                  <a:lnTo>
                    <a:pt x="94918" y="81028"/>
                  </a:lnTo>
                  <a:lnTo>
                    <a:pt x="95421" y="80271"/>
                  </a:lnTo>
                  <a:lnTo>
                    <a:pt x="95910" y="79505"/>
                  </a:lnTo>
                  <a:lnTo>
                    <a:pt x="96386" y="78731"/>
                  </a:lnTo>
                  <a:lnTo>
                    <a:pt x="96849" y="77949"/>
                  </a:lnTo>
                  <a:lnTo>
                    <a:pt x="97297" y="77158"/>
                  </a:lnTo>
                  <a:lnTo>
                    <a:pt x="97732" y="76360"/>
                  </a:lnTo>
                  <a:lnTo>
                    <a:pt x="98153" y="75555"/>
                  </a:lnTo>
                  <a:lnTo>
                    <a:pt x="98559" y="74742"/>
                  </a:lnTo>
                  <a:lnTo>
                    <a:pt x="98952" y="73922"/>
                  </a:lnTo>
                  <a:lnTo>
                    <a:pt x="99329" y="73096"/>
                  </a:lnTo>
                  <a:lnTo>
                    <a:pt x="99693" y="72263"/>
                  </a:lnTo>
                  <a:lnTo>
                    <a:pt x="100041" y="71424"/>
                  </a:lnTo>
                  <a:lnTo>
                    <a:pt x="100375" y="70579"/>
                  </a:lnTo>
                  <a:lnTo>
                    <a:pt x="100694" y="69728"/>
                  </a:lnTo>
                  <a:lnTo>
                    <a:pt x="100999" y="68871"/>
                  </a:lnTo>
                  <a:lnTo>
                    <a:pt x="101288" y="68010"/>
                  </a:lnTo>
                  <a:lnTo>
                    <a:pt x="101562" y="67144"/>
                  </a:lnTo>
                  <a:lnTo>
                    <a:pt x="101820" y="66272"/>
                  </a:lnTo>
                  <a:lnTo>
                    <a:pt x="102064" y="65397"/>
                  </a:lnTo>
                  <a:lnTo>
                    <a:pt x="102292" y="64517"/>
                  </a:lnTo>
                  <a:lnTo>
                    <a:pt x="102505" y="63634"/>
                  </a:lnTo>
                  <a:lnTo>
                    <a:pt x="102702" y="62747"/>
                  </a:lnTo>
                  <a:lnTo>
                    <a:pt x="102884" y="61856"/>
                  </a:lnTo>
                  <a:lnTo>
                    <a:pt x="103050" y="60963"/>
                  </a:lnTo>
                  <a:lnTo>
                    <a:pt x="103200" y="60067"/>
                  </a:lnTo>
                  <a:lnTo>
                    <a:pt x="103335" y="59168"/>
                  </a:lnTo>
                  <a:lnTo>
                    <a:pt x="103454" y="58267"/>
                  </a:lnTo>
                  <a:lnTo>
                    <a:pt x="103557" y="57364"/>
                  </a:lnTo>
                  <a:lnTo>
                    <a:pt x="103644" y="56460"/>
                  </a:lnTo>
                  <a:lnTo>
                    <a:pt x="103716" y="55554"/>
                  </a:lnTo>
                  <a:lnTo>
                    <a:pt x="103771" y="54647"/>
                  </a:lnTo>
                  <a:lnTo>
                    <a:pt x="103811" y="53739"/>
                  </a:lnTo>
                  <a:lnTo>
                    <a:pt x="103835" y="52830"/>
                  </a:lnTo>
                  <a:lnTo>
                    <a:pt x="103843" y="519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909627" y="4099794"/>
              <a:ext cx="571139" cy="571144"/>
            </a:xfrm>
            <a:custGeom>
              <a:avLst/>
              <a:pathLst>
                <a:path w="571139" h="571144">
                  <a:moveTo>
                    <a:pt x="571139" y="285572"/>
                  </a:moveTo>
                  <a:lnTo>
                    <a:pt x="571095" y="280574"/>
                  </a:lnTo>
                  <a:lnTo>
                    <a:pt x="570964" y="275578"/>
                  </a:lnTo>
                  <a:lnTo>
                    <a:pt x="570745" y="270584"/>
                  </a:lnTo>
                  <a:lnTo>
                    <a:pt x="570439" y="265596"/>
                  </a:lnTo>
                  <a:lnTo>
                    <a:pt x="570046" y="260613"/>
                  </a:lnTo>
                  <a:lnTo>
                    <a:pt x="569566" y="255638"/>
                  </a:lnTo>
                  <a:lnTo>
                    <a:pt x="568998" y="250673"/>
                  </a:lnTo>
                  <a:lnTo>
                    <a:pt x="568344" y="245718"/>
                  </a:lnTo>
                  <a:lnTo>
                    <a:pt x="567603" y="240775"/>
                  </a:lnTo>
                  <a:lnTo>
                    <a:pt x="566776" y="235846"/>
                  </a:lnTo>
                  <a:lnTo>
                    <a:pt x="565863" y="230932"/>
                  </a:lnTo>
                  <a:lnTo>
                    <a:pt x="564864" y="226035"/>
                  </a:lnTo>
                  <a:lnTo>
                    <a:pt x="563779" y="221156"/>
                  </a:lnTo>
                  <a:lnTo>
                    <a:pt x="562609" y="216296"/>
                  </a:lnTo>
                  <a:lnTo>
                    <a:pt x="561354" y="211459"/>
                  </a:lnTo>
                  <a:lnTo>
                    <a:pt x="560015" y="206643"/>
                  </a:lnTo>
                  <a:lnTo>
                    <a:pt x="558592" y="201852"/>
                  </a:lnTo>
                  <a:lnTo>
                    <a:pt x="557085" y="197087"/>
                  </a:lnTo>
                  <a:lnTo>
                    <a:pt x="555494" y="192348"/>
                  </a:lnTo>
                  <a:lnTo>
                    <a:pt x="553822" y="187639"/>
                  </a:lnTo>
                  <a:lnTo>
                    <a:pt x="552067" y="182959"/>
                  </a:lnTo>
                  <a:lnTo>
                    <a:pt x="550230" y="178310"/>
                  </a:lnTo>
                  <a:lnTo>
                    <a:pt x="548312" y="173695"/>
                  </a:lnTo>
                  <a:lnTo>
                    <a:pt x="546314" y="169114"/>
                  </a:lnTo>
                  <a:lnTo>
                    <a:pt x="544236" y="164568"/>
                  </a:lnTo>
                  <a:lnTo>
                    <a:pt x="542079" y="160060"/>
                  </a:lnTo>
                  <a:lnTo>
                    <a:pt x="539843" y="155590"/>
                  </a:lnTo>
                  <a:lnTo>
                    <a:pt x="537529" y="151159"/>
                  </a:lnTo>
                  <a:lnTo>
                    <a:pt x="535138" y="146770"/>
                  </a:lnTo>
                  <a:lnTo>
                    <a:pt x="532671" y="142424"/>
                  </a:lnTo>
                  <a:lnTo>
                    <a:pt x="530127" y="138121"/>
                  </a:lnTo>
                  <a:lnTo>
                    <a:pt x="527509" y="133864"/>
                  </a:lnTo>
                  <a:lnTo>
                    <a:pt x="524817" y="129653"/>
                  </a:lnTo>
                  <a:lnTo>
                    <a:pt x="522052" y="125489"/>
                  </a:lnTo>
                  <a:lnTo>
                    <a:pt x="519214" y="121375"/>
                  </a:lnTo>
                  <a:lnTo>
                    <a:pt x="516305" y="117311"/>
                  </a:lnTo>
                  <a:lnTo>
                    <a:pt x="513325" y="113299"/>
                  </a:lnTo>
                  <a:lnTo>
                    <a:pt x="510275" y="109339"/>
                  </a:lnTo>
                  <a:lnTo>
                    <a:pt x="507156" y="105433"/>
                  </a:lnTo>
                  <a:lnTo>
                    <a:pt x="503970" y="101583"/>
                  </a:lnTo>
                  <a:lnTo>
                    <a:pt x="500716" y="97789"/>
                  </a:lnTo>
                  <a:lnTo>
                    <a:pt x="497397" y="94052"/>
                  </a:lnTo>
                  <a:lnTo>
                    <a:pt x="494013" y="90374"/>
                  </a:lnTo>
                  <a:lnTo>
                    <a:pt x="490565" y="86756"/>
                  </a:lnTo>
                  <a:lnTo>
                    <a:pt x="487054" y="83199"/>
                  </a:lnTo>
                  <a:lnTo>
                    <a:pt x="483481" y="79703"/>
                  </a:lnTo>
                  <a:lnTo>
                    <a:pt x="479848" y="76271"/>
                  </a:lnTo>
                  <a:lnTo>
                    <a:pt x="476155" y="72903"/>
                  </a:lnTo>
                  <a:lnTo>
                    <a:pt x="472404" y="69600"/>
                  </a:lnTo>
                  <a:lnTo>
                    <a:pt x="468596" y="66363"/>
                  </a:lnTo>
                  <a:lnTo>
                    <a:pt x="464731" y="63193"/>
                  </a:lnTo>
                  <a:lnTo>
                    <a:pt x="460812" y="60092"/>
                  </a:lnTo>
                  <a:lnTo>
                    <a:pt x="456839" y="57059"/>
                  </a:lnTo>
                  <a:lnTo>
                    <a:pt x="452813" y="54097"/>
                  </a:lnTo>
                  <a:lnTo>
                    <a:pt x="448737" y="51205"/>
                  </a:lnTo>
                  <a:lnTo>
                    <a:pt x="444610" y="48386"/>
                  </a:lnTo>
                  <a:lnTo>
                    <a:pt x="440435" y="45638"/>
                  </a:lnTo>
                  <a:lnTo>
                    <a:pt x="436212" y="42965"/>
                  </a:lnTo>
                  <a:lnTo>
                    <a:pt x="431943" y="40365"/>
                  </a:lnTo>
                  <a:lnTo>
                    <a:pt x="427629" y="37841"/>
                  </a:lnTo>
                  <a:lnTo>
                    <a:pt x="423272" y="35393"/>
                  </a:lnTo>
                  <a:lnTo>
                    <a:pt x="418873" y="33021"/>
                  </a:lnTo>
                  <a:lnTo>
                    <a:pt x="414432" y="30727"/>
                  </a:lnTo>
                  <a:lnTo>
                    <a:pt x="409952" y="28510"/>
                  </a:lnTo>
                  <a:lnTo>
                    <a:pt x="405435" y="26373"/>
                  </a:lnTo>
                  <a:lnTo>
                    <a:pt x="400880" y="24315"/>
                  </a:lnTo>
                  <a:lnTo>
                    <a:pt x="396290" y="22337"/>
                  </a:lnTo>
                  <a:lnTo>
                    <a:pt x="391666" y="20439"/>
                  </a:lnTo>
                  <a:lnTo>
                    <a:pt x="387010" y="18623"/>
                  </a:lnTo>
                  <a:lnTo>
                    <a:pt x="382322" y="16888"/>
                  </a:lnTo>
                  <a:lnTo>
                    <a:pt x="377605" y="15236"/>
                  </a:lnTo>
                  <a:lnTo>
                    <a:pt x="372860" y="13667"/>
                  </a:lnTo>
                  <a:lnTo>
                    <a:pt x="368088" y="12180"/>
                  </a:lnTo>
                  <a:lnTo>
                    <a:pt x="363291" y="10778"/>
                  </a:lnTo>
                  <a:lnTo>
                    <a:pt x="358470" y="9460"/>
                  </a:lnTo>
                  <a:lnTo>
                    <a:pt x="353626" y="8226"/>
                  </a:lnTo>
                  <a:lnTo>
                    <a:pt x="348762" y="7078"/>
                  </a:lnTo>
                  <a:lnTo>
                    <a:pt x="343878" y="6014"/>
                  </a:lnTo>
                  <a:lnTo>
                    <a:pt x="338977" y="5036"/>
                  </a:lnTo>
                  <a:lnTo>
                    <a:pt x="334059" y="4145"/>
                  </a:lnTo>
                  <a:lnTo>
                    <a:pt x="329126" y="3339"/>
                  </a:lnTo>
                  <a:lnTo>
                    <a:pt x="324180" y="2620"/>
                  </a:lnTo>
                  <a:lnTo>
                    <a:pt x="319223" y="1987"/>
                  </a:lnTo>
                  <a:lnTo>
                    <a:pt x="314254" y="1442"/>
                  </a:lnTo>
                  <a:lnTo>
                    <a:pt x="309277" y="983"/>
                  </a:lnTo>
                  <a:lnTo>
                    <a:pt x="304293" y="612"/>
                  </a:lnTo>
                  <a:lnTo>
                    <a:pt x="299303" y="327"/>
                  </a:lnTo>
                  <a:lnTo>
                    <a:pt x="294309" y="131"/>
                  </a:lnTo>
                  <a:lnTo>
                    <a:pt x="289312" y="21"/>
                  </a:lnTo>
                  <a:lnTo>
                    <a:pt x="284314" y="0"/>
                  </a:lnTo>
                  <a:lnTo>
                    <a:pt x="279317" y="65"/>
                  </a:lnTo>
                  <a:lnTo>
                    <a:pt x="274321" y="218"/>
                  </a:lnTo>
                  <a:lnTo>
                    <a:pt x="269329" y="459"/>
                  </a:lnTo>
                  <a:lnTo>
                    <a:pt x="264341" y="786"/>
                  </a:lnTo>
                  <a:lnTo>
                    <a:pt x="259361" y="1201"/>
                  </a:lnTo>
                  <a:lnTo>
                    <a:pt x="254388" y="1704"/>
                  </a:lnTo>
                  <a:lnTo>
                    <a:pt x="249425" y="2293"/>
                  </a:lnTo>
                  <a:lnTo>
                    <a:pt x="244472" y="2969"/>
                  </a:lnTo>
                  <a:lnTo>
                    <a:pt x="239533" y="3731"/>
                  </a:lnTo>
                  <a:lnTo>
                    <a:pt x="234607" y="4580"/>
                  </a:lnTo>
                  <a:lnTo>
                    <a:pt x="229698" y="5515"/>
                  </a:lnTo>
                  <a:lnTo>
                    <a:pt x="224805" y="6535"/>
                  </a:lnTo>
                  <a:lnTo>
                    <a:pt x="219931" y="7641"/>
                  </a:lnTo>
                  <a:lnTo>
                    <a:pt x="215077" y="8832"/>
                  </a:lnTo>
                  <a:lnTo>
                    <a:pt x="210244" y="10108"/>
                  </a:lnTo>
                  <a:lnTo>
                    <a:pt x="205435" y="11469"/>
                  </a:lnTo>
                  <a:lnTo>
                    <a:pt x="200650" y="12913"/>
                  </a:lnTo>
                  <a:lnTo>
                    <a:pt x="195891" y="14441"/>
                  </a:lnTo>
                  <a:lnTo>
                    <a:pt x="191160" y="16052"/>
                  </a:lnTo>
                  <a:lnTo>
                    <a:pt x="186458" y="17745"/>
                  </a:lnTo>
                  <a:lnTo>
                    <a:pt x="181786" y="19521"/>
                  </a:lnTo>
                  <a:lnTo>
                    <a:pt x="177145" y="21378"/>
                  </a:lnTo>
                  <a:lnTo>
                    <a:pt x="172538" y="23316"/>
                  </a:lnTo>
                  <a:lnTo>
                    <a:pt x="167966" y="25334"/>
                  </a:lnTo>
                  <a:lnTo>
                    <a:pt x="163429" y="27432"/>
                  </a:lnTo>
                  <a:lnTo>
                    <a:pt x="158930" y="29609"/>
                  </a:lnTo>
                  <a:lnTo>
                    <a:pt x="154470" y="31864"/>
                  </a:lnTo>
                  <a:lnTo>
                    <a:pt x="150050" y="34197"/>
                  </a:lnTo>
                  <a:lnTo>
                    <a:pt x="145671" y="36607"/>
                  </a:lnTo>
                  <a:lnTo>
                    <a:pt x="141336" y="39094"/>
                  </a:lnTo>
                  <a:lnTo>
                    <a:pt x="137044" y="41656"/>
                  </a:lnTo>
                  <a:lnTo>
                    <a:pt x="132798" y="44292"/>
                  </a:lnTo>
                  <a:lnTo>
                    <a:pt x="128599" y="47003"/>
                  </a:lnTo>
                  <a:lnTo>
                    <a:pt x="124448" y="49786"/>
                  </a:lnTo>
                  <a:lnTo>
                    <a:pt x="120346" y="52642"/>
                  </a:lnTo>
                  <a:lnTo>
                    <a:pt x="116295" y="55569"/>
                  </a:lnTo>
                  <a:lnTo>
                    <a:pt x="112295" y="58567"/>
                  </a:lnTo>
                  <a:lnTo>
                    <a:pt x="108349" y="61634"/>
                  </a:lnTo>
                  <a:lnTo>
                    <a:pt x="104457" y="64770"/>
                  </a:lnTo>
                  <a:lnTo>
                    <a:pt x="100621" y="67973"/>
                  </a:lnTo>
                  <a:lnTo>
                    <a:pt x="96841" y="71243"/>
                  </a:lnTo>
                  <a:lnTo>
                    <a:pt x="93119" y="74579"/>
                  </a:lnTo>
                  <a:lnTo>
                    <a:pt x="89456" y="77979"/>
                  </a:lnTo>
                  <a:lnTo>
                    <a:pt x="85853" y="81443"/>
                  </a:lnTo>
                  <a:lnTo>
                    <a:pt x="82311" y="84969"/>
                  </a:lnTo>
                  <a:lnTo>
                    <a:pt x="78831" y="88557"/>
                  </a:lnTo>
                  <a:lnTo>
                    <a:pt x="75415" y="92206"/>
                  </a:lnTo>
                  <a:lnTo>
                    <a:pt x="72063" y="95913"/>
                  </a:lnTo>
                  <a:lnTo>
                    <a:pt x="68776" y="99678"/>
                  </a:lnTo>
                  <a:lnTo>
                    <a:pt x="65556" y="103501"/>
                  </a:lnTo>
                  <a:lnTo>
                    <a:pt x="62403" y="107379"/>
                  </a:lnTo>
                  <a:lnTo>
                    <a:pt x="59319" y="111312"/>
                  </a:lnTo>
                  <a:lnTo>
                    <a:pt x="56304" y="115298"/>
                  </a:lnTo>
                  <a:lnTo>
                    <a:pt x="53359" y="119337"/>
                  </a:lnTo>
                  <a:lnTo>
                    <a:pt x="50485" y="123426"/>
                  </a:lnTo>
                  <a:lnTo>
                    <a:pt x="47684" y="127565"/>
                  </a:lnTo>
                  <a:lnTo>
                    <a:pt x="44955" y="131752"/>
                  </a:lnTo>
                  <a:lnTo>
                    <a:pt x="42300" y="135987"/>
                  </a:lnTo>
                  <a:lnTo>
                    <a:pt x="39719" y="140267"/>
                  </a:lnTo>
                  <a:lnTo>
                    <a:pt x="37214" y="144592"/>
                  </a:lnTo>
                  <a:lnTo>
                    <a:pt x="34784" y="148960"/>
                  </a:lnTo>
                  <a:lnTo>
                    <a:pt x="32432" y="153369"/>
                  </a:lnTo>
                  <a:lnTo>
                    <a:pt x="30157" y="157820"/>
                  </a:lnTo>
                  <a:lnTo>
                    <a:pt x="27960" y="162309"/>
                  </a:lnTo>
                  <a:lnTo>
                    <a:pt x="25843" y="166836"/>
                  </a:lnTo>
                  <a:lnTo>
                    <a:pt x="23804" y="171400"/>
                  </a:lnTo>
                  <a:lnTo>
                    <a:pt x="21846" y="175999"/>
                  </a:lnTo>
                  <a:lnTo>
                    <a:pt x="19969" y="180631"/>
                  </a:lnTo>
                  <a:lnTo>
                    <a:pt x="18173" y="185295"/>
                  </a:lnTo>
                  <a:lnTo>
                    <a:pt x="16459" y="189990"/>
                  </a:lnTo>
                  <a:lnTo>
                    <a:pt x="14828" y="194714"/>
                  </a:lnTo>
                  <a:lnTo>
                    <a:pt x="13279" y="199466"/>
                  </a:lnTo>
                  <a:lnTo>
                    <a:pt x="11814" y="204245"/>
                  </a:lnTo>
                  <a:lnTo>
                    <a:pt x="10432" y="209048"/>
                  </a:lnTo>
                  <a:lnTo>
                    <a:pt x="9135" y="213875"/>
                  </a:lnTo>
                  <a:lnTo>
                    <a:pt x="7923" y="218724"/>
                  </a:lnTo>
                  <a:lnTo>
                    <a:pt x="6795" y="223593"/>
                  </a:lnTo>
                  <a:lnTo>
                    <a:pt x="5753" y="228481"/>
                  </a:lnTo>
                  <a:lnTo>
                    <a:pt x="4797" y="233387"/>
                  </a:lnTo>
                  <a:lnTo>
                    <a:pt x="3927" y="238308"/>
                  </a:lnTo>
                  <a:lnTo>
                    <a:pt x="3143" y="243245"/>
                  </a:lnTo>
                  <a:lnTo>
                    <a:pt x="2445" y="248194"/>
                  </a:lnTo>
                  <a:lnTo>
                    <a:pt x="1835" y="253154"/>
                  </a:lnTo>
                  <a:lnTo>
                    <a:pt x="1311" y="258125"/>
                  </a:lnTo>
                  <a:lnTo>
                    <a:pt x="874" y="263104"/>
                  </a:lnTo>
                  <a:lnTo>
                    <a:pt x="524" y="268089"/>
                  </a:lnTo>
                  <a:lnTo>
                    <a:pt x="262" y="273081"/>
                  </a:lnTo>
                  <a:lnTo>
                    <a:pt x="87" y="278076"/>
                  </a:lnTo>
                  <a:lnTo>
                    <a:pt x="0" y="283073"/>
                  </a:lnTo>
                  <a:lnTo>
                    <a:pt x="0" y="288071"/>
                  </a:lnTo>
                  <a:lnTo>
                    <a:pt x="87" y="293068"/>
                  </a:lnTo>
                  <a:lnTo>
                    <a:pt x="262" y="298063"/>
                  </a:lnTo>
                  <a:lnTo>
                    <a:pt x="524" y="303054"/>
                  </a:lnTo>
                  <a:lnTo>
                    <a:pt x="874" y="308040"/>
                  </a:lnTo>
                  <a:lnTo>
                    <a:pt x="1311" y="313019"/>
                  </a:lnTo>
                  <a:lnTo>
                    <a:pt x="1835" y="317990"/>
                  </a:lnTo>
                  <a:lnTo>
                    <a:pt x="2445" y="322950"/>
                  </a:lnTo>
                  <a:lnTo>
                    <a:pt x="3143" y="327899"/>
                  </a:lnTo>
                  <a:lnTo>
                    <a:pt x="3927" y="332836"/>
                  </a:lnTo>
                  <a:lnTo>
                    <a:pt x="4797" y="337757"/>
                  </a:lnTo>
                  <a:lnTo>
                    <a:pt x="5753" y="342663"/>
                  </a:lnTo>
                  <a:lnTo>
                    <a:pt x="6795" y="347551"/>
                  </a:lnTo>
                  <a:lnTo>
                    <a:pt x="7923" y="352420"/>
                  </a:lnTo>
                  <a:lnTo>
                    <a:pt x="9135" y="357269"/>
                  </a:lnTo>
                  <a:lnTo>
                    <a:pt x="10432" y="362096"/>
                  </a:lnTo>
                  <a:lnTo>
                    <a:pt x="11814" y="366899"/>
                  </a:lnTo>
                  <a:lnTo>
                    <a:pt x="13279" y="371678"/>
                  </a:lnTo>
                  <a:lnTo>
                    <a:pt x="14828" y="376430"/>
                  </a:lnTo>
                  <a:lnTo>
                    <a:pt x="16459" y="381154"/>
                  </a:lnTo>
                  <a:lnTo>
                    <a:pt x="18173" y="385849"/>
                  </a:lnTo>
                  <a:lnTo>
                    <a:pt x="19969" y="390513"/>
                  </a:lnTo>
                  <a:lnTo>
                    <a:pt x="21846" y="395145"/>
                  </a:lnTo>
                  <a:lnTo>
                    <a:pt x="23804" y="399744"/>
                  </a:lnTo>
                  <a:lnTo>
                    <a:pt x="25843" y="404307"/>
                  </a:lnTo>
                  <a:lnTo>
                    <a:pt x="27960" y="408835"/>
                  </a:lnTo>
                  <a:lnTo>
                    <a:pt x="30157" y="413324"/>
                  </a:lnTo>
                  <a:lnTo>
                    <a:pt x="32432" y="417774"/>
                  </a:lnTo>
                  <a:lnTo>
                    <a:pt x="34784" y="422184"/>
                  </a:lnTo>
                  <a:lnTo>
                    <a:pt x="37214" y="426552"/>
                  </a:lnTo>
                  <a:lnTo>
                    <a:pt x="39719" y="430877"/>
                  </a:lnTo>
                  <a:lnTo>
                    <a:pt x="42300" y="435157"/>
                  </a:lnTo>
                  <a:lnTo>
                    <a:pt x="44955" y="439392"/>
                  </a:lnTo>
                  <a:lnTo>
                    <a:pt x="47684" y="443579"/>
                  </a:lnTo>
                  <a:lnTo>
                    <a:pt x="50485" y="447718"/>
                  </a:lnTo>
                  <a:lnTo>
                    <a:pt x="53359" y="451807"/>
                  </a:lnTo>
                  <a:lnTo>
                    <a:pt x="56304" y="455846"/>
                  </a:lnTo>
                  <a:lnTo>
                    <a:pt x="59319" y="459832"/>
                  </a:lnTo>
                  <a:lnTo>
                    <a:pt x="62403" y="463765"/>
                  </a:lnTo>
                  <a:lnTo>
                    <a:pt x="65556" y="467643"/>
                  </a:lnTo>
                  <a:lnTo>
                    <a:pt x="68776" y="471465"/>
                  </a:lnTo>
                  <a:lnTo>
                    <a:pt x="72063" y="475231"/>
                  </a:lnTo>
                  <a:lnTo>
                    <a:pt x="75415" y="478938"/>
                  </a:lnTo>
                  <a:lnTo>
                    <a:pt x="78831" y="482587"/>
                  </a:lnTo>
                  <a:lnTo>
                    <a:pt x="82311" y="486174"/>
                  </a:lnTo>
                  <a:lnTo>
                    <a:pt x="85853" y="489701"/>
                  </a:lnTo>
                  <a:lnTo>
                    <a:pt x="89456" y="493165"/>
                  </a:lnTo>
                  <a:lnTo>
                    <a:pt x="93119" y="496565"/>
                  </a:lnTo>
                  <a:lnTo>
                    <a:pt x="96841" y="499901"/>
                  </a:lnTo>
                  <a:lnTo>
                    <a:pt x="100621" y="503171"/>
                  </a:lnTo>
                  <a:lnTo>
                    <a:pt x="104457" y="506374"/>
                  </a:lnTo>
                  <a:lnTo>
                    <a:pt x="108349" y="509510"/>
                  </a:lnTo>
                  <a:lnTo>
                    <a:pt x="112295" y="512577"/>
                  </a:lnTo>
                  <a:lnTo>
                    <a:pt x="116295" y="515575"/>
                  </a:lnTo>
                  <a:lnTo>
                    <a:pt x="120346" y="518502"/>
                  </a:lnTo>
                  <a:lnTo>
                    <a:pt x="124448" y="521357"/>
                  </a:lnTo>
                  <a:lnTo>
                    <a:pt x="128599" y="524141"/>
                  </a:lnTo>
                  <a:lnTo>
                    <a:pt x="132798" y="526852"/>
                  </a:lnTo>
                  <a:lnTo>
                    <a:pt x="137044" y="529488"/>
                  </a:lnTo>
                  <a:lnTo>
                    <a:pt x="141336" y="532050"/>
                  </a:lnTo>
                  <a:lnTo>
                    <a:pt x="145671" y="534536"/>
                  </a:lnTo>
                  <a:lnTo>
                    <a:pt x="150050" y="536947"/>
                  </a:lnTo>
                  <a:lnTo>
                    <a:pt x="154470" y="539280"/>
                  </a:lnTo>
                  <a:lnTo>
                    <a:pt x="158930" y="541535"/>
                  </a:lnTo>
                  <a:lnTo>
                    <a:pt x="163429" y="543712"/>
                  </a:lnTo>
                  <a:lnTo>
                    <a:pt x="167966" y="545810"/>
                  </a:lnTo>
                  <a:lnTo>
                    <a:pt x="172538" y="547828"/>
                  </a:lnTo>
                  <a:lnTo>
                    <a:pt x="177145" y="549766"/>
                  </a:lnTo>
                  <a:lnTo>
                    <a:pt x="181786" y="551623"/>
                  </a:lnTo>
                  <a:lnTo>
                    <a:pt x="186458" y="553399"/>
                  </a:lnTo>
                  <a:lnTo>
                    <a:pt x="191160" y="555092"/>
                  </a:lnTo>
                  <a:lnTo>
                    <a:pt x="195891" y="556703"/>
                  </a:lnTo>
                  <a:lnTo>
                    <a:pt x="200650" y="558231"/>
                  </a:lnTo>
                  <a:lnTo>
                    <a:pt x="205435" y="559675"/>
                  </a:lnTo>
                  <a:lnTo>
                    <a:pt x="210244" y="561035"/>
                  </a:lnTo>
                  <a:lnTo>
                    <a:pt x="215077" y="562311"/>
                  </a:lnTo>
                  <a:lnTo>
                    <a:pt x="219931" y="563503"/>
                  </a:lnTo>
                  <a:lnTo>
                    <a:pt x="224805" y="564609"/>
                  </a:lnTo>
                  <a:lnTo>
                    <a:pt x="229698" y="565629"/>
                  </a:lnTo>
                  <a:lnTo>
                    <a:pt x="234607" y="566564"/>
                  </a:lnTo>
                  <a:lnTo>
                    <a:pt x="239533" y="567413"/>
                  </a:lnTo>
                  <a:lnTo>
                    <a:pt x="244472" y="568175"/>
                  </a:lnTo>
                  <a:lnTo>
                    <a:pt x="249425" y="568851"/>
                  </a:lnTo>
                  <a:lnTo>
                    <a:pt x="254388" y="569440"/>
                  </a:lnTo>
                  <a:lnTo>
                    <a:pt x="259361" y="569942"/>
                  </a:lnTo>
                  <a:lnTo>
                    <a:pt x="264341" y="570357"/>
                  </a:lnTo>
                  <a:lnTo>
                    <a:pt x="269329" y="570685"/>
                  </a:lnTo>
                  <a:lnTo>
                    <a:pt x="274321" y="570926"/>
                  </a:lnTo>
                  <a:lnTo>
                    <a:pt x="279317" y="571079"/>
                  </a:lnTo>
                  <a:lnTo>
                    <a:pt x="284314" y="571144"/>
                  </a:lnTo>
                  <a:lnTo>
                    <a:pt x="289312" y="571123"/>
                  </a:lnTo>
                  <a:lnTo>
                    <a:pt x="294309" y="571013"/>
                  </a:lnTo>
                  <a:lnTo>
                    <a:pt x="299303" y="570816"/>
                  </a:lnTo>
                  <a:lnTo>
                    <a:pt x="304293" y="570532"/>
                  </a:lnTo>
                  <a:lnTo>
                    <a:pt x="309277" y="570161"/>
                  </a:lnTo>
                  <a:lnTo>
                    <a:pt x="314254" y="569702"/>
                  </a:lnTo>
                  <a:lnTo>
                    <a:pt x="319223" y="569157"/>
                  </a:lnTo>
                  <a:lnTo>
                    <a:pt x="324180" y="568524"/>
                  </a:lnTo>
                  <a:lnTo>
                    <a:pt x="329126" y="567805"/>
                  </a:lnTo>
                  <a:lnTo>
                    <a:pt x="334059" y="566999"/>
                  </a:lnTo>
                  <a:lnTo>
                    <a:pt x="338977" y="566108"/>
                  </a:lnTo>
                  <a:lnTo>
                    <a:pt x="343878" y="565130"/>
                  </a:lnTo>
                  <a:lnTo>
                    <a:pt x="348762" y="564066"/>
                  </a:lnTo>
                  <a:lnTo>
                    <a:pt x="353626" y="562918"/>
                  </a:lnTo>
                  <a:lnTo>
                    <a:pt x="358470" y="561684"/>
                  </a:lnTo>
                  <a:lnTo>
                    <a:pt x="363291" y="560366"/>
                  </a:lnTo>
                  <a:lnTo>
                    <a:pt x="368088" y="558963"/>
                  </a:lnTo>
                  <a:lnTo>
                    <a:pt x="372860" y="557477"/>
                  </a:lnTo>
                  <a:lnTo>
                    <a:pt x="377605" y="555908"/>
                  </a:lnTo>
                  <a:lnTo>
                    <a:pt x="382322" y="554256"/>
                  </a:lnTo>
                  <a:lnTo>
                    <a:pt x="387010" y="552521"/>
                  </a:lnTo>
                  <a:lnTo>
                    <a:pt x="391666" y="550705"/>
                  </a:lnTo>
                  <a:lnTo>
                    <a:pt x="396290" y="548807"/>
                  </a:lnTo>
                  <a:lnTo>
                    <a:pt x="400880" y="546829"/>
                  </a:lnTo>
                  <a:lnTo>
                    <a:pt x="405435" y="544771"/>
                  </a:lnTo>
                  <a:lnTo>
                    <a:pt x="409952" y="542633"/>
                  </a:lnTo>
                  <a:lnTo>
                    <a:pt x="414432" y="540417"/>
                  </a:lnTo>
                  <a:lnTo>
                    <a:pt x="418873" y="538123"/>
                  </a:lnTo>
                  <a:lnTo>
                    <a:pt x="423272" y="535751"/>
                  </a:lnTo>
                  <a:lnTo>
                    <a:pt x="427629" y="533303"/>
                  </a:lnTo>
                  <a:lnTo>
                    <a:pt x="431943" y="530779"/>
                  </a:lnTo>
                  <a:lnTo>
                    <a:pt x="436212" y="528179"/>
                  </a:lnTo>
                  <a:lnTo>
                    <a:pt x="440435" y="525506"/>
                  </a:lnTo>
                  <a:lnTo>
                    <a:pt x="444610" y="522758"/>
                  </a:lnTo>
                  <a:lnTo>
                    <a:pt x="448737" y="519939"/>
                  </a:lnTo>
                  <a:lnTo>
                    <a:pt x="452813" y="517047"/>
                  </a:lnTo>
                  <a:lnTo>
                    <a:pt x="456839" y="514084"/>
                  </a:lnTo>
                  <a:lnTo>
                    <a:pt x="460812" y="511052"/>
                  </a:lnTo>
                  <a:lnTo>
                    <a:pt x="464731" y="507950"/>
                  </a:lnTo>
                  <a:lnTo>
                    <a:pt x="468596" y="504781"/>
                  </a:lnTo>
                  <a:lnTo>
                    <a:pt x="472404" y="501544"/>
                  </a:lnTo>
                  <a:lnTo>
                    <a:pt x="476155" y="498241"/>
                  </a:lnTo>
                  <a:lnTo>
                    <a:pt x="479848" y="494873"/>
                  </a:lnTo>
                  <a:lnTo>
                    <a:pt x="483481" y="491441"/>
                  </a:lnTo>
                  <a:lnTo>
                    <a:pt x="487054" y="487945"/>
                  </a:lnTo>
                  <a:lnTo>
                    <a:pt x="490565" y="484388"/>
                  </a:lnTo>
                  <a:lnTo>
                    <a:pt x="494013" y="480770"/>
                  </a:lnTo>
                  <a:lnTo>
                    <a:pt x="497397" y="477092"/>
                  </a:lnTo>
                  <a:lnTo>
                    <a:pt x="500716" y="473355"/>
                  </a:lnTo>
                  <a:lnTo>
                    <a:pt x="503970" y="469561"/>
                  </a:lnTo>
                  <a:lnTo>
                    <a:pt x="507156" y="465711"/>
                  </a:lnTo>
                  <a:lnTo>
                    <a:pt x="510275" y="461805"/>
                  </a:lnTo>
                  <a:lnTo>
                    <a:pt x="513325" y="457845"/>
                  </a:lnTo>
                  <a:lnTo>
                    <a:pt x="516305" y="453833"/>
                  </a:lnTo>
                  <a:lnTo>
                    <a:pt x="519214" y="449769"/>
                  </a:lnTo>
                  <a:lnTo>
                    <a:pt x="522052" y="445655"/>
                  </a:lnTo>
                  <a:lnTo>
                    <a:pt x="524817" y="441491"/>
                  </a:lnTo>
                  <a:lnTo>
                    <a:pt x="527509" y="437280"/>
                  </a:lnTo>
                  <a:lnTo>
                    <a:pt x="530127" y="433023"/>
                  </a:lnTo>
                  <a:lnTo>
                    <a:pt x="532671" y="428720"/>
                  </a:lnTo>
                  <a:lnTo>
                    <a:pt x="535138" y="424374"/>
                  </a:lnTo>
                  <a:lnTo>
                    <a:pt x="537529" y="419984"/>
                  </a:lnTo>
                  <a:lnTo>
                    <a:pt x="539843" y="415554"/>
                  </a:lnTo>
                  <a:lnTo>
                    <a:pt x="542079" y="411084"/>
                  </a:lnTo>
                  <a:lnTo>
                    <a:pt x="544236" y="406576"/>
                  </a:lnTo>
                  <a:lnTo>
                    <a:pt x="546314" y="402030"/>
                  </a:lnTo>
                  <a:lnTo>
                    <a:pt x="548312" y="397449"/>
                  </a:lnTo>
                  <a:lnTo>
                    <a:pt x="550230" y="392833"/>
                  </a:lnTo>
                  <a:lnTo>
                    <a:pt x="552067" y="388185"/>
                  </a:lnTo>
                  <a:lnTo>
                    <a:pt x="553822" y="383505"/>
                  </a:lnTo>
                  <a:lnTo>
                    <a:pt x="555494" y="378795"/>
                  </a:lnTo>
                  <a:lnTo>
                    <a:pt x="557085" y="374057"/>
                  </a:lnTo>
                  <a:lnTo>
                    <a:pt x="558592" y="369292"/>
                  </a:lnTo>
                  <a:lnTo>
                    <a:pt x="560015" y="364501"/>
                  </a:lnTo>
                  <a:lnTo>
                    <a:pt x="561354" y="359685"/>
                  </a:lnTo>
                  <a:lnTo>
                    <a:pt x="562609" y="354847"/>
                  </a:lnTo>
                  <a:lnTo>
                    <a:pt x="563779" y="349988"/>
                  </a:lnTo>
                  <a:lnTo>
                    <a:pt x="564864" y="345109"/>
                  </a:lnTo>
                  <a:lnTo>
                    <a:pt x="565863" y="340212"/>
                  </a:lnTo>
                  <a:lnTo>
                    <a:pt x="566776" y="335298"/>
                  </a:lnTo>
                  <a:lnTo>
                    <a:pt x="567603" y="330369"/>
                  </a:lnTo>
                  <a:lnTo>
                    <a:pt x="568344" y="325426"/>
                  </a:lnTo>
                  <a:lnTo>
                    <a:pt x="568998" y="320471"/>
                  </a:lnTo>
                  <a:lnTo>
                    <a:pt x="569566" y="315506"/>
                  </a:lnTo>
                  <a:lnTo>
                    <a:pt x="570046" y="310531"/>
                  </a:lnTo>
                  <a:lnTo>
                    <a:pt x="570439" y="305548"/>
                  </a:lnTo>
                  <a:lnTo>
                    <a:pt x="570745" y="300559"/>
                  </a:lnTo>
                  <a:lnTo>
                    <a:pt x="570964" y="295566"/>
                  </a:lnTo>
                  <a:lnTo>
                    <a:pt x="571095" y="290570"/>
                  </a:lnTo>
                  <a:lnTo>
                    <a:pt x="571139" y="28557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675984" y="3866144"/>
              <a:ext cx="1038435" cy="1038445"/>
            </a:xfrm>
            <a:custGeom>
              <a:avLst/>
              <a:pathLst>
                <a:path w="1038435" h="1038445">
                  <a:moveTo>
                    <a:pt x="1038435" y="519222"/>
                  </a:moveTo>
                  <a:lnTo>
                    <a:pt x="1038355" y="510135"/>
                  </a:lnTo>
                  <a:lnTo>
                    <a:pt x="1038117" y="501051"/>
                  </a:lnTo>
                  <a:lnTo>
                    <a:pt x="1037719" y="491972"/>
                  </a:lnTo>
                  <a:lnTo>
                    <a:pt x="1037163" y="482902"/>
                  </a:lnTo>
                  <a:lnTo>
                    <a:pt x="1036448" y="473843"/>
                  </a:lnTo>
                  <a:lnTo>
                    <a:pt x="1035575" y="464797"/>
                  </a:lnTo>
                  <a:lnTo>
                    <a:pt x="1034543" y="455769"/>
                  </a:lnTo>
                  <a:lnTo>
                    <a:pt x="1033354" y="446760"/>
                  </a:lnTo>
                  <a:lnTo>
                    <a:pt x="1032007" y="437773"/>
                  </a:lnTo>
                  <a:lnTo>
                    <a:pt x="1030503" y="428811"/>
                  </a:lnTo>
                  <a:lnTo>
                    <a:pt x="1028842" y="419876"/>
                  </a:lnTo>
                  <a:lnTo>
                    <a:pt x="1027025" y="410972"/>
                  </a:lnTo>
                  <a:lnTo>
                    <a:pt x="1025053" y="402102"/>
                  </a:lnTo>
                  <a:lnTo>
                    <a:pt x="1022926" y="393267"/>
                  </a:lnTo>
                  <a:lnTo>
                    <a:pt x="1020644" y="384470"/>
                  </a:lnTo>
                  <a:lnTo>
                    <a:pt x="1018209" y="375715"/>
                  </a:lnTo>
                  <a:lnTo>
                    <a:pt x="1015621" y="367004"/>
                  </a:lnTo>
                  <a:lnTo>
                    <a:pt x="1012881" y="358340"/>
                  </a:lnTo>
                  <a:lnTo>
                    <a:pt x="1009990" y="349725"/>
                  </a:lnTo>
                  <a:lnTo>
                    <a:pt x="1006949" y="341161"/>
                  </a:lnTo>
                  <a:lnTo>
                    <a:pt x="1003758" y="332653"/>
                  </a:lnTo>
                  <a:lnTo>
                    <a:pt x="1000418" y="324201"/>
                  </a:lnTo>
                  <a:lnTo>
                    <a:pt x="996932" y="315809"/>
                  </a:lnTo>
                  <a:lnTo>
                    <a:pt x="993298" y="307480"/>
                  </a:lnTo>
                  <a:lnTo>
                    <a:pt x="989520" y="299215"/>
                  </a:lnTo>
                  <a:lnTo>
                    <a:pt x="985598" y="291018"/>
                  </a:lnTo>
                  <a:lnTo>
                    <a:pt x="981533" y="282891"/>
                  </a:lnTo>
                  <a:lnTo>
                    <a:pt x="977326" y="274836"/>
                  </a:lnTo>
                  <a:lnTo>
                    <a:pt x="972979" y="266856"/>
                  </a:lnTo>
                  <a:lnTo>
                    <a:pt x="968492" y="258953"/>
                  </a:lnTo>
                  <a:lnTo>
                    <a:pt x="963869" y="251130"/>
                  </a:lnTo>
                  <a:lnTo>
                    <a:pt x="959109" y="243389"/>
                  </a:lnTo>
                  <a:lnTo>
                    <a:pt x="954214" y="235732"/>
                  </a:lnTo>
                  <a:lnTo>
                    <a:pt x="949186" y="228163"/>
                  </a:lnTo>
                  <a:lnTo>
                    <a:pt x="944026" y="220682"/>
                  </a:lnTo>
                  <a:lnTo>
                    <a:pt x="938736" y="213293"/>
                  </a:lnTo>
                  <a:lnTo>
                    <a:pt x="933318" y="205998"/>
                  </a:lnTo>
                  <a:lnTo>
                    <a:pt x="927773" y="198798"/>
                  </a:lnTo>
                  <a:lnTo>
                    <a:pt x="922103" y="191697"/>
                  </a:lnTo>
                  <a:lnTo>
                    <a:pt x="916309" y="184696"/>
                  </a:lnTo>
                  <a:lnTo>
                    <a:pt x="910393" y="177798"/>
                  </a:lnTo>
                  <a:lnTo>
                    <a:pt x="904358" y="171004"/>
                  </a:lnTo>
                  <a:lnTo>
                    <a:pt x="898205" y="164317"/>
                  </a:lnTo>
                  <a:lnTo>
                    <a:pt x="891936" y="157738"/>
                  </a:lnTo>
                  <a:lnTo>
                    <a:pt x="885552" y="151270"/>
                  </a:lnTo>
                  <a:lnTo>
                    <a:pt x="879057" y="144915"/>
                  </a:lnTo>
                  <a:lnTo>
                    <a:pt x="872451" y="138675"/>
                  </a:lnTo>
                  <a:lnTo>
                    <a:pt x="865737" y="132551"/>
                  </a:lnTo>
                  <a:lnTo>
                    <a:pt x="858917" y="126546"/>
                  </a:lnTo>
                  <a:lnTo>
                    <a:pt x="851992" y="120661"/>
                  </a:lnTo>
                  <a:lnTo>
                    <a:pt x="844966" y="114898"/>
                  </a:lnTo>
                  <a:lnTo>
                    <a:pt x="837840" y="109258"/>
                  </a:lnTo>
                  <a:lnTo>
                    <a:pt x="830617" y="103745"/>
                  </a:lnTo>
                  <a:lnTo>
                    <a:pt x="823298" y="98358"/>
                  </a:lnTo>
                  <a:lnTo>
                    <a:pt x="815886" y="93101"/>
                  </a:lnTo>
                  <a:lnTo>
                    <a:pt x="808383" y="87974"/>
                  </a:lnTo>
                  <a:lnTo>
                    <a:pt x="800791" y="82979"/>
                  </a:lnTo>
                  <a:lnTo>
                    <a:pt x="793113" y="78118"/>
                  </a:lnTo>
                  <a:lnTo>
                    <a:pt x="785351" y="73392"/>
                  </a:lnTo>
                  <a:lnTo>
                    <a:pt x="777508" y="68802"/>
                  </a:lnTo>
                  <a:lnTo>
                    <a:pt x="769586" y="64351"/>
                  </a:lnTo>
                  <a:lnTo>
                    <a:pt x="761587" y="60039"/>
                  </a:lnTo>
                  <a:lnTo>
                    <a:pt x="753514" y="55867"/>
                  </a:lnTo>
                  <a:lnTo>
                    <a:pt x="745368" y="51838"/>
                  </a:lnTo>
                  <a:lnTo>
                    <a:pt x="737154" y="47951"/>
                  </a:lnTo>
                  <a:lnTo>
                    <a:pt x="728873" y="44209"/>
                  </a:lnTo>
                  <a:lnTo>
                    <a:pt x="720528" y="40612"/>
                  </a:lnTo>
                  <a:lnTo>
                    <a:pt x="712121" y="37162"/>
                  </a:lnTo>
                  <a:lnTo>
                    <a:pt x="703655" y="33860"/>
                  </a:lnTo>
                  <a:lnTo>
                    <a:pt x="695132" y="30706"/>
                  </a:lnTo>
                  <a:lnTo>
                    <a:pt x="686556" y="27702"/>
                  </a:lnTo>
                  <a:lnTo>
                    <a:pt x="677928" y="24849"/>
                  </a:lnTo>
                  <a:lnTo>
                    <a:pt x="669251" y="22147"/>
                  </a:lnTo>
                  <a:lnTo>
                    <a:pt x="660529" y="19597"/>
                  </a:lnTo>
                  <a:lnTo>
                    <a:pt x="651764" y="17200"/>
                  </a:lnTo>
                  <a:lnTo>
                    <a:pt x="642957" y="14957"/>
                  </a:lnTo>
                  <a:lnTo>
                    <a:pt x="634113" y="12869"/>
                  </a:lnTo>
                  <a:lnTo>
                    <a:pt x="625234" y="10935"/>
                  </a:lnTo>
                  <a:lnTo>
                    <a:pt x="616322" y="9157"/>
                  </a:lnTo>
                  <a:lnTo>
                    <a:pt x="607381" y="7536"/>
                  </a:lnTo>
                  <a:lnTo>
                    <a:pt x="598412" y="6071"/>
                  </a:lnTo>
                  <a:lnTo>
                    <a:pt x="589419" y="4764"/>
                  </a:lnTo>
                  <a:lnTo>
                    <a:pt x="580405" y="3614"/>
                  </a:lnTo>
                  <a:lnTo>
                    <a:pt x="571372" y="2622"/>
                  </a:lnTo>
                  <a:lnTo>
                    <a:pt x="562323" y="1788"/>
                  </a:lnTo>
                  <a:lnTo>
                    <a:pt x="553261" y="1112"/>
                  </a:lnTo>
                  <a:lnTo>
                    <a:pt x="544188" y="596"/>
                  </a:lnTo>
                  <a:lnTo>
                    <a:pt x="535108" y="238"/>
                  </a:lnTo>
                  <a:lnTo>
                    <a:pt x="526023" y="39"/>
                  </a:lnTo>
                  <a:lnTo>
                    <a:pt x="516935" y="0"/>
                  </a:lnTo>
                  <a:lnTo>
                    <a:pt x="507849" y="119"/>
                  </a:lnTo>
                  <a:lnTo>
                    <a:pt x="498766" y="397"/>
                  </a:lnTo>
                  <a:lnTo>
                    <a:pt x="489689" y="834"/>
                  </a:lnTo>
                  <a:lnTo>
                    <a:pt x="480621" y="1430"/>
                  </a:lnTo>
                  <a:lnTo>
                    <a:pt x="471565" y="2185"/>
                  </a:lnTo>
                  <a:lnTo>
                    <a:pt x="462524" y="3098"/>
                  </a:lnTo>
                  <a:lnTo>
                    <a:pt x="453500" y="4169"/>
                  </a:lnTo>
                  <a:lnTo>
                    <a:pt x="444496" y="5398"/>
                  </a:lnTo>
                  <a:lnTo>
                    <a:pt x="435515" y="6784"/>
                  </a:lnTo>
                  <a:lnTo>
                    <a:pt x="426559" y="8327"/>
                  </a:lnTo>
                  <a:lnTo>
                    <a:pt x="417632" y="10027"/>
                  </a:lnTo>
                  <a:lnTo>
                    <a:pt x="408737" y="11882"/>
                  </a:lnTo>
                  <a:lnTo>
                    <a:pt x="399874" y="13894"/>
                  </a:lnTo>
                  <a:lnTo>
                    <a:pt x="391049" y="16059"/>
                  </a:lnTo>
                  <a:lnTo>
                    <a:pt x="382263" y="18379"/>
                  </a:lnTo>
                  <a:lnTo>
                    <a:pt x="373518" y="20853"/>
                  </a:lnTo>
                  <a:lnTo>
                    <a:pt x="364819" y="23479"/>
                  </a:lnTo>
                  <a:lnTo>
                    <a:pt x="356166" y="26257"/>
                  </a:lnTo>
                  <a:lnTo>
                    <a:pt x="347564" y="29185"/>
                  </a:lnTo>
                  <a:lnTo>
                    <a:pt x="339014" y="32264"/>
                  </a:lnTo>
                  <a:lnTo>
                    <a:pt x="330520" y="35493"/>
                  </a:lnTo>
                  <a:lnTo>
                    <a:pt x="322083" y="38869"/>
                  </a:lnTo>
                  <a:lnTo>
                    <a:pt x="313706" y="42392"/>
                  </a:lnTo>
                  <a:lnTo>
                    <a:pt x="305393" y="46062"/>
                  </a:lnTo>
                  <a:lnTo>
                    <a:pt x="297145" y="49876"/>
                  </a:lnTo>
                  <a:lnTo>
                    <a:pt x="288965" y="53834"/>
                  </a:lnTo>
                  <a:lnTo>
                    <a:pt x="280855" y="57935"/>
                  </a:lnTo>
                  <a:lnTo>
                    <a:pt x="272819" y="62177"/>
                  </a:lnTo>
                  <a:lnTo>
                    <a:pt x="264858" y="66559"/>
                  </a:lnTo>
                  <a:lnTo>
                    <a:pt x="256975" y="71080"/>
                  </a:lnTo>
                  <a:lnTo>
                    <a:pt x="249172" y="75738"/>
                  </a:lnTo>
                  <a:lnTo>
                    <a:pt x="241452" y="80532"/>
                  </a:lnTo>
                  <a:lnTo>
                    <a:pt x="233817" y="85460"/>
                  </a:lnTo>
                  <a:lnTo>
                    <a:pt x="226269" y="90521"/>
                  </a:lnTo>
                  <a:lnTo>
                    <a:pt x="218811" y="95713"/>
                  </a:lnTo>
                  <a:lnTo>
                    <a:pt x="211445" y="101036"/>
                  </a:lnTo>
                  <a:lnTo>
                    <a:pt x="204174" y="106486"/>
                  </a:lnTo>
                  <a:lnTo>
                    <a:pt x="196999" y="112062"/>
                  </a:lnTo>
                  <a:lnTo>
                    <a:pt x="189922" y="117764"/>
                  </a:lnTo>
                  <a:lnTo>
                    <a:pt x="182947" y="123588"/>
                  </a:lnTo>
                  <a:lnTo>
                    <a:pt x="176074" y="129533"/>
                  </a:lnTo>
                  <a:lnTo>
                    <a:pt x="169307" y="135598"/>
                  </a:lnTo>
                  <a:lnTo>
                    <a:pt x="162647" y="141781"/>
                  </a:lnTo>
                  <a:lnTo>
                    <a:pt x="156096" y="148079"/>
                  </a:lnTo>
                  <a:lnTo>
                    <a:pt x="149656" y="154490"/>
                  </a:lnTo>
                  <a:lnTo>
                    <a:pt x="143330" y="161014"/>
                  </a:lnTo>
                  <a:lnTo>
                    <a:pt x="137118" y="167647"/>
                  </a:lnTo>
                  <a:lnTo>
                    <a:pt x="131024" y="174388"/>
                  </a:lnTo>
                  <a:lnTo>
                    <a:pt x="125048" y="181234"/>
                  </a:lnTo>
                  <a:lnTo>
                    <a:pt x="119193" y="188184"/>
                  </a:lnTo>
                  <a:lnTo>
                    <a:pt x="113461" y="195235"/>
                  </a:lnTo>
                  <a:lnTo>
                    <a:pt x="107853" y="202386"/>
                  </a:lnTo>
                  <a:lnTo>
                    <a:pt x="102371" y="209634"/>
                  </a:lnTo>
                  <a:lnTo>
                    <a:pt x="97017" y="216976"/>
                  </a:lnTo>
                  <a:lnTo>
                    <a:pt x="91792" y="224411"/>
                  </a:lnTo>
                  <a:lnTo>
                    <a:pt x="86698" y="231936"/>
                  </a:lnTo>
                  <a:lnTo>
                    <a:pt x="81736" y="239550"/>
                  </a:lnTo>
                  <a:lnTo>
                    <a:pt x="76909" y="247249"/>
                  </a:lnTo>
                  <a:lnTo>
                    <a:pt x="72217" y="255031"/>
                  </a:lnTo>
                  <a:lnTo>
                    <a:pt x="67662" y="262894"/>
                  </a:lnTo>
                  <a:lnTo>
                    <a:pt x="63245" y="270836"/>
                  </a:lnTo>
                  <a:lnTo>
                    <a:pt x="58968" y="278854"/>
                  </a:lnTo>
                  <a:lnTo>
                    <a:pt x="54831" y="286945"/>
                  </a:lnTo>
                  <a:lnTo>
                    <a:pt x="50838" y="295108"/>
                  </a:lnTo>
                  <a:lnTo>
                    <a:pt x="46987" y="303339"/>
                  </a:lnTo>
                  <a:lnTo>
                    <a:pt x="43281" y="311637"/>
                  </a:lnTo>
                  <a:lnTo>
                    <a:pt x="39721" y="319998"/>
                  </a:lnTo>
                  <a:lnTo>
                    <a:pt x="36308" y="328420"/>
                  </a:lnTo>
                  <a:lnTo>
                    <a:pt x="33043" y="336900"/>
                  </a:lnTo>
                  <a:lnTo>
                    <a:pt x="29926" y="345436"/>
                  </a:lnTo>
                  <a:lnTo>
                    <a:pt x="26960" y="354026"/>
                  </a:lnTo>
                  <a:lnTo>
                    <a:pt x="24144" y="362666"/>
                  </a:lnTo>
                  <a:lnTo>
                    <a:pt x="21480" y="371354"/>
                  </a:lnTo>
                  <a:lnTo>
                    <a:pt x="18968" y="380088"/>
                  </a:lnTo>
                  <a:lnTo>
                    <a:pt x="16610" y="388864"/>
                  </a:lnTo>
                  <a:lnTo>
                    <a:pt x="14406" y="397680"/>
                  </a:lnTo>
                  <a:lnTo>
                    <a:pt x="12356" y="406533"/>
                  </a:lnTo>
                  <a:lnTo>
                    <a:pt x="10461" y="415420"/>
                  </a:lnTo>
                  <a:lnTo>
                    <a:pt x="8723" y="424340"/>
                  </a:lnTo>
                  <a:lnTo>
                    <a:pt x="7140" y="433288"/>
                  </a:lnTo>
                  <a:lnTo>
                    <a:pt x="5715" y="442263"/>
                  </a:lnTo>
                  <a:lnTo>
                    <a:pt x="4446" y="451262"/>
                  </a:lnTo>
                  <a:lnTo>
                    <a:pt x="3336" y="460281"/>
                  </a:lnTo>
                  <a:lnTo>
                    <a:pt x="2383" y="469318"/>
                  </a:lnTo>
                  <a:lnTo>
                    <a:pt x="1589" y="478371"/>
                  </a:lnTo>
                  <a:lnTo>
                    <a:pt x="953" y="487436"/>
                  </a:lnTo>
                  <a:lnTo>
                    <a:pt x="477" y="496511"/>
                  </a:lnTo>
                  <a:lnTo>
                    <a:pt x="159" y="505592"/>
                  </a:lnTo>
                  <a:lnTo>
                    <a:pt x="0" y="514678"/>
                  </a:lnTo>
                  <a:lnTo>
                    <a:pt x="0" y="523766"/>
                  </a:lnTo>
                  <a:lnTo>
                    <a:pt x="159" y="532852"/>
                  </a:lnTo>
                  <a:lnTo>
                    <a:pt x="477" y="541934"/>
                  </a:lnTo>
                  <a:lnTo>
                    <a:pt x="953" y="551008"/>
                  </a:lnTo>
                  <a:lnTo>
                    <a:pt x="1589" y="560073"/>
                  </a:lnTo>
                  <a:lnTo>
                    <a:pt x="2383" y="569126"/>
                  </a:lnTo>
                  <a:lnTo>
                    <a:pt x="3336" y="578163"/>
                  </a:lnTo>
                  <a:lnTo>
                    <a:pt x="4446" y="587183"/>
                  </a:lnTo>
                  <a:lnTo>
                    <a:pt x="5715" y="596181"/>
                  </a:lnTo>
                  <a:lnTo>
                    <a:pt x="7140" y="605156"/>
                  </a:lnTo>
                  <a:lnTo>
                    <a:pt x="8723" y="614104"/>
                  </a:lnTo>
                  <a:lnTo>
                    <a:pt x="10461" y="623024"/>
                  </a:lnTo>
                  <a:lnTo>
                    <a:pt x="12356" y="631912"/>
                  </a:lnTo>
                  <a:lnTo>
                    <a:pt x="14406" y="640765"/>
                  </a:lnTo>
                  <a:lnTo>
                    <a:pt x="16610" y="649581"/>
                  </a:lnTo>
                  <a:lnTo>
                    <a:pt x="18968" y="658357"/>
                  </a:lnTo>
                  <a:lnTo>
                    <a:pt x="21480" y="667090"/>
                  </a:lnTo>
                  <a:lnTo>
                    <a:pt x="24144" y="675778"/>
                  </a:lnTo>
                  <a:lnTo>
                    <a:pt x="26960" y="684418"/>
                  </a:lnTo>
                  <a:lnTo>
                    <a:pt x="29926" y="693008"/>
                  </a:lnTo>
                  <a:lnTo>
                    <a:pt x="33043" y="701544"/>
                  </a:lnTo>
                  <a:lnTo>
                    <a:pt x="36308" y="710025"/>
                  </a:lnTo>
                  <a:lnTo>
                    <a:pt x="39721" y="718447"/>
                  </a:lnTo>
                  <a:lnTo>
                    <a:pt x="43281" y="726808"/>
                  </a:lnTo>
                  <a:lnTo>
                    <a:pt x="46987" y="735105"/>
                  </a:lnTo>
                  <a:lnTo>
                    <a:pt x="50838" y="743336"/>
                  </a:lnTo>
                  <a:lnTo>
                    <a:pt x="54831" y="751499"/>
                  </a:lnTo>
                  <a:lnTo>
                    <a:pt x="58968" y="759590"/>
                  </a:lnTo>
                  <a:lnTo>
                    <a:pt x="63245" y="767608"/>
                  </a:lnTo>
                  <a:lnTo>
                    <a:pt x="67662" y="775550"/>
                  </a:lnTo>
                  <a:lnTo>
                    <a:pt x="72217" y="783413"/>
                  </a:lnTo>
                  <a:lnTo>
                    <a:pt x="76909" y="791195"/>
                  </a:lnTo>
                  <a:lnTo>
                    <a:pt x="81736" y="798894"/>
                  </a:lnTo>
                  <a:lnTo>
                    <a:pt x="86698" y="806508"/>
                  </a:lnTo>
                  <a:lnTo>
                    <a:pt x="91792" y="814033"/>
                  </a:lnTo>
                  <a:lnTo>
                    <a:pt x="97017" y="821468"/>
                  </a:lnTo>
                  <a:lnTo>
                    <a:pt x="102371" y="828811"/>
                  </a:lnTo>
                  <a:lnTo>
                    <a:pt x="107853" y="836058"/>
                  </a:lnTo>
                  <a:lnTo>
                    <a:pt x="113461" y="843209"/>
                  </a:lnTo>
                  <a:lnTo>
                    <a:pt x="119193" y="850260"/>
                  </a:lnTo>
                  <a:lnTo>
                    <a:pt x="125048" y="857210"/>
                  </a:lnTo>
                  <a:lnTo>
                    <a:pt x="131024" y="864057"/>
                  </a:lnTo>
                  <a:lnTo>
                    <a:pt x="137118" y="870797"/>
                  </a:lnTo>
                  <a:lnTo>
                    <a:pt x="143330" y="877431"/>
                  </a:lnTo>
                  <a:lnTo>
                    <a:pt x="149656" y="883954"/>
                  </a:lnTo>
                  <a:lnTo>
                    <a:pt x="156096" y="890366"/>
                  </a:lnTo>
                  <a:lnTo>
                    <a:pt x="162647" y="896664"/>
                  </a:lnTo>
                  <a:lnTo>
                    <a:pt x="169307" y="902846"/>
                  </a:lnTo>
                  <a:lnTo>
                    <a:pt x="176074" y="908911"/>
                  </a:lnTo>
                  <a:lnTo>
                    <a:pt x="182947" y="914856"/>
                  </a:lnTo>
                  <a:lnTo>
                    <a:pt x="189922" y="920681"/>
                  </a:lnTo>
                  <a:lnTo>
                    <a:pt x="196999" y="926382"/>
                  </a:lnTo>
                  <a:lnTo>
                    <a:pt x="204174" y="931958"/>
                  </a:lnTo>
                  <a:lnTo>
                    <a:pt x="211445" y="937409"/>
                  </a:lnTo>
                  <a:lnTo>
                    <a:pt x="218811" y="942731"/>
                  </a:lnTo>
                  <a:lnTo>
                    <a:pt x="226269" y="947923"/>
                  </a:lnTo>
                  <a:lnTo>
                    <a:pt x="233817" y="952984"/>
                  </a:lnTo>
                  <a:lnTo>
                    <a:pt x="241452" y="957912"/>
                  </a:lnTo>
                  <a:lnTo>
                    <a:pt x="249172" y="962706"/>
                  </a:lnTo>
                  <a:lnTo>
                    <a:pt x="256975" y="967364"/>
                  </a:lnTo>
                  <a:lnTo>
                    <a:pt x="264858" y="971885"/>
                  </a:lnTo>
                  <a:lnTo>
                    <a:pt x="272819" y="976267"/>
                  </a:lnTo>
                  <a:lnTo>
                    <a:pt x="280855" y="980509"/>
                  </a:lnTo>
                  <a:lnTo>
                    <a:pt x="288965" y="984610"/>
                  </a:lnTo>
                  <a:lnTo>
                    <a:pt x="297145" y="988568"/>
                  </a:lnTo>
                  <a:lnTo>
                    <a:pt x="305393" y="992382"/>
                  </a:lnTo>
                  <a:lnTo>
                    <a:pt x="313706" y="996052"/>
                  </a:lnTo>
                  <a:lnTo>
                    <a:pt x="322083" y="999575"/>
                  </a:lnTo>
                  <a:lnTo>
                    <a:pt x="330520" y="1002952"/>
                  </a:lnTo>
                  <a:lnTo>
                    <a:pt x="339014" y="1006180"/>
                  </a:lnTo>
                  <a:lnTo>
                    <a:pt x="347564" y="1009259"/>
                  </a:lnTo>
                  <a:lnTo>
                    <a:pt x="356166" y="1012188"/>
                  </a:lnTo>
                  <a:lnTo>
                    <a:pt x="364819" y="1014966"/>
                  </a:lnTo>
                  <a:lnTo>
                    <a:pt x="373518" y="1017592"/>
                  </a:lnTo>
                  <a:lnTo>
                    <a:pt x="382263" y="1020065"/>
                  </a:lnTo>
                  <a:lnTo>
                    <a:pt x="391049" y="1022385"/>
                  </a:lnTo>
                  <a:lnTo>
                    <a:pt x="399874" y="1024551"/>
                  </a:lnTo>
                  <a:lnTo>
                    <a:pt x="408737" y="1026562"/>
                  </a:lnTo>
                  <a:lnTo>
                    <a:pt x="417632" y="1028417"/>
                  </a:lnTo>
                  <a:lnTo>
                    <a:pt x="426559" y="1030117"/>
                  </a:lnTo>
                  <a:lnTo>
                    <a:pt x="435515" y="1031660"/>
                  </a:lnTo>
                  <a:lnTo>
                    <a:pt x="444496" y="1033046"/>
                  </a:lnTo>
                  <a:lnTo>
                    <a:pt x="453500" y="1034275"/>
                  </a:lnTo>
                  <a:lnTo>
                    <a:pt x="462524" y="1035346"/>
                  </a:lnTo>
                  <a:lnTo>
                    <a:pt x="471565" y="1036259"/>
                  </a:lnTo>
                  <a:lnTo>
                    <a:pt x="480621" y="1037014"/>
                  </a:lnTo>
                  <a:lnTo>
                    <a:pt x="489689" y="1037610"/>
                  </a:lnTo>
                  <a:lnTo>
                    <a:pt x="498766" y="1038047"/>
                  </a:lnTo>
                  <a:lnTo>
                    <a:pt x="507849" y="1038325"/>
                  </a:lnTo>
                  <a:lnTo>
                    <a:pt x="516935" y="1038445"/>
                  </a:lnTo>
                  <a:lnTo>
                    <a:pt x="526023" y="1038405"/>
                  </a:lnTo>
                  <a:lnTo>
                    <a:pt x="535108" y="1038206"/>
                  </a:lnTo>
                  <a:lnTo>
                    <a:pt x="544188" y="1037848"/>
                  </a:lnTo>
                  <a:lnTo>
                    <a:pt x="553261" y="1037332"/>
                  </a:lnTo>
                  <a:lnTo>
                    <a:pt x="562323" y="1036656"/>
                  </a:lnTo>
                  <a:lnTo>
                    <a:pt x="571372" y="1035823"/>
                  </a:lnTo>
                  <a:lnTo>
                    <a:pt x="580405" y="1034831"/>
                  </a:lnTo>
                  <a:lnTo>
                    <a:pt x="589419" y="1033681"/>
                  </a:lnTo>
                  <a:lnTo>
                    <a:pt x="598412" y="1032373"/>
                  </a:lnTo>
                  <a:lnTo>
                    <a:pt x="607381" y="1030908"/>
                  </a:lnTo>
                  <a:lnTo>
                    <a:pt x="616322" y="1029287"/>
                  </a:lnTo>
                  <a:lnTo>
                    <a:pt x="625234" y="1027509"/>
                  </a:lnTo>
                  <a:lnTo>
                    <a:pt x="634113" y="1025576"/>
                  </a:lnTo>
                  <a:lnTo>
                    <a:pt x="642957" y="1023487"/>
                  </a:lnTo>
                  <a:lnTo>
                    <a:pt x="651764" y="1021244"/>
                  </a:lnTo>
                  <a:lnTo>
                    <a:pt x="660529" y="1018847"/>
                  </a:lnTo>
                  <a:lnTo>
                    <a:pt x="669251" y="1016298"/>
                  </a:lnTo>
                  <a:lnTo>
                    <a:pt x="677928" y="1013596"/>
                  </a:lnTo>
                  <a:lnTo>
                    <a:pt x="686556" y="1010742"/>
                  </a:lnTo>
                  <a:lnTo>
                    <a:pt x="695132" y="1007738"/>
                  </a:lnTo>
                  <a:lnTo>
                    <a:pt x="703655" y="1004584"/>
                  </a:lnTo>
                  <a:lnTo>
                    <a:pt x="712121" y="1001282"/>
                  </a:lnTo>
                  <a:lnTo>
                    <a:pt x="720528" y="997832"/>
                  </a:lnTo>
                  <a:lnTo>
                    <a:pt x="728873" y="994235"/>
                  </a:lnTo>
                  <a:lnTo>
                    <a:pt x="737154" y="990493"/>
                  </a:lnTo>
                  <a:lnTo>
                    <a:pt x="745368" y="986607"/>
                  </a:lnTo>
                  <a:lnTo>
                    <a:pt x="753514" y="982577"/>
                  </a:lnTo>
                  <a:lnTo>
                    <a:pt x="761587" y="978406"/>
                  </a:lnTo>
                  <a:lnTo>
                    <a:pt x="769586" y="974093"/>
                  </a:lnTo>
                  <a:lnTo>
                    <a:pt x="777508" y="969642"/>
                  </a:lnTo>
                  <a:lnTo>
                    <a:pt x="785351" y="965052"/>
                  </a:lnTo>
                  <a:lnTo>
                    <a:pt x="793113" y="960326"/>
                  </a:lnTo>
                  <a:lnTo>
                    <a:pt x="800791" y="955465"/>
                  </a:lnTo>
                  <a:lnTo>
                    <a:pt x="808383" y="950470"/>
                  </a:lnTo>
                  <a:lnTo>
                    <a:pt x="815886" y="945343"/>
                  </a:lnTo>
                  <a:lnTo>
                    <a:pt x="823298" y="940086"/>
                  </a:lnTo>
                  <a:lnTo>
                    <a:pt x="830617" y="934699"/>
                  </a:lnTo>
                  <a:lnTo>
                    <a:pt x="837840" y="929186"/>
                  </a:lnTo>
                  <a:lnTo>
                    <a:pt x="844966" y="923547"/>
                  </a:lnTo>
                  <a:lnTo>
                    <a:pt x="851992" y="917784"/>
                  </a:lnTo>
                  <a:lnTo>
                    <a:pt x="858917" y="911899"/>
                  </a:lnTo>
                  <a:lnTo>
                    <a:pt x="865737" y="905893"/>
                  </a:lnTo>
                  <a:lnTo>
                    <a:pt x="872451" y="899769"/>
                  </a:lnTo>
                  <a:lnTo>
                    <a:pt x="879057" y="893529"/>
                  </a:lnTo>
                  <a:lnTo>
                    <a:pt x="885552" y="887174"/>
                  </a:lnTo>
                  <a:lnTo>
                    <a:pt x="891936" y="880706"/>
                  </a:lnTo>
                  <a:lnTo>
                    <a:pt x="898205" y="874128"/>
                  </a:lnTo>
                  <a:lnTo>
                    <a:pt x="904358" y="867440"/>
                  </a:lnTo>
                  <a:lnTo>
                    <a:pt x="910393" y="860646"/>
                  </a:lnTo>
                  <a:lnTo>
                    <a:pt x="916309" y="853748"/>
                  </a:lnTo>
                  <a:lnTo>
                    <a:pt x="922103" y="846747"/>
                  </a:lnTo>
                  <a:lnTo>
                    <a:pt x="927773" y="839646"/>
                  </a:lnTo>
                  <a:lnTo>
                    <a:pt x="933318" y="832446"/>
                  </a:lnTo>
                  <a:lnTo>
                    <a:pt x="938736" y="825151"/>
                  </a:lnTo>
                  <a:lnTo>
                    <a:pt x="944026" y="817762"/>
                  </a:lnTo>
                  <a:lnTo>
                    <a:pt x="949186" y="810282"/>
                  </a:lnTo>
                  <a:lnTo>
                    <a:pt x="954214" y="802712"/>
                  </a:lnTo>
                  <a:lnTo>
                    <a:pt x="959109" y="795056"/>
                  </a:lnTo>
                  <a:lnTo>
                    <a:pt x="963869" y="787315"/>
                  </a:lnTo>
                  <a:lnTo>
                    <a:pt x="968492" y="779491"/>
                  </a:lnTo>
                  <a:lnTo>
                    <a:pt x="972979" y="771589"/>
                  </a:lnTo>
                  <a:lnTo>
                    <a:pt x="977326" y="763609"/>
                  </a:lnTo>
                  <a:lnTo>
                    <a:pt x="981533" y="755554"/>
                  </a:lnTo>
                  <a:lnTo>
                    <a:pt x="985598" y="747426"/>
                  </a:lnTo>
                  <a:lnTo>
                    <a:pt x="989520" y="739229"/>
                  </a:lnTo>
                  <a:lnTo>
                    <a:pt x="993298" y="730964"/>
                  </a:lnTo>
                  <a:lnTo>
                    <a:pt x="996932" y="722635"/>
                  </a:lnTo>
                  <a:lnTo>
                    <a:pt x="1000418" y="714243"/>
                  </a:lnTo>
                  <a:lnTo>
                    <a:pt x="1003758" y="705791"/>
                  </a:lnTo>
                  <a:lnTo>
                    <a:pt x="1006949" y="697283"/>
                  </a:lnTo>
                  <a:lnTo>
                    <a:pt x="1009990" y="688719"/>
                  </a:lnTo>
                  <a:lnTo>
                    <a:pt x="1012881" y="680104"/>
                  </a:lnTo>
                  <a:lnTo>
                    <a:pt x="1015621" y="671440"/>
                  </a:lnTo>
                  <a:lnTo>
                    <a:pt x="1018209" y="662729"/>
                  </a:lnTo>
                  <a:lnTo>
                    <a:pt x="1020644" y="653974"/>
                  </a:lnTo>
                  <a:lnTo>
                    <a:pt x="1022926" y="645178"/>
                  </a:lnTo>
                  <a:lnTo>
                    <a:pt x="1025053" y="636343"/>
                  </a:lnTo>
                  <a:lnTo>
                    <a:pt x="1027025" y="627472"/>
                  </a:lnTo>
                  <a:lnTo>
                    <a:pt x="1028842" y="618568"/>
                  </a:lnTo>
                  <a:lnTo>
                    <a:pt x="1030503" y="609634"/>
                  </a:lnTo>
                  <a:lnTo>
                    <a:pt x="1032007" y="600672"/>
                  </a:lnTo>
                  <a:lnTo>
                    <a:pt x="1033354" y="591685"/>
                  </a:lnTo>
                  <a:lnTo>
                    <a:pt x="1034543" y="582675"/>
                  </a:lnTo>
                  <a:lnTo>
                    <a:pt x="1035575" y="573647"/>
                  </a:lnTo>
                  <a:lnTo>
                    <a:pt x="1036448" y="564602"/>
                  </a:lnTo>
                  <a:lnTo>
                    <a:pt x="1037163" y="555542"/>
                  </a:lnTo>
                  <a:lnTo>
                    <a:pt x="1037719" y="546472"/>
                  </a:lnTo>
                  <a:lnTo>
                    <a:pt x="1038117" y="537393"/>
                  </a:lnTo>
                  <a:lnTo>
                    <a:pt x="1038355" y="528309"/>
                  </a:lnTo>
                  <a:lnTo>
                    <a:pt x="1038435" y="5192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329" name="tx329"/>
            <p:cNvSpPr/>
            <p:nvPr/>
          </p:nvSpPr>
          <p:spPr>
            <a:xfrm>
              <a:off x="1071610" y="3752091"/>
              <a:ext cx="247162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330" name="tx330"/>
            <p:cNvSpPr/>
            <p:nvPr/>
          </p:nvSpPr>
          <p:spPr>
            <a:xfrm>
              <a:off x="1063106" y="4946314"/>
              <a:ext cx="264170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331" name="tx331"/>
            <p:cNvSpPr/>
            <p:nvPr/>
          </p:nvSpPr>
          <p:spPr>
            <a:xfrm>
              <a:off x="1617413" y="3926981"/>
              <a:ext cx="438271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332" name="tx332"/>
            <p:cNvSpPr/>
            <p:nvPr/>
          </p:nvSpPr>
          <p:spPr>
            <a:xfrm>
              <a:off x="1792303" y="4349202"/>
              <a:ext cx="20226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333" name="tx333"/>
            <p:cNvSpPr/>
            <p:nvPr/>
          </p:nvSpPr>
          <p:spPr>
            <a:xfrm>
              <a:off x="1617413" y="4771424"/>
              <a:ext cx="455279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334" name="pg334"/>
            <p:cNvSpPr/>
            <p:nvPr/>
          </p:nvSpPr>
          <p:spPr>
            <a:xfrm>
              <a:off x="675984" y="3866144"/>
              <a:ext cx="1038435" cy="1038445"/>
            </a:xfrm>
            <a:custGeom>
              <a:avLst/>
              <a:pathLst>
                <a:path w="1038435" h="1038445">
                  <a:moveTo>
                    <a:pt x="1038435" y="519222"/>
                  </a:moveTo>
                  <a:lnTo>
                    <a:pt x="1038355" y="510135"/>
                  </a:lnTo>
                  <a:lnTo>
                    <a:pt x="1038117" y="501051"/>
                  </a:lnTo>
                  <a:lnTo>
                    <a:pt x="1037719" y="491972"/>
                  </a:lnTo>
                  <a:lnTo>
                    <a:pt x="1037163" y="482902"/>
                  </a:lnTo>
                  <a:lnTo>
                    <a:pt x="1036448" y="473843"/>
                  </a:lnTo>
                  <a:lnTo>
                    <a:pt x="1035575" y="464797"/>
                  </a:lnTo>
                  <a:lnTo>
                    <a:pt x="1034543" y="455769"/>
                  </a:lnTo>
                  <a:lnTo>
                    <a:pt x="1033354" y="446760"/>
                  </a:lnTo>
                  <a:lnTo>
                    <a:pt x="1032007" y="437773"/>
                  </a:lnTo>
                  <a:lnTo>
                    <a:pt x="1030503" y="428811"/>
                  </a:lnTo>
                  <a:lnTo>
                    <a:pt x="1028842" y="419876"/>
                  </a:lnTo>
                  <a:lnTo>
                    <a:pt x="1027025" y="410972"/>
                  </a:lnTo>
                  <a:lnTo>
                    <a:pt x="1025053" y="402102"/>
                  </a:lnTo>
                  <a:lnTo>
                    <a:pt x="1022926" y="393267"/>
                  </a:lnTo>
                  <a:lnTo>
                    <a:pt x="1020644" y="384470"/>
                  </a:lnTo>
                  <a:lnTo>
                    <a:pt x="1018209" y="375715"/>
                  </a:lnTo>
                  <a:lnTo>
                    <a:pt x="1015621" y="367004"/>
                  </a:lnTo>
                  <a:lnTo>
                    <a:pt x="1012881" y="358340"/>
                  </a:lnTo>
                  <a:lnTo>
                    <a:pt x="1009990" y="349725"/>
                  </a:lnTo>
                  <a:lnTo>
                    <a:pt x="1006949" y="341161"/>
                  </a:lnTo>
                  <a:lnTo>
                    <a:pt x="1003758" y="332653"/>
                  </a:lnTo>
                  <a:lnTo>
                    <a:pt x="1000418" y="324201"/>
                  </a:lnTo>
                  <a:lnTo>
                    <a:pt x="996932" y="315809"/>
                  </a:lnTo>
                  <a:lnTo>
                    <a:pt x="993298" y="307480"/>
                  </a:lnTo>
                  <a:lnTo>
                    <a:pt x="989520" y="299215"/>
                  </a:lnTo>
                  <a:lnTo>
                    <a:pt x="985598" y="291018"/>
                  </a:lnTo>
                  <a:lnTo>
                    <a:pt x="981533" y="282891"/>
                  </a:lnTo>
                  <a:lnTo>
                    <a:pt x="977326" y="274836"/>
                  </a:lnTo>
                  <a:lnTo>
                    <a:pt x="972979" y="266856"/>
                  </a:lnTo>
                  <a:lnTo>
                    <a:pt x="968492" y="258953"/>
                  </a:lnTo>
                  <a:lnTo>
                    <a:pt x="963869" y="251130"/>
                  </a:lnTo>
                  <a:lnTo>
                    <a:pt x="959109" y="243389"/>
                  </a:lnTo>
                  <a:lnTo>
                    <a:pt x="954214" y="235732"/>
                  </a:lnTo>
                  <a:lnTo>
                    <a:pt x="949186" y="228163"/>
                  </a:lnTo>
                  <a:lnTo>
                    <a:pt x="944026" y="220682"/>
                  </a:lnTo>
                  <a:lnTo>
                    <a:pt x="938736" y="213293"/>
                  </a:lnTo>
                  <a:lnTo>
                    <a:pt x="933318" y="205998"/>
                  </a:lnTo>
                  <a:lnTo>
                    <a:pt x="927773" y="198798"/>
                  </a:lnTo>
                  <a:lnTo>
                    <a:pt x="922103" y="191697"/>
                  </a:lnTo>
                  <a:lnTo>
                    <a:pt x="916309" y="184696"/>
                  </a:lnTo>
                  <a:lnTo>
                    <a:pt x="910393" y="177798"/>
                  </a:lnTo>
                  <a:lnTo>
                    <a:pt x="904358" y="171004"/>
                  </a:lnTo>
                  <a:lnTo>
                    <a:pt x="898205" y="164317"/>
                  </a:lnTo>
                  <a:lnTo>
                    <a:pt x="891936" y="157738"/>
                  </a:lnTo>
                  <a:lnTo>
                    <a:pt x="885552" y="151270"/>
                  </a:lnTo>
                  <a:lnTo>
                    <a:pt x="879057" y="144915"/>
                  </a:lnTo>
                  <a:lnTo>
                    <a:pt x="872451" y="138675"/>
                  </a:lnTo>
                  <a:lnTo>
                    <a:pt x="865737" y="132551"/>
                  </a:lnTo>
                  <a:lnTo>
                    <a:pt x="858917" y="126546"/>
                  </a:lnTo>
                  <a:lnTo>
                    <a:pt x="851992" y="120661"/>
                  </a:lnTo>
                  <a:lnTo>
                    <a:pt x="844966" y="114898"/>
                  </a:lnTo>
                  <a:lnTo>
                    <a:pt x="837840" y="109258"/>
                  </a:lnTo>
                  <a:lnTo>
                    <a:pt x="830617" y="103745"/>
                  </a:lnTo>
                  <a:lnTo>
                    <a:pt x="823298" y="98358"/>
                  </a:lnTo>
                  <a:lnTo>
                    <a:pt x="815886" y="93101"/>
                  </a:lnTo>
                  <a:lnTo>
                    <a:pt x="808383" y="87974"/>
                  </a:lnTo>
                  <a:lnTo>
                    <a:pt x="800791" y="82979"/>
                  </a:lnTo>
                  <a:lnTo>
                    <a:pt x="793113" y="78118"/>
                  </a:lnTo>
                  <a:lnTo>
                    <a:pt x="785351" y="73392"/>
                  </a:lnTo>
                  <a:lnTo>
                    <a:pt x="777508" y="68802"/>
                  </a:lnTo>
                  <a:lnTo>
                    <a:pt x="769586" y="64351"/>
                  </a:lnTo>
                  <a:lnTo>
                    <a:pt x="761587" y="60039"/>
                  </a:lnTo>
                  <a:lnTo>
                    <a:pt x="753514" y="55867"/>
                  </a:lnTo>
                  <a:lnTo>
                    <a:pt x="745368" y="51838"/>
                  </a:lnTo>
                  <a:lnTo>
                    <a:pt x="737154" y="47951"/>
                  </a:lnTo>
                  <a:lnTo>
                    <a:pt x="728873" y="44209"/>
                  </a:lnTo>
                  <a:lnTo>
                    <a:pt x="720528" y="40612"/>
                  </a:lnTo>
                  <a:lnTo>
                    <a:pt x="712121" y="37162"/>
                  </a:lnTo>
                  <a:lnTo>
                    <a:pt x="703655" y="33860"/>
                  </a:lnTo>
                  <a:lnTo>
                    <a:pt x="695132" y="30706"/>
                  </a:lnTo>
                  <a:lnTo>
                    <a:pt x="686556" y="27702"/>
                  </a:lnTo>
                  <a:lnTo>
                    <a:pt x="677928" y="24849"/>
                  </a:lnTo>
                  <a:lnTo>
                    <a:pt x="669251" y="22147"/>
                  </a:lnTo>
                  <a:lnTo>
                    <a:pt x="660529" y="19597"/>
                  </a:lnTo>
                  <a:lnTo>
                    <a:pt x="651764" y="17200"/>
                  </a:lnTo>
                  <a:lnTo>
                    <a:pt x="642957" y="14957"/>
                  </a:lnTo>
                  <a:lnTo>
                    <a:pt x="634113" y="12869"/>
                  </a:lnTo>
                  <a:lnTo>
                    <a:pt x="625234" y="10935"/>
                  </a:lnTo>
                  <a:lnTo>
                    <a:pt x="616322" y="9157"/>
                  </a:lnTo>
                  <a:lnTo>
                    <a:pt x="607381" y="7536"/>
                  </a:lnTo>
                  <a:lnTo>
                    <a:pt x="598412" y="6071"/>
                  </a:lnTo>
                  <a:lnTo>
                    <a:pt x="589419" y="4764"/>
                  </a:lnTo>
                  <a:lnTo>
                    <a:pt x="580405" y="3614"/>
                  </a:lnTo>
                  <a:lnTo>
                    <a:pt x="571372" y="2622"/>
                  </a:lnTo>
                  <a:lnTo>
                    <a:pt x="562323" y="1788"/>
                  </a:lnTo>
                  <a:lnTo>
                    <a:pt x="553261" y="1112"/>
                  </a:lnTo>
                  <a:lnTo>
                    <a:pt x="544188" y="596"/>
                  </a:lnTo>
                  <a:lnTo>
                    <a:pt x="535108" y="238"/>
                  </a:lnTo>
                  <a:lnTo>
                    <a:pt x="526023" y="39"/>
                  </a:lnTo>
                  <a:lnTo>
                    <a:pt x="516935" y="0"/>
                  </a:lnTo>
                  <a:lnTo>
                    <a:pt x="507849" y="119"/>
                  </a:lnTo>
                  <a:lnTo>
                    <a:pt x="498766" y="397"/>
                  </a:lnTo>
                  <a:lnTo>
                    <a:pt x="489689" y="834"/>
                  </a:lnTo>
                  <a:lnTo>
                    <a:pt x="480621" y="1430"/>
                  </a:lnTo>
                  <a:lnTo>
                    <a:pt x="471565" y="2185"/>
                  </a:lnTo>
                  <a:lnTo>
                    <a:pt x="462524" y="3098"/>
                  </a:lnTo>
                  <a:lnTo>
                    <a:pt x="453500" y="4169"/>
                  </a:lnTo>
                  <a:lnTo>
                    <a:pt x="444496" y="5398"/>
                  </a:lnTo>
                  <a:lnTo>
                    <a:pt x="435515" y="6784"/>
                  </a:lnTo>
                  <a:lnTo>
                    <a:pt x="426559" y="8327"/>
                  </a:lnTo>
                  <a:lnTo>
                    <a:pt x="417632" y="10027"/>
                  </a:lnTo>
                  <a:lnTo>
                    <a:pt x="408737" y="11882"/>
                  </a:lnTo>
                  <a:lnTo>
                    <a:pt x="399874" y="13894"/>
                  </a:lnTo>
                  <a:lnTo>
                    <a:pt x="391049" y="16059"/>
                  </a:lnTo>
                  <a:lnTo>
                    <a:pt x="382263" y="18379"/>
                  </a:lnTo>
                  <a:lnTo>
                    <a:pt x="373518" y="20853"/>
                  </a:lnTo>
                  <a:lnTo>
                    <a:pt x="364819" y="23479"/>
                  </a:lnTo>
                  <a:lnTo>
                    <a:pt x="356166" y="26257"/>
                  </a:lnTo>
                  <a:lnTo>
                    <a:pt x="347564" y="29185"/>
                  </a:lnTo>
                  <a:lnTo>
                    <a:pt x="339014" y="32264"/>
                  </a:lnTo>
                  <a:lnTo>
                    <a:pt x="330520" y="35493"/>
                  </a:lnTo>
                  <a:lnTo>
                    <a:pt x="322083" y="38869"/>
                  </a:lnTo>
                  <a:lnTo>
                    <a:pt x="313706" y="42392"/>
                  </a:lnTo>
                  <a:lnTo>
                    <a:pt x="305393" y="46062"/>
                  </a:lnTo>
                  <a:lnTo>
                    <a:pt x="297145" y="49876"/>
                  </a:lnTo>
                  <a:lnTo>
                    <a:pt x="288965" y="53834"/>
                  </a:lnTo>
                  <a:lnTo>
                    <a:pt x="280855" y="57935"/>
                  </a:lnTo>
                  <a:lnTo>
                    <a:pt x="272819" y="62177"/>
                  </a:lnTo>
                  <a:lnTo>
                    <a:pt x="264858" y="66559"/>
                  </a:lnTo>
                  <a:lnTo>
                    <a:pt x="256975" y="71080"/>
                  </a:lnTo>
                  <a:lnTo>
                    <a:pt x="249172" y="75738"/>
                  </a:lnTo>
                  <a:lnTo>
                    <a:pt x="241452" y="80532"/>
                  </a:lnTo>
                  <a:lnTo>
                    <a:pt x="233817" y="85460"/>
                  </a:lnTo>
                  <a:lnTo>
                    <a:pt x="226269" y="90521"/>
                  </a:lnTo>
                  <a:lnTo>
                    <a:pt x="218811" y="95713"/>
                  </a:lnTo>
                  <a:lnTo>
                    <a:pt x="211445" y="101036"/>
                  </a:lnTo>
                  <a:lnTo>
                    <a:pt x="204174" y="106486"/>
                  </a:lnTo>
                  <a:lnTo>
                    <a:pt x="196999" y="112062"/>
                  </a:lnTo>
                  <a:lnTo>
                    <a:pt x="189922" y="117764"/>
                  </a:lnTo>
                  <a:lnTo>
                    <a:pt x="182947" y="123588"/>
                  </a:lnTo>
                  <a:lnTo>
                    <a:pt x="176074" y="129533"/>
                  </a:lnTo>
                  <a:lnTo>
                    <a:pt x="169307" y="135598"/>
                  </a:lnTo>
                  <a:lnTo>
                    <a:pt x="162647" y="141781"/>
                  </a:lnTo>
                  <a:lnTo>
                    <a:pt x="156096" y="148079"/>
                  </a:lnTo>
                  <a:lnTo>
                    <a:pt x="149656" y="154490"/>
                  </a:lnTo>
                  <a:lnTo>
                    <a:pt x="143330" y="161014"/>
                  </a:lnTo>
                  <a:lnTo>
                    <a:pt x="137118" y="167647"/>
                  </a:lnTo>
                  <a:lnTo>
                    <a:pt x="131024" y="174388"/>
                  </a:lnTo>
                  <a:lnTo>
                    <a:pt x="125048" y="181234"/>
                  </a:lnTo>
                  <a:lnTo>
                    <a:pt x="119193" y="188184"/>
                  </a:lnTo>
                  <a:lnTo>
                    <a:pt x="113461" y="195235"/>
                  </a:lnTo>
                  <a:lnTo>
                    <a:pt x="107853" y="202386"/>
                  </a:lnTo>
                  <a:lnTo>
                    <a:pt x="102371" y="209634"/>
                  </a:lnTo>
                  <a:lnTo>
                    <a:pt x="97017" y="216976"/>
                  </a:lnTo>
                  <a:lnTo>
                    <a:pt x="91792" y="224411"/>
                  </a:lnTo>
                  <a:lnTo>
                    <a:pt x="86698" y="231936"/>
                  </a:lnTo>
                  <a:lnTo>
                    <a:pt x="81736" y="239550"/>
                  </a:lnTo>
                  <a:lnTo>
                    <a:pt x="76909" y="247249"/>
                  </a:lnTo>
                  <a:lnTo>
                    <a:pt x="72217" y="255031"/>
                  </a:lnTo>
                  <a:lnTo>
                    <a:pt x="67662" y="262894"/>
                  </a:lnTo>
                  <a:lnTo>
                    <a:pt x="63245" y="270836"/>
                  </a:lnTo>
                  <a:lnTo>
                    <a:pt x="58968" y="278854"/>
                  </a:lnTo>
                  <a:lnTo>
                    <a:pt x="54831" y="286945"/>
                  </a:lnTo>
                  <a:lnTo>
                    <a:pt x="50838" y="295108"/>
                  </a:lnTo>
                  <a:lnTo>
                    <a:pt x="46987" y="303339"/>
                  </a:lnTo>
                  <a:lnTo>
                    <a:pt x="43281" y="311637"/>
                  </a:lnTo>
                  <a:lnTo>
                    <a:pt x="39721" y="319998"/>
                  </a:lnTo>
                  <a:lnTo>
                    <a:pt x="36308" y="328420"/>
                  </a:lnTo>
                  <a:lnTo>
                    <a:pt x="33043" y="336900"/>
                  </a:lnTo>
                  <a:lnTo>
                    <a:pt x="29926" y="345436"/>
                  </a:lnTo>
                  <a:lnTo>
                    <a:pt x="26960" y="354026"/>
                  </a:lnTo>
                  <a:lnTo>
                    <a:pt x="24144" y="362666"/>
                  </a:lnTo>
                  <a:lnTo>
                    <a:pt x="21480" y="371354"/>
                  </a:lnTo>
                  <a:lnTo>
                    <a:pt x="18968" y="380088"/>
                  </a:lnTo>
                  <a:lnTo>
                    <a:pt x="16610" y="388864"/>
                  </a:lnTo>
                  <a:lnTo>
                    <a:pt x="14406" y="397680"/>
                  </a:lnTo>
                  <a:lnTo>
                    <a:pt x="12356" y="406533"/>
                  </a:lnTo>
                  <a:lnTo>
                    <a:pt x="10461" y="415420"/>
                  </a:lnTo>
                  <a:lnTo>
                    <a:pt x="8723" y="424340"/>
                  </a:lnTo>
                  <a:lnTo>
                    <a:pt x="7140" y="433288"/>
                  </a:lnTo>
                  <a:lnTo>
                    <a:pt x="5715" y="442263"/>
                  </a:lnTo>
                  <a:lnTo>
                    <a:pt x="4446" y="451262"/>
                  </a:lnTo>
                  <a:lnTo>
                    <a:pt x="3336" y="460281"/>
                  </a:lnTo>
                  <a:lnTo>
                    <a:pt x="2383" y="469318"/>
                  </a:lnTo>
                  <a:lnTo>
                    <a:pt x="1589" y="478371"/>
                  </a:lnTo>
                  <a:lnTo>
                    <a:pt x="953" y="487436"/>
                  </a:lnTo>
                  <a:lnTo>
                    <a:pt x="477" y="496511"/>
                  </a:lnTo>
                  <a:lnTo>
                    <a:pt x="159" y="505592"/>
                  </a:lnTo>
                  <a:lnTo>
                    <a:pt x="0" y="514678"/>
                  </a:lnTo>
                  <a:lnTo>
                    <a:pt x="0" y="523766"/>
                  </a:lnTo>
                  <a:lnTo>
                    <a:pt x="159" y="532852"/>
                  </a:lnTo>
                  <a:lnTo>
                    <a:pt x="477" y="541934"/>
                  </a:lnTo>
                  <a:lnTo>
                    <a:pt x="953" y="551008"/>
                  </a:lnTo>
                  <a:lnTo>
                    <a:pt x="1589" y="560073"/>
                  </a:lnTo>
                  <a:lnTo>
                    <a:pt x="2383" y="569126"/>
                  </a:lnTo>
                  <a:lnTo>
                    <a:pt x="3336" y="578163"/>
                  </a:lnTo>
                  <a:lnTo>
                    <a:pt x="4446" y="587183"/>
                  </a:lnTo>
                  <a:lnTo>
                    <a:pt x="5715" y="596181"/>
                  </a:lnTo>
                  <a:lnTo>
                    <a:pt x="7140" y="605156"/>
                  </a:lnTo>
                  <a:lnTo>
                    <a:pt x="8723" y="614104"/>
                  </a:lnTo>
                  <a:lnTo>
                    <a:pt x="10461" y="623024"/>
                  </a:lnTo>
                  <a:lnTo>
                    <a:pt x="12356" y="631912"/>
                  </a:lnTo>
                  <a:lnTo>
                    <a:pt x="14406" y="640765"/>
                  </a:lnTo>
                  <a:lnTo>
                    <a:pt x="16610" y="649581"/>
                  </a:lnTo>
                  <a:lnTo>
                    <a:pt x="18968" y="658357"/>
                  </a:lnTo>
                  <a:lnTo>
                    <a:pt x="21480" y="667090"/>
                  </a:lnTo>
                  <a:lnTo>
                    <a:pt x="24144" y="675778"/>
                  </a:lnTo>
                  <a:lnTo>
                    <a:pt x="26960" y="684418"/>
                  </a:lnTo>
                  <a:lnTo>
                    <a:pt x="29926" y="693008"/>
                  </a:lnTo>
                  <a:lnTo>
                    <a:pt x="33043" y="701544"/>
                  </a:lnTo>
                  <a:lnTo>
                    <a:pt x="36308" y="710025"/>
                  </a:lnTo>
                  <a:lnTo>
                    <a:pt x="39721" y="718447"/>
                  </a:lnTo>
                  <a:lnTo>
                    <a:pt x="43281" y="726808"/>
                  </a:lnTo>
                  <a:lnTo>
                    <a:pt x="46987" y="735105"/>
                  </a:lnTo>
                  <a:lnTo>
                    <a:pt x="50838" y="743336"/>
                  </a:lnTo>
                  <a:lnTo>
                    <a:pt x="54831" y="751499"/>
                  </a:lnTo>
                  <a:lnTo>
                    <a:pt x="58968" y="759590"/>
                  </a:lnTo>
                  <a:lnTo>
                    <a:pt x="63245" y="767608"/>
                  </a:lnTo>
                  <a:lnTo>
                    <a:pt x="67662" y="775550"/>
                  </a:lnTo>
                  <a:lnTo>
                    <a:pt x="72217" y="783413"/>
                  </a:lnTo>
                  <a:lnTo>
                    <a:pt x="76909" y="791195"/>
                  </a:lnTo>
                  <a:lnTo>
                    <a:pt x="81736" y="798894"/>
                  </a:lnTo>
                  <a:lnTo>
                    <a:pt x="86698" y="806508"/>
                  </a:lnTo>
                  <a:lnTo>
                    <a:pt x="91792" y="814033"/>
                  </a:lnTo>
                  <a:lnTo>
                    <a:pt x="97017" y="821468"/>
                  </a:lnTo>
                  <a:lnTo>
                    <a:pt x="102371" y="828811"/>
                  </a:lnTo>
                  <a:lnTo>
                    <a:pt x="107853" y="836058"/>
                  </a:lnTo>
                  <a:lnTo>
                    <a:pt x="113461" y="843209"/>
                  </a:lnTo>
                  <a:lnTo>
                    <a:pt x="119193" y="850260"/>
                  </a:lnTo>
                  <a:lnTo>
                    <a:pt x="125048" y="857210"/>
                  </a:lnTo>
                  <a:lnTo>
                    <a:pt x="131024" y="864057"/>
                  </a:lnTo>
                  <a:lnTo>
                    <a:pt x="137118" y="870797"/>
                  </a:lnTo>
                  <a:lnTo>
                    <a:pt x="143330" y="877431"/>
                  </a:lnTo>
                  <a:lnTo>
                    <a:pt x="149656" y="883954"/>
                  </a:lnTo>
                  <a:lnTo>
                    <a:pt x="156096" y="890366"/>
                  </a:lnTo>
                  <a:lnTo>
                    <a:pt x="162647" y="896664"/>
                  </a:lnTo>
                  <a:lnTo>
                    <a:pt x="169307" y="902846"/>
                  </a:lnTo>
                  <a:lnTo>
                    <a:pt x="176074" y="908911"/>
                  </a:lnTo>
                  <a:lnTo>
                    <a:pt x="182947" y="914856"/>
                  </a:lnTo>
                  <a:lnTo>
                    <a:pt x="189922" y="920681"/>
                  </a:lnTo>
                  <a:lnTo>
                    <a:pt x="196999" y="926382"/>
                  </a:lnTo>
                  <a:lnTo>
                    <a:pt x="204174" y="931958"/>
                  </a:lnTo>
                  <a:lnTo>
                    <a:pt x="211445" y="937409"/>
                  </a:lnTo>
                  <a:lnTo>
                    <a:pt x="218811" y="942731"/>
                  </a:lnTo>
                  <a:lnTo>
                    <a:pt x="226269" y="947923"/>
                  </a:lnTo>
                  <a:lnTo>
                    <a:pt x="233817" y="952984"/>
                  </a:lnTo>
                  <a:lnTo>
                    <a:pt x="241452" y="957912"/>
                  </a:lnTo>
                  <a:lnTo>
                    <a:pt x="249172" y="962706"/>
                  </a:lnTo>
                  <a:lnTo>
                    <a:pt x="256975" y="967364"/>
                  </a:lnTo>
                  <a:lnTo>
                    <a:pt x="264858" y="971885"/>
                  </a:lnTo>
                  <a:lnTo>
                    <a:pt x="272819" y="976267"/>
                  </a:lnTo>
                  <a:lnTo>
                    <a:pt x="280855" y="980509"/>
                  </a:lnTo>
                  <a:lnTo>
                    <a:pt x="288965" y="984610"/>
                  </a:lnTo>
                  <a:lnTo>
                    <a:pt x="297145" y="988568"/>
                  </a:lnTo>
                  <a:lnTo>
                    <a:pt x="305393" y="992382"/>
                  </a:lnTo>
                  <a:lnTo>
                    <a:pt x="313706" y="996052"/>
                  </a:lnTo>
                  <a:lnTo>
                    <a:pt x="322083" y="999575"/>
                  </a:lnTo>
                  <a:lnTo>
                    <a:pt x="330520" y="1002952"/>
                  </a:lnTo>
                  <a:lnTo>
                    <a:pt x="339014" y="1006180"/>
                  </a:lnTo>
                  <a:lnTo>
                    <a:pt x="347564" y="1009259"/>
                  </a:lnTo>
                  <a:lnTo>
                    <a:pt x="356166" y="1012188"/>
                  </a:lnTo>
                  <a:lnTo>
                    <a:pt x="364819" y="1014966"/>
                  </a:lnTo>
                  <a:lnTo>
                    <a:pt x="373518" y="1017592"/>
                  </a:lnTo>
                  <a:lnTo>
                    <a:pt x="382263" y="1020065"/>
                  </a:lnTo>
                  <a:lnTo>
                    <a:pt x="391049" y="1022385"/>
                  </a:lnTo>
                  <a:lnTo>
                    <a:pt x="399874" y="1024551"/>
                  </a:lnTo>
                  <a:lnTo>
                    <a:pt x="408737" y="1026562"/>
                  </a:lnTo>
                  <a:lnTo>
                    <a:pt x="417632" y="1028417"/>
                  </a:lnTo>
                  <a:lnTo>
                    <a:pt x="426559" y="1030117"/>
                  </a:lnTo>
                  <a:lnTo>
                    <a:pt x="435515" y="1031660"/>
                  </a:lnTo>
                  <a:lnTo>
                    <a:pt x="444496" y="1033046"/>
                  </a:lnTo>
                  <a:lnTo>
                    <a:pt x="453500" y="1034275"/>
                  </a:lnTo>
                  <a:lnTo>
                    <a:pt x="462524" y="1035346"/>
                  </a:lnTo>
                  <a:lnTo>
                    <a:pt x="471565" y="1036259"/>
                  </a:lnTo>
                  <a:lnTo>
                    <a:pt x="480621" y="1037014"/>
                  </a:lnTo>
                  <a:lnTo>
                    <a:pt x="489689" y="1037610"/>
                  </a:lnTo>
                  <a:lnTo>
                    <a:pt x="498766" y="1038047"/>
                  </a:lnTo>
                  <a:lnTo>
                    <a:pt x="507849" y="1038325"/>
                  </a:lnTo>
                  <a:lnTo>
                    <a:pt x="516935" y="1038445"/>
                  </a:lnTo>
                  <a:lnTo>
                    <a:pt x="526023" y="1038405"/>
                  </a:lnTo>
                  <a:lnTo>
                    <a:pt x="535108" y="1038206"/>
                  </a:lnTo>
                  <a:lnTo>
                    <a:pt x="544188" y="1037848"/>
                  </a:lnTo>
                  <a:lnTo>
                    <a:pt x="553261" y="1037332"/>
                  </a:lnTo>
                  <a:lnTo>
                    <a:pt x="562323" y="1036656"/>
                  </a:lnTo>
                  <a:lnTo>
                    <a:pt x="571372" y="1035823"/>
                  </a:lnTo>
                  <a:lnTo>
                    <a:pt x="580405" y="1034831"/>
                  </a:lnTo>
                  <a:lnTo>
                    <a:pt x="589419" y="1033681"/>
                  </a:lnTo>
                  <a:lnTo>
                    <a:pt x="598412" y="1032373"/>
                  </a:lnTo>
                  <a:lnTo>
                    <a:pt x="607381" y="1030908"/>
                  </a:lnTo>
                  <a:lnTo>
                    <a:pt x="616322" y="1029287"/>
                  </a:lnTo>
                  <a:lnTo>
                    <a:pt x="625234" y="1027509"/>
                  </a:lnTo>
                  <a:lnTo>
                    <a:pt x="634113" y="1025576"/>
                  </a:lnTo>
                  <a:lnTo>
                    <a:pt x="642957" y="1023487"/>
                  </a:lnTo>
                  <a:lnTo>
                    <a:pt x="651764" y="1021244"/>
                  </a:lnTo>
                  <a:lnTo>
                    <a:pt x="660529" y="1018847"/>
                  </a:lnTo>
                  <a:lnTo>
                    <a:pt x="669251" y="1016298"/>
                  </a:lnTo>
                  <a:lnTo>
                    <a:pt x="677928" y="1013596"/>
                  </a:lnTo>
                  <a:lnTo>
                    <a:pt x="686556" y="1010742"/>
                  </a:lnTo>
                  <a:lnTo>
                    <a:pt x="695132" y="1007738"/>
                  </a:lnTo>
                  <a:lnTo>
                    <a:pt x="703655" y="1004584"/>
                  </a:lnTo>
                  <a:lnTo>
                    <a:pt x="712121" y="1001282"/>
                  </a:lnTo>
                  <a:lnTo>
                    <a:pt x="720528" y="997832"/>
                  </a:lnTo>
                  <a:lnTo>
                    <a:pt x="728873" y="994235"/>
                  </a:lnTo>
                  <a:lnTo>
                    <a:pt x="737154" y="990493"/>
                  </a:lnTo>
                  <a:lnTo>
                    <a:pt x="745368" y="986607"/>
                  </a:lnTo>
                  <a:lnTo>
                    <a:pt x="753514" y="982577"/>
                  </a:lnTo>
                  <a:lnTo>
                    <a:pt x="761587" y="978406"/>
                  </a:lnTo>
                  <a:lnTo>
                    <a:pt x="769586" y="974093"/>
                  </a:lnTo>
                  <a:lnTo>
                    <a:pt x="777508" y="969642"/>
                  </a:lnTo>
                  <a:lnTo>
                    <a:pt x="785351" y="965052"/>
                  </a:lnTo>
                  <a:lnTo>
                    <a:pt x="793113" y="960326"/>
                  </a:lnTo>
                  <a:lnTo>
                    <a:pt x="800791" y="955465"/>
                  </a:lnTo>
                  <a:lnTo>
                    <a:pt x="808383" y="950470"/>
                  </a:lnTo>
                  <a:lnTo>
                    <a:pt x="815886" y="945343"/>
                  </a:lnTo>
                  <a:lnTo>
                    <a:pt x="823298" y="940086"/>
                  </a:lnTo>
                  <a:lnTo>
                    <a:pt x="830617" y="934699"/>
                  </a:lnTo>
                  <a:lnTo>
                    <a:pt x="837840" y="929186"/>
                  </a:lnTo>
                  <a:lnTo>
                    <a:pt x="844966" y="923547"/>
                  </a:lnTo>
                  <a:lnTo>
                    <a:pt x="851992" y="917784"/>
                  </a:lnTo>
                  <a:lnTo>
                    <a:pt x="858917" y="911899"/>
                  </a:lnTo>
                  <a:lnTo>
                    <a:pt x="865737" y="905893"/>
                  </a:lnTo>
                  <a:lnTo>
                    <a:pt x="872451" y="899769"/>
                  </a:lnTo>
                  <a:lnTo>
                    <a:pt x="879057" y="893529"/>
                  </a:lnTo>
                  <a:lnTo>
                    <a:pt x="885552" y="887174"/>
                  </a:lnTo>
                  <a:lnTo>
                    <a:pt x="891936" y="880706"/>
                  </a:lnTo>
                  <a:lnTo>
                    <a:pt x="898205" y="874128"/>
                  </a:lnTo>
                  <a:lnTo>
                    <a:pt x="904358" y="867440"/>
                  </a:lnTo>
                  <a:lnTo>
                    <a:pt x="910393" y="860646"/>
                  </a:lnTo>
                  <a:lnTo>
                    <a:pt x="916309" y="853748"/>
                  </a:lnTo>
                  <a:lnTo>
                    <a:pt x="922103" y="846747"/>
                  </a:lnTo>
                  <a:lnTo>
                    <a:pt x="927773" y="839646"/>
                  </a:lnTo>
                  <a:lnTo>
                    <a:pt x="933318" y="832446"/>
                  </a:lnTo>
                  <a:lnTo>
                    <a:pt x="938736" y="825151"/>
                  </a:lnTo>
                  <a:lnTo>
                    <a:pt x="944026" y="817762"/>
                  </a:lnTo>
                  <a:lnTo>
                    <a:pt x="949186" y="810282"/>
                  </a:lnTo>
                  <a:lnTo>
                    <a:pt x="954214" y="802712"/>
                  </a:lnTo>
                  <a:lnTo>
                    <a:pt x="959109" y="795056"/>
                  </a:lnTo>
                  <a:lnTo>
                    <a:pt x="963869" y="787315"/>
                  </a:lnTo>
                  <a:lnTo>
                    <a:pt x="968492" y="779491"/>
                  </a:lnTo>
                  <a:lnTo>
                    <a:pt x="972979" y="771589"/>
                  </a:lnTo>
                  <a:lnTo>
                    <a:pt x="977326" y="763609"/>
                  </a:lnTo>
                  <a:lnTo>
                    <a:pt x="981533" y="755554"/>
                  </a:lnTo>
                  <a:lnTo>
                    <a:pt x="985598" y="747426"/>
                  </a:lnTo>
                  <a:lnTo>
                    <a:pt x="989520" y="739229"/>
                  </a:lnTo>
                  <a:lnTo>
                    <a:pt x="993298" y="730964"/>
                  </a:lnTo>
                  <a:lnTo>
                    <a:pt x="996932" y="722635"/>
                  </a:lnTo>
                  <a:lnTo>
                    <a:pt x="1000418" y="714243"/>
                  </a:lnTo>
                  <a:lnTo>
                    <a:pt x="1003758" y="705791"/>
                  </a:lnTo>
                  <a:lnTo>
                    <a:pt x="1006949" y="697283"/>
                  </a:lnTo>
                  <a:lnTo>
                    <a:pt x="1009990" y="688719"/>
                  </a:lnTo>
                  <a:lnTo>
                    <a:pt x="1012881" y="680104"/>
                  </a:lnTo>
                  <a:lnTo>
                    <a:pt x="1015621" y="671440"/>
                  </a:lnTo>
                  <a:lnTo>
                    <a:pt x="1018209" y="662729"/>
                  </a:lnTo>
                  <a:lnTo>
                    <a:pt x="1020644" y="653974"/>
                  </a:lnTo>
                  <a:lnTo>
                    <a:pt x="1022926" y="645178"/>
                  </a:lnTo>
                  <a:lnTo>
                    <a:pt x="1025053" y="636343"/>
                  </a:lnTo>
                  <a:lnTo>
                    <a:pt x="1027025" y="627472"/>
                  </a:lnTo>
                  <a:lnTo>
                    <a:pt x="1028842" y="618568"/>
                  </a:lnTo>
                  <a:lnTo>
                    <a:pt x="1030503" y="609634"/>
                  </a:lnTo>
                  <a:lnTo>
                    <a:pt x="1032007" y="600672"/>
                  </a:lnTo>
                  <a:lnTo>
                    <a:pt x="1033354" y="591685"/>
                  </a:lnTo>
                  <a:lnTo>
                    <a:pt x="1034543" y="582675"/>
                  </a:lnTo>
                  <a:lnTo>
                    <a:pt x="1035575" y="573647"/>
                  </a:lnTo>
                  <a:lnTo>
                    <a:pt x="1036448" y="564602"/>
                  </a:lnTo>
                  <a:lnTo>
                    <a:pt x="1037163" y="555542"/>
                  </a:lnTo>
                  <a:lnTo>
                    <a:pt x="1037719" y="546472"/>
                  </a:lnTo>
                  <a:lnTo>
                    <a:pt x="1038117" y="537393"/>
                  </a:lnTo>
                  <a:lnTo>
                    <a:pt x="1038355" y="528309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5" name="pl335"/>
            <p:cNvSpPr/>
            <p:nvPr/>
          </p:nvSpPr>
          <p:spPr>
            <a:xfrm>
              <a:off x="1195191" y="3866139"/>
              <a:ext cx="0" cy="467304"/>
            </a:xfrm>
            <a:custGeom>
              <a:avLst/>
              <a:pathLst>
                <a:path w="0" h="467304">
                  <a:moveTo>
                    <a:pt x="0" y="46730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1231906" y="4018218"/>
              <a:ext cx="330434" cy="330434"/>
            </a:xfrm>
            <a:custGeom>
              <a:avLst/>
              <a:pathLst>
                <a:path w="330434" h="330434">
                  <a:moveTo>
                    <a:pt x="0" y="330434"/>
                  </a:moveTo>
                  <a:lnTo>
                    <a:pt x="33043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7"/>
            <p:cNvSpPr/>
            <p:nvPr/>
          </p:nvSpPr>
          <p:spPr>
            <a:xfrm>
              <a:off x="1247114" y="4385367"/>
              <a:ext cx="467304" cy="0"/>
            </a:xfrm>
            <a:custGeom>
              <a:avLst/>
              <a:pathLst>
                <a:path w="467304" h="0">
                  <a:moveTo>
                    <a:pt x="0" y="0"/>
                  </a:moveTo>
                  <a:lnTo>
                    <a:pt x="46730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8"/>
            <p:cNvSpPr/>
            <p:nvPr/>
          </p:nvSpPr>
          <p:spPr>
            <a:xfrm>
              <a:off x="1231906" y="4422082"/>
              <a:ext cx="330434" cy="330434"/>
            </a:xfrm>
            <a:custGeom>
              <a:avLst/>
              <a:pathLst>
                <a:path w="330434" h="330434">
                  <a:moveTo>
                    <a:pt x="0" y="0"/>
                  </a:moveTo>
                  <a:lnTo>
                    <a:pt x="330434" y="33043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1195191" y="4437290"/>
              <a:ext cx="0" cy="467304"/>
            </a:xfrm>
            <a:custGeom>
              <a:avLst/>
              <a:pathLst>
                <a:path w="0" h="467304">
                  <a:moveTo>
                    <a:pt x="0" y="0"/>
                  </a:moveTo>
                  <a:lnTo>
                    <a:pt x="0" y="46730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828042" y="4422082"/>
              <a:ext cx="330434" cy="330434"/>
            </a:xfrm>
            <a:custGeom>
              <a:avLst/>
              <a:pathLst>
                <a:path w="330434" h="330434">
                  <a:moveTo>
                    <a:pt x="330434" y="0"/>
                  </a:moveTo>
                  <a:lnTo>
                    <a:pt x="0" y="33043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675964" y="4385367"/>
              <a:ext cx="467304" cy="0"/>
            </a:xfrm>
            <a:custGeom>
              <a:avLst/>
              <a:pathLst>
                <a:path w="467304" h="0">
                  <a:moveTo>
                    <a:pt x="467304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828042" y="4018218"/>
              <a:ext cx="330434" cy="330434"/>
            </a:xfrm>
            <a:custGeom>
              <a:avLst/>
              <a:pathLst>
                <a:path w="330434" h="330434">
                  <a:moveTo>
                    <a:pt x="330434" y="33043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1107322" y="4221562"/>
              <a:ext cx="251674" cy="251356"/>
            </a:xfrm>
            <a:custGeom>
              <a:avLst/>
              <a:pathLst>
                <a:path w="251674" h="251356">
                  <a:moveTo>
                    <a:pt x="87869" y="75935"/>
                  </a:moveTo>
                  <a:lnTo>
                    <a:pt x="251674" y="0"/>
                  </a:lnTo>
                  <a:lnTo>
                    <a:pt x="211685" y="163805"/>
                  </a:lnTo>
                  <a:lnTo>
                    <a:pt x="150002" y="225938"/>
                  </a:lnTo>
                  <a:lnTo>
                    <a:pt x="87869" y="215727"/>
                  </a:lnTo>
                  <a:lnTo>
                    <a:pt x="318" y="251356"/>
                  </a:lnTo>
                  <a:lnTo>
                    <a:pt x="0" y="163805"/>
                  </a:lnTo>
                  <a:lnTo>
                    <a:pt x="25736" y="101672"/>
                  </a:lnTo>
                  <a:lnTo>
                    <a:pt x="87869" y="75935"/>
                  </a:lnTo>
                </a:path>
              </a:pathLst>
            </a:custGeom>
            <a:ln w="31166" cap="flat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1159921" y="4262227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1323726" y="4186292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1283737" y="4350097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1222054" y="4412230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1159921" y="4402019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1072370" y="4437648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1072052" y="4350097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1097788" y="4287964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1159921" y="4262227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tx353"/>
            <p:cNvSpPr/>
            <p:nvPr/>
          </p:nvSpPr>
          <p:spPr>
            <a:xfrm>
              <a:off x="1055760" y="4311773"/>
              <a:ext cx="87508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354" name="tx354"/>
            <p:cNvSpPr/>
            <p:nvPr/>
          </p:nvSpPr>
          <p:spPr>
            <a:xfrm>
              <a:off x="1022111" y="4078120"/>
              <a:ext cx="12115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355" name="tx355"/>
            <p:cNvSpPr/>
            <p:nvPr/>
          </p:nvSpPr>
          <p:spPr>
            <a:xfrm>
              <a:off x="988461" y="3844468"/>
              <a:ext cx="15480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356" name="rc356"/>
            <p:cNvSpPr/>
            <p:nvPr/>
          </p:nvSpPr>
          <p:spPr>
            <a:xfrm>
              <a:off x="2320794" y="3429000"/>
              <a:ext cx="2251205" cy="233029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357" name="rc357"/>
            <p:cNvSpPr/>
            <p:nvPr/>
          </p:nvSpPr>
          <p:spPr>
            <a:xfrm>
              <a:off x="2320794" y="3662029"/>
              <a:ext cx="2251205" cy="14466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8" name="rc358"/>
            <p:cNvSpPr/>
            <p:nvPr/>
          </p:nvSpPr>
          <p:spPr>
            <a:xfrm>
              <a:off x="2358752" y="3429000"/>
              <a:ext cx="2175290" cy="23302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9" name="tx359"/>
            <p:cNvSpPr/>
            <p:nvPr/>
          </p:nvSpPr>
          <p:spPr>
            <a:xfrm>
              <a:off x="3042598" y="3462967"/>
              <a:ext cx="80759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Cuculiformes</a:t>
              </a:r>
            </a:p>
          </p:txBody>
        </p:sp>
        <p:sp>
          <p:nvSpPr>
            <p:cNvPr id="360" name="tx360"/>
            <p:cNvSpPr/>
            <p:nvPr/>
          </p:nvSpPr>
          <p:spPr>
            <a:xfrm>
              <a:off x="2847648" y="3564457"/>
              <a:ext cx="1197498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11, species = 5</a:t>
              </a:r>
            </a:p>
          </p:txBody>
        </p:sp>
        <p:sp>
          <p:nvSpPr>
            <p:cNvPr id="361" name="rc361"/>
            <p:cNvSpPr/>
            <p:nvPr/>
          </p:nvSpPr>
          <p:spPr>
            <a:xfrm>
              <a:off x="2589671" y="3699986"/>
              <a:ext cx="1713451" cy="1370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2" name="tx362"/>
            <p:cNvSpPr/>
            <p:nvPr/>
          </p:nvSpPr>
          <p:spPr>
            <a:xfrm>
              <a:off x="2552162" y="4771424"/>
              <a:ext cx="472013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363" name="tx363"/>
            <p:cNvSpPr/>
            <p:nvPr/>
          </p:nvSpPr>
          <p:spPr>
            <a:xfrm>
              <a:off x="2620868" y="4349202"/>
              <a:ext cx="228417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364" name="tx364"/>
            <p:cNvSpPr/>
            <p:nvPr/>
          </p:nvSpPr>
          <p:spPr>
            <a:xfrm>
              <a:off x="2569170" y="3926981"/>
              <a:ext cx="45500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365" name="pl365"/>
            <p:cNvSpPr/>
            <p:nvPr/>
          </p:nvSpPr>
          <p:spPr>
            <a:xfrm>
              <a:off x="3394476" y="4333445"/>
              <a:ext cx="103843" cy="103844"/>
            </a:xfrm>
            <a:custGeom>
              <a:avLst/>
              <a:pathLst>
                <a:path w="103843" h="103844">
                  <a:moveTo>
                    <a:pt x="103843" y="51922"/>
                  </a:moveTo>
                  <a:lnTo>
                    <a:pt x="103835" y="51013"/>
                  </a:lnTo>
                  <a:lnTo>
                    <a:pt x="103811" y="50105"/>
                  </a:lnTo>
                  <a:lnTo>
                    <a:pt x="103771" y="49197"/>
                  </a:lnTo>
                  <a:lnTo>
                    <a:pt x="103716" y="48290"/>
                  </a:lnTo>
                  <a:lnTo>
                    <a:pt x="103644" y="47384"/>
                  </a:lnTo>
                  <a:lnTo>
                    <a:pt x="103557" y="46479"/>
                  </a:lnTo>
                  <a:lnTo>
                    <a:pt x="103454" y="45576"/>
                  </a:lnTo>
                  <a:lnTo>
                    <a:pt x="103335" y="44676"/>
                  </a:lnTo>
                  <a:lnTo>
                    <a:pt x="103200" y="43777"/>
                  </a:lnTo>
                  <a:lnTo>
                    <a:pt x="103050" y="42881"/>
                  </a:lnTo>
                  <a:lnTo>
                    <a:pt x="102884" y="41987"/>
                  </a:lnTo>
                  <a:lnTo>
                    <a:pt x="102702" y="41097"/>
                  </a:lnTo>
                  <a:lnTo>
                    <a:pt x="102505" y="40210"/>
                  </a:lnTo>
                  <a:lnTo>
                    <a:pt x="102292" y="39326"/>
                  </a:lnTo>
                  <a:lnTo>
                    <a:pt x="102064" y="38447"/>
                  </a:lnTo>
                  <a:lnTo>
                    <a:pt x="101820" y="37571"/>
                  </a:lnTo>
                  <a:lnTo>
                    <a:pt x="101562" y="36700"/>
                  </a:lnTo>
                  <a:lnTo>
                    <a:pt x="101288" y="35834"/>
                  </a:lnTo>
                  <a:lnTo>
                    <a:pt x="100999" y="34972"/>
                  </a:lnTo>
                  <a:lnTo>
                    <a:pt x="100694" y="34116"/>
                  </a:lnTo>
                  <a:lnTo>
                    <a:pt x="100375" y="33265"/>
                  </a:lnTo>
                  <a:lnTo>
                    <a:pt x="100041" y="32420"/>
                  </a:lnTo>
                  <a:lnTo>
                    <a:pt x="99693" y="31580"/>
                  </a:lnTo>
                  <a:lnTo>
                    <a:pt x="99329" y="30748"/>
                  </a:lnTo>
                  <a:lnTo>
                    <a:pt x="98952" y="29921"/>
                  </a:lnTo>
                  <a:lnTo>
                    <a:pt x="98559" y="29101"/>
                  </a:lnTo>
                  <a:lnTo>
                    <a:pt x="98153" y="28289"/>
                  </a:lnTo>
                  <a:lnTo>
                    <a:pt x="97732" y="27483"/>
                  </a:lnTo>
                  <a:lnTo>
                    <a:pt x="97297" y="26685"/>
                  </a:lnTo>
                  <a:lnTo>
                    <a:pt x="96849" y="25895"/>
                  </a:lnTo>
                  <a:lnTo>
                    <a:pt x="96386" y="25113"/>
                  </a:lnTo>
                  <a:lnTo>
                    <a:pt x="95910" y="24338"/>
                  </a:lnTo>
                  <a:lnTo>
                    <a:pt x="95421" y="23573"/>
                  </a:lnTo>
                  <a:lnTo>
                    <a:pt x="94918" y="22816"/>
                  </a:lnTo>
                  <a:lnTo>
                    <a:pt x="94402" y="22068"/>
                  </a:lnTo>
                  <a:lnTo>
                    <a:pt x="93873" y="21329"/>
                  </a:lnTo>
                  <a:lnTo>
                    <a:pt x="93331" y="20599"/>
                  </a:lnTo>
                  <a:lnTo>
                    <a:pt x="92777" y="19879"/>
                  </a:lnTo>
                  <a:lnTo>
                    <a:pt x="92210" y="19169"/>
                  </a:lnTo>
                  <a:lnTo>
                    <a:pt x="91630" y="18469"/>
                  </a:lnTo>
                  <a:lnTo>
                    <a:pt x="91039" y="17779"/>
                  </a:lnTo>
                  <a:lnTo>
                    <a:pt x="90435" y="17100"/>
                  </a:lnTo>
                  <a:lnTo>
                    <a:pt x="89820" y="16431"/>
                  </a:lnTo>
                  <a:lnTo>
                    <a:pt x="89193" y="15773"/>
                  </a:lnTo>
                  <a:lnTo>
                    <a:pt x="88555" y="15127"/>
                  </a:lnTo>
                  <a:lnTo>
                    <a:pt x="87905" y="14491"/>
                  </a:lnTo>
                  <a:lnTo>
                    <a:pt x="87245" y="13867"/>
                  </a:lnTo>
                  <a:lnTo>
                    <a:pt x="86573" y="13255"/>
                  </a:lnTo>
                  <a:lnTo>
                    <a:pt x="85891" y="12654"/>
                  </a:lnTo>
                  <a:lnTo>
                    <a:pt x="85199" y="12066"/>
                  </a:lnTo>
                  <a:lnTo>
                    <a:pt x="84496" y="11489"/>
                  </a:lnTo>
                  <a:lnTo>
                    <a:pt x="83784" y="10925"/>
                  </a:lnTo>
                  <a:lnTo>
                    <a:pt x="83061" y="10374"/>
                  </a:lnTo>
                  <a:lnTo>
                    <a:pt x="82329" y="9835"/>
                  </a:lnTo>
                  <a:lnTo>
                    <a:pt x="81588" y="9310"/>
                  </a:lnTo>
                  <a:lnTo>
                    <a:pt x="80838" y="8797"/>
                  </a:lnTo>
                  <a:lnTo>
                    <a:pt x="80079" y="8297"/>
                  </a:lnTo>
                  <a:lnTo>
                    <a:pt x="79311" y="7811"/>
                  </a:lnTo>
                  <a:lnTo>
                    <a:pt x="78535" y="7339"/>
                  </a:lnTo>
                  <a:lnTo>
                    <a:pt x="77750" y="6880"/>
                  </a:lnTo>
                  <a:lnTo>
                    <a:pt x="76958" y="6435"/>
                  </a:lnTo>
                  <a:lnTo>
                    <a:pt x="76158" y="6003"/>
                  </a:lnTo>
                  <a:lnTo>
                    <a:pt x="75351" y="5586"/>
                  </a:lnTo>
                  <a:lnTo>
                    <a:pt x="74536" y="5183"/>
                  </a:lnTo>
                  <a:lnTo>
                    <a:pt x="73715" y="4795"/>
                  </a:lnTo>
                  <a:lnTo>
                    <a:pt x="72887" y="4420"/>
                  </a:lnTo>
                  <a:lnTo>
                    <a:pt x="72052" y="4061"/>
                  </a:lnTo>
                  <a:lnTo>
                    <a:pt x="71212" y="3716"/>
                  </a:lnTo>
                  <a:lnTo>
                    <a:pt x="70365" y="3386"/>
                  </a:lnTo>
                  <a:lnTo>
                    <a:pt x="69513" y="3070"/>
                  </a:lnTo>
                  <a:lnTo>
                    <a:pt x="68655" y="2770"/>
                  </a:lnTo>
                  <a:lnTo>
                    <a:pt x="67792" y="2484"/>
                  </a:lnTo>
                  <a:lnTo>
                    <a:pt x="66925" y="2214"/>
                  </a:lnTo>
                  <a:lnTo>
                    <a:pt x="66052" y="1959"/>
                  </a:lnTo>
                  <a:lnTo>
                    <a:pt x="65176" y="1720"/>
                  </a:lnTo>
                  <a:lnTo>
                    <a:pt x="64295" y="1495"/>
                  </a:lnTo>
                  <a:lnTo>
                    <a:pt x="63411" y="1286"/>
                  </a:lnTo>
                  <a:lnTo>
                    <a:pt x="62523" y="1093"/>
                  </a:lnTo>
                  <a:lnTo>
                    <a:pt x="61632" y="915"/>
                  </a:lnTo>
                  <a:lnTo>
                    <a:pt x="60738" y="753"/>
                  </a:lnTo>
                  <a:lnTo>
                    <a:pt x="59841" y="607"/>
                  </a:lnTo>
                  <a:lnTo>
                    <a:pt x="58941" y="476"/>
                  </a:lnTo>
                  <a:lnTo>
                    <a:pt x="58040" y="361"/>
                  </a:lnTo>
                  <a:lnTo>
                    <a:pt x="57137" y="262"/>
                  </a:lnTo>
                  <a:lnTo>
                    <a:pt x="56232" y="178"/>
                  </a:lnTo>
                  <a:lnTo>
                    <a:pt x="55326" y="111"/>
                  </a:lnTo>
                  <a:lnTo>
                    <a:pt x="54418" y="59"/>
                  </a:lnTo>
                  <a:lnTo>
                    <a:pt x="53510" y="23"/>
                  </a:lnTo>
                  <a:lnTo>
                    <a:pt x="52602" y="3"/>
                  </a:lnTo>
                  <a:lnTo>
                    <a:pt x="51693" y="0"/>
                  </a:lnTo>
                  <a:lnTo>
                    <a:pt x="50784" y="11"/>
                  </a:lnTo>
                  <a:lnTo>
                    <a:pt x="49876" y="39"/>
                  </a:lnTo>
                  <a:lnTo>
                    <a:pt x="48968" y="83"/>
                  </a:lnTo>
                  <a:lnTo>
                    <a:pt x="48062" y="143"/>
                  </a:lnTo>
                  <a:lnTo>
                    <a:pt x="47156" y="218"/>
                  </a:lnTo>
                  <a:lnTo>
                    <a:pt x="46252" y="309"/>
                  </a:lnTo>
                  <a:lnTo>
                    <a:pt x="45350" y="416"/>
                  </a:lnTo>
                  <a:lnTo>
                    <a:pt x="44449" y="539"/>
                  </a:lnTo>
                  <a:lnTo>
                    <a:pt x="43551" y="678"/>
                  </a:lnTo>
                  <a:lnTo>
                    <a:pt x="42655" y="832"/>
                  </a:lnTo>
                  <a:lnTo>
                    <a:pt x="41763" y="1002"/>
                  </a:lnTo>
                  <a:lnTo>
                    <a:pt x="40873" y="1188"/>
                  </a:lnTo>
                  <a:lnTo>
                    <a:pt x="39987" y="1389"/>
                  </a:lnTo>
                  <a:lnTo>
                    <a:pt x="39104" y="1605"/>
                  </a:lnTo>
                  <a:lnTo>
                    <a:pt x="38226" y="1837"/>
                  </a:lnTo>
                  <a:lnTo>
                    <a:pt x="37351" y="2085"/>
                  </a:lnTo>
                  <a:lnTo>
                    <a:pt x="36481" y="2347"/>
                  </a:lnTo>
                  <a:lnTo>
                    <a:pt x="35616" y="2625"/>
                  </a:lnTo>
                  <a:lnTo>
                    <a:pt x="34756" y="2918"/>
                  </a:lnTo>
                  <a:lnTo>
                    <a:pt x="33901" y="3226"/>
                  </a:lnTo>
                  <a:lnTo>
                    <a:pt x="33052" y="3549"/>
                  </a:lnTo>
                  <a:lnTo>
                    <a:pt x="32208" y="3886"/>
                  </a:lnTo>
                  <a:lnTo>
                    <a:pt x="31370" y="4239"/>
                  </a:lnTo>
                  <a:lnTo>
                    <a:pt x="30539" y="4606"/>
                  </a:lnTo>
                  <a:lnTo>
                    <a:pt x="29714" y="4987"/>
                  </a:lnTo>
                  <a:lnTo>
                    <a:pt x="28896" y="5383"/>
                  </a:lnTo>
                  <a:lnTo>
                    <a:pt x="28085" y="5793"/>
                  </a:lnTo>
                  <a:lnTo>
                    <a:pt x="27281" y="6217"/>
                  </a:lnTo>
                  <a:lnTo>
                    <a:pt x="26485" y="6655"/>
                  </a:lnTo>
                  <a:lnTo>
                    <a:pt x="25697" y="7108"/>
                  </a:lnTo>
                  <a:lnTo>
                    <a:pt x="24917" y="7573"/>
                  </a:lnTo>
                  <a:lnTo>
                    <a:pt x="24145" y="8053"/>
                  </a:lnTo>
                  <a:lnTo>
                    <a:pt x="23381" y="8546"/>
                  </a:lnTo>
                  <a:lnTo>
                    <a:pt x="22626" y="9052"/>
                  </a:lnTo>
                  <a:lnTo>
                    <a:pt x="21881" y="9571"/>
                  </a:lnTo>
                  <a:lnTo>
                    <a:pt x="21144" y="10103"/>
                  </a:lnTo>
                  <a:lnTo>
                    <a:pt x="20417" y="10648"/>
                  </a:lnTo>
                  <a:lnTo>
                    <a:pt x="19699" y="11206"/>
                  </a:lnTo>
                  <a:lnTo>
                    <a:pt x="18992" y="11776"/>
                  </a:lnTo>
                  <a:lnTo>
                    <a:pt x="18294" y="12358"/>
                  </a:lnTo>
                  <a:lnTo>
                    <a:pt x="17607" y="12953"/>
                  </a:lnTo>
                  <a:lnTo>
                    <a:pt x="16930" y="13559"/>
                  </a:lnTo>
                  <a:lnTo>
                    <a:pt x="16264" y="14178"/>
                  </a:lnTo>
                  <a:lnTo>
                    <a:pt x="15609" y="14807"/>
                  </a:lnTo>
                  <a:lnTo>
                    <a:pt x="14965" y="15449"/>
                  </a:lnTo>
                  <a:lnTo>
                    <a:pt x="14333" y="16101"/>
                  </a:lnTo>
                  <a:lnTo>
                    <a:pt x="13711" y="16764"/>
                  </a:lnTo>
                  <a:lnTo>
                    <a:pt x="13102" y="17438"/>
                  </a:lnTo>
                  <a:lnTo>
                    <a:pt x="12504" y="18123"/>
                  </a:lnTo>
                  <a:lnTo>
                    <a:pt x="11919" y="18818"/>
                  </a:lnTo>
                  <a:lnTo>
                    <a:pt x="11346" y="19523"/>
                  </a:lnTo>
                  <a:lnTo>
                    <a:pt x="10785" y="20238"/>
                  </a:lnTo>
                  <a:lnTo>
                    <a:pt x="10237" y="20963"/>
                  </a:lnTo>
                  <a:lnTo>
                    <a:pt x="9701" y="21697"/>
                  </a:lnTo>
                  <a:lnTo>
                    <a:pt x="9179" y="22441"/>
                  </a:lnTo>
                  <a:lnTo>
                    <a:pt x="8669" y="23193"/>
                  </a:lnTo>
                  <a:lnTo>
                    <a:pt x="8173" y="23955"/>
                  </a:lnTo>
                  <a:lnTo>
                    <a:pt x="7690" y="24724"/>
                  </a:lnTo>
                  <a:lnTo>
                    <a:pt x="7221" y="25503"/>
                  </a:lnTo>
                  <a:lnTo>
                    <a:pt x="6766" y="26289"/>
                  </a:lnTo>
                  <a:lnTo>
                    <a:pt x="6324" y="27083"/>
                  </a:lnTo>
                  <a:lnTo>
                    <a:pt x="5896" y="27885"/>
                  </a:lnTo>
                  <a:lnTo>
                    <a:pt x="5483" y="28694"/>
                  </a:lnTo>
                  <a:lnTo>
                    <a:pt x="5083" y="29510"/>
                  </a:lnTo>
                  <a:lnTo>
                    <a:pt x="4698" y="30333"/>
                  </a:lnTo>
                  <a:lnTo>
                    <a:pt x="4328" y="31163"/>
                  </a:lnTo>
                  <a:lnTo>
                    <a:pt x="3972" y="31999"/>
                  </a:lnTo>
                  <a:lnTo>
                    <a:pt x="3630" y="32842"/>
                  </a:lnTo>
                  <a:lnTo>
                    <a:pt x="3304" y="33690"/>
                  </a:lnTo>
                  <a:lnTo>
                    <a:pt x="2992" y="34543"/>
                  </a:lnTo>
                  <a:lnTo>
                    <a:pt x="2696" y="35402"/>
                  </a:lnTo>
                  <a:lnTo>
                    <a:pt x="2414" y="36266"/>
                  </a:lnTo>
                  <a:lnTo>
                    <a:pt x="2148" y="37135"/>
                  </a:lnTo>
                  <a:lnTo>
                    <a:pt x="1896" y="38008"/>
                  </a:lnTo>
                  <a:lnTo>
                    <a:pt x="1661" y="38886"/>
                  </a:lnTo>
                  <a:lnTo>
                    <a:pt x="1440" y="39768"/>
                  </a:lnTo>
                  <a:lnTo>
                    <a:pt x="1235" y="40653"/>
                  </a:lnTo>
                  <a:lnTo>
                    <a:pt x="1046" y="41542"/>
                  </a:lnTo>
                  <a:lnTo>
                    <a:pt x="872" y="42434"/>
                  </a:lnTo>
                  <a:lnTo>
                    <a:pt x="714" y="43328"/>
                  </a:lnTo>
                  <a:lnTo>
                    <a:pt x="571" y="44226"/>
                  </a:lnTo>
                  <a:lnTo>
                    <a:pt x="444" y="45126"/>
                  </a:lnTo>
                  <a:lnTo>
                    <a:pt x="333" y="46028"/>
                  </a:lnTo>
                  <a:lnTo>
                    <a:pt x="238" y="46931"/>
                  </a:lnTo>
                  <a:lnTo>
                    <a:pt x="158" y="47837"/>
                  </a:lnTo>
                  <a:lnTo>
                    <a:pt x="95" y="48743"/>
                  </a:lnTo>
                  <a:lnTo>
                    <a:pt x="47" y="49651"/>
                  </a:lnTo>
                  <a:lnTo>
                    <a:pt x="15" y="50559"/>
                  </a:lnTo>
                  <a:lnTo>
                    <a:pt x="0" y="51467"/>
                  </a:lnTo>
                  <a:lnTo>
                    <a:pt x="0" y="52376"/>
                  </a:lnTo>
                  <a:lnTo>
                    <a:pt x="15" y="53285"/>
                  </a:lnTo>
                  <a:lnTo>
                    <a:pt x="47" y="54193"/>
                  </a:lnTo>
                  <a:lnTo>
                    <a:pt x="95" y="55100"/>
                  </a:lnTo>
                  <a:lnTo>
                    <a:pt x="158" y="56007"/>
                  </a:lnTo>
                  <a:lnTo>
                    <a:pt x="238" y="56912"/>
                  </a:lnTo>
                  <a:lnTo>
                    <a:pt x="333" y="57816"/>
                  </a:lnTo>
                  <a:lnTo>
                    <a:pt x="444" y="58718"/>
                  </a:lnTo>
                  <a:lnTo>
                    <a:pt x="571" y="59618"/>
                  </a:lnTo>
                  <a:lnTo>
                    <a:pt x="714" y="60515"/>
                  </a:lnTo>
                  <a:lnTo>
                    <a:pt x="872" y="61410"/>
                  </a:lnTo>
                  <a:lnTo>
                    <a:pt x="1046" y="62302"/>
                  </a:lnTo>
                  <a:lnTo>
                    <a:pt x="1235" y="63191"/>
                  </a:lnTo>
                  <a:lnTo>
                    <a:pt x="1440" y="64076"/>
                  </a:lnTo>
                  <a:lnTo>
                    <a:pt x="1661" y="64958"/>
                  </a:lnTo>
                  <a:lnTo>
                    <a:pt x="1896" y="65835"/>
                  </a:lnTo>
                  <a:lnTo>
                    <a:pt x="2148" y="66709"/>
                  </a:lnTo>
                  <a:lnTo>
                    <a:pt x="2414" y="67577"/>
                  </a:lnTo>
                  <a:lnTo>
                    <a:pt x="2696" y="68441"/>
                  </a:lnTo>
                  <a:lnTo>
                    <a:pt x="2992" y="69300"/>
                  </a:lnTo>
                  <a:lnTo>
                    <a:pt x="3304" y="70154"/>
                  </a:lnTo>
                  <a:lnTo>
                    <a:pt x="3630" y="71002"/>
                  </a:lnTo>
                  <a:lnTo>
                    <a:pt x="3972" y="71844"/>
                  </a:lnTo>
                  <a:lnTo>
                    <a:pt x="4328" y="72680"/>
                  </a:lnTo>
                  <a:lnTo>
                    <a:pt x="4698" y="73510"/>
                  </a:lnTo>
                  <a:lnTo>
                    <a:pt x="5083" y="74333"/>
                  </a:lnTo>
                  <a:lnTo>
                    <a:pt x="5483" y="75149"/>
                  </a:lnTo>
                  <a:lnTo>
                    <a:pt x="5896" y="75959"/>
                  </a:lnTo>
                  <a:lnTo>
                    <a:pt x="6324" y="76760"/>
                  </a:lnTo>
                  <a:lnTo>
                    <a:pt x="6766" y="77555"/>
                  </a:lnTo>
                  <a:lnTo>
                    <a:pt x="7221" y="78341"/>
                  </a:lnTo>
                  <a:lnTo>
                    <a:pt x="7690" y="79119"/>
                  </a:lnTo>
                  <a:lnTo>
                    <a:pt x="8173" y="79889"/>
                  </a:lnTo>
                  <a:lnTo>
                    <a:pt x="8669" y="80650"/>
                  </a:lnTo>
                  <a:lnTo>
                    <a:pt x="9179" y="81403"/>
                  </a:lnTo>
                  <a:lnTo>
                    <a:pt x="9701" y="82146"/>
                  </a:lnTo>
                  <a:lnTo>
                    <a:pt x="10237" y="82881"/>
                  </a:lnTo>
                  <a:lnTo>
                    <a:pt x="10785" y="83605"/>
                  </a:lnTo>
                  <a:lnTo>
                    <a:pt x="11346" y="84320"/>
                  </a:lnTo>
                  <a:lnTo>
                    <a:pt x="11919" y="85026"/>
                  </a:lnTo>
                  <a:lnTo>
                    <a:pt x="12504" y="85721"/>
                  </a:lnTo>
                  <a:lnTo>
                    <a:pt x="13102" y="86405"/>
                  </a:lnTo>
                  <a:lnTo>
                    <a:pt x="13711" y="87079"/>
                  </a:lnTo>
                  <a:lnTo>
                    <a:pt x="14333" y="87743"/>
                  </a:lnTo>
                  <a:lnTo>
                    <a:pt x="14965" y="88395"/>
                  </a:lnTo>
                  <a:lnTo>
                    <a:pt x="15609" y="89036"/>
                  </a:lnTo>
                  <a:lnTo>
                    <a:pt x="16264" y="89666"/>
                  </a:lnTo>
                  <a:lnTo>
                    <a:pt x="16930" y="90284"/>
                  </a:lnTo>
                  <a:lnTo>
                    <a:pt x="17607" y="90891"/>
                  </a:lnTo>
                  <a:lnTo>
                    <a:pt x="18294" y="91485"/>
                  </a:lnTo>
                  <a:lnTo>
                    <a:pt x="18992" y="92068"/>
                  </a:lnTo>
                  <a:lnTo>
                    <a:pt x="19699" y="92638"/>
                  </a:lnTo>
                  <a:lnTo>
                    <a:pt x="20417" y="93195"/>
                  </a:lnTo>
                  <a:lnTo>
                    <a:pt x="21144" y="93740"/>
                  </a:lnTo>
                  <a:lnTo>
                    <a:pt x="21881" y="94273"/>
                  </a:lnTo>
                  <a:lnTo>
                    <a:pt x="22626" y="94792"/>
                  </a:lnTo>
                  <a:lnTo>
                    <a:pt x="23381" y="95298"/>
                  </a:lnTo>
                  <a:lnTo>
                    <a:pt x="24145" y="95791"/>
                  </a:lnTo>
                  <a:lnTo>
                    <a:pt x="24917" y="96270"/>
                  </a:lnTo>
                  <a:lnTo>
                    <a:pt x="25697" y="96736"/>
                  </a:lnTo>
                  <a:lnTo>
                    <a:pt x="26485" y="97188"/>
                  </a:lnTo>
                  <a:lnTo>
                    <a:pt x="27281" y="97626"/>
                  </a:lnTo>
                  <a:lnTo>
                    <a:pt x="28085" y="98050"/>
                  </a:lnTo>
                  <a:lnTo>
                    <a:pt x="28896" y="98461"/>
                  </a:lnTo>
                  <a:lnTo>
                    <a:pt x="29714" y="98856"/>
                  </a:lnTo>
                  <a:lnTo>
                    <a:pt x="30539" y="99238"/>
                  </a:lnTo>
                  <a:lnTo>
                    <a:pt x="31370" y="99605"/>
                  </a:lnTo>
                  <a:lnTo>
                    <a:pt x="32208" y="99957"/>
                  </a:lnTo>
                  <a:lnTo>
                    <a:pt x="33052" y="100295"/>
                  </a:lnTo>
                  <a:lnTo>
                    <a:pt x="33901" y="100618"/>
                  </a:lnTo>
                  <a:lnTo>
                    <a:pt x="34756" y="100925"/>
                  </a:lnTo>
                  <a:lnTo>
                    <a:pt x="35616" y="101218"/>
                  </a:lnTo>
                  <a:lnTo>
                    <a:pt x="36481" y="101496"/>
                  </a:lnTo>
                  <a:lnTo>
                    <a:pt x="37351" y="101759"/>
                  </a:lnTo>
                  <a:lnTo>
                    <a:pt x="38226" y="102006"/>
                  </a:lnTo>
                  <a:lnTo>
                    <a:pt x="39104" y="102238"/>
                  </a:lnTo>
                  <a:lnTo>
                    <a:pt x="39987" y="102455"/>
                  </a:lnTo>
                  <a:lnTo>
                    <a:pt x="40873" y="102656"/>
                  </a:lnTo>
                  <a:lnTo>
                    <a:pt x="41763" y="102841"/>
                  </a:lnTo>
                  <a:lnTo>
                    <a:pt x="42655" y="103011"/>
                  </a:lnTo>
                  <a:lnTo>
                    <a:pt x="43551" y="103166"/>
                  </a:lnTo>
                  <a:lnTo>
                    <a:pt x="44449" y="103304"/>
                  </a:lnTo>
                  <a:lnTo>
                    <a:pt x="45350" y="103427"/>
                  </a:lnTo>
                  <a:lnTo>
                    <a:pt x="46252" y="103534"/>
                  </a:lnTo>
                  <a:lnTo>
                    <a:pt x="47156" y="103625"/>
                  </a:lnTo>
                  <a:lnTo>
                    <a:pt x="48062" y="103701"/>
                  </a:lnTo>
                  <a:lnTo>
                    <a:pt x="48968" y="103761"/>
                  </a:lnTo>
                  <a:lnTo>
                    <a:pt x="49876" y="103804"/>
                  </a:lnTo>
                  <a:lnTo>
                    <a:pt x="50784" y="103832"/>
                  </a:lnTo>
                  <a:lnTo>
                    <a:pt x="51693" y="103844"/>
                  </a:lnTo>
                  <a:lnTo>
                    <a:pt x="52602" y="103840"/>
                  </a:lnTo>
                  <a:lnTo>
                    <a:pt x="53510" y="103820"/>
                  </a:lnTo>
                  <a:lnTo>
                    <a:pt x="54418" y="103784"/>
                  </a:lnTo>
                  <a:lnTo>
                    <a:pt x="55326" y="103733"/>
                  </a:lnTo>
                  <a:lnTo>
                    <a:pt x="56232" y="103665"/>
                  </a:lnTo>
                  <a:lnTo>
                    <a:pt x="57137" y="103582"/>
                  </a:lnTo>
                  <a:lnTo>
                    <a:pt x="58040" y="103483"/>
                  </a:lnTo>
                  <a:lnTo>
                    <a:pt x="58941" y="103368"/>
                  </a:lnTo>
                  <a:lnTo>
                    <a:pt x="59841" y="103237"/>
                  </a:lnTo>
                  <a:lnTo>
                    <a:pt x="60738" y="103090"/>
                  </a:lnTo>
                  <a:lnTo>
                    <a:pt x="61632" y="102928"/>
                  </a:lnTo>
                  <a:lnTo>
                    <a:pt x="62523" y="102750"/>
                  </a:lnTo>
                  <a:lnTo>
                    <a:pt x="63411" y="102557"/>
                  </a:lnTo>
                  <a:lnTo>
                    <a:pt x="64295" y="102348"/>
                  </a:lnTo>
                  <a:lnTo>
                    <a:pt x="65176" y="102124"/>
                  </a:lnTo>
                  <a:lnTo>
                    <a:pt x="66052" y="101884"/>
                  </a:lnTo>
                  <a:lnTo>
                    <a:pt x="66925" y="101629"/>
                  </a:lnTo>
                  <a:lnTo>
                    <a:pt x="67792" y="101359"/>
                  </a:lnTo>
                  <a:lnTo>
                    <a:pt x="68655" y="101074"/>
                  </a:lnTo>
                  <a:lnTo>
                    <a:pt x="69513" y="100773"/>
                  </a:lnTo>
                  <a:lnTo>
                    <a:pt x="70365" y="100458"/>
                  </a:lnTo>
                  <a:lnTo>
                    <a:pt x="71212" y="100128"/>
                  </a:lnTo>
                  <a:lnTo>
                    <a:pt x="72052" y="99783"/>
                  </a:lnTo>
                  <a:lnTo>
                    <a:pt x="72887" y="99423"/>
                  </a:lnTo>
                  <a:lnTo>
                    <a:pt x="73715" y="99049"/>
                  </a:lnTo>
                  <a:lnTo>
                    <a:pt x="74536" y="98660"/>
                  </a:lnTo>
                  <a:lnTo>
                    <a:pt x="75351" y="98257"/>
                  </a:lnTo>
                  <a:lnTo>
                    <a:pt x="76158" y="97840"/>
                  </a:lnTo>
                  <a:lnTo>
                    <a:pt x="76958" y="97409"/>
                  </a:lnTo>
                  <a:lnTo>
                    <a:pt x="77750" y="96964"/>
                  </a:lnTo>
                  <a:lnTo>
                    <a:pt x="78535" y="96505"/>
                  </a:lnTo>
                  <a:lnTo>
                    <a:pt x="79311" y="96032"/>
                  </a:lnTo>
                  <a:lnTo>
                    <a:pt x="80079" y="95546"/>
                  </a:lnTo>
                  <a:lnTo>
                    <a:pt x="80838" y="95047"/>
                  </a:lnTo>
                  <a:lnTo>
                    <a:pt x="81588" y="94534"/>
                  </a:lnTo>
                  <a:lnTo>
                    <a:pt x="82329" y="94008"/>
                  </a:lnTo>
                  <a:lnTo>
                    <a:pt x="83061" y="93469"/>
                  </a:lnTo>
                  <a:lnTo>
                    <a:pt x="83784" y="92918"/>
                  </a:lnTo>
                  <a:lnTo>
                    <a:pt x="84496" y="92354"/>
                  </a:lnTo>
                  <a:lnTo>
                    <a:pt x="85199" y="91778"/>
                  </a:lnTo>
                  <a:lnTo>
                    <a:pt x="85891" y="91189"/>
                  </a:lnTo>
                  <a:lnTo>
                    <a:pt x="86573" y="90589"/>
                  </a:lnTo>
                  <a:lnTo>
                    <a:pt x="87245" y="89976"/>
                  </a:lnTo>
                  <a:lnTo>
                    <a:pt x="87905" y="89352"/>
                  </a:lnTo>
                  <a:lnTo>
                    <a:pt x="88555" y="88717"/>
                  </a:lnTo>
                  <a:lnTo>
                    <a:pt x="89193" y="88070"/>
                  </a:lnTo>
                  <a:lnTo>
                    <a:pt x="89820" y="87412"/>
                  </a:lnTo>
                  <a:lnTo>
                    <a:pt x="90435" y="86744"/>
                  </a:lnTo>
                  <a:lnTo>
                    <a:pt x="91039" y="86064"/>
                  </a:lnTo>
                  <a:lnTo>
                    <a:pt x="91630" y="85374"/>
                  </a:lnTo>
                  <a:lnTo>
                    <a:pt x="92210" y="84674"/>
                  </a:lnTo>
                  <a:lnTo>
                    <a:pt x="92777" y="83964"/>
                  </a:lnTo>
                  <a:lnTo>
                    <a:pt x="93331" y="83244"/>
                  </a:lnTo>
                  <a:lnTo>
                    <a:pt x="93873" y="82515"/>
                  </a:lnTo>
                  <a:lnTo>
                    <a:pt x="94402" y="81776"/>
                  </a:lnTo>
                  <a:lnTo>
                    <a:pt x="94918" y="81028"/>
                  </a:lnTo>
                  <a:lnTo>
                    <a:pt x="95421" y="80271"/>
                  </a:lnTo>
                  <a:lnTo>
                    <a:pt x="95910" y="79505"/>
                  </a:lnTo>
                  <a:lnTo>
                    <a:pt x="96386" y="78731"/>
                  </a:lnTo>
                  <a:lnTo>
                    <a:pt x="96849" y="77949"/>
                  </a:lnTo>
                  <a:lnTo>
                    <a:pt x="97297" y="77158"/>
                  </a:lnTo>
                  <a:lnTo>
                    <a:pt x="97732" y="76360"/>
                  </a:lnTo>
                  <a:lnTo>
                    <a:pt x="98153" y="75555"/>
                  </a:lnTo>
                  <a:lnTo>
                    <a:pt x="98559" y="74742"/>
                  </a:lnTo>
                  <a:lnTo>
                    <a:pt x="98952" y="73922"/>
                  </a:lnTo>
                  <a:lnTo>
                    <a:pt x="99329" y="73096"/>
                  </a:lnTo>
                  <a:lnTo>
                    <a:pt x="99693" y="72263"/>
                  </a:lnTo>
                  <a:lnTo>
                    <a:pt x="100041" y="71424"/>
                  </a:lnTo>
                  <a:lnTo>
                    <a:pt x="100375" y="70579"/>
                  </a:lnTo>
                  <a:lnTo>
                    <a:pt x="100694" y="69728"/>
                  </a:lnTo>
                  <a:lnTo>
                    <a:pt x="100999" y="68871"/>
                  </a:lnTo>
                  <a:lnTo>
                    <a:pt x="101288" y="68010"/>
                  </a:lnTo>
                  <a:lnTo>
                    <a:pt x="101562" y="67144"/>
                  </a:lnTo>
                  <a:lnTo>
                    <a:pt x="101820" y="66272"/>
                  </a:lnTo>
                  <a:lnTo>
                    <a:pt x="102064" y="65397"/>
                  </a:lnTo>
                  <a:lnTo>
                    <a:pt x="102292" y="64517"/>
                  </a:lnTo>
                  <a:lnTo>
                    <a:pt x="102505" y="63634"/>
                  </a:lnTo>
                  <a:lnTo>
                    <a:pt x="102702" y="62747"/>
                  </a:lnTo>
                  <a:lnTo>
                    <a:pt x="102884" y="61856"/>
                  </a:lnTo>
                  <a:lnTo>
                    <a:pt x="103050" y="60963"/>
                  </a:lnTo>
                  <a:lnTo>
                    <a:pt x="103200" y="60067"/>
                  </a:lnTo>
                  <a:lnTo>
                    <a:pt x="103335" y="59168"/>
                  </a:lnTo>
                  <a:lnTo>
                    <a:pt x="103454" y="58267"/>
                  </a:lnTo>
                  <a:lnTo>
                    <a:pt x="103557" y="57364"/>
                  </a:lnTo>
                  <a:lnTo>
                    <a:pt x="103644" y="56460"/>
                  </a:lnTo>
                  <a:lnTo>
                    <a:pt x="103716" y="55554"/>
                  </a:lnTo>
                  <a:lnTo>
                    <a:pt x="103771" y="54647"/>
                  </a:lnTo>
                  <a:lnTo>
                    <a:pt x="103811" y="53739"/>
                  </a:lnTo>
                  <a:lnTo>
                    <a:pt x="103835" y="52830"/>
                  </a:lnTo>
                  <a:lnTo>
                    <a:pt x="103843" y="519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366" name="pl366"/>
            <p:cNvSpPr/>
            <p:nvPr/>
          </p:nvSpPr>
          <p:spPr>
            <a:xfrm>
              <a:off x="3160833" y="4099794"/>
              <a:ext cx="571139" cy="571144"/>
            </a:xfrm>
            <a:custGeom>
              <a:avLst/>
              <a:pathLst>
                <a:path w="571139" h="571144">
                  <a:moveTo>
                    <a:pt x="571139" y="285572"/>
                  </a:moveTo>
                  <a:lnTo>
                    <a:pt x="571095" y="280574"/>
                  </a:lnTo>
                  <a:lnTo>
                    <a:pt x="570964" y="275578"/>
                  </a:lnTo>
                  <a:lnTo>
                    <a:pt x="570745" y="270584"/>
                  </a:lnTo>
                  <a:lnTo>
                    <a:pt x="570439" y="265596"/>
                  </a:lnTo>
                  <a:lnTo>
                    <a:pt x="570046" y="260613"/>
                  </a:lnTo>
                  <a:lnTo>
                    <a:pt x="569566" y="255638"/>
                  </a:lnTo>
                  <a:lnTo>
                    <a:pt x="568998" y="250673"/>
                  </a:lnTo>
                  <a:lnTo>
                    <a:pt x="568344" y="245718"/>
                  </a:lnTo>
                  <a:lnTo>
                    <a:pt x="567603" y="240775"/>
                  </a:lnTo>
                  <a:lnTo>
                    <a:pt x="566776" y="235846"/>
                  </a:lnTo>
                  <a:lnTo>
                    <a:pt x="565863" y="230932"/>
                  </a:lnTo>
                  <a:lnTo>
                    <a:pt x="564864" y="226035"/>
                  </a:lnTo>
                  <a:lnTo>
                    <a:pt x="563779" y="221156"/>
                  </a:lnTo>
                  <a:lnTo>
                    <a:pt x="562609" y="216296"/>
                  </a:lnTo>
                  <a:lnTo>
                    <a:pt x="561354" y="211459"/>
                  </a:lnTo>
                  <a:lnTo>
                    <a:pt x="560015" y="206643"/>
                  </a:lnTo>
                  <a:lnTo>
                    <a:pt x="558592" y="201852"/>
                  </a:lnTo>
                  <a:lnTo>
                    <a:pt x="557085" y="197087"/>
                  </a:lnTo>
                  <a:lnTo>
                    <a:pt x="555494" y="192348"/>
                  </a:lnTo>
                  <a:lnTo>
                    <a:pt x="553822" y="187639"/>
                  </a:lnTo>
                  <a:lnTo>
                    <a:pt x="552067" y="182959"/>
                  </a:lnTo>
                  <a:lnTo>
                    <a:pt x="550230" y="178310"/>
                  </a:lnTo>
                  <a:lnTo>
                    <a:pt x="548312" y="173695"/>
                  </a:lnTo>
                  <a:lnTo>
                    <a:pt x="546314" y="169114"/>
                  </a:lnTo>
                  <a:lnTo>
                    <a:pt x="544236" y="164568"/>
                  </a:lnTo>
                  <a:lnTo>
                    <a:pt x="542079" y="160060"/>
                  </a:lnTo>
                  <a:lnTo>
                    <a:pt x="539843" y="155590"/>
                  </a:lnTo>
                  <a:lnTo>
                    <a:pt x="537529" y="151159"/>
                  </a:lnTo>
                  <a:lnTo>
                    <a:pt x="535138" y="146770"/>
                  </a:lnTo>
                  <a:lnTo>
                    <a:pt x="532671" y="142424"/>
                  </a:lnTo>
                  <a:lnTo>
                    <a:pt x="530127" y="138121"/>
                  </a:lnTo>
                  <a:lnTo>
                    <a:pt x="527509" y="133864"/>
                  </a:lnTo>
                  <a:lnTo>
                    <a:pt x="524817" y="129653"/>
                  </a:lnTo>
                  <a:lnTo>
                    <a:pt x="522052" y="125489"/>
                  </a:lnTo>
                  <a:lnTo>
                    <a:pt x="519214" y="121375"/>
                  </a:lnTo>
                  <a:lnTo>
                    <a:pt x="516305" y="117311"/>
                  </a:lnTo>
                  <a:lnTo>
                    <a:pt x="513325" y="113299"/>
                  </a:lnTo>
                  <a:lnTo>
                    <a:pt x="510275" y="109339"/>
                  </a:lnTo>
                  <a:lnTo>
                    <a:pt x="507156" y="105433"/>
                  </a:lnTo>
                  <a:lnTo>
                    <a:pt x="503970" y="101583"/>
                  </a:lnTo>
                  <a:lnTo>
                    <a:pt x="500716" y="97789"/>
                  </a:lnTo>
                  <a:lnTo>
                    <a:pt x="497397" y="94052"/>
                  </a:lnTo>
                  <a:lnTo>
                    <a:pt x="494013" y="90374"/>
                  </a:lnTo>
                  <a:lnTo>
                    <a:pt x="490565" y="86756"/>
                  </a:lnTo>
                  <a:lnTo>
                    <a:pt x="487054" y="83199"/>
                  </a:lnTo>
                  <a:lnTo>
                    <a:pt x="483481" y="79703"/>
                  </a:lnTo>
                  <a:lnTo>
                    <a:pt x="479848" y="76271"/>
                  </a:lnTo>
                  <a:lnTo>
                    <a:pt x="476155" y="72903"/>
                  </a:lnTo>
                  <a:lnTo>
                    <a:pt x="472404" y="69600"/>
                  </a:lnTo>
                  <a:lnTo>
                    <a:pt x="468596" y="66363"/>
                  </a:lnTo>
                  <a:lnTo>
                    <a:pt x="464731" y="63193"/>
                  </a:lnTo>
                  <a:lnTo>
                    <a:pt x="460812" y="60092"/>
                  </a:lnTo>
                  <a:lnTo>
                    <a:pt x="456839" y="57059"/>
                  </a:lnTo>
                  <a:lnTo>
                    <a:pt x="452813" y="54097"/>
                  </a:lnTo>
                  <a:lnTo>
                    <a:pt x="448737" y="51205"/>
                  </a:lnTo>
                  <a:lnTo>
                    <a:pt x="444610" y="48386"/>
                  </a:lnTo>
                  <a:lnTo>
                    <a:pt x="440435" y="45638"/>
                  </a:lnTo>
                  <a:lnTo>
                    <a:pt x="436212" y="42965"/>
                  </a:lnTo>
                  <a:lnTo>
                    <a:pt x="431943" y="40365"/>
                  </a:lnTo>
                  <a:lnTo>
                    <a:pt x="427629" y="37841"/>
                  </a:lnTo>
                  <a:lnTo>
                    <a:pt x="423272" y="35393"/>
                  </a:lnTo>
                  <a:lnTo>
                    <a:pt x="418873" y="33021"/>
                  </a:lnTo>
                  <a:lnTo>
                    <a:pt x="414432" y="30727"/>
                  </a:lnTo>
                  <a:lnTo>
                    <a:pt x="409952" y="28510"/>
                  </a:lnTo>
                  <a:lnTo>
                    <a:pt x="405435" y="26373"/>
                  </a:lnTo>
                  <a:lnTo>
                    <a:pt x="400880" y="24315"/>
                  </a:lnTo>
                  <a:lnTo>
                    <a:pt x="396290" y="22337"/>
                  </a:lnTo>
                  <a:lnTo>
                    <a:pt x="391666" y="20439"/>
                  </a:lnTo>
                  <a:lnTo>
                    <a:pt x="387010" y="18623"/>
                  </a:lnTo>
                  <a:lnTo>
                    <a:pt x="382322" y="16888"/>
                  </a:lnTo>
                  <a:lnTo>
                    <a:pt x="377605" y="15236"/>
                  </a:lnTo>
                  <a:lnTo>
                    <a:pt x="372860" y="13667"/>
                  </a:lnTo>
                  <a:lnTo>
                    <a:pt x="368088" y="12180"/>
                  </a:lnTo>
                  <a:lnTo>
                    <a:pt x="363291" y="10778"/>
                  </a:lnTo>
                  <a:lnTo>
                    <a:pt x="358470" y="9460"/>
                  </a:lnTo>
                  <a:lnTo>
                    <a:pt x="353626" y="8226"/>
                  </a:lnTo>
                  <a:lnTo>
                    <a:pt x="348762" y="7078"/>
                  </a:lnTo>
                  <a:lnTo>
                    <a:pt x="343878" y="6014"/>
                  </a:lnTo>
                  <a:lnTo>
                    <a:pt x="338977" y="5036"/>
                  </a:lnTo>
                  <a:lnTo>
                    <a:pt x="334059" y="4145"/>
                  </a:lnTo>
                  <a:lnTo>
                    <a:pt x="329126" y="3339"/>
                  </a:lnTo>
                  <a:lnTo>
                    <a:pt x="324180" y="2620"/>
                  </a:lnTo>
                  <a:lnTo>
                    <a:pt x="319223" y="1987"/>
                  </a:lnTo>
                  <a:lnTo>
                    <a:pt x="314254" y="1442"/>
                  </a:lnTo>
                  <a:lnTo>
                    <a:pt x="309277" y="983"/>
                  </a:lnTo>
                  <a:lnTo>
                    <a:pt x="304293" y="612"/>
                  </a:lnTo>
                  <a:lnTo>
                    <a:pt x="299303" y="327"/>
                  </a:lnTo>
                  <a:lnTo>
                    <a:pt x="294309" y="131"/>
                  </a:lnTo>
                  <a:lnTo>
                    <a:pt x="289312" y="21"/>
                  </a:lnTo>
                  <a:lnTo>
                    <a:pt x="284314" y="0"/>
                  </a:lnTo>
                  <a:lnTo>
                    <a:pt x="279317" y="65"/>
                  </a:lnTo>
                  <a:lnTo>
                    <a:pt x="274321" y="218"/>
                  </a:lnTo>
                  <a:lnTo>
                    <a:pt x="269329" y="459"/>
                  </a:lnTo>
                  <a:lnTo>
                    <a:pt x="264341" y="786"/>
                  </a:lnTo>
                  <a:lnTo>
                    <a:pt x="259361" y="1201"/>
                  </a:lnTo>
                  <a:lnTo>
                    <a:pt x="254388" y="1704"/>
                  </a:lnTo>
                  <a:lnTo>
                    <a:pt x="249425" y="2293"/>
                  </a:lnTo>
                  <a:lnTo>
                    <a:pt x="244472" y="2969"/>
                  </a:lnTo>
                  <a:lnTo>
                    <a:pt x="239533" y="3731"/>
                  </a:lnTo>
                  <a:lnTo>
                    <a:pt x="234607" y="4580"/>
                  </a:lnTo>
                  <a:lnTo>
                    <a:pt x="229698" y="5515"/>
                  </a:lnTo>
                  <a:lnTo>
                    <a:pt x="224805" y="6535"/>
                  </a:lnTo>
                  <a:lnTo>
                    <a:pt x="219931" y="7641"/>
                  </a:lnTo>
                  <a:lnTo>
                    <a:pt x="215077" y="8832"/>
                  </a:lnTo>
                  <a:lnTo>
                    <a:pt x="210244" y="10108"/>
                  </a:lnTo>
                  <a:lnTo>
                    <a:pt x="205435" y="11469"/>
                  </a:lnTo>
                  <a:lnTo>
                    <a:pt x="200650" y="12913"/>
                  </a:lnTo>
                  <a:lnTo>
                    <a:pt x="195891" y="14441"/>
                  </a:lnTo>
                  <a:lnTo>
                    <a:pt x="191160" y="16052"/>
                  </a:lnTo>
                  <a:lnTo>
                    <a:pt x="186458" y="17745"/>
                  </a:lnTo>
                  <a:lnTo>
                    <a:pt x="181786" y="19521"/>
                  </a:lnTo>
                  <a:lnTo>
                    <a:pt x="177145" y="21378"/>
                  </a:lnTo>
                  <a:lnTo>
                    <a:pt x="172538" y="23316"/>
                  </a:lnTo>
                  <a:lnTo>
                    <a:pt x="167966" y="25334"/>
                  </a:lnTo>
                  <a:lnTo>
                    <a:pt x="163429" y="27432"/>
                  </a:lnTo>
                  <a:lnTo>
                    <a:pt x="158930" y="29609"/>
                  </a:lnTo>
                  <a:lnTo>
                    <a:pt x="154470" y="31864"/>
                  </a:lnTo>
                  <a:lnTo>
                    <a:pt x="150050" y="34197"/>
                  </a:lnTo>
                  <a:lnTo>
                    <a:pt x="145671" y="36607"/>
                  </a:lnTo>
                  <a:lnTo>
                    <a:pt x="141336" y="39094"/>
                  </a:lnTo>
                  <a:lnTo>
                    <a:pt x="137044" y="41656"/>
                  </a:lnTo>
                  <a:lnTo>
                    <a:pt x="132798" y="44292"/>
                  </a:lnTo>
                  <a:lnTo>
                    <a:pt x="128599" y="47003"/>
                  </a:lnTo>
                  <a:lnTo>
                    <a:pt x="124448" y="49786"/>
                  </a:lnTo>
                  <a:lnTo>
                    <a:pt x="120346" y="52642"/>
                  </a:lnTo>
                  <a:lnTo>
                    <a:pt x="116295" y="55569"/>
                  </a:lnTo>
                  <a:lnTo>
                    <a:pt x="112295" y="58567"/>
                  </a:lnTo>
                  <a:lnTo>
                    <a:pt x="108349" y="61634"/>
                  </a:lnTo>
                  <a:lnTo>
                    <a:pt x="104457" y="64770"/>
                  </a:lnTo>
                  <a:lnTo>
                    <a:pt x="100621" y="67973"/>
                  </a:lnTo>
                  <a:lnTo>
                    <a:pt x="96841" y="71243"/>
                  </a:lnTo>
                  <a:lnTo>
                    <a:pt x="93119" y="74579"/>
                  </a:lnTo>
                  <a:lnTo>
                    <a:pt x="89456" y="77979"/>
                  </a:lnTo>
                  <a:lnTo>
                    <a:pt x="85853" y="81443"/>
                  </a:lnTo>
                  <a:lnTo>
                    <a:pt x="82311" y="84969"/>
                  </a:lnTo>
                  <a:lnTo>
                    <a:pt x="78831" y="88557"/>
                  </a:lnTo>
                  <a:lnTo>
                    <a:pt x="75415" y="92206"/>
                  </a:lnTo>
                  <a:lnTo>
                    <a:pt x="72063" y="95913"/>
                  </a:lnTo>
                  <a:lnTo>
                    <a:pt x="68776" y="99678"/>
                  </a:lnTo>
                  <a:lnTo>
                    <a:pt x="65556" y="103501"/>
                  </a:lnTo>
                  <a:lnTo>
                    <a:pt x="62403" y="107379"/>
                  </a:lnTo>
                  <a:lnTo>
                    <a:pt x="59319" y="111312"/>
                  </a:lnTo>
                  <a:lnTo>
                    <a:pt x="56304" y="115298"/>
                  </a:lnTo>
                  <a:lnTo>
                    <a:pt x="53359" y="119337"/>
                  </a:lnTo>
                  <a:lnTo>
                    <a:pt x="50485" y="123426"/>
                  </a:lnTo>
                  <a:lnTo>
                    <a:pt x="47684" y="127565"/>
                  </a:lnTo>
                  <a:lnTo>
                    <a:pt x="44955" y="131752"/>
                  </a:lnTo>
                  <a:lnTo>
                    <a:pt x="42300" y="135987"/>
                  </a:lnTo>
                  <a:lnTo>
                    <a:pt x="39719" y="140267"/>
                  </a:lnTo>
                  <a:lnTo>
                    <a:pt x="37214" y="144592"/>
                  </a:lnTo>
                  <a:lnTo>
                    <a:pt x="34784" y="148960"/>
                  </a:lnTo>
                  <a:lnTo>
                    <a:pt x="32432" y="153369"/>
                  </a:lnTo>
                  <a:lnTo>
                    <a:pt x="30157" y="157820"/>
                  </a:lnTo>
                  <a:lnTo>
                    <a:pt x="27960" y="162309"/>
                  </a:lnTo>
                  <a:lnTo>
                    <a:pt x="25843" y="166836"/>
                  </a:lnTo>
                  <a:lnTo>
                    <a:pt x="23804" y="171400"/>
                  </a:lnTo>
                  <a:lnTo>
                    <a:pt x="21846" y="175999"/>
                  </a:lnTo>
                  <a:lnTo>
                    <a:pt x="19969" y="180631"/>
                  </a:lnTo>
                  <a:lnTo>
                    <a:pt x="18173" y="185295"/>
                  </a:lnTo>
                  <a:lnTo>
                    <a:pt x="16459" y="189990"/>
                  </a:lnTo>
                  <a:lnTo>
                    <a:pt x="14828" y="194714"/>
                  </a:lnTo>
                  <a:lnTo>
                    <a:pt x="13279" y="199466"/>
                  </a:lnTo>
                  <a:lnTo>
                    <a:pt x="11814" y="204245"/>
                  </a:lnTo>
                  <a:lnTo>
                    <a:pt x="10432" y="209048"/>
                  </a:lnTo>
                  <a:lnTo>
                    <a:pt x="9135" y="213875"/>
                  </a:lnTo>
                  <a:lnTo>
                    <a:pt x="7923" y="218724"/>
                  </a:lnTo>
                  <a:lnTo>
                    <a:pt x="6795" y="223593"/>
                  </a:lnTo>
                  <a:lnTo>
                    <a:pt x="5753" y="228481"/>
                  </a:lnTo>
                  <a:lnTo>
                    <a:pt x="4797" y="233387"/>
                  </a:lnTo>
                  <a:lnTo>
                    <a:pt x="3927" y="238308"/>
                  </a:lnTo>
                  <a:lnTo>
                    <a:pt x="3143" y="243245"/>
                  </a:lnTo>
                  <a:lnTo>
                    <a:pt x="2445" y="248194"/>
                  </a:lnTo>
                  <a:lnTo>
                    <a:pt x="1835" y="253154"/>
                  </a:lnTo>
                  <a:lnTo>
                    <a:pt x="1311" y="258125"/>
                  </a:lnTo>
                  <a:lnTo>
                    <a:pt x="874" y="263104"/>
                  </a:lnTo>
                  <a:lnTo>
                    <a:pt x="524" y="268089"/>
                  </a:lnTo>
                  <a:lnTo>
                    <a:pt x="262" y="273081"/>
                  </a:lnTo>
                  <a:lnTo>
                    <a:pt x="87" y="278076"/>
                  </a:lnTo>
                  <a:lnTo>
                    <a:pt x="0" y="283073"/>
                  </a:lnTo>
                  <a:lnTo>
                    <a:pt x="0" y="288071"/>
                  </a:lnTo>
                  <a:lnTo>
                    <a:pt x="87" y="293068"/>
                  </a:lnTo>
                  <a:lnTo>
                    <a:pt x="262" y="298063"/>
                  </a:lnTo>
                  <a:lnTo>
                    <a:pt x="524" y="303054"/>
                  </a:lnTo>
                  <a:lnTo>
                    <a:pt x="874" y="308040"/>
                  </a:lnTo>
                  <a:lnTo>
                    <a:pt x="1311" y="313019"/>
                  </a:lnTo>
                  <a:lnTo>
                    <a:pt x="1835" y="317990"/>
                  </a:lnTo>
                  <a:lnTo>
                    <a:pt x="2445" y="322950"/>
                  </a:lnTo>
                  <a:lnTo>
                    <a:pt x="3143" y="327899"/>
                  </a:lnTo>
                  <a:lnTo>
                    <a:pt x="3927" y="332836"/>
                  </a:lnTo>
                  <a:lnTo>
                    <a:pt x="4797" y="337757"/>
                  </a:lnTo>
                  <a:lnTo>
                    <a:pt x="5753" y="342663"/>
                  </a:lnTo>
                  <a:lnTo>
                    <a:pt x="6795" y="347551"/>
                  </a:lnTo>
                  <a:lnTo>
                    <a:pt x="7923" y="352420"/>
                  </a:lnTo>
                  <a:lnTo>
                    <a:pt x="9135" y="357269"/>
                  </a:lnTo>
                  <a:lnTo>
                    <a:pt x="10432" y="362096"/>
                  </a:lnTo>
                  <a:lnTo>
                    <a:pt x="11814" y="366899"/>
                  </a:lnTo>
                  <a:lnTo>
                    <a:pt x="13279" y="371678"/>
                  </a:lnTo>
                  <a:lnTo>
                    <a:pt x="14828" y="376430"/>
                  </a:lnTo>
                  <a:lnTo>
                    <a:pt x="16459" y="381154"/>
                  </a:lnTo>
                  <a:lnTo>
                    <a:pt x="18173" y="385849"/>
                  </a:lnTo>
                  <a:lnTo>
                    <a:pt x="19969" y="390513"/>
                  </a:lnTo>
                  <a:lnTo>
                    <a:pt x="21846" y="395145"/>
                  </a:lnTo>
                  <a:lnTo>
                    <a:pt x="23804" y="399744"/>
                  </a:lnTo>
                  <a:lnTo>
                    <a:pt x="25843" y="404307"/>
                  </a:lnTo>
                  <a:lnTo>
                    <a:pt x="27960" y="408835"/>
                  </a:lnTo>
                  <a:lnTo>
                    <a:pt x="30157" y="413324"/>
                  </a:lnTo>
                  <a:lnTo>
                    <a:pt x="32432" y="417774"/>
                  </a:lnTo>
                  <a:lnTo>
                    <a:pt x="34784" y="422184"/>
                  </a:lnTo>
                  <a:lnTo>
                    <a:pt x="37214" y="426552"/>
                  </a:lnTo>
                  <a:lnTo>
                    <a:pt x="39719" y="430877"/>
                  </a:lnTo>
                  <a:lnTo>
                    <a:pt x="42300" y="435157"/>
                  </a:lnTo>
                  <a:lnTo>
                    <a:pt x="44955" y="439392"/>
                  </a:lnTo>
                  <a:lnTo>
                    <a:pt x="47684" y="443579"/>
                  </a:lnTo>
                  <a:lnTo>
                    <a:pt x="50485" y="447718"/>
                  </a:lnTo>
                  <a:lnTo>
                    <a:pt x="53359" y="451807"/>
                  </a:lnTo>
                  <a:lnTo>
                    <a:pt x="56304" y="455846"/>
                  </a:lnTo>
                  <a:lnTo>
                    <a:pt x="59319" y="459832"/>
                  </a:lnTo>
                  <a:lnTo>
                    <a:pt x="62403" y="463765"/>
                  </a:lnTo>
                  <a:lnTo>
                    <a:pt x="65556" y="467643"/>
                  </a:lnTo>
                  <a:lnTo>
                    <a:pt x="68776" y="471465"/>
                  </a:lnTo>
                  <a:lnTo>
                    <a:pt x="72063" y="475231"/>
                  </a:lnTo>
                  <a:lnTo>
                    <a:pt x="75415" y="478938"/>
                  </a:lnTo>
                  <a:lnTo>
                    <a:pt x="78831" y="482587"/>
                  </a:lnTo>
                  <a:lnTo>
                    <a:pt x="82311" y="486174"/>
                  </a:lnTo>
                  <a:lnTo>
                    <a:pt x="85853" y="489701"/>
                  </a:lnTo>
                  <a:lnTo>
                    <a:pt x="89456" y="493165"/>
                  </a:lnTo>
                  <a:lnTo>
                    <a:pt x="93119" y="496565"/>
                  </a:lnTo>
                  <a:lnTo>
                    <a:pt x="96841" y="499901"/>
                  </a:lnTo>
                  <a:lnTo>
                    <a:pt x="100621" y="503171"/>
                  </a:lnTo>
                  <a:lnTo>
                    <a:pt x="104457" y="506374"/>
                  </a:lnTo>
                  <a:lnTo>
                    <a:pt x="108349" y="509510"/>
                  </a:lnTo>
                  <a:lnTo>
                    <a:pt x="112295" y="512577"/>
                  </a:lnTo>
                  <a:lnTo>
                    <a:pt x="116295" y="515575"/>
                  </a:lnTo>
                  <a:lnTo>
                    <a:pt x="120346" y="518502"/>
                  </a:lnTo>
                  <a:lnTo>
                    <a:pt x="124448" y="521357"/>
                  </a:lnTo>
                  <a:lnTo>
                    <a:pt x="128599" y="524141"/>
                  </a:lnTo>
                  <a:lnTo>
                    <a:pt x="132798" y="526852"/>
                  </a:lnTo>
                  <a:lnTo>
                    <a:pt x="137044" y="529488"/>
                  </a:lnTo>
                  <a:lnTo>
                    <a:pt x="141336" y="532050"/>
                  </a:lnTo>
                  <a:lnTo>
                    <a:pt x="145671" y="534536"/>
                  </a:lnTo>
                  <a:lnTo>
                    <a:pt x="150050" y="536947"/>
                  </a:lnTo>
                  <a:lnTo>
                    <a:pt x="154470" y="539280"/>
                  </a:lnTo>
                  <a:lnTo>
                    <a:pt x="158930" y="541535"/>
                  </a:lnTo>
                  <a:lnTo>
                    <a:pt x="163429" y="543712"/>
                  </a:lnTo>
                  <a:lnTo>
                    <a:pt x="167966" y="545810"/>
                  </a:lnTo>
                  <a:lnTo>
                    <a:pt x="172538" y="547828"/>
                  </a:lnTo>
                  <a:lnTo>
                    <a:pt x="177145" y="549766"/>
                  </a:lnTo>
                  <a:lnTo>
                    <a:pt x="181786" y="551623"/>
                  </a:lnTo>
                  <a:lnTo>
                    <a:pt x="186458" y="553399"/>
                  </a:lnTo>
                  <a:lnTo>
                    <a:pt x="191160" y="555092"/>
                  </a:lnTo>
                  <a:lnTo>
                    <a:pt x="195891" y="556703"/>
                  </a:lnTo>
                  <a:lnTo>
                    <a:pt x="200650" y="558231"/>
                  </a:lnTo>
                  <a:lnTo>
                    <a:pt x="205435" y="559675"/>
                  </a:lnTo>
                  <a:lnTo>
                    <a:pt x="210244" y="561035"/>
                  </a:lnTo>
                  <a:lnTo>
                    <a:pt x="215077" y="562311"/>
                  </a:lnTo>
                  <a:lnTo>
                    <a:pt x="219931" y="563503"/>
                  </a:lnTo>
                  <a:lnTo>
                    <a:pt x="224805" y="564609"/>
                  </a:lnTo>
                  <a:lnTo>
                    <a:pt x="229698" y="565629"/>
                  </a:lnTo>
                  <a:lnTo>
                    <a:pt x="234607" y="566564"/>
                  </a:lnTo>
                  <a:lnTo>
                    <a:pt x="239533" y="567413"/>
                  </a:lnTo>
                  <a:lnTo>
                    <a:pt x="244472" y="568175"/>
                  </a:lnTo>
                  <a:lnTo>
                    <a:pt x="249425" y="568851"/>
                  </a:lnTo>
                  <a:lnTo>
                    <a:pt x="254388" y="569440"/>
                  </a:lnTo>
                  <a:lnTo>
                    <a:pt x="259361" y="569942"/>
                  </a:lnTo>
                  <a:lnTo>
                    <a:pt x="264341" y="570357"/>
                  </a:lnTo>
                  <a:lnTo>
                    <a:pt x="269329" y="570685"/>
                  </a:lnTo>
                  <a:lnTo>
                    <a:pt x="274321" y="570926"/>
                  </a:lnTo>
                  <a:lnTo>
                    <a:pt x="279317" y="571079"/>
                  </a:lnTo>
                  <a:lnTo>
                    <a:pt x="284314" y="571144"/>
                  </a:lnTo>
                  <a:lnTo>
                    <a:pt x="289312" y="571123"/>
                  </a:lnTo>
                  <a:lnTo>
                    <a:pt x="294309" y="571013"/>
                  </a:lnTo>
                  <a:lnTo>
                    <a:pt x="299303" y="570816"/>
                  </a:lnTo>
                  <a:lnTo>
                    <a:pt x="304293" y="570532"/>
                  </a:lnTo>
                  <a:lnTo>
                    <a:pt x="309277" y="570161"/>
                  </a:lnTo>
                  <a:lnTo>
                    <a:pt x="314254" y="569702"/>
                  </a:lnTo>
                  <a:lnTo>
                    <a:pt x="319223" y="569157"/>
                  </a:lnTo>
                  <a:lnTo>
                    <a:pt x="324180" y="568524"/>
                  </a:lnTo>
                  <a:lnTo>
                    <a:pt x="329126" y="567805"/>
                  </a:lnTo>
                  <a:lnTo>
                    <a:pt x="334059" y="566999"/>
                  </a:lnTo>
                  <a:lnTo>
                    <a:pt x="338977" y="566108"/>
                  </a:lnTo>
                  <a:lnTo>
                    <a:pt x="343878" y="565130"/>
                  </a:lnTo>
                  <a:lnTo>
                    <a:pt x="348762" y="564066"/>
                  </a:lnTo>
                  <a:lnTo>
                    <a:pt x="353626" y="562918"/>
                  </a:lnTo>
                  <a:lnTo>
                    <a:pt x="358470" y="561684"/>
                  </a:lnTo>
                  <a:lnTo>
                    <a:pt x="363291" y="560366"/>
                  </a:lnTo>
                  <a:lnTo>
                    <a:pt x="368088" y="558963"/>
                  </a:lnTo>
                  <a:lnTo>
                    <a:pt x="372860" y="557477"/>
                  </a:lnTo>
                  <a:lnTo>
                    <a:pt x="377605" y="555908"/>
                  </a:lnTo>
                  <a:lnTo>
                    <a:pt x="382322" y="554256"/>
                  </a:lnTo>
                  <a:lnTo>
                    <a:pt x="387010" y="552521"/>
                  </a:lnTo>
                  <a:lnTo>
                    <a:pt x="391666" y="550705"/>
                  </a:lnTo>
                  <a:lnTo>
                    <a:pt x="396290" y="548807"/>
                  </a:lnTo>
                  <a:lnTo>
                    <a:pt x="400880" y="546829"/>
                  </a:lnTo>
                  <a:lnTo>
                    <a:pt x="405435" y="544771"/>
                  </a:lnTo>
                  <a:lnTo>
                    <a:pt x="409952" y="542633"/>
                  </a:lnTo>
                  <a:lnTo>
                    <a:pt x="414432" y="540417"/>
                  </a:lnTo>
                  <a:lnTo>
                    <a:pt x="418873" y="538123"/>
                  </a:lnTo>
                  <a:lnTo>
                    <a:pt x="423272" y="535751"/>
                  </a:lnTo>
                  <a:lnTo>
                    <a:pt x="427629" y="533303"/>
                  </a:lnTo>
                  <a:lnTo>
                    <a:pt x="431943" y="530779"/>
                  </a:lnTo>
                  <a:lnTo>
                    <a:pt x="436212" y="528179"/>
                  </a:lnTo>
                  <a:lnTo>
                    <a:pt x="440435" y="525506"/>
                  </a:lnTo>
                  <a:lnTo>
                    <a:pt x="444610" y="522758"/>
                  </a:lnTo>
                  <a:lnTo>
                    <a:pt x="448737" y="519939"/>
                  </a:lnTo>
                  <a:lnTo>
                    <a:pt x="452813" y="517047"/>
                  </a:lnTo>
                  <a:lnTo>
                    <a:pt x="456839" y="514084"/>
                  </a:lnTo>
                  <a:lnTo>
                    <a:pt x="460812" y="511052"/>
                  </a:lnTo>
                  <a:lnTo>
                    <a:pt x="464731" y="507950"/>
                  </a:lnTo>
                  <a:lnTo>
                    <a:pt x="468596" y="504781"/>
                  </a:lnTo>
                  <a:lnTo>
                    <a:pt x="472404" y="501544"/>
                  </a:lnTo>
                  <a:lnTo>
                    <a:pt x="476155" y="498241"/>
                  </a:lnTo>
                  <a:lnTo>
                    <a:pt x="479848" y="494873"/>
                  </a:lnTo>
                  <a:lnTo>
                    <a:pt x="483481" y="491441"/>
                  </a:lnTo>
                  <a:lnTo>
                    <a:pt x="487054" y="487945"/>
                  </a:lnTo>
                  <a:lnTo>
                    <a:pt x="490565" y="484388"/>
                  </a:lnTo>
                  <a:lnTo>
                    <a:pt x="494013" y="480770"/>
                  </a:lnTo>
                  <a:lnTo>
                    <a:pt x="497397" y="477092"/>
                  </a:lnTo>
                  <a:lnTo>
                    <a:pt x="500716" y="473355"/>
                  </a:lnTo>
                  <a:lnTo>
                    <a:pt x="503970" y="469561"/>
                  </a:lnTo>
                  <a:lnTo>
                    <a:pt x="507156" y="465711"/>
                  </a:lnTo>
                  <a:lnTo>
                    <a:pt x="510275" y="461805"/>
                  </a:lnTo>
                  <a:lnTo>
                    <a:pt x="513325" y="457845"/>
                  </a:lnTo>
                  <a:lnTo>
                    <a:pt x="516305" y="453833"/>
                  </a:lnTo>
                  <a:lnTo>
                    <a:pt x="519214" y="449769"/>
                  </a:lnTo>
                  <a:lnTo>
                    <a:pt x="522052" y="445655"/>
                  </a:lnTo>
                  <a:lnTo>
                    <a:pt x="524817" y="441491"/>
                  </a:lnTo>
                  <a:lnTo>
                    <a:pt x="527509" y="437280"/>
                  </a:lnTo>
                  <a:lnTo>
                    <a:pt x="530127" y="433023"/>
                  </a:lnTo>
                  <a:lnTo>
                    <a:pt x="532671" y="428720"/>
                  </a:lnTo>
                  <a:lnTo>
                    <a:pt x="535138" y="424374"/>
                  </a:lnTo>
                  <a:lnTo>
                    <a:pt x="537529" y="419984"/>
                  </a:lnTo>
                  <a:lnTo>
                    <a:pt x="539843" y="415554"/>
                  </a:lnTo>
                  <a:lnTo>
                    <a:pt x="542079" y="411084"/>
                  </a:lnTo>
                  <a:lnTo>
                    <a:pt x="544236" y="406576"/>
                  </a:lnTo>
                  <a:lnTo>
                    <a:pt x="546314" y="402030"/>
                  </a:lnTo>
                  <a:lnTo>
                    <a:pt x="548312" y="397449"/>
                  </a:lnTo>
                  <a:lnTo>
                    <a:pt x="550230" y="392833"/>
                  </a:lnTo>
                  <a:lnTo>
                    <a:pt x="552067" y="388185"/>
                  </a:lnTo>
                  <a:lnTo>
                    <a:pt x="553822" y="383505"/>
                  </a:lnTo>
                  <a:lnTo>
                    <a:pt x="555494" y="378795"/>
                  </a:lnTo>
                  <a:lnTo>
                    <a:pt x="557085" y="374057"/>
                  </a:lnTo>
                  <a:lnTo>
                    <a:pt x="558592" y="369292"/>
                  </a:lnTo>
                  <a:lnTo>
                    <a:pt x="560015" y="364501"/>
                  </a:lnTo>
                  <a:lnTo>
                    <a:pt x="561354" y="359685"/>
                  </a:lnTo>
                  <a:lnTo>
                    <a:pt x="562609" y="354847"/>
                  </a:lnTo>
                  <a:lnTo>
                    <a:pt x="563779" y="349988"/>
                  </a:lnTo>
                  <a:lnTo>
                    <a:pt x="564864" y="345109"/>
                  </a:lnTo>
                  <a:lnTo>
                    <a:pt x="565863" y="340212"/>
                  </a:lnTo>
                  <a:lnTo>
                    <a:pt x="566776" y="335298"/>
                  </a:lnTo>
                  <a:lnTo>
                    <a:pt x="567603" y="330369"/>
                  </a:lnTo>
                  <a:lnTo>
                    <a:pt x="568344" y="325426"/>
                  </a:lnTo>
                  <a:lnTo>
                    <a:pt x="568998" y="320471"/>
                  </a:lnTo>
                  <a:lnTo>
                    <a:pt x="569566" y="315506"/>
                  </a:lnTo>
                  <a:lnTo>
                    <a:pt x="570046" y="310531"/>
                  </a:lnTo>
                  <a:lnTo>
                    <a:pt x="570439" y="305548"/>
                  </a:lnTo>
                  <a:lnTo>
                    <a:pt x="570745" y="300559"/>
                  </a:lnTo>
                  <a:lnTo>
                    <a:pt x="570964" y="295566"/>
                  </a:lnTo>
                  <a:lnTo>
                    <a:pt x="571095" y="290570"/>
                  </a:lnTo>
                  <a:lnTo>
                    <a:pt x="571139" y="28557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2927189" y="3866144"/>
              <a:ext cx="1038435" cy="1038445"/>
            </a:xfrm>
            <a:custGeom>
              <a:avLst/>
              <a:pathLst>
                <a:path w="1038435" h="1038445">
                  <a:moveTo>
                    <a:pt x="1038435" y="519222"/>
                  </a:moveTo>
                  <a:lnTo>
                    <a:pt x="1038355" y="510135"/>
                  </a:lnTo>
                  <a:lnTo>
                    <a:pt x="1038117" y="501051"/>
                  </a:lnTo>
                  <a:lnTo>
                    <a:pt x="1037719" y="491972"/>
                  </a:lnTo>
                  <a:lnTo>
                    <a:pt x="1037163" y="482902"/>
                  </a:lnTo>
                  <a:lnTo>
                    <a:pt x="1036448" y="473843"/>
                  </a:lnTo>
                  <a:lnTo>
                    <a:pt x="1035575" y="464797"/>
                  </a:lnTo>
                  <a:lnTo>
                    <a:pt x="1034543" y="455769"/>
                  </a:lnTo>
                  <a:lnTo>
                    <a:pt x="1033354" y="446760"/>
                  </a:lnTo>
                  <a:lnTo>
                    <a:pt x="1032007" y="437773"/>
                  </a:lnTo>
                  <a:lnTo>
                    <a:pt x="1030503" y="428811"/>
                  </a:lnTo>
                  <a:lnTo>
                    <a:pt x="1028842" y="419876"/>
                  </a:lnTo>
                  <a:lnTo>
                    <a:pt x="1027025" y="410972"/>
                  </a:lnTo>
                  <a:lnTo>
                    <a:pt x="1025053" y="402102"/>
                  </a:lnTo>
                  <a:lnTo>
                    <a:pt x="1022926" y="393267"/>
                  </a:lnTo>
                  <a:lnTo>
                    <a:pt x="1020644" y="384470"/>
                  </a:lnTo>
                  <a:lnTo>
                    <a:pt x="1018209" y="375715"/>
                  </a:lnTo>
                  <a:lnTo>
                    <a:pt x="1015621" y="367004"/>
                  </a:lnTo>
                  <a:lnTo>
                    <a:pt x="1012881" y="358340"/>
                  </a:lnTo>
                  <a:lnTo>
                    <a:pt x="1009990" y="349725"/>
                  </a:lnTo>
                  <a:lnTo>
                    <a:pt x="1006949" y="341161"/>
                  </a:lnTo>
                  <a:lnTo>
                    <a:pt x="1003758" y="332653"/>
                  </a:lnTo>
                  <a:lnTo>
                    <a:pt x="1000418" y="324201"/>
                  </a:lnTo>
                  <a:lnTo>
                    <a:pt x="996932" y="315809"/>
                  </a:lnTo>
                  <a:lnTo>
                    <a:pt x="993298" y="307480"/>
                  </a:lnTo>
                  <a:lnTo>
                    <a:pt x="989520" y="299215"/>
                  </a:lnTo>
                  <a:lnTo>
                    <a:pt x="985598" y="291018"/>
                  </a:lnTo>
                  <a:lnTo>
                    <a:pt x="981533" y="282891"/>
                  </a:lnTo>
                  <a:lnTo>
                    <a:pt x="977326" y="274836"/>
                  </a:lnTo>
                  <a:lnTo>
                    <a:pt x="972979" y="266856"/>
                  </a:lnTo>
                  <a:lnTo>
                    <a:pt x="968492" y="258953"/>
                  </a:lnTo>
                  <a:lnTo>
                    <a:pt x="963869" y="251130"/>
                  </a:lnTo>
                  <a:lnTo>
                    <a:pt x="959109" y="243389"/>
                  </a:lnTo>
                  <a:lnTo>
                    <a:pt x="954214" y="235732"/>
                  </a:lnTo>
                  <a:lnTo>
                    <a:pt x="949186" y="228163"/>
                  </a:lnTo>
                  <a:lnTo>
                    <a:pt x="944026" y="220682"/>
                  </a:lnTo>
                  <a:lnTo>
                    <a:pt x="938736" y="213293"/>
                  </a:lnTo>
                  <a:lnTo>
                    <a:pt x="933318" y="205998"/>
                  </a:lnTo>
                  <a:lnTo>
                    <a:pt x="927773" y="198798"/>
                  </a:lnTo>
                  <a:lnTo>
                    <a:pt x="922103" y="191697"/>
                  </a:lnTo>
                  <a:lnTo>
                    <a:pt x="916309" y="184696"/>
                  </a:lnTo>
                  <a:lnTo>
                    <a:pt x="910393" y="177798"/>
                  </a:lnTo>
                  <a:lnTo>
                    <a:pt x="904358" y="171004"/>
                  </a:lnTo>
                  <a:lnTo>
                    <a:pt x="898205" y="164317"/>
                  </a:lnTo>
                  <a:lnTo>
                    <a:pt x="891936" y="157738"/>
                  </a:lnTo>
                  <a:lnTo>
                    <a:pt x="885552" y="151270"/>
                  </a:lnTo>
                  <a:lnTo>
                    <a:pt x="879057" y="144915"/>
                  </a:lnTo>
                  <a:lnTo>
                    <a:pt x="872451" y="138675"/>
                  </a:lnTo>
                  <a:lnTo>
                    <a:pt x="865737" y="132551"/>
                  </a:lnTo>
                  <a:lnTo>
                    <a:pt x="858917" y="126546"/>
                  </a:lnTo>
                  <a:lnTo>
                    <a:pt x="851992" y="120661"/>
                  </a:lnTo>
                  <a:lnTo>
                    <a:pt x="844966" y="114898"/>
                  </a:lnTo>
                  <a:lnTo>
                    <a:pt x="837840" y="109258"/>
                  </a:lnTo>
                  <a:lnTo>
                    <a:pt x="830617" y="103745"/>
                  </a:lnTo>
                  <a:lnTo>
                    <a:pt x="823298" y="98358"/>
                  </a:lnTo>
                  <a:lnTo>
                    <a:pt x="815886" y="93101"/>
                  </a:lnTo>
                  <a:lnTo>
                    <a:pt x="808383" y="87974"/>
                  </a:lnTo>
                  <a:lnTo>
                    <a:pt x="800791" y="82979"/>
                  </a:lnTo>
                  <a:lnTo>
                    <a:pt x="793113" y="78118"/>
                  </a:lnTo>
                  <a:lnTo>
                    <a:pt x="785351" y="73392"/>
                  </a:lnTo>
                  <a:lnTo>
                    <a:pt x="777508" y="68802"/>
                  </a:lnTo>
                  <a:lnTo>
                    <a:pt x="769586" y="64351"/>
                  </a:lnTo>
                  <a:lnTo>
                    <a:pt x="761587" y="60039"/>
                  </a:lnTo>
                  <a:lnTo>
                    <a:pt x="753514" y="55867"/>
                  </a:lnTo>
                  <a:lnTo>
                    <a:pt x="745368" y="51838"/>
                  </a:lnTo>
                  <a:lnTo>
                    <a:pt x="737154" y="47951"/>
                  </a:lnTo>
                  <a:lnTo>
                    <a:pt x="728873" y="44209"/>
                  </a:lnTo>
                  <a:lnTo>
                    <a:pt x="720528" y="40612"/>
                  </a:lnTo>
                  <a:lnTo>
                    <a:pt x="712121" y="37162"/>
                  </a:lnTo>
                  <a:lnTo>
                    <a:pt x="703655" y="33860"/>
                  </a:lnTo>
                  <a:lnTo>
                    <a:pt x="695132" y="30706"/>
                  </a:lnTo>
                  <a:lnTo>
                    <a:pt x="686556" y="27702"/>
                  </a:lnTo>
                  <a:lnTo>
                    <a:pt x="677928" y="24849"/>
                  </a:lnTo>
                  <a:lnTo>
                    <a:pt x="669251" y="22147"/>
                  </a:lnTo>
                  <a:lnTo>
                    <a:pt x="660529" y="19597"/>
                  </a:lnTo>
                  <a:lnTo>
                    <a:pt x="651764" y="17200"/>
                  </a:lnTo>
                  <a:lnTo>
                    <a:pt x="642957" y="14957"/>
                  </a:lnTo>
                  <a:lnTo>
                    <a:pt x="634113" y="12869"/>
                  </a:lnTo>
                  <a:lnTo>
                    <a:pt x="625234" y="10935"/>
                  </a:lnTo>
                  <a:lnTo>
                    <a:pt x="616322" y="9157"/>
                  </a:lnTo>
                  <a:lnTo>
                    <a:pt x="607381" y="7536"/>
                  </a:lnTo>
                  <a:lnTo>
                    <a:pt x="598412" y="6071"/>
                  </a:lnTo>
                  <a:lnTo>
                    <a:pt x="589419" y="4764"/>
                  </a:lnTo>
                  <a:lnTo>
                    <a:pt x="580405" y="3614"/>
                  </a:lnTo>
                  <a:lnTo>
                    <a:pt x="571372" y="2622"/>
                  </a:lnTo>
                  <a:lnTo>
                    <a:pt x="562323" y="1788"/>
                  </a:lnTo>
                  <a:lnTo>
                    <a:pt x="553261" y="1112"/>
                  </a:lnTo>
                  <a:lnTo>
                    <a:pt x="544188" y="596"/>
                  </a:lnTo>
                  <a:lnTo>
                    <a:pt x="535108" y="238"/>
                  </a:lnTo>
                  <a:lnTo>
                    <a:pt x="526023" y="39"/>
                  </a:lnTo>
                  <a:lnTo>
                    <a:pt x="516935" y="0"/>
                  </a:lnTo>
                  <a:lnTo>
                    <a:pt x="507849" y="119"/>
                  </a:lnTo>
                  <a:lnTo>
                    <a:pt x="498766" y="397"/>
                  </a:lnTo>
                  <a:lnTo>
                    <a:pt x="489689" y="834"/>
                  </a:lnTo>
                  <a:lnTo>
                    <a:pt x="480621" y="1430"/>
                  </a:lnTo>
                  <a:lnTo>
                    <a:pt x="471565" y="2185"/>
                  </a:lnTo>
                  <a:lnTo>
                    <a:pt x="462524" y="3098"/>
                  </a:lnTo>
                  <a:lnTo>
                    <a:pt x="453500" y="4169"/>
                  </a:lnTo>
                  <a:lnTo>
                    <a:pt x="444496" y="5398"/>
                  </a:lnTo>
                  <a:lnTo>
                    <a:pt x="435515" y="6784"/>
                  </a:lnTo>
                  <a:lnTo>
                    <a:pt x="426559" y="8327"/>
                  </a:lnTo>
                  <a:lnTo>
                    <a:pt x="417632" y="10027"/>
                  </a:lnTo>
                  <a:lnTo>
                    <a:pt x="408737" y="11882"/>
                  </a:lnTo>
                  <a:lnTo>
                    <a:pt x="399874" y="13894"/>
                  </a:lnTo>
                  <a:lnTo>
                    <a:pt x="391049" y="16059"/>
                  </a:lnTo>
                  <a:lnTo>
                    <a:pt x="382263" y="18379"/>
                  </a:lnTo>
                  <a:lnTo>
                    <a:pt x="373518" y="20853"/>
                  </a:lnTo>
                  <a:lnTo>
                    <a:pt x="364819" y="23479"/>
                  </a:lnTo>
                  <a:lnTo>
                    <a:pt x="356166" y="26257"/>
                  </a:lnTo>
                  <a:lnTo>
                    <a:pt x="347564" y="29185"/>
                  </a:lnTo>
                  <a:lnTo>
                    <a:pt x="339014" y="32264"/>
                  </a:lnTo>
                  <a:lnTo>
                    <a:pt x="330520" y="35493"/>
                  </a:lnTo>
                  <a:lnTo>
                    <a:pt x="322083" y="38869"/>
                  </a:lnTo>
                  <a:lnTo>
                    <a:pt x="313706" y="42392"/>
                  </a:lnTo>
                  <a:lnTo>
                    <a:pt x="305393" y="46062"/>
                  </a:lnTo>
                  <a:lnTo>
                    <a:pt x="297145" y="49876"/>
                  </a:lnTo>
                  <a:lnTo>
                    <a:pt x="288965" y="53834"/>
                  </a:lnTo>
                  <a:lnTo>
                    <a:pt x="280855" y="57935"/>
                  </a:lnTo>
                  <a:lnTo>
                    <a:pt x="272819" y="62177"/>
                  </a:lnTo>
                  <a:lnTo>
                    <a:pt x="264858" y="66559"/>
                  </a:lnTo>
                  <a:lnTo>
                    <a:pt x="256975" y="71080"/>
                  </a:lnTo>
                  <a:lnTo>
                    <a:pt x="249172" y="75738"/>
                  </a:lnTo>
                  <a:lnTo>
                    <a:pt x="241452" y="80532"/>
                  </a:lnTo>
                  <a:lnTo>
                    <a:pt x="233817" y="85460"/>
                  </a:lnTo>
                  <a:lnTo>
                    <a:pt x="226269" y="90521"/>
                  </a:lnTo>
                  <a:lnTo>
                    <a:pt x="218811" y="95713"/>
                  </a:lnTo>
                  <a:lnTo>
                    <a:pt x="211445" y="101036"/>
                  </a:lnTo>
                  <a:lnTo>
                    <a:pt x="204174" y="106486"/>
                  </a:lnTo>
                  <a:lnTo>
                    <a:pt x="196999" y="112062"/>
                  </a:lnTo>
                  <a:lnTo>
                    <a:pt x="189922" y="117764"/>
                  </a:lnTo>
                  <a:lnTo>
                    <a:pt x="182947" y="123588"/>
                  </a:lnTo>
                  <a:lnTo>
                    <a:pt x="176074" y="129533"/>
                  </a:lnTo>
                  <a:lnTo>
                    <a:pt x="169307" y="135598"/>
                  </a:lnTo>
                  <a:lnTo>
                    <a:pt x="162647" y="141781"/>
                  </a:lnTo>
                  <a:lnTo>
                    <a:pt x="156096" y="148079"/>
                  </a:lnTo>
                  <a:lnTo>
                    <a:pt x="149656" y="154490"/>
                  </a:lnTo>
                  <a:lnTo>
                    <a:pt x="143330" y="161014"/>
                  </a:lnTo>
                  <a:lnTo>
                    <a:pt x="137118" y="167647"/>
                  </a:lnTo>
                  <a:lnTo>
                    <a:pt x="131024" y="174388"/>
                  </a:lnTo>
                  <a:lnTo>
                    <a:pt x="125048" y="181234"/>
                  </a:lnTo>
                  <a:lnTo>
                    <a:pt x="119193" y="188184"/>
                  </a:lnTo>
                  <a:lnTo>
                    <a:pt x="113461" y="195235"/>
                  </a:lnTo>
                  <a:lnTo>
                    <a:pt x="107853" y="202386"/>
                  </a:lnTo>
                  <a:lnTo>
                    <a:pt x="102371" y="209634"/>
                  </a:lnTo>
                  <a:lnTo>
                    <a:pt x="97017" y="216976"/>
                  </a:lnTo>
                  <a:lnTo>
                    <a:pt x="91792" y="224411"/>
                  </a:lnTo>
                  <a:lnTo>
                    <a:pt x="86698" y="231936"/>
                  </a:lnTo>
                  <a:lnTo>
                    <a:pt x="81736" y="239550"/>
                  </a:lnTo>
                  <a:lnTo>
                    <a:pt x="76909" y="247249"/>
                  </a:lnTo>
                  <a:lnTo>
                    <a:pt x="72217" y="255031"/>
                  </a:lnTo>
                  <a:lnTo>
                    <a:pt x="67662" y="262894"/>
                  </a:lnTo>
                  <a:lnTo>
                    <a:pt x="63245" y="270836"/>
                  </a:lnTo>
                  <a:lnTo>
                    <a:pt x="58968" y="278854"/>
                  </a:lnTo>
                  <a:lnTo>
                    <a:pt x="54831" y="286945"/>
                  </a:lnTo>
                  <a:lnTo>
                    <a:pt x="50838" y="295108"/>
                  </a:lnTo>
                  <a:lnTo>
                    <a:pt x="46987" y="303339"/>
                  </a:lnTo>
                  <a:lnTo>
                    <a:pt x="43281" y="311637"/>
                  </a:lnTo>
                  <a:lnTo>
                    <a:pt x="39721" y="319998"/>
                  </a:lnTo>
                  <a:lnTo>
                    <a:pt x="36308" y="328420"/>
                  </a:lnTo>
                  <a:lnTo>
                    <a:pt x="33043" y="336900"/>
                  </a:lnTo>
                  <a:lnTo>
                    <a:pt x="29926" y="345436"/>
                  </a:lnTo>
                  <a:lnTo>
                    <a:pt x="26960" y="354026"/>
                  </a:lnTo>
                  <a:lnTo>
                    <a:pt x="24144" y="362666"/>
                  </a:lnTo>
                  <a:lnTo>
                    <a:pt x="21480" y="371354"/>
                  </a:lnTo>
                  <a:lnTo>
                    <a:pt x="18968" y="380088"/>
                  </a:lnTo>
                  <a:lnTo>
                    <a:pt x="16610" y="388864"/>
                  </a:lnTo>
                  <a:lnTo>
                    <a:pt x="14406" y="397680"/>
                  </a:lnTo>
                  <a:lnTo>
                    <a:pt x="12356" y="406533"/>
                  </a:lnTo>
                  <a:lnTo>
                    <a:pt x="10461" y="415420"/>
                  </a:lnTo>
                  <a:lnTo>
                    <a:pt x="8723" y="424340"/>
                  </a:lnTo>
                  <a:lnTo>
                    <a:pt x="7140" y="433288"/>
                  </a:lnTo>
                  <a:lnTo>
                    <a:pt x="5715" y="442263"/>
                  </a:lnTo>
                  <a:lnTo>
                    <a:pt x="4446" y="451262"/>
                  </a:lnTo>
                  <a:lnTo>
                    <a:pt x="3336" y="460281"/>
                  </a:lnTo>
                  <a:lnTo>
                    <a:pt x="2383" y="469318"/>
                  </a:lnTo>
                  <a:lnTo>
                    <a:pt x="1589" y="478371"/>
                  </a:lnTo>
                  <a:lnTo>
                    <a:pt x="953" y="487436"/>
                  </a:lnTo>
                  <a:lnTo>
                    <a:pt x="477" y="496511"/>
                  </a:lnTo>
                  <a:lnTo>
                    <a:pt x="159" y="505592"/>
                  </a:lnTo>
                  <a:lnTo>
                    <a:pt x="0" y="514678"/>
                  </a:lnTo>
                  <a:lnTo>
                    <a:pt x="0" y="523766"/>
                  </a:lnTo>
                  <a:lnTo>
                    <a:pt x="159" y="532852"/>
                  </a:lnTo>
                  <a:lnTo>
                    <a:pt x="477" y="541934"/>
                  </a:lnTo>
                  <a:lnTo>
                    <a:pt x="953" y="551008"/>
                  </a:lnTo>
                  <a:lnTo>
                    <a:pt x="1589" y="560073"/>
                  </a:lnTo>
                  <a:lnTo>
                    <a:pt x="2383" y="569126"/>
                  </a:lnTo>
                  <a:lnTo>
                    <a:pt x="3336" y="578163"/>
                  </a:lnTo>
                  <a:lnTo>
                    <a:pt x="4446" y="587183"/>
                  </a:lnTo>
                  <a:lnTo>
                    <a:pt x="5715" y="596181"/>
                  </a:lnTo>
                  <a:lnTo>
                    <a:pt x="7140" y="605156"/>
                  </a:lnTo>
                  <a:lnTo>
                    <a:pt x="8723" y="614104"/>
                  </a:lnTo>
                  <a:lnTo>
                    <a:pt x="10461" y="623024"/>
                  </a:lnTo>
                  <a:lnTo>
                    <a:pt x="12356" y="631912"/>
                  </a:lnTo>
                  <a:lnTo>
                    <a:pt x="14406" y="640765"/>
                  </a:lnTo>
                  <a:lnTo>
                    <a:pt x="16610" y="649581"/>
                  </a:lnTo>
                  <a:lnTo>
                    <a:pt x="18968" y="658357"/>
                  </a:lnTo>
                  <a:lnTo>
                    <a:pt x="21480" y="667090"/>
                  </a:lnTo>
                  <a:lnTo>
                    <a:pt x="24144" y="675778"/>
                  </a:lnTo>
                  <a:lnTo>
                    <a:pt x="26960" y="684418"/>
                  </a:lnTo>
                  <a:lnTo>
                    <a:pt x="29926" y="693008"/>
                  </a:lnTo>
                  <a:lnTo>
                    <a:pt x="33043" y="701544"/>
                  </a:lnTo>
                  <a:lnTo>
                    <a:pt x="36308" y="710025"/>
                  </a:lnTo>
                  <a:lnTo>
                    <a:pt x="39721" y="718447"/>
                  </a:lnTo>
                  <a:lnTo>
                    <a:pt x="43281" y="726808"/>
                  </a:lnTo>
                  <a:lnTo>
                    <a:pt x="46987" y="735105"/>
                  </a:lnTo>
                  <a:lnTo>
                    <a:pt x="50838" y="743336"/>
                  </a:lnTo>
                  <a:lnTo>
                    <a:pt x="54831" y="751499"/>
                  </a:lnTo>
                  <a:lnTo>
                    <a:pt x="58968" y="759590"/>
                  </a:lnTo>
                  <a:lnTo>
                    <a:pt x="63245" y="767608"/>
                  </a:lnTo>
                  <a:lnTo>
                    <a:pt x="67662" y="775550"/>
                  </a:lnTo>
                  <a:lnTo>
                    <a:pt x="72217" y="783413"/>
                  </a:lnTo>
                  <a:lnTo>
                    <a:pt x="76909" y="791195"/>
                  </a:lnTo>
                  <a:lnTo>
                    <a:pt x="81736" y="798894"/>
                  </a:lnTo>
                  <a:lnTo>
                    <a:pt x="86698" y="806508"/>
                  </a:lnTo>
                  <a:lnTo>
                    <a:pt x="91792" y="814033"/>
                  </a:lnTo>
                  <a:lnTo>
                    <a:pt x="97017" y="821468"/>
                  </a:lnTo>
                  <a:lnTo>
                    <a:pt x="102371" y="828811"/>
                  </a:lnTo>
                  <a:lnTo>
                    <a:pt x="107853" y="836058"/>
                  </a:lnTo>
                  <a:lnTo>
                    <a:pt x="113461" y="843209"/>
                  </a:lnTo>
                  <a:lnTo>
                    <a:pt x="119193" y="850260"/>
                  </a:lnTo>
                  <a:lnTo>
                    <a:pt x="125048" y="857210"/>
                  </a:lnTo>
                  <a:lnTo>
                    <a:pt x="131024" y="864057"/>
                  </a:lnTo>
                  <a:lnTo>
                    <a:pt x="137118" y="870797"/>
                  </a:lnTo>
                  <a:lnTo>
                    <a:pt x="143330" y="877431"/>
                  </a:lnTo>
                  <a:lnTo>
                    <a:pt x="149656" y="883954"/>
                  </a:lnTo>
                  <a:lnTo>
                    <a:pt x="156096" y="890366"/>
                  </a:lnTo>
                  <a:lnTo>
                    <a:pt x="162647" y="896664"/>
                  </a:lnTo>
                  <a:lnTo>
                    <a:pt x="169307" y="902846"/>
                  </a:lnTo>
                  <a:lnTo>
                    <a:pt x="176074" y="908911"/>
                  </a:lnTo>
                  <a:lnTo>
                    <a:pt x="182947" y="914856"/>
                  </a:lnTo>
                  <a:lnTo>
                    <a:pt x="189922" y="920681"/>
                  </a:lnTo>
                  <a:lnTo>
                    <a:pt x="196999" y="926382"/>
                  </a:lnTo>
                  <a:lnTo>
                    <a:pt x="204174" y="931958"/>
                  </a:lnTo>
                  <a:lnTo>
                    <a:pt x="211445" y="937409"/>
                  </a:lnTo>
                  <a:lnTo>
                    <a:pt x="218811" y="942731"/>
                  </a:lnTo>
                  <a:lnTo>
                    <a:pt x="226269" y="947923"/>
                  </a:lnTo>
                  <a:lnTo>
                    <a:pt x="233817" y="952984"/>
                  </a:lnTo>
                  <a:lnTo>
                    <a:pt x="241452" y="957912"/>
                  </a:lnTo>
                  <a:lnTo>
                    <a:pt x="249172" y="962706"/>
                  </a:lnTo>
                  <a:lnTo>
                    <a:pt x="256975" y="967364"/>
                  </a:lnTo>
                  <a:lnTo>
                    <a:pt x="264858" y="971885"/>
                  </a:lnTo>
                  <a:lnTo>
                    <a:pt x="272819" y="976267"/>
                  </a:lnTo>
                  <a:lnTo>
                    <a:pt x="280855" y="980509"/>
                  </a:lnTo>
                  <a:lnTo>
                    <a:pt x="288965" y="984610"/>
                  </a:lnTo>
                  <a:lnTo>
                    <a:pt x="297145" y="988568"/>
                  </a:lnTo>
                  <a:lnTo>
                    <a:pt x="305393" y="992382"/>
                  </a:lnTo>
                  <a:lnTo>
                    <a:pt x="313706" y="996052"/>
                  </a:lnTo>
                  <a:lnTo>
                    <a:pt x="322083" y="999575"/>
                  </a:lnTo>
                  <a:lnTo>
                    <a:pt x="330520" y="1002952"/>
                  </a:lnTo>
                  <a:lnTo>
                    <a:pt x="339014" y="1006180"/>
                  </a:lnTo>
                  <a:lnTo>
                    <a:pt x="347564" y="1009259"/>
                  </a:lnTo>
                  <a:lnTo>
                    <a:pt x="356166" y="1012188"/>
                  </a:lnTo>
                  <a:lnTo>
                    <a:pt x="364819" y="1014966"/>
                  </a:lnTo>
                  <a:lnTo>
                    <a:pt x="373518" y="1017592"/>
                  </a:lnTo>
                  <a:lnTo>
                    <a:pt x="382263" y="1020065"/>
                  </a:lnTo>
                  <a:lnTo>
                    <a:pt x="391049" y="1022385"/>
                  </a:lnTo>
                  <a:lnTo>
                    <a:pt x="399874" y="1024551"/>
                  </a:lnTo>
                  <a:lnTo>
                    <a:pt x="408737" y="1026562"/>
                  </a:lnTo>
                  <a:lnTo>
                    <a:pt x="417632" y="1028417"/>
                  </a:lnTo>
                  <a:lnTo>
                    <a:pt x="426559" y="1030117"/>
                  </a:lnTo>
                  <a:lnTo>
                    <a:pt x="435515" y="1031660"/>
                  </a:lnTo>
                  <a:lnTo>
                    <a:pt x="444496" y="1033046"/>
                  </a:lnTo>
                  <a:lnTo>
                    <a:pt x="453500" y="1034275"/>
                  </a:lnTo>
                  <a:lnTo>
                    <a:pt x="462524" y="1035346"/>
                  </a:lnTo>
                  <a:lnTo>
                    <a:pt x="471565" y="1036259"/>
                  </a:lnTo>
                  <a:lnTo>
                    <a:pt x="480621" y="1037014"/>
                  </a:lnTo>
                  <a:lnTo>
                    <a:pt x="489689" y="1037610"/>
                  </a:lnTo>
                  <a:lnTo>
                    <a:pt x="498766" y="1038047"/>
                  </a:lnTo>
                  <a:lnTo>
                    <a:pt x="507849" y="1038325"/>
                  </a:lnTo>
                  <a:lnTo>
                    <a:pt x="516935" y="1038445"/>
                  </a:lnTo>
                  <a:lnTo>
                    <a:pt x="526023" y="1038405"/>
                  </a:lnTo>
                  <a:lnTo>
                    <a:pt x="535108" y="1038206"/>
                  </a:lnTo>
                  <a:lnTo>
                    <a:pt x="544188" y="1037848"/>
                  </a:lnTo>
                  <a:lnTo>
                    <a:pt x="553261" y="1037332"/>
                  </a:lnTo>
                  <a:lnTo>
                    <a:pt x="562323" y="1036656"/>
                  </a:lnTo>
                  <a:lnTo>
                    <a:pt x="571372" y="1035823"/>
                  </a:lnTo>
                  <a:lnTo>
                    <a:pt x="580405" y="1034831"/>
                  </a:lnTo>
                  <a:lnTo>
                    <a:pt x="589419" y="1033681"/>
                  </a:lnTo>
                  <a:lnTo>
                    <a:pt x="598412" y="1032373"/>
                  </a:lnTo>
                  <a:lnTo>
                    <a:pt x="607381" y="1030908"/>
                  </a:lnTo>
                  <a:lnTo>
                    <a:pt x="616322" y="1029287"/>
                  </a:lnTo>
                  <a:lnTo>
                    <a:pt x="625234" y="1027509"/>
                  </a:lnTo>
                  <a:lnTo>
                    <a:pt x="634113" y="1025576"/>
                  </a:lnTo>
                  <a:lnTo>
                    <a:pt x="642957" y="1023487"/>
                  </a:lnTo>
                  <a:lnTo>
                    <a:pt x="651764" y="1021244"/>
                  </a:lnTo>
                  <a:lnTo>
                    <a:pt x="660529" y="1018847"/>
                  </a:lnTo>
                  <a:lnTo>
                    <a:pt x="669251" y="1016298"/>
                  </a:lnTo>
                  <a:lnTo>
                    <a:pt x="677928" y="1013596"/>
                  </a:lnTo>
                  <a:lnTo>
                    <a:pt x="686556" y="1010742"/>
                  </a:lnTo>
                  <a:lnTo>
                    <a:pt x="695132" y="1007738"/>
                  </a:lnTo>
                  <a:lnTo>
                    <a:pt x="703655" y="1004584"/>
                  </a:lnTo>
                  <a:lnTo>
                    <a:pt x="712121" y="1001282"/>
                  </a:lnTo>
                  <a:lnTo>
                    <a:pt x="720528" y="997832"/>
                  </a:lnTo>
                  <a:lnTo>
                    <a:pt x="728873" y="994235"/>
                  </a:lnTo>
                  <a:lnTo>
                    <a:pt x="737154" y="990493"/>
                  </a:lnTo>
                  <a:lnTo>
                    <a:pt x="745368" y="986607"/>
                  </a:lnTo>
                  <a:lnTo>
                    <a:pt x="753514" y="982577"/>
                  </a:lnTo>
                  <a:lnTo>
                    <a:pt x="761587" y="978406"/>
                  </a:lnTo>
                  <a:lnTo>
                    <a:pt x="769586" y="974093"/>
                  </a:lnTo>
                  <a:lnTo>
                    <a:pt x="777508" y="969642"/>
                  </a:lnTo>
                  <a:lnTo>
                    <a:pt x="785351" y="965052"/>
                  </a:lnTo>
                  <a:lnTo>
                    <a:pt x="793113" y="960326"/>
                  </a:lnTo>
                  <a:lnTo>
                    <a:pt x="800791" y="955465"/>
                  </a:lnTo>
                  <a:lnTo>
                    <a:pt x="808383" y="950470"/>
                  </a:lnTo>
                  <a:lnTo>
                    <a:pt x="815886" y="945343"/>
                  </a:lnTo>
                  <a:lnTo>
                    <a:pt x="823298" y="940086"/>
                  </a:lnTo>
                  <a:lnTo>
                    <a:pt x="830617" y="934699"/>
                  </a:lnTo>
                  <a:lnTo>
                    <a:pt x="837840" y="929186"/>
                  </a:lnTo>
                  <a:lnTo>
                    <a:pt x="844966" y="923547"/>
                  </a:lnTo>
                  <a:lnTo>
                    <a:pt x="851992" y="917784"/>
                  </a:lnTo>
                  <a:lnTo>
                    <a:pt x="858917" y="911899"/>
                  </a:lnTo>
                  <a:lnTo>
                    <a:pt x="865737" y="905893"/>
                  </a:lnTo>
                  <a:lnTo>
                    <a:pt x="872451" y="899769"/>
                  </a:lnTo>
                  <a:lnTo>
                    <a:pt x="879057" y="893529"/>
                  </a:lnTo>
                  <a:lnTo>
                    <a:pt x="885552" y="887174"/>
                  </a:lnTo>
                  <a:lnTo>
                    <a:pt x="891936" y="880706"/>
                  </a:lnTo>
                  <a:lnTo>
                    <a:pt x="898205" y="874128"/>
                  </a:lnTo>
                  <a:lnTo>
                    <a:pt x="904358" y="867440"/>
                  </a:lnTo>
                  <a:lnTo>
                    <a:pt x="910393" y="860646"/>
                  </a:lnTo>
                  <a:lnTo>
                    <a:pt x="916309" y="853748"/>
                  </a:lnTo>
                  <a:lnTo>
                    <a:pt x="922103" y="846747"/>
                  </a:lnTo>
                  <a:lnTo>
                    <a:pt x="927773" y="839646"/>
                  </a:lnTo>
                  <a:lnTo>
                    <a:pt x="933318" y="832446"/>
                  </a:lnTo>
                  <a:lnTo>
                    <a:pt x="938736" y="825151"/>
                  </a:lnTo>
                  <a:lnTo>
                    <a:pt x="944026" y="817762"/>
                  </a:lnTo>
                  <a:lnTo>
                    <a:pt x="949186" y="810282"/>
                  </a:lnTo>
                  <a:lnTo>
                    <a:pt x="954214" y="802712"/>
                  </a:lnTo>
                  <a:lnTo>
                    <a:pt x="959109" y="795056"/>
                  </a:lnTo>
                  <a:lnTo>
                    <a:pt x="963869" y="787315"/>
                  </a:lnTo>
                  <a:lnTo>
                    <a:pt x="968492" y="779491"/>
                  </a:lnTo>
                  <a:lnTo>
                    <a:pt x="972979" y="771589"/>
                  </a:lnTo>
                  <a:lnTo>
                    <a:pt x="977326" y="763609"/>
                  </a:lnTo>
                  <a:lnTo>
                    <a:pt x="981533" y="755554"/>
                  </a:lnTo>
                  <a:lnTo>
                    <a:pt x="985598" y="747426"/>
                  </a:lnTo>
                  <a:lnTo>
                    <a:pt x="989520" y="739229"/>
                  </a:lnTo>
                  <a:lnTo>
                    <a:pt x="993298" y="730964"/>
                  </a:lnTo>
                  <a:lnTo>
                    <a:pt x="996932" y="722635"/>
                  </a:lnTo>
                  <a:lnTo>
                    <a:pt x="1000418" y="714243"/>
                  </a:lnTo>
                  <a:lnTo>
                    <a:pt x="1003758" y="705791"/>
                  </a:lnTo>
                  <a:lnTo>
                    <a:pt x="1006949" y="697283"/>
                  </a:lnTo>
                  <a:lnTo>
                    <a:pt x="1009990" y="688719"/>
                  </a:lnTo>
                  <a:lnTo>
                    <a:pt x="1012881" y="680104"/>
                  </a:lnTo>
                  <a:lnTo>
                    <a:pt x="1015621" y="671440"/>
                  </a:lnTo>
                  <a:lnTo>
                    <a:pt x="1018209" y="662729"/>
                  </a:lnTo>
                  <a:lnTo>
                    <a:pt x="1020644" y="653974"/>
                  </a:lnTo>
                  <a:lnTo>
                    <a:pt x="1022926" y="645178"/>
                  </a:lnTo>
                  <a:lnTo>
                    <a:pt x="1025053" y="636343"/>
                  </a:lnTo>
                  <a:lnTo>
                    <a:pt x="1027025" y="627472"/>
                  </a:lnTo>
                  <a:lnTo>
                    <a:pt x="1028842" y="618568"/>
                  </a:lnTo>
                  <a:lnTo>
                    <a:pt x="1030503" y="609634"/>
                  </a:lnTo>
                  <a:lnTo>
                    <a:pt x="1032007" y="600672"/>
                  </a:lnTo>
                  <a:lnTo>
                    <a:pt x="1033354" y="591685"/>
                  </a:lnTo>
                  <a:lnTo>
                    <a:pt x="1034543" y="582675"/>
                  </a:lnTo>
                  <a:lnTo>
                    <a:pt x="1035575" y="573647"/>
                  </a:lnTo>
                  <a:lnTo>
                    <a:pt x="1036448" y="564602"/>
                  </a:lnTo>
                  <a:lnTo>
                    <a:pt x="1037163" y="555542"/>
                  </a:lnTo>
                  <a:lnTo>
                    <a:pt x="1037719" y="546472"/>
                  </a:lnTo>
                  <a:lnTo>
                    <a:pt x="1038117" y="537393"/>
                  </a:lnTo>
                  <a:lnTo>
                    <a:pt x="1038355" y="528309"/>
                  </a:lnTo>
                  <a:lnTo>
                    <a:pt x="1038435" y="5192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368" name="tx368"/>
            <p:cNvSpPr/>
            <p:nvPr/>
          </p:nvSpPr>
          <p:spPr>
            <a:xfrm>
              <a:off x="3322816" y="3752091"/>
              <a:ext cx="247162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369" name="tx369"/>
            <p:cNvSpPr/>
            <p:nvPr/>
          </p:nvSpPr>
          <p:spPr>
            <a:xfrm>
              <a:off x="3314312" y="4946314"/>
              <a:ext cx="264170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370" name="tx370"/>
            <p:cNvSpPr/>
            <p:nvPr/>
          </p:nvSpPr>
          <p:spPr>
            <a:xfrm>
              <a:off x="3868619" y="3926981"/>
              <a:ext cx="438271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371" name="tx371"/>
            <p:cNvSpPr/>
            <p:nvPr/>
          </p:nvSpPr>
          <p:spPr>
            <a:xfrm>
              <a:off x="4043508" y="4349202"/>
              <a:ext cx="20226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372" name="tx372"/>
            <p:cNvSpPr/>
            <p:nvPr/>
          </p:nvSpPr>
          <p:spPr>
            <a:xfrm>
              <a:off x="3868619" y="4771424"/>
              <a:ext cx="455279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373" name="pg373"/>
            <p:cNvSpPr/>
            <p:nvPr/>
          </p:nvSpPr>
          <p:spPr>
            <a:xfrm>
              <a:off x="2927189" y="3866144"/>
              <a:ext cx="1038435" cy="1038445"/>
            </a:xfrm>
            <a:custGeom>
              <a:avLst/>
              <a:pathLst>
                <a:path w="1038435" h="1038445">
                  <a:moveTo>
                    <a:pt x="1038435" y="519222"/>
                  </a:moveTo>
                  <a:lnTo>
                    <a:pt x="1038355" y="510135"/>
                  </a:lnTo>
                  <a:lnTo>
                    <a:pt x="1038117" y="501051"/>
                  </a:lnTo>
                  <a:lnTo>
                    <a:pt x="1037719" y="491972"/>
                  </a:lnTo>
                  <a:lnTo>
                    <a:pt x="1037163" y="482902"/>
                  </a:lnTo>
                  <a:lnTo>
                    <a:pt x="1036448" y="473843"/>
                  </a:lnTo>
                  <a:lnTo>
                    <a:pt x="1035575" y="464797"/>
                  </a:lnTo>
                  <a:lnTo>
                    <a:pt x="1034543" y="455769"/>
                  </a:lnTo>
                  <a:lnTo>
                    <a:pt x="1033354" y="446760"/>
                  </a:lnTo>
                  <a:lnTo>
                    <a:pt x="1032007" y="437773"/>
                  </a:lnTo>
                  <a:lnTo>
                    <a:pt x="1030503" y="428811"/>
                  </a:lnTo>
                  <a:lnTo>
                    <a:pt x="1028842" y="419876"/>
                  </a:lnTo>
                  <a:lnTo>
                    <a:pt x="1027025" y="410972"/>
                  </a:lnTo>
                  <a:lnTo>
                    <a:pt x="1025053" y="402102"/>
                  </a:lnTo>
                  <a:lnTo>
                    <a:pt x="1022926" y="393267"/>
                  </a:lnTo>
                  <a:lnTo>
                    <a:pt x="1020644" y="384470"/>
                  </a:lnTo>
                  <a:lnTo>
                    <a:pt x="1018209" y="375715"/>
                  </a:lnTo>
                  <a:lnTo>
                    <a:pt x="1015621" y="367004"/>
                  </a:lnTo>
                  <a:lnTo>
                    <a:pt x="1012881" y="358340"/>
                  </a:lnTo>
                  <a:lnTo>
                    <a:pt x="1009990" y="349725"/>
                  </a:lnTo>
                  <a:lnTo>
                    <a:pt x="1006949" y="341161"/>
                  </a:lnTo>
                  <a:lnTo>
                    <a:pt x="1003758" y="332653"/>
                  </a:lnTo>
                  <a:lnTo>
                    <a:pt x="1000418" y="324201"/>
                  </a:lnTo>
                  <a:lnTo>
                    <a:pt x="996932" y="315809"/>
                  </a:lnTo>
                  <a:lnTo>
                    <a:pt x="993298" y="307480"/>
                  </a:lnTo>
                  <a:lnTo>
                    <a:pt x="989520" y="299215"/>
                  </a:lnTo>
                  <a:lnTo>
                    <a:pt x="985598" y="291018"/>
                  </a:lnTo>
                  <a:lnTo>
                    <a:pt x="981533" y="282891"/>
                  </a:lnTo>
                  <a:lnTo>
                    <a:pt x="977326" y="274836"/>
                  </a:lnTo>
                  <a:lnTo>
                    <a:pt x="972979" y="266856"/>
                  </a:lnTo>
                  <a:lnTo>
                    <a:pt x="968492" y="258953"/>
                  </a:lnTo>
                  <a:lnTo>
                    <a:pt x="963869" y="251130"/>
                  </a:lnTo>
                  <a:lnTo>
                    <a:pt x="959109" y="243389"/>
                  </a:lnTo>
                  <a:lnTo>
                    <a:pt x="954214" y="235732"/>
                  </a:lnTo>
                  <a:lnTo>
                    <a:pt x="949186" y="228163"/>
                  </a:lnTo>
                  <a:lnTo>
                    <a:pt x="944026" y="220682"/>
                  </a:lnTo>
                  <a:lnTo>
                    <a:pt x="938736" y="213293"/>
                  </a:lnTo>
                  <a:lnTo>
                    <a:pt x="933318" y="205998"/>
                  </a:lnTo>
                  <a:lnTo>
                    <a:pt x="927773" y="198798"/>
                  </a:lnTo>
                  <a:lnTo>
                    <a:pt x="922103" y="191697"/>
                  </a:lnTo>
                  <a:lnTo>
                    <a:pt x="916309" y="184696"/>
                  </a:lnTo>
                  <a:lnTo>
                    <a:pt x="910393" y="177798"/>
                  </a:lnTo>
                  <a:lnTo>
                    <a:pt x="904358" y="171004"/>
                  </a:lnTo>
                  <a:lnTo>
                    <a:pt x="898205" y="164317"/>
                  </a:lnTo>
                  <a:lnTo>
                    <a:pt x="891936" y="157738"/>
                  </a:lnTo>
                  <a:lnTo>
                    <a:pt x="885552" y="151270"/>
                  </a:lnTo>
                  <a:lnTo>
                    <a:pt x="879057" y="144915"/>
                  </a:lnTo>
                  <a:lnTo>
                    <a:pt x="872451" y="138675"/>
                  </a:lnTo>
                  <a:lnTo>
                    <a:pt x="865737" y="132551"/>
                  </a:lnTo>
                  <a:lnTo>
                    <a:pt x="858917" y="126546"/>
                  </a:lnTo>
                  <a:lnTo>
                    <a:pt x="851992" y="120661"/>
                  </a:lnTo>
                  <a:lnTo>
                    <a:pt x="844966" y="114898"/>
                  </a:lnTo>
                  <a:lnTo>
                    <a:pt x="837840" y="109258"/>
                  </a:lnTo>
                  <a:lnTo>
                    <a:pt x="830617" y="103745"/>
                  </a:lnTo>
                  <a:lnTo>
                    <a:pt x="823298" y="98358"/>
                  </a:lnTo>
                  <a:lnTo>
                    <a:pt x="815886" y="93101"/>
                  </a:lnTo>
                  <a:lnTo>
                    <a:pt x="808383" y="87974"/>
                  </a:lnTo>
                  <a:lnTo>
                    <a:pt x="800791" y="82979"/>
                  </a:lnTo>
                  <a:lnTo>
                    <a:pt x="793113" y="78118"/>
                  </a:lnTo>
                  <a:lnTo>
                    <a:pt x="785351" y="73392"/>
                  </a:lnTo>
                  <a:lnTo>
                    <a:pt x="777508" y="68802"/>
                  </a:lnTo>
                  <a:lnTo>
                    <a:pt x="769586" y="64351"/>
                  </a:lnTo>
                  <a:lnTo>
                    <a:pt x="761587" y="60039"/>
                  </a:lnTo>
                  <a:lnTo>
                    <a:pt x="753514" y="55867"/>
                  </a:lnTo>
                  <a:lnTo>
                    <a:pt x="745368" y="51838"/>
                  </a:lnTo>
                  <a:lnTo>
                    <a:pt x="737154" y="47951"/>
                  </a:lnTo>
                  <a:lnTo>
                    <a:pt x="728873" y="44209"/>
                  </a:lnTo>
                  <a:lnTo>
                    <a:pt x="720528" y="40612"/>
                  </a:lnTo>
                  <a:lnTo>
                    <a:pt x="712121" y="37162"/>
                  </a:lnTo>
                  <a:lnTo>
                    <a:pt x="703655" y="33860"/>
                  </a:lnTo>
                  <a:lnTo>
                    <a:pt x="695132" y="30706"/>
                  </a:lnTo>
                  <a:lnTo>
                    <a:pt x="686556" y="27702"/>
                  </a:lnTo>
                  <a:lnTo>
                    <a:pt x="677928" y="24849"/>
                  </a:lnTo>
                  <a:lnTo>
                    <a:pt x="669251" y="22147"/>
                  </a:lnTo>
                  <a:lnTo>
                    <a:pt x="660529" y="19597"/>
                  </a:lnTo>
                  <a:lnTo>
                    <a:pt x="651764" y="17200"/>
                  </a:lnTo>
                  <a:lnTo>
                    <a:pt x="642957" y="14957"/>
                  </a:lnTo>
                  <a:lnTo>
                    <a:pt x="634113" y="12869"/>
                  </a:lnTo>
                  <a:lnTo>
                    <a:pt x="625234" y="10935"/>
                  </a:lnTo>
                  <a:lnTo>
                    <a:pt x="616322" y="9157"/>
                  </a:lnTo>
                  <a:lnTo>
                    <a:pt x="607381" y="7536"/>
                  </a:lnTo>
                  <a:lnTo>
                    <a:pt x="598412" y="6071"/>
                  </a:lnTo>
                  <a:lnTo>
                    <a:pt x="589419" y="4764"/>
                  </a:lnTo>
                  <a:lnTo>
                    <a:pt x="580405" y="3614"/>
                  </a:lnTo>
                  <a:lnTo>
                    <a:pt x="571372" y="2622"/>
                  </a:lnTo>
                  <a:lnTo>
                    <a:pt x="562323" y="1788"/>
                  </a:lnTo>
                  <a:lnTo>
                    <a:pt x="553261" y="1112"/>
                  </a:lnTo>
                  <a:lnTo>
                    <a:pt x="544188" y="596"/>
                  </a:lnTo>
                  <a:lnTo>
                    <a:pt x="535108" y="238"/>
                  </a:lnTo>
                  <a:lnTo>
                    <a:pt x="526023" y="39"/>
                  </a:lnTo>
                  <a:lnTo>
                    <a:pt x="516935" y="0"/>
                  </a:lnTo>
                  <a:lnTo>
                    <a:pt x="507849" y="119"/>
                  </a:lnTo>
                  <a:lnTo>
                    <a:pt x="498766" y="397"/>
                  </a:lnTo>
                  <a:lnTo>
                    <a:pt x="489689" y="834"/>
                  </a:lnTo>
                  <a:lnTo>
                    <a:pt x="480621" y="1430"/>
                  </a:lnTo>
                  <a:lnTo>
                    <a:pt x="471565" y="2185"/>
                  </a:lnTo>
                  <a:lnTo>
                    <a:pt x="462524" y="3098"/>
                  </a:lnTo>
                  <a:lnTo>
                    <a:pt x="453500" y="4169"/>
                  </a:lnTo>
                  <a:lnTo>
                    <a:pt x="444496" y="5398"/>
                  </a:lnTo>
                  <a:lnTo>
                    <a:pt x="435515" y="6784"/>
                  </a:lnTo>
                  <a:lnTo>
                    <a:pt x="426559" y="8327"/>
                  </a:lnTo>
                  <a:lnTo>
                    <a:pt x="417632" y="10027"/>
                  </a:lnTo>
                  <a:lnTo>
                    <a:pt x="408737" y="11882"/>
                  </a:lnTo>
                  <a:lnTo>
                    <a:pt x="399874" y="13894"/>
                  </a:lnTo>
                  <a:lnTo>
                    <a:pt x="391049" y="16059"/>
                  </a:lnTo>
                  <a:lnTo>
                    <a:pt x="382263" y="18379"/>
                  </a:lnTo>
                  <a:lnTo>
                    <a:pt x="373518" y="20853"/>
                  </a:lnTo>
                  <a:lnTo>
                    <a:pt x="364819" y="23479"/>
                  </a:lnTo>
                  <a:lnTo>
                    <a:pt x="356166" y="26257"/>
                  </a:lnTo>
                  <a:lnTo>
                    <a:pt x="347564" y="29185"/>
                  </a:lnTo>
                  <a:lnTo>
                    <a:pt x="339014" y="32264"/>
                  </a:lnTo>
                  <a:lnTo>
                    <a:pt x="330520" y="35493"/>
                  </a:lnTo>
                  <a:lnTo>
                    <a:pt x="322083" y="38869"/>
                  </a:lnTo>
                  <a:lnTo>
                    <a:pt x="313706" y="42392"/>
                  </a:lnTo>
                  <a:lnTo>
                    <a:pt x="305393" y="46062"/>
                  </a:lnTo>
                  <a:lnTo>
                    <a:pt x="297145" y="49876"/>
                  </a:lnTo>
                  <a:lnTo>
                    <a:pt x="288965" y="53834"/>
                  </a:lnTo>
                  <a:lnTo>
                    <a:pt x="280855" y="57935"/>
                  </a:lnTo>
                  <a:lnTo>
                    <a:pt x="272819" y="62177"/>
                  </a:lnTo>
                  <a:lnTo>
                    <a:pt x="264858" y="66559"/>
                  </a:lnTo>
                  <a:lnTo>
                    <a:pt x="256975" y="71080"/>
                  </a:lnTo>
                  <a:lnTo>
                    <a:pt x="249172" y="75738"/>
                  </a:lnTo>
                  <a:lnTo>
                    <a:pt x="241452" y="80532"/>
                  </a:lnTo>
                  <a:lnTo>
                    <a:pt x="233817" y="85460"/>
                  </a:lnTo>
                  <a:lnTo>
                    <a:pt x="226269" y="90521"/>
                  </a:lnTo>
                  <a:lnTo>
                    <a:pt x="218811" y="95713"/>
                  </a:lnTo>
                  <a:lnTo>
                    <a:pt x="211445" y="101036"/>
                  </a:lnTo>
                  <a:lnTo>
                    <a:pt x="204174" y="106486"/>
                  </a:lnTo>
                  <a:lnTo>
                    <a:pt x="196999" y="112062"/>
                  </a:lnTo>
                  <a:lnTo>
                    <a:pt x="189922" y="117764"/>
                  </a:lnTo>
                  <a:lnTo>
                    <a:pt x="182947" y="123588"/>
                  </a:lnTo>
                  <a:lnTo>
                    <a:pt x="176074" y="129533"/>
                  </a:lnTo>
                  <a:lnTo>
                    <a:pt x="169307" y="135598"/>
                  </a:lnTo>
                  <a:lnTo>
                    <a:pt x="162647" y="141781"/>
                  </a:lnTo>
                  <a:lnTo>
                    <a:pt x="156096" y="148079"/>
                  </a:lnTo>
                  <a:lnTo>
                    <a:pt x="149656" y="154490"/>
                  </a:lnTo>
                  <a:lnTo>
                    <a:pt x="143330" y="161014"/>
                  </a:lnTo>
                  <a:lnTo>
                    <a:pt x="137118" y="167647"/>
                  </a:lnTo>
                  <a:lnTo>
                    <a:pt x="131024" y="174388"/>
                  </a:lnTo>
                  <a:lnTo>
                    <a:pt x="125048" y="181234"/>
                  </a:lnTo>
                  <a:lnTo>
                    <a:pt x="119193" y="188184"/>
                  </a:lnTo>
                  <a:lnTo>
                    <a:pt x="113461" y="195235"/>
                  </a:lnTo>
                  <a:lnTo>
                    <a:pt x="107853" y="202386"/>
                  </a:lnTo>
                  <a:lnTo>
                    <a:pt x="102371" y="209634"/>
                  </a:lnTo>
                  <a:lnTo>
                    <a:pt x="97017" y="216976"/>
                  </a:lnTo>
                  <a:lnTo>
                    <a:pt x="91792" y="224411"/>
                  </a:lnTo>
                  <a:lnTo>
                    <a:pt x="86698" y="231936"/>
                  </a:lnTo>
                  <a:lnTo>
                    <a:pt x="81736" y="239550"/>
                  </a:lnTo>
                  <a:lnTo>
                    <a:pt x="76909" y="247249"/>
                  </a:lnTo>
                  <a:lnTo>
                    <a:pt x="72217" y="255031"/>
                  </a:lnTo>
                  <a:lnTo>
                    <a:pt x="67662" y="262894"/>
                  </a:lnTo>
                  <a:lnTo>
                    <a:pt x="63245" y="270836"/>
                  </a:lnTo>
                  <a:lnTo>
                    <a:pt x="58968" y="278854"/>
                  </a:lnTo>
                  <a:lnTo>
                    <a:pt x="54831" y="286945"/>
                  </a:lnTo>
                  <a:lnTo>
                    <a:pt x="50838" y="295108"/>
                  </a:lnTo>
                  <a:lnTo>
                    <a:pt x="46987" y="303339"/>
                  </a:lnTo>
                  <a:lnTo>
                    <a:pt x="43281" y="311637"/>
                  </a:lnTo>
                  <a:lnTo>
                    <a:pt x="39721" y="319998"/>
                  </a:lnTo>
                  <a:lnTo>
                    <a:pt x="36308" y="328420"/>
                  </a:lnTo>
                  <a:lnTo>
                    <a:pt x="33043" y="336900"/>
                  </a:lnTo>
                  <a:lnTo>
                    <a:pt x="29926" y="345436"/>
                  </a:lnTo>
                  <a:lnTo>
                    <a:pt x="26960" y="354026"/>
                  </a:lnTo>
                  <a:lnTo>
                    <a:pt x="24144" y="362666"/>
                  </a:lnTo>
                  <a:lnTo>
                    <a:pt x="21480" y="371354"/>
                  </a:lnTo>
                  <a:lnTo>
                    <a:pt x="18968" y="380088"/>
                  </a:lnTo>
                  <a:lnTo>
                    <a:pt x="16610" y="388864"/>
                  </a:lnTo>
                  <a:lnTo>
                    <a:pt x="14406" y="397680"/>
                  </a:lnTo>
                  <a:lnTo>
                    <a:pt x="12356" y="406533"/>
                  </a:lnTo>
                  <a:lnTo>
                    <a:pt x="10461" y="415420"/>
                  </a:lnTo>
                  <a:lnTo>
                    <a:pt x="8723" y="424340"/>
                  </a:lnTo>
                  <a:lnTo>
                    <a:pt x="7140" y="433288"/>
                  </a:lnTo>
                  <a:lnTo>
                    <a:pt x="5715" y="442263"/>
                  </a:lnTo>
                  <a:lnTo>
                    <a:pt x="4446" y="451262"/>
                  </a:lnTo>
                  <a:lnTo>
                    <a:pt x="3336" y="460281"/>
                  </a:lnTo>
                  <a:lnTo>
                    <a:pt x="2383" y="469318"/>
                  </a:lnTo>
                  <a:lnTo>
                    <a:pt x="1589" y="478371"/>
                  </a:lnTo>
                  <a:lnTo>
                    <a:pt x="953" y="487436"/>
                  </a:lnTo>
                  <a:lnTo>
                    <a:pt x="477" y="496511"/>
                  </a:lnTo>
                  <a:lnTo>
                    <a:pt x="159" y="505592"/>
                  </a:lnTo>
                  <a:lnTo>
                    <a:pt x="0" y="514678"/>
                  </a:lnTo>
                  <a:lnTo>
                    <a:pt x="0" y="523766"/>
                  </a:lnTo>
                  <a:lnTo>
                    <a:pt x="159" y="532852"/>
                  </a:lnTo>
                  <a:lnTo>
                    <a:pt x="477" y="541934"/>
                  </a:lnTo>
                  <a:lnTo>
                    <a:pt x="953" y="551008"/>
                  </a:lnTo>
                  <a:lnTo>
                    <a:pt x="1589" y="560073"/>
                  </a:lnTo>
                  <a:lnTo>
                    <a:pt x="2383" y="569126"/>
                  </a:lnTo>
                  <a:lnTo>
                    <a:pt x="3336" y="578163"/>
                  </a:lnTo>
                  <a:lnTo>
                    <a:pt x="4446" y="587183"/>
                  </a:lnTo>
                  <a:lnTo>
                    <a:pt x="5715" y="596181"/>
                  </a:lnTo>
                  <a:lnTo>
                    <a:pt x="7140" y="605156"/>
                  </a:lnTo>
                  <a:lnTo>
                    <a:pt x="8723" y="614104"/>
                  </a:lnTo>
                  <a:lnTo>
                    <a:pt x="10461" y="623024"/>
                  </a:lnTo>
                  <a:lnTo>
                    <a:pt x="12356" y="631912"/>
                  </a:lnTo>
                  <a:lnTo>
                    <a:pt x="14406" y="640765"/>
                  </a:lnTo>
                  <a:lnTo>
                    <a:pt x="16610" y="649581"/>
                  </a:lnTo>
                  <a:lnTo>
                    <a:pt x="18968" y="658357"/>
                  </a:lnTo>
                  <a:lnTo>
                    <a:pt x="21480" y="667090"/>
                  </a:lnTo>
                  <a:lnTo>
                    <a:pt x="24144" y="675778"/>
                  </a:lnTo>
                  <a:lnTo>
                    <a:pt x="26960" y="684418"/>
                  </a:lnTo>
                  <a:lnTo>
                    <a:pt x="29926" y="693008"/>
                  </a:lnTo>
                  <a:lnTo>
                    <a:pt x="33043" y="701544"/>
                  </a:lnTo>
                  <a:lnTo>
                    <a:pt x="36308" y="710025"/>
                  </a:lnTo>
                  <a:lnTo>
                    <a:pt x="39721" y="718447"/>
                  </a:lnTo>
                  <a:lnTo>
                    <a:pt x="43281" y="726808"/>
                  </a:lnTo>
                  <a:lnTo>
                    <a:pt x="46987" y="735105"/>
                  </a:lnTo>
                  <a:lnTo>
                    <a:pt x="50838" y="743336"/>
                  </a:lnTo>
                  <a:lnTo>
                    <a:pt x="54831" y="751499"/>
                  </a:lnTo>
                  <a:lnTo>
                    <a:pt x="58968" y="759590"/>
                  </a:lnTo>
                  <a:lnTo>
                    <a:pt x="63245" y="767608"/>
                  </a:lnTo>
                  <a:lnTo>
                    <a:pt x="67662" y="775550"/>
                  </a:lnTo>
                  <a:lnTo>
                    <a:pt x="72217" y="783413"/>
                  </a:lnTo>
                  <a:lnTo>
                    <a:pt x="76909" y="791195"/>
                  </a:lnTo>
                  <a:lnTo>
                    <a:pt x="81736" y="798894"/>
                  </a:lnTo>
                  <a:lnTo>
                    <a:pt x="86698" y="806508"/>
                  </a:lnTo>
                  <a:lnTo>
                    <a:pt x="91792" y="814033"/>
                  </a:lnTo>
                  <a:lnTo>
                    <a:pt x="97017" y="821468"/>
                  </a:lnTo>
                  <a:lnTo>
                    <a:pt x="102371" y="828811"/>
                  </a:lnTo>
                  <a:lnTo>
                    <a:pt x="107853" y="836058"/>
                  </a:lnTo>
                  <a:lnTo>
                    <a:pt x="113461" y="843209"/>
                  </a:lnTo>
                  <a:lnTo>
                    <a:pt x="119193" y="850260"/>
                  </a:lnTo>
                  <a:lnTo>
                    <a:pt x="125048" y="857210"/>
                  </a:lnTo>
                  <a:lnTo>
                    <a:pt x="131024" y="864057"/>
                  </a:lnTo>
                  <a:lnTo>
                    <a:pt x="137118" y="870797"/>
                  </a:lnTo>
                  <a:lnTo>
                    <a:pt x="143330" y="877431"/>
                  </a:lnTo>
                  <a:lnTo>
                    <a:pt x="149656" y="883954"/>
                  </a:lnTo>
                  <a:lnTo>
                    <a:pt x="156096" y="890366"/>
                  </a:lnTo>
                  <a:lnTo>
                    <a:pt x="162647" y="896664"/>
                  </a:lnTo>
                  <a:lnTo>
                    <a:pt x="169307" y="902846"/>
                  </a:lnTo>
                  <a:lnTo>
                    <a:pt x="176074" y="908911"/>
                  </a:lnTo>
                  <a:lnTo>
                    <a:pt x="182947" y="914856"/>
                  </a:lnTo>
                  <a:lnTo>
                    <a:pt x="189922" y="920681"/>
                  </a:lnTo>
                  <a:lnTo>
                    <a:pt x="196999" y="926382"/>
                  </a:lnTo>
                  <a:lnTo>
                    <a:pt x="204174" y="931958"/>
                  </a:lnTo>
                  <a:lnTo>
                    <a:pt x="211445" y="937409"/>
                  </a:lnTo>
                  <a:lnTo>
                    <a:pt x="218811" y="942731"/>
                  </a:lnTo>
                  <a:lnTo>
                    <a:pt x="226269" y="947923"/>
                  </a:lnTo>
                  <a:lnTo>
                    <a:pt x="233817" y="952984"/>
                  </a:lnTo>
                  <a:lnTo>
                    <a:pt x="241452" y="957912"/>
                  </a:lnTo>
                  <a:lnTo>
                    <a:pt x="249172" y="962706"/>
                  </a:lnTo>
                  <a:lnTo>
                    <a:pt x="256975" y="967364"/>
                  </a:lnTo>
                  <a:lnTo>
                    <a:pt x="264858" y="971885"/>
                  </a:lnTo>
                  <a:lnTo>
                    <a:pt x="272819" y="976267"/>
                  </a:lnTo>
                  <a:lnTo>
                    <a:pt x="280855" y="980509"/>
                  </a:lnTo>
                  <a:lnTo>
                    <a:pt x="288965" y="984610"/>
                  </a:lnTo>
                  <a:lnTo>
                    <a:pt x="297145" y="988568"/>
                  </a:lnTo>
                  <a:lnTo>
                    <a:pt x="305393" y="992382"/>
                  </a:lnTo>
                  <a:lnTo>
                    <a:pt x="313706" y="996052"/>
                  </a:lnTo>
                  <a:lnTo>
                    <a:pt x="322083" y="999575"/>
                  </a:lnTo>
                  <a:lnTo>
                    <a:pt x="330520" y="1002952"/>
                  </a:lnTo>
                  <a:lnTo>
                    <a:pt x="339014" y="1006180"/>
                  </a:lnTo>
                  <a:lnTo>
                    <a:pt x="347564" y="1009259"/>
                  </a:lnTo>
                  <a:lnTo>
                    <a:pt x="356166" y="1012188"/>
                  </a:lnTo>
                  <a:lnTo>
                    <a:pt x="364819" y="1014966"/>
                  </a:lnTo>
                  <a:lnTo>
                    <a:pt x="373518" y="1017592"/>
                  </a:lnTo>
                  <a:lnTo>
                    <a:pt x="382263" y="1020065"/>
                  </a:lnTo>
                  <a:lnTo>
                    <a:pt x="391049" y="1022385"/>
                  </a:lnTo>
                  <a:lnTo>
                    <a:pt x="399874" y="1024551"/>
                  </a:lnTo>
                  <a:lnTo>
                    <a:pt x="408737" y="1026562"/>
                  </a:lnTo>
                  <a:lnTo>
                    <a:pt x="417632" y="1028417"/>
                  </a:lnTo>
                  <a:lnTo>
                    <a:pt x="426559" y="1030117"/>
                  </a:lnTo>
                  <a:lnTo>
                    <a:pt x="435515" y="1031660"/>
                  </a:lnTo>
                  <a:lnTo>
                    <a:pt x="444496" y="1033046"/>
                  </a:lnTo>
                  <a:lnTo>
                    <a:pt x="453500" y="1034275"/>
                  </a:lnTo>
                  <a:lnTo>
                    <a:pt x="462524" y="1035346"/>
                  </a:lnTo>
                  <a:lnTo>
                    <a:pt x="471565" y="1036259"/>
                  </a:lnTo>
                  <a:lnTo>
                    <a:pt x="480621" y="1037014"/>
                  </a:lnTo>
                  <a:lnTo>
                    <a:pt x="489689" y="1037610"/>
                  </a:lnTo>
                  <a:lnTo>
                    <a:pt x="498766" y="1038047"/>
                  </a:lnTo>
                  <a:lnTo>
                    <a:pt x="507849" y="1038325"/>
                  </a:lnTo>
                  <a:lnTo>
                    <a:pt x="516935" y="1038445"/>
                  </a:lnTo>
                  <a:lnTo>
                    <a:pt x="526023" y="1038405"/>
                  </a:lnTo>
                  <a:lnTo>
                    <a:pt x="535108" y="1038206"/>
                  </a:lnTo>
                  <a:lnTo>
                    <a:pt x="544188" y="1037848"/>
                  </a:lnTo>
                  <a:lnTo>
                    <a:pt x="553261" y="1037332"/>
                  </a:lnTo>
                  <a:lnTo>
                    <a:pt x="562323" y="1036656"/>
                  </a:lnTo>
                  <a:lnTo>
                    <a:pt x="571372" y="1035823"/>
                  </a:lnTo>
                  <a:lnTo>
                    <a:pt x="580405" y="1034831"/>
                  </a:lnTo>
                  <a:lnTo>
                    <a:pt x="589419" y="1033681"/>
                  </a:lnTo>
                  <a:lnTo>
                    <a:pt x="598412" y="1032373"/>
                  </a:lnTo>
                  <a:lnTo>
                    <a:pt x="607381" y="1030908"/>
                  </a:lnTo>
                  <a:lnTo>
                    <a:pt x="616322" y="1029287"/>
                  </a:lnTo>
                  <a:lnTo>
                    <a:pt x="625234" y="1027509"/>
                  </a:lnTo>
                  <a:lnTo>
                    <a:pt x="634113" y="1025576"/>
                  </a:lnTo>
                  <a:lnTo>
                    <a:pt x="642957" y="1023487"/>
                  </a:lnTo>
                  <a:lnTo>
                    <a:pt x="651764" y="1021244"/>
                  </a:lnTo>
                  <a:lnTo>
                    <a:pt x="660529" y="1018847"/>
                  </a:lnTo>
                  <a:lnTo>
                    <a:pt x="669251" y="1016298"/>
                  </a:lnTo>
                  <a:lnTo>
                    <a:pt x="677928" y="1013596"/>
                  </a:lnTo>
                  <a:lnTo>
                    <a:pt x="686556" y="1010742"/>
                  </a:lnTo>
                  <a:lnTo>
                    <a:pt x="695132" y="1007738"/>
                  </a:lnTo>
                  <a:lnTo>
                    <a:pt x="703655" y="1004584"/>
                  </a:lnTo>
                  <a:lnTo>
                    <a:pt x="712121" y="1001282"/>
                  </a:lnTo>
                  <a:lnTo>
                    <a:pt x="720528" y="997832"/>
                  </a:lnTo>
                  <a:lnTo>
                    <a:pt x="728873" y="994235"/>
                  </a:lnTo>
                  <a:lnTo>
                    <a:pt x="737154" y="990493"/>
                  </a:lnTo>
                  <a:lnTo>
                    <a:pt x="745368" y="986607"/>
                  </a:lnTo>
                  <a:lnTo>
                    <a:pt x="753514" y="982577"/>
                  </a:lnTo>
                  <a:lnTo>
                    <a:pt x="761587" y="978406"/>
                  </a:lnTo>
                  <a:lnTo>
                    <a:pt x="769586" y="974093"/>
                  </a:lnTo>
                  <a:lnTo>
                    <a:pt x="777508" y="969642"/>
                  </a:lnTo>
                  <a:lnTo>
                    <a:pt x="785351" y="965052"/>
                  </a:lnTo>
                  <a:lnTo>
                    <a:pt x="793113" y="960326"/>
                  </a:lnTo>
                  <a:lnTo>
                    <a:pt x="800791" y="955465"/>
                  </a:lnTo>
                  <a:lnTo>
                    <a:pt x="808383" y="950470"/>
                  </a:lnTo>
                  <a:lnTo>
                    <a:pt x="815886" y="945343"/>
                  </a:lnTo>
                  <a:lnTo>
                    <a:pt x="823298" y="940086"/>
                  </a:lnTo>
                  <a:lnTo>
                    <a:pt x="830617" y="934699"/>
                  </a:lnTo>
                  <a:lnTo>
                    <a:pt x="837840" y="929186"/>
                  </a:lnTo>
                  <a:lnTo>
                    <a:pt x="844966" y="923547"/>
                  </a:lnTo>
                  <a:lnTo>
                    <a:pt x="851992" y="917784"/>
                  </a:lnTo>
                  <a:lnTo>
                    <a:pt x="858917" y="911899"/>
                  </a:lnTo>
                  <a:lnTo>
                    <a:pt x="865737" y="905893"/>
                  </a:lnTo>
                  <a:lnTo>
                    <a:pt x="872451" y="899769"/>
                  </a:lnTo>
                  <a:lnTo>
                    <a:pt x="879057" y="893529"/>
                  </a:lnTo>
                  <a:lnTo>
                    <a:pt x="885552" y="887174"/>
                  </a:lnTo>
                  <a:lnTo>
                    <a:pt x="891936" y="880706"/>
                  </a:lnTo>
                  <a:lnTo>
                    <a:pt x="898205" y="874128"/>
                  </a:lnTo>
                  <a:lnTo>
                    <a:pt x="904358" y="867440"/>
                  </a:lnTo>
                  <a:lnTo>
                    <a:pt x="910393" y="860646"/>
                  </a:lnTo>
                  <a:lnTo>
                    <a:pt x="916309" y="853748"/>
                  </a:lnTo>
                  <a:lnTo>
                    <a:pt x="922103" y="846747"/>
                  </a:lnTo>
                  <a:lnTo>
                    <a:pt x="927773" y="839646"/>
                  </a:lnTo>
                  <a:lnTo>
                    <a:pt x="933318" y="832446"/>
                  </a:lnTo>
                  <a:lnTo>
                    <a:pt x="938736" y="825151"/>
                  </a:lnTo>
                  <a:lnTo>
                    <a:pt x="944026" y="817762"/>
                  </a:lnTo>
                  <a:lnTo>
                    <a:pt x="949186" y="810282"/>
                  </a:lnTo>
                  <a:lnTo>
                    <a:pt x="954214" y="802712"/>
                  </a:lnTo>
                  <a:lnTo>
                    <a:pt x="959109" y="795056"/>
                  </a:lnTo>
                  <a:lnTo>
                    <a:pt x="963869" y="787315"/>
                  </a:lnTo>
                  <a:lnTo>
                    <a:pt x="968492" y="779491"/>
                  </a:lnTo>
                  <a:lnTo>
                    <a:pt x="972979" y="771589"/>
                  </a:lnTo>
                  <a:lnTo>
                    <a:pt x="977326" y="763609"/>
                  </a:lnTo>
                  <a:lnTo>
                    <a:pt x="981533" y="755554"/>
                  </a:lnTo>
                  <a:lnTo>
                    <a:pt x="985598" y="747426"/>
                  </a:lnTo>
                  <a:lnTo>
                    <a:pt x="989520" y="739229"/>
                  </a:lnTo>
                  <a:lnTo>
                    <a:pt x="993298" y="730964"/>
                  </a:lnTo>
                  <a:lnTo>
                    <a:pt x="996932" y="722635"/>
                  </a:lnTo>
                  <a:lnTo>
                    <a:pt x="1000418" y="714243"/>
                  </a:lnTo>
                  <a:lnTo>
                    <a:pt x="1003758" y="705791"/>
                  </a:lnTo>
                  <a:lnTo>
                    <a:pt x="1006949" y="697283"/>
                  </a:lnTo>
                  <a:lnTo>
                    <a:pt x="1009990" y="688719"/>
                  </a:lnTo>
                  <a:lnTo>
                    <a:pt x="1012881" y="680104"/>
                  </a:lnTo>
                  <a:lnTo>
                    <a:pt x="1015621" y="671440"/>
                  </a:lnTo>
                  <a:lnTo>
                    <a:pt x="1018209" y="662729"/>
                  </a:lnTo>
                  <a:lnTo>
                    <a:pt x="1020644" y="653974"/>
                  </a:lnTo>
                  <a:lnTo>
                    <a:pt x="1022926" y="645178"/>
                  </a:lnTo>
                  <a:lnTo>
                    <a:pt x="1025053" y="636343"/>
                  </a:lnTo>
                  <a:lnTo>
                    <a:pt x="1027025" y="627472"/>
                  </a:lnTo>
                  <a:lnTo>
                    <a:pt x="1028842" y="618568"/>
                  </a:lnTo>
                  <a:lnTo>
                    <a:pt x="1030503" y="609634"/>
                  </a:lnTo>
                  <a:lnTo>
                    <a:pt x="1032007" y="600672"/>
                  </a:lnTo>
                  <a:lnTo>
                    <a:pt x="1033354" y="591685"/>
                  </a:lnTo>
                  <a:lnTo>
                    <a:pt x="1034543" y="582675"/>
                  </a:lnTo>
                  <a:lnTo>
                    <a:pt x="1035575" y="573647"/>
                  </a:lnTo>
                  <a:lnTo>
                    <a:pt x="1036448" y="564602"/>
                  </a:lnTo>
                  <a:lnTo>
                    <a:pt x="1037163" y="555542"/>
                  </a:lnTo>
                  <a:lnTo>
                    <a:pt x="1037719" y="546472"/>
                  </a:lnTo>
                  <a:lnTo>
                    <a:pt x="1038117" y="537393"/>
                  </a:lnTo>
                  <a:lnTo>
                    <a:pt x="1038355" y="528309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74" name="pl374"/>
            <p:cNvSpPr/>
            <p:nvPr/>
          </p:nvSpPr>
          <p:spPr>
            <a:xfrm>
              <a:off x="3446397" y="3866139"/>
              <a:ext cx="0" cy="467304"/>
            </a:xfrm>
            <a:custGeom>
              <a:avLst/>
              <a:pathLst>
                <a:path w="0" h="467304">
                  <a:moveTo>
                    <a:pt x="0" y="46730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l375"/>
            <p:cNvSpPr/>
            <p:nvPr/>
          </p:nvSpPr>
          <p:spPr>
            <a:xfrm>
              <a:off x="3483112" y="4018218"/>
              <a:ext cx="330434" cy="330434"/>
            </a:xfrm>
            <a:custGeom>
              <a:avLst/>
              <a:pathLst>
                <a:path w="330434" h="330434">
                  <a:moveTo>
                    <a:pt x="0" y="330434"/>
                  </a:moveTo>
                  <a:lnTo>
                    <a:pt x="33043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l376"/>
            <p:cNvSpPr/>
            <p:nvPr/>
          </p:nvSpPr>
          <p:spPr>
            <a:xfrm>
              <a:off x="3498320" y="4385367"/>
              <a:ext cx="467304" cy="0"/>
            </a:xfrm>
            <a:custGeom>
              <a:avLst/>
              <a:pathLst>
                <a:path w="467304" h="0">
                  <a:moveTo>
                    <a:pt x="0" y="0"/>
                  </a:moveTo>
                  <a:lnTo>
                    <a:pt x="46730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l377"/>
            <p:cNvSpPr/>
            <p:nvPr/>
          </p:nvSpPr>
          <p:spPr>
            <a:xfrm>
              <a:off x="3483112" y="4422082"/>
              <a:ext cx="330434" cy="330434"/>
            </a:xfrm>
            <a:custGeom>
              <a:avLst/>
              <a:pathLst>
                <a:path w="330434" h="330434">
                  <a:moveTo>
                    <a:pt x="0" y="0"/>
                  </a:moveTo>
                  <a:lnTo>
                    <a:pt x="330434" y="33043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l378"/>
            <p:cNvSpPr/>
            <p:nvPr/>
          </p:nvSpPr>
          <p:spPr>
            <a:xfrm>
              <a:off x="3446397" y="4437290"/>
              <a:ext cx="0" cy="467304"/>
            </a:xfrm>
            <a:custGeom>
              <a:avLst/>
              <a:pathLst>
                <a:path w="0" h="467304">
                  <a:moveTo>
                    <a:pt x="0" y="0"/>
                  </a:moveTo>
                  <a:lnTo>
                    <a:pt x="0" y="46730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l379"/>
            <p:cNvSpPr/>
            <p:nvPr/>
          </p:nvSpPr>
          <p:spPr>
            <a:xfrm>
              <a:off x="3079247" y="4422082"/>
              <a:ext cx="330434" cy="330434"/>
            </a:xfrm>
            <a:custGeom>
              <a:avLst/>
              <a:pathLst>
                <a:path w="330434" h="330434">
                  <a:moveTo>
                    <a:pt x="330434" y="0"/>
                  </a:moveTo>
                  <a:lnTo>
                    <a:pt x="0" y="33043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80"/>
            <p:cNvSpPr/>
            <p:nvPr/>
          </p:nvSpPr>
          <p:spPr>
            <a:xfrm>
              <a:off x="2927169" y="4385367"/>
              <a:ext cx="467304" cy="0"/>
            </a:xfrm>
            <a:custGeom>
              <a:avLst/>
              <a:pathLst>
                <a:path w="467304" h="0">
                  <a:moveTo>
                    <a:pt x="467304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l381"/>
            <p:cNvSpPr/>
            <p:nvPr/>
          </p:nvSpPr>
          <p:spPr>
            <a:xfrm>
              <a:off x="3079247" y="4018218"/>
              <a:ext cx="330434" cy="330434"/>
            </a:xfrm>
            <a:custGeom>
              <a:avLst/>
              <a:pathLst>
                <a:path w="330434" h="330434">
                  <a:moveTo>
                    <a:pt x="330434" y="33043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l382"/>
            <p:cNvSpPr/>
            <p:nvPr/>
          </p:nvSpPr>
          <p:spPr>
            <a:xfrm>
              <a:off x="3349603" y="4168415"/>
              <a:ext cx="313745" cy="268874"/>
            </a:xfrm>
            <a:custGeom>
              <a:avLst/>
              <a:pathLst>
                <a:path w="313745" h="268874">
                  <a:moveTo>
                    <a:pt x="96793" y="37582"/>
                  </a:moveTo>
                  <a:lnTo>
                    <a:pt x="313745" y="0"/>
                  </a:lnTo>
                  <a:lnTo>
                    <a:pt x="148716" y="216951"/>
                  </a:lnTo>
                  <a:lnTo>
                    <a:pt x="133508" y="253666"/>
                  </a:lnTo>
                  <a:lnTo>
                    <a:pt x="96793" y="268874"/>
                  </a:lnTo>
                  <a:lnTo>
                    <a:pt x="60078" y="253666"/>
                  </a:lnTo>
                  <a:lnTo>
                    <a:pt x="44871" y="216951"/>
                  </a:lnTo>
                  <a:lnTo>
                    <a:pt x="0" y="120157"/>
                  </a:lnTo>
                  <a:lnTo>
                    <a:pt x="96793" y="37582"/>
                  </a:lnTo>
                </a:path>
              </a:pathLst>
            </a:custGeom>
            <a:ln w="31166" cap="flat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3411127" y="4170727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3628078" y="4133145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3463049" y="4350097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3447841" y="4386812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3411127" y="4402019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3374412" y="4386812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3359204" y="4350097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3314333" y="4253303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3411127" y="4170727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tx392"/>
            <p:cNvSpPr/>
            <p:nvPr/>
          </p:nvSpPr>
          <p:spPr>
            <a:xfrm>
              <a:off x="3306966" y="4311773"/>
              <a:ext cx="87508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393" name="tx393"/>
            <p:cNvSpPr/>
            <p:nvPr/>
          </p:nvSpPr>
          <p:spPr>
            <a:xfrm>
              <a:off x="3273316" y="4078120"/>
              <a:ext cx="12115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394" name="tx394"/>
            <p:cNvSpPr/>
            <p:nvPr/>
          </p:nvSpPr>
          <p:spPr>
            <a:xfrm>
              <a:off x="3239666" y="3844468"/>
              <a:ext cx="15480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395" name="rc395"/>
            <p:cNvSpPr/>
            <p:nvPr/>
          </p:nvSpPr>
          <p:spPr>
            <a:xfrm>
              <a:off x="4571999" y="3429000"/>
              <a:ext cx="2251205" cy="233029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396" name="rc396"/>
            <p:cNvSpPr/>
            <p:nvPr/>
          </p:nvSpPr>
          <p:spPr>
            <a:xfrm>
              <a:off x="4571999" y="3662029"/>
              <a:ext cx="2251205" cy="14466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7" name="rc397"/>
            <p:cNvSpPr/>
            <p:nvPr/>
          </p:nvSpPr>
          <p:spPr>
            <a:xfrm>
              <a:off x="4609957" y="3429000"/>
              <a:ext cx="2175290" cy="23302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8" name="tx398"/>
            <p:cNvSpPr/>
            <p:nvPr/>
          </p:nvSpPr>
          <p:spPr>
            <a:xfrm>
              <a:off x="5374453" y="3462967"/>
              <a:ext cx="64629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Piciformes</a:t>
              </a:r>
            </a:p>
          </p:txBody>
        </p:sp>
        <p:sp>
          <p:nvSpPr>
            <p:cNvPr id="399" name="tx399"/>
            <p:cNvSpPr/>
            <p:nvPr/>
          </p:nvSpPr>
          <p:spPr>
            <a:xfrm>
              <a:off x="5095516" y="3564457"/>
              <a:ext cx="1204173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10, species = 7</a:t>
              </a:r>
            </a:p>
          </p:txBody>
        </p:sp>
        <p:sp>
          <p:nvSpPr>
            <p:cNvPr id="400" name="rc400"/>
            <p:cNvSpPr/>
            <p:nvPr/>
          </p:nvSpPr>
          <p:spPr>
            <a:xfrm>
              <a:off x="4840877" y="3699986"/>
              <a:ext cx="1713451" cy="1370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1" name="tx401"/>
            <p:cNvSpPr/>
            <p:nvPr/>
          </p:nvSpPr>
          <p:spPr>
            <a:xfrm>
              <a:off x="4803367" y="4771424"/>
              <a:ext cx="472013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02" name="tx402"/>
            <p:cNvSpPr/>
            <p:nvPr/>
          </p:nvSpPr>
          <p:spPr>
            <a:xfrm>
              <a:off x="4872073" y="4349202"/>
              <a:ext cx="228417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03" name="tx403"/>
            <p:cNvSpPr/>
            <p:nvPr/>
          </p:nvSpPr>
          <p:spPr>
            <a:xfrm>
              <a:off x="4820375" y="3926981"/>
              <a:ext cx="45500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04" name="pl404"/>
            <p:cNvSpPr/>
            <p:nvPr/>
          </p:nvSpPr>
          <p:spPr>
            <a:xfrm>
              <a:off x="5645681" y="4333445"/>
              <a:ext cx="103843" cy="103844"/>
            </a:xfrm>
            <a:custGeom>
              <a:avLst/>
              <a:pathLst>
                <a:path w="103843" h="103844">
                  <a:moveTo>
                    <a:pt x="103843" y="51922"/>
                  </a:moveTo>
                  <a:lnTo>
                    <a:pt x="103835" y="51013"/>
                  </a:lnTo>
                  <a:lnTo>
                    <a:pt x="103811" y="50105"/>
                  </a:lnTo>
                  <a:lnTo>
                    <a:pt x="103771" y="49197"/>
                  </a:lnTo>
                  <a:lnTo>
                    <a:pt x="103716" y="48290"/>
                  </a:lnTo>
                  <a:lnTo>
                    <a:pt x="103644" y="47384"/>
                  </a:lnTo>
                  <a:lnTo>
                    <a:pt x="103557" y="46479"/>
                  </a:lnTo>
                  <a:lnTo>
                    <a:pt x="103454" y="45576"/>
                  </a:lnTo>
                  <a:lnTo>
                    <a:pt x="103335" y="44676"/>
                  </a:lnTo>
                  <a:lnTo>
                    <a:pt x="103200" y="43777"/>
                  </a:lnTo>
                  <a:lnTo>
                    <a:pt x="103050" y="42881"/>
                  </a:lnTo>
                  <a:lnTo>
                    <a:pt x="102884" y="41987"/>
                  </a:lnTo>
                  <a:lnTo>
                    <a:pt x="102702" y="41097"/>
                  </a:lnTo>
                  <a:lnTo>
                    <a:pt x="102505" y="40210"/>
                  </a:lnTo>
                  <a:lnTo>
                    <a:pt x="102292" y="39326"/>
                  </a:lnTo>
                  <a:lnTo>
                    <a:pt x="102064" y="38447"/>
                  </a:lnTo>
                  <a:lnTo>
                    <a:pt x="101820" y="37571"/>
                  </a:lnTo>
                  <a:lnTo>
                    <a:pt x="101562" y="36700"/>
                  </a:lnTo>
                  <a:lnTo>
                    <a:pt x="101288" y="35834"/>
                  </a:lnTo>
                  <a:lnTo>
                    <a:pt x="100999" y="34972"/>
                  </a:lnTo>
                  <a:lnTo>
                    <a:pt x="100694" y="34116"/>
                  </a:lnTo>
                  <a:lnTo>
                    <a:pt x="100375" y="33265"/>
                  </a:lnTo>
                  <a:lnTo>
                    <a:pt x="100041" y="32420"/>
                  </a:lnTo>
                  <a:lnTo>
                    <a:pt x="99693" y="31580"/>
                  </a:lnTo>
                  <a:lnTo>
                    <a:pt x="99329" y="30748"/>
                  </a:lnTo>
                  <a:lnTo>
                    <a:pt x="98952" y="29921"/>
                  </a:lnTo>
                  <a:lnTo>
                    <a:pt x="98559" y="29101"/>
                  </a:lnTo>
                  <a:lnTo>
                    <a:pt x="98153" y="28289"/>
                  </a:lnTo>
                  <a:lnTo>
                    <a:pt x="97732" y="27483"/>
                  </a:lnTo>
                  <a:lnTo>
                    <a:pt x="97297" y="26685"/>
                  </a:lnTo>
                  <a:lnTo>
                    <a:pt x="96849" y="25895"/>
                  </a:lnTo>
                  <a:lnTo>
                    <a:pt x="96386" y="25113"/>
                  </a:lnTo>
                  <a:lnTo>
                    <a:pt x="95910" y="24338"/>
                  </a:lnTo>
                  <a:lnTo>
                    <a:pt x="95421" y="23573"/>
                  </a:lnTo>
                  <a:lnTo>
                    <a:pt x="94918" y="22816"/>
                  </a:lnTo>
                  <a:lnTo>
                    <a:pt x="94402" y="22068"/>
                  </a:lnTo>
                  <a:lnTo>
                    <a:pt x="93873" y="21329"/>
                  </a:lnTo>
                  <a:lnTo>
                    <a:pt x="93331" y="20599"/>
                  </a:lnTo>
                  <a:lnTo>
                    <a:pt x="92777" y="19879"/>
                  </a:lnTo>
                  <a:lnTo>
                    <a:pt x="92210" y="19169"/>
                  </a:lnTo>
                  <a:lnTo>
                    <a:pt x="91630" y="18469"/>
                  </a:lnTo>
                  <a:lnTo>
                    <a:pt x="91039" y="17779"/>
                  </a:lnTo>
                  <a:lnTo>
                    <a:pt x="90435" y="17100"/>
                  </a:lnTo>
                  <a:lnTo>
                    <a:pt x="89820" y="16431"/>
                  </a:lnTo>
                  <a:lnTo>
                    <a:pt x="89193" y="15773"/>
                  </a:lnTo>
                  <a:lnTo>
                    <a:pt x="88555" y="15127"/>
                  </a:lnTo>
                  <a:lnTo>
                    <a:pt x="87905" y="14491"/>
                  </a:lnTo>
                  <a:lnTo>
                    <a:pt x="87245" y="13867"/>
                  </a:lnTo>
                  <a:lnTo>
                    <a:pt x="86573" y="13255"/>
                  </a:lnTo>
                  <a:lnTo>
                    <a:pt x="85891" y="12654"/>
                  </a:lnTo>
                  <a:lnTo>
                    <a:pt x="85199" y="12066"/>
                  </a:lnTo>
                  <a:lnTo>
                    <a:pt x="84496" y="11489"/>
                  </a:lnTo>
                  <a:lnTo>
                    <a:pt x="83784" y="10925"/>
                  </a:lnTo>
                  <a:lnTo>
                    <a:pt x="83061" y="10374"/>
                  </a:lnTo>
                  <a:lnTo>
                    <a:pt x="82329" y="9835"/>
                  </a:lnTo>
                  <a:lnTo>
                    <a:pt x="81588" y="9310"/>
                  </a:lnTo>
                  <a:lnTo>
                    <a:pt x="80838" y="8797"/>
                  </a:lnTo>
                  <a:lnTo>
                    <a:pt x="80079" y="8297"/>
                  </a:lnTo>
                  <a:lnTo>
                    <a:pt x="79311" y="7811"/>
                  </a:lnTo>
                  <a:lnTo>
                    <a:pt x="78535" y="7339"/>
                  </a:lnTo>
                  <a:lnTo>
                    <a:pt x="77750" y="6880"/>
                  </a:lnTo>
                  <a:lnTo>
                    <a:pt x="76958" y="6435"/>
                  </a:lnTo>
                  <a:lnTo>
                    <a:pt x="76158" y="6003"/>
                  </a:lnTo>
                  <a:lnTo>
                    <a:pt x="75351" y="5586"/>
                  </a:lnTo>
                  <a:lnTo>
                    <a:pt x="74536" y="5183"/>
                  </a:lnTo>
                  <a:lnTo>
                    <a:pt x="73715" y="4795"/>
                  </a:lnTo>
                  <a:lnTo>
                    <a:pt x="72887" y="4420"/>
                  </a:lnTo>
                  <a:lnTo>
                    <a:pt x="72052" y="4061"/>
                  </a:lnTo>
                  <a:lnTo>
                    <a:pt x="71212" y="3716"/>
                  </a:lnTo>
                  <a:lnTo>
                    <a:pt x="70365" y="3386"/>
                  </a:lnTo>
                  <a:lnTo>
                    <a:pt x="69513" y="3070"/>
                  </a:lnTo>
                  <a:lnTo>
                    <a:pt x="68655" y="2770"/>
                  </a:lnTo>
                  <a:lnTo>
                    <a:pt x="67792" y="2484"/>
                  </a:lnTo>
                  <a:lnTo>
                    <a:pt x="66925" y="2214"/>
                  </a:lnTo>
                  <a:lnTo>
                    <a:pt x="66052" y="1959"/>
                  </a:lnTo>
                  <a:lnTo>
                    <a:pt x="65176" y="1720"/>
                  </a:lnTo>
                  <a:lnTo>
                    <a:pt x="64295" y="1495"/>
                  </a:lnTo>
                  <a:lnTo>
                    <a:pt x="63411" y="1286"/>
                  </a:lnTo>
                  <a:lnTo>
                    <a:pt x="62523" y="1093"/>
                  </a:lnTo>
                  <a:lnTo>
                    <a:pt x="61632" y="915"/>
                  </a:lnTo>
                  <a:lnTo>
                    <a:pt x="60738" y="753"/>
                  </a:lnTo>
                  <a:lnTo>
                    <a:pt x="59841" y="607"/>
                  </a:lnTo>
                  <a:lnTo>
                    <a:pt x="58941" y="476"/>
                  </a:lnTo>
                  <a:lnTo>
                    <a:pt x="58040" y="361"/>
                  </a:lnTo>
                  <a:lnTo>
                    <a:pt x="57137" y="262"/>
                  </a:lnTo>
                  <a:lnTo>
                    <a:pt x="56232" y="178"/>
                  </a:lnTo>
                  <a:lnTo>
                    <a:pt x="55326" y="111"/>
                  </a:lnTo>
                  <a:lnTo>
                    <a:pt x="54418" y="59"/>
                  </a:lnTo>
                  <a:lnTo>
                    <a:pt x="53510" y="23"/>
                  </a:lnTo>
                  <a:lnTo>
                    <a:pt x="52602" y="3"/>
                  </a:lnTo>
                  <a:lnTo>
                    <a:pt x="51693" y="0"/>
                  </a:lnTo>
                  <a:lnTo>
                    <a:pt x="50784" y="11"/>
                  </a:lnTo>
                  <a:lnTo>
                    <a:pt x="49876" y="39"/>
                  </a:lnTo>
                  <a:lnTo>
                    <a:pt x="48968" y="83"/>
                  </a:lnTo>
                  <a:lnTo>
                    <a:pt x="48062" y="143"/>
                  </a:lnTo>
                  <a:lnTo>
                    <a:pt x="47156" y="218"/>
                  </a:lnTo>
                  <a:lnTo>
                    <a:pt x="46252" y="309"/>
                  </a:lnTo>
                  <a:lnTo>
                    <a:pt x="45350" y="416"/>
                  </a:lnTo>
                  <a:lnTo>
                    <a:pt x="44449" y="539"/>
                  </a:lnTo>
                  <a:lnTo>
                    <a:pt x="43551" y="678"/>
                  </a:lnTo>
                  <a:lnTo>
                    <a:pt x="42655" y="832"/>
                  </a:lnTo>
                  <a:lnTo>
                    <a:pt x="41763" y="1002"/>
                  </a:lnTo>
                  <a:lnTo>
                    <a:pt x="40873" y="1188"/>
                  </a:lnTo>
                  <a:lnTo>
                    <a:pt x="39987" y="1389"/>
                  </a:lnTo>
                  <a:lnTo>
                    <a:pt x="39104" y="1605"/>
                  </a:lnTo>
                  <a:lnTo>
                    <a:pt x="38226" y="1837"/>
                  </a:lnTo>
                  <a:lnTo>
                    <a:pt x="37351" y="2085"/>
                  </a:lnTo>
                  <a:lnTo>
                    <a:pt x="36481" y="2347"/>
                  </a:lnTo>
                  <a:lnTo>
                    <a:pt x="35616" y="2625"/>
                  </a:lnTo>
                  <a:lnTo>
                    <a:pt x="34756" y="2918"/>
                  </a:lnTo>
                  <a:lnTo>
                    <a:pt x="33901" y="3226"/>
                  </a:lnTo>
                  <a:lnTo>
                    <a:pt x="33052" y="3549"/>
                  </a:lnTo>
                  <a:lnTo>
                    <a:pt x="32208" y="3886"/>
                  </a:lnTo>
                  <a:lnTo>
                    <a:pt x="31370" y="4239"/>
                  </a:lnTo>
                  <a:lnTo>
                    <a:pt x="30539" y="4606"/>
                  </a:lnTo>
                  <a:lnTo>
                    <a:pt x="29714" y="4987"/>
                  </a:lnTo>
                  <a:lnTo>
                    <a:pt x="28896" y="5383"/>
                  </a:lnTo>
                  <a:lnTo>
                    <a:pt x="28085" y="5793"/>
                  </a:lnTo>
                  <a:lnTo>
                    <a:pt x="27281" y="6217"/>
                  </a:lnTo>
                  <a:lnTo>
                    <a:pt x="26485" y="6655"/>
                  </a:lnTo>
                  <a:lnTo>
                    <a:pt x="25697" y="7108"/>
                  </a:lnTo>
                  <a:lnTo>
                    <a:pt x="24917" y="7573"/>
                  </a:lnTo>
                  <a:lnTo>
                    <a:pt x="24145" y="8053"/>
                  </a:lnTo>
                  <a:lnTo>
                    <a:pt x="23381" y="8546"/>
                  </a:lnTo>
                  <a:lnTo>
                    <a:pt x="22626" y="9052"/>
                  </a:lnTo>
                  <a:lnTo>
                    <a:pt x="21881" y="9571"/>
                  </a:lnTo>
                  <a:lnTo>
                    <a:pt x="21144" y="10103"/>
                  </a:lnTo>
                  <a:lnTo>
                    <a:pt x="20417" y="10648"/>
                  </a:lnTo>
                  <a:lnTo>
                    <a:pt x="19699" y="11206"/>
                  </a:lnTo>
                  <a:lnTo>
                    <a:pt x="18992" y="11776"/>
                  </a:lnTo>
                  <a:lnTo>
                    <a:pt x="18294" y="12358"/>
                  </a:lnTo>
                  <a:lnTo>
                    <a:pt x="17607" y="12953"/>
                  </a:lnTo>
                  <a:lnTo>
                    <a:pt x="16930" y="13559"/>
                  </a:lnTo>
                  <a:lnTo>
                    <a:pt x="16264" y="14178"/>
                  </a:lnTo>
                  <a:lnTo>
                    <a:pt x="15609" y="14807"/>
                  </a:lnTo>
                  <a:lnTo>
                    <a:pt x="14965" y="15449"/>
                  </a:lnTo>
                  <a:lnTo>
                    <a:pt x="14333" y="16101"/>
                  </a:lnTo>
                  <a:lnTo>
                    <a:pt x="13711" y="16764"/>
                  </a:lnTo>
                  <a:lnTo>
                    <a:pt x="13102" y="17438"/>
                  </a:lnTo>
                  <a:lnTo>
                    <a:pt x="12504" y="18123"/>
                  </a:lnTo>
                  <a:lnTo>
                    <a:pt x="11919" y="18818"/>
                  </a:lnTo>
                  <a:lnTo>
                    <a:pt x="11346" y="19523"/>
                  </a:lnTo>
                  <a:lnTo>
                    <a:pt x="10785" y="20238"/>
                  </a:lnTo>
                  <a:lnTo>
                    <a:pt x="10237" y="20963"/>
                  </a:lnTo>
                  <a:lnTo>
                    <a:pt x="9701" y="21697"/>
                  </a:lnTo>
                  <a:lnTo>
                    <a:pt x="9179" y="22441"/>
                  </a:lnTo>
                  <a:lnTo>
                    <a:pt x="8669" y="23193"/>
                  </a:lnTo>
                  <a:lnTo>
                    <a:pt x="8173" y="23955"/>
                  </a:lnTo>
                  <a:lnTo>
                    <a:pt x="7690" y="24724"/>
                  </a:lnTo>
                  <a:lnTo>
                    <a:pt x="7221" y="25503"/>
                  </a:lnTo>
                  <a:lnTo>
                    <a:pt x="6766" y="26289"/>
                  </a:lnTo>
                  <a:lnTo>
                    <a:pt x="6324" y="27083"/>
                  </a:lnTo>
                  <a:lnTo>
                    <a:pt x="5896" y="27885"/>
                  </a:lnTo>
                  <a:lnTo>
                    <a:pt x="5483" y="28694"/>
                  </a:lnTo>
                  <a:lnTo>
                    <a:pt x="5083" y="29510"/>
                  </a:lnTo>
                  <a:lnTo>
                    <a:pt x="4698" y="30333"/>
                  </a:lnTo>
                  <a:lnTo>
                    <a:pt x="4328" y="31163"/>
                  </a:lnTo>
                  <a:lnTo>
                    <a:pt x="3972" y="31999"/>
                  </a:lnTo>
                  <a:lnTo>
                    <a:pt x="3630" y="32842"/>
                  </a:lnTo>
                  <a:lnTo>
                    <a:pt x="3304" y="33690"/>
                  </a:lnTo>
                  <a:lnTo>
                    <a:pt x="2992" y="34543"/>
                  </a:lnTo>
                  <a:lnTo>
                    <a:pt x="2696" y="35402"/>
                  </a:lnTo>
                  <a:lnTo>
                    <a:pt x="2414" y="36266"/>
                  </a:lnTo>
                  <a:lnTo>
                    <a:pt x="2148" y="37135"/>
                  </a:lnTo>
                  <a:lnTo>
                    <a:pt x="1896" y="38008"/>
                  </a:lnTo>
                  <a:lnTo>
                    <a:pt x="1661" y="38886"/>
                  </a:lnTo>
                  <a:lnTo>
                    <a:pt x="1440" y="39768"/>
                  </a:lnTo>
                  <a:lnTo>
                    <a:pt x="1235" y="40653"/>
                  </a:lnTo>
                  <a:lnTo>
                    <a:pt x="1046" y="41542"/>
                  </a:lnTo>
                  <a:lnTo>
                    <a:pt x="872" y="42434"/>
                  </a:lnTo>
                  <a:lnTo>
                    <a:pt x="714" y="43328"/>
                  </a:lnTo>
                  <a:lnTo>
                    <a:pt x="571" y="44226"/>
                  </a:lnTo>
                  <a:lnTo>
                    <a:pt x="444" y="45126"/>
                  </a:lnTo>
                  <a:lnTo>
                    <a:pt x="333" y="46028"/>
                  </a:lnTo>
                  <a:lnTo>
                    <a:pt x="238" y="46931"/>
                  </a:lnTo>
                  <a:lnTo>
                    <a:pt x="158" y="47837"/>
                  </a:lnTo>
                  <a:lnTo>
                    <a:pt x="95" y="48743"/>
                  </a:lnTo>
                  <a:lnTo>
                    <a:pt x="47" y="49651"/>
                  </a:lnTo>
                  <a:lnTo>
                    <a:pt x="15" y="50559"/>
                  </a:lnTo>
                  <a:lnTo>
                    <a:pt x="0" y="51467"/>
                  </a:lnTo>
                  <a:lnTo>
                    <a:pt x="0" y="52376"/>
                  </a:lnTo>
                  <a:lnTo>
                    <a:pt x="15" y="53285"/>
                  </a:lnTo>
                  <a:lnTo>
                    <a:pt x="47" y="54193"/>
                  </a:lnTo>
                  <a:lnTo>
                    <a:pt x="95" y="55100"/>
                  </a:lnTo>
                  <a:lnTo>
                    <a:pt x="158" y="56007"/>
                  </a:lnTo>
                  <a:lnTo>
                    <a:pt x="238" y="56912"/>
                  </a:lnTo>
                  <a:lnTo>
                    <a:pt x="333" y="57816"/>
                  </a:lnTo>
                  <a:lnTo>
                    <a:pt x="444" y="58718"/>
                  </a:lnTo>
                  <a:lnTo>
                    <a:pt x="571" y="59618"/>
                  </a:lnTo>
                  <a:lnTo>
                    <a:pt x="714" y="60515"/>
                  </a:lnTo>
                  <a:lnTo>
                    <a:pt x="872" y="61410"/>
                  </a:lnTo>
                  <a:lnTo>
                    <a:pt x="1046" y="62302"/>
                  </a:lnTo>
                  <a:lnTo>
                    <a:pt x="1235" y="63191"/>
                  </a:lnTo>
                  <a:lnTo>
                    <a:pt x="1440" y="64076"/>
                  </a:lnTo>
                  <a:lnTo>
                    <a:pt x="1661" y="64958"/>
                  </a:lnTo>
                  <a:lnTo>
                    <a:pt x="1896" y="65835"/>
                  </a:lnTo>
                  <a:lnTo>
                    <a:pt x="2148" y="66709"/>
                  </a:lnTo>
                  <a:lnTo>
                    <a:pt x="2414" y="67577"/>
                  </a:lnTo>
                  <a:lnTo>
                    <a:pt x="2696" y="68441"/>
                  </a:lnTo>
                  <a:lnTo>
                    <a:pt x="2992" y="69300"/>
                  </a:lnTo>
                  <a:lnTo>
                    <a:pt x="3304" y="70154"/>
                  </a:lnTo>
                  <a:lnTo>
                    <a:pt x="3630" y="71002"/>
                  </a:lnTo>
                  <a:lnTo>
                    <a:pt x="3972" y="71844"/>
                  </a:lnTo>
                  <a:lnTo>
                    <a:pt x="4328" y="72680"/>
                  </a:lnTo>
                  <a:lnTo>
                    <a:pt x="4698" y="73510"/>
                  </a:lnTo>
                  <a:lnTo>
                    <a:pt x="5083" y="74333"/>
                  </a:lnTo>
                  <a:lnTo>
                    <a:pt x="5483" y="75149"/>
                  </a:lnTo>
                  <a:lnTo>
                    <a:pt x="5896" y="75959"/>
                  </a:lnTo>
                  <a:lnTo>
                    <a:pt x="6324" y="76760"/>
                  </a:lnTo>
                  <a:lnTo>
                    <a:pt x="6766" y="77555"/>
                  </a:lnTo>
                  <a:lnTo>
                    <a:pt x="7221" y="78341"/>
                  </a:lnTo>
                  <a:lnTo>
                    <a:pt x="7690" y="79119"/>
                  </a:lnTo>
                  <a:lnTo>
                    <a:pt x="8173" y="79889"/>
                  </a:lnTo>
                  <a:lnTo>
                    <a:pt x="8669" y="80650"/>
                  </a:lnTo>
                  <a:lnTo>
                    <a:pt x="9179" y="81403"/>
                  </a:lnTo>
                  <a:lnTo>
                    <a:pt x="9701" y="82146"/>
                  </a:lnTo>
                  <a:lnTo>
                    <a:pt x="10237" y="82881"/>
                  </a:lnTo>
                  <a:lnTo>
                    <a:pt x="10785" y="83605"/>
                  </a:lnTo>
                  <a:lnTo>
                    <a:pt x="11346" y="84320"/>
                  </a:lnTo>
                  <a:lnTo>
                    <a:pt x="11919" y="85026"/>
                  </a:lnTo>
                  <a:lnTo>
                    <a:pt x="12504" y="85721"/>
                  </a:lnTo>
                  <a:lnTo>
                    <a:pt x="13102" y="86405"/>
                  </a:lnTo>
                  <a:lnTo>
                    <a:pt x="13711" y="87079"/>
                  </a:lnTo>
                  <a:lnTo>
                    <a:pt x="14333" y="87743"/>
                  </a:lnTo>
                  <a:lnTo>
                    <a:pt x="14965" y="88395"/>
                  </a:lnTo>
                  <a:lnTo>
                    <a:pt x="15609" y="89036"/>
                  </a:lnTo>
                  <a:lnTo>
                    <a:pt x="16264" y="89666"/>
                  </a:lnTo>
                  <a:lnTo>
                    <a:pt x="16930" y="90284"/>
                  </a:lnTo>
                  <a:lnTo>
                    <a:pt x="17607" y="90891"/>
                  </a:lnTo>
                  <a:lnTo>
                    <a:pt x="18294" y="91485"/>
                  </a:lnTo>
                  <a:lnTo>
                    <a:pt x="18992" y="92068"/>
                  </a:lnTo>
                  <a:lnTo>
                    <a:pt x="19699" y="92638"/>
                  </a:lnTo>
                  <a:lnTo>
                    <a:pt x="20417" y="93195"/>
                  </a:lnTo>
                  <a:lnTo>
                    <a:pt x="21144" y="93740"/>
                  </a:lnTo>
                  <a:lnTo>
                    <a:pt x="21881" y="94273"/>
                  </a:lnTo>
                  <a:lnTo>
                    <a:pt x="22626" y="94792"/>
                  </a:lnTo>
                  <a:lnTo>
                    <a:pt x="23381" y="95298"/>
                  </a:lnTo>
                  <a:lnTo>
                    <a:pt x="24145" y="95791"/>
                  </a:lnTo>
                  <a:lnTo>
                    <a:pt x="24917" y="96270"/>
                  </a:lnTo>
                  <a:lnTo>
                    <a:pt x="25697" y="96736"/>
                  </a:lnTo>
                  <a:lnTo>
                    <a:pt x="26485" y="97188"/>
                  </a:lnTo>
                  <a:lnTo>
                    <a:pt x="27281" y="97626"/>
                  </a:lnTo>
                  <a:lnTo>
                    <a:pt x="28085" y="98050"/>
                  </a:lnTo>
                  <a:lnTo>
                    <a:pt x="28896" y="98461"/>
                  </a:lnTo>
                  <a:lnTo>
                    <a:pt x="29714" y="98856"/>
                  </a:lnTo>
                  <a:lnTo>
                    <a:pt x="30539" y="99238"/>
                  </a:lnTo>
                  <a:lnTo>
                    <a:pt x="31370" y="99605"/>
                  </a:lnTo>
                  <a:lnTo>
                    <a:pt x="32208" y="99957"/>
                  </a:lnTo>
                  <a:lnTo>
                    <a:pt x="33052" y="100295"/>
                  </a:lnTo>
                  <a:lnTo>
                    <a:pt x="33901" y="100618"/>
                  </a:lnTo>
                  <a:lnTo>
                    <a:pt x="34756" y="100925"/>
                  </a:lnTo>
                  <a:lnTo>
                    <a:pt x="35616" y="101218"/>
                  </a:lnTo>
                  <a:lnTo>
                    <a:pt x="36481" y="101496"/>
                  </a:lnTo>
                  <a:lnTo>
                    <a:pt x="37351" y="101759"/>
                  </a:lnTo>
                  <a:lnTo>
                    <a:pt x="38226" y="102006"/>
                  </a:lnTo>
                  <a:lnTo>
                    <a:pt x="39104" y="102238"/>
                  </a:lnTo>
                  <a:lnTo>
                    <a:pt x="39987" y="102455"/>
                  </a:lnTo>
                  <a:lnTo>
                    <a:pt x="40873" y="102656"/>
                  </a:lnTo>
                  <a:lnTo>
                    <a:pt x="41763" y="102841"/>
                  </a:lnTo>
                  <a:lnTo>
                    <a:pt x="42655" y="103011"/>
                  </a:lnTo>
                  <a:lnTo>
                    <a:pt x="43551" y="103166"/>
                  </a:lnTo>
                  <a:lnTo>
                    <a:pt x="44449" y="103304"/>
                  </a:lnTo>
                  <a:lnTo>
                    <a:pt x="45350" y="103427"/>
                  </a:lnTo>
                  <a:lnTo>
                    <a:pt x="46252" y="103534"/>
                  </a:lnTo>
                  <a:lnTo>
                    <a:pt x="47156" y="103625"/>
                  </a:lnTo>
                  <a:lnTo>
                    <a:pt x="48062" y="103701"/>
                  </a:lnTo>
                  <a:lnTo>
                    <a:pt x="48968" y="103761"/>
                  </a:lnTo>
                  <a:lnTo>
                    <a:pt x="49876" y="103804"/>
                  </a:lnTo>
                  <a:lnTo>
                    <a:pt x="50784" y="103832"/>
                  </a:lnTo>
                  <a:lnTo>
                    <a:pt x="51693" y="103844"/>
                  </a:lnTo>
                  <a:lnTo>
                    <a:pt x="52602" y="103840"/>
                  </a:lnTo>
                  <a:lnTo>
                    <a:pt x="53510" y="103820"/>
                  </a:lnTo>
                  <a:lnTo>
                    <a:pt x="54418" y="103784"/>
                  </a:lnTo>
                  <a:lnTo>
                    <a:pt x="55326" y="103733"/>
                  </a:lnTo>
                  <a:lnTo>
                    <a:pt x="56232" y="103665"/>
                  </a:lnTo>
                  <a:lnTo>
                    <a:pt x="57137" y="103582"/>
                  </a:lnTo>
                  <a:lnTo>
                    <a:pt x="58040" y="103483"/>
                  </a:lnTo>
                  <a:lnTo>
                    <a:pt x="58941" y="103368"/>
                  </a:lnTo>
                  <a:lnTo>
                    <a:pt x="59841" y="103237"/>
                  </a:lnTo>
                  <a:lnTo>
                    <a:pt x="60738" y="103090"/>
                  </a:lnTo>
                  <a:lnTo>
                    <a:pt x="61632" y="102928"/>
                  </a:lnTo>
                  <a:lnTo>
                    <a:pt x="62523" y="102750"/>
                  </a:lnTo>
                  <a:lnTo>
                    <a:pt x="63411" y="102557"/>
                  </a:lnTo>
                  <a:lnTo>
                    <a:pt x="64295" y="102348"/>
                  </a:lnTo>
                  <a:lnTo>
                    <a:pt x="65176" y="102124"/>
                  </a:lnTo>
                  <a:lnTo>
                    <a:pt x="66052" y="101884"/>
                  </a:lnTo>
                  <a:lnTo>
                    <a:pt x="66925" y="101629"/>
                  </a:lnTo>
                  <a:lnTo>
                    <a:pt x="67792" y="101359"/>
                  </a:lnTo>
                  <a:lnTo>
                    <a:pt x="68655" y="101074"/>
                  </a:lnTo>
                  <a:lnTo>
                    <a:pt x="69513" y="100773"/>
                  </a:lnTo>
                  <a:lnTo>
                    <a:pt x="70365" y="100458"/>
                  </a:lnTo>
                  <a:lnTo>
                    <a:pt x="71212" y="100128"/>
                  </a:lnTo>
                  <a:lnTo>
                    <a:pt x="72052" y="99783"/>
                  </a:lnTo>
                  <a:lnTo>
                    <a:pt x="72887" y="99423"/>
                  </a:lnTo>
                  <a:lnTo>
                    <a:pt x="73715" y="99049"/>
                  </a:lnTo>
                  <a:lnTo>
                    <a:pt x="74536" y="98660"/>
                  </a:lnTo>
                  <a:lnTo>
                    <a:pt x="75351" y="98257"/>
                  </a:lnTo>
                  <a:lnTo>
                    <a:pt x="76158" y="97840"/>
                  </a:lnTo>
                  <a:lnTo>
                    <a:pt x="76958" y="97409"/>
                  </a:lnTo>
                  <a:lnTo>
                    <a:pt x="77750" y="96964"/>
                  </a:lnTo>
                  <a:lnTo>
                    <a:pt x="78535" y="96505"/>
                  </a:lnTo>
                  <a:lnTo>
                    <a:pt x="79311" y="96032"/>
                  </a:lnTo>
                  <a:lnTo>
                    <a:pt x="80079" y="95546"/>
                  </a:lnTo>
                  <a:lnTo>
                    <a:pt x="80838" y="95047"/>
                  </a:lnTo>
                  <a:lnTo>
                    <a:pt x="81588" y="94534"/>
                  </a:lnTo>
                  <a:lnTo>
                    <a:pt x="82329" y="94008"/>
                  </a:lnTo>
                  <a:lnTo>
                    <a:pt x="83061" y="93469"/>
                  </a:lnTo>
                  <a:lnTo>
                    <a:pt x="83784" y="92918"/>
                  </a:lnTo>
                  <a:lnTo>
                    <a:pt x="84496" y="92354"/>
                  </a:lnTo>
                  <a:lnTo>
                    <a:pt x="85199" y="91778"/>
                  </a:lnTo>
                  <a:lnTo>
                    <a:pt x="85891" y="91189"/>
                  </a:lnTo>
                  <a:lnTo>
                    <a:pt x="86573" y="90589"/>
                  </a:lnTo>
                  <a:lnTo>
                    <a:pt x="87245" y="89976"/>
                  </a:lnTo>
                  <a:lnTo>
                    <a:pt x="87905" y="89352"/>
                  </a:lnTo>
                  <a:lnTo>
                    <a:pt x="88555" y="88717"/>
                  </a:lnTo>
                  <a:lnTo>
                    <a:pt x="89193" y="88070"/>
                  </a:lnTo>
                  <a:lnTo>
                    <a:pt x="89820" y="87412"/>
                  </a:lnTo>
                  <a:lnTo>
                    <a:pt x="90435" y="86744"/>
                  </a:lnTo>
                  <a:lnTo>
                    <a:pt x="91039" y="86064"/>
                  </a:lnTo>
                  <a:lnTo>
                    <a:pt x="91630" y="85374"/>
                  </a:lnTo>
                  <a:lnTo>
                    <a:pt x="92210" y="84674"/>
                  </a:lnTo>
                  <a:lnTo>
                    <a:pt x="92777" y="83964"/>
                  </a:lnTo>
                  <a:lnTo>
                    <a:pt x="93331" y="83244"/>
                  </a:lnTo>
                  <a:lnTo>
                    <a:pt x="93873" y="82515"/>
                  </a:lnTo>
                  <a:lnTo>
                    <a:pt x="94402" y="81776"/>
                  </a:lnTo>
                  <a:lnTo>
                    <a:pt x="94918" y="81028"/>
                  </a:lnTo>
                  <a:lnTo>
                    <a:pt x="95421" y="80271"/>
                  </a:lnTo>
                  <a:lnTo>
                    <a:pt x="95910" y="79505"/>
                  </a:lnTo>
                  <a:lnTo>
                    <a:pt x="96386" y="78731"/>
                  </a:lnTo>
                  <a:lnTo>
                    <a:pt x="96849" y="77949"/>
                  </a:lnTo>
                  <a:lnTo>
                    <a:pt x="97297" y="77158"/>
                  </a:lnTo>
                  <a:lnTo>
                    <a:pt x="97732" y="76360"/>
                  </a:lnTo>
                  <a:lnTo>
                    <a:pt x="98153" y="75555"/>
                  </a:lnTo>
                  <a:lnTo>
                    <a:pt x="98559" y="74742"/>
                  </a:lnTo>
                  <a:lnTo>
                    <a:pt x="98952" y="73922"/>
                  </a:lnTo>
                  <a:lnTo>
                    <a:pt x="99329" y="73096"/>
                  </a:lnTo>
                  <a:lnTo>
                    <a:pt x="99693" y="72263"/>
                  </a:lnTo>
                  <a:lnTo>
                    <a:pt x="100041" y="71424"/>
                  </a:lnTo>
                  <a:lnTo>
                    <a:pt x="100375" y="70579"/>
                  </a:lnTo>
                  <a:lnTo>
                    <a:pt x="100694" y="69728"/>
                  </a:lnTo>
                  <a:lnTo>
                    <a:pt x="100999" y="68871"/>
                  </a:lnTo>
                  <a:lnTo>
                    <a:pt x="101288" y="68010"/>
                  </a:lnTo>
                  <a:lnTo>
                    <a:pt x="101562" y="67144"/>
                  </a:lnTo>
                  <a:lnTo>
                    <a:pt x="101820" y="66272"/>
                  </a:lnTo>
                  <a:lnTo>
                    <a:pt x="102064" y="65397"/>
                  </a:lnTo>
                  <a:lnTo>
                    <a:pt x="102292" y="64517"/>
                  </a:lnTo>
                  <a:lnTo>
                    <a:pt x="102505" y="63634"/>
                  </a:lnTo>
                  <a:lnTo>
                    <a:pt x="102702" y="62747"/>
                  </a:lnTo>
                  <a:lnTo>
                    <a:pt x="102884" y="61856"/>
                  </a:lnTo>
                  <a:lnTo>
                    <a:pt x="103050" y="60963"/>
                  </a:lnTo>
                  <a:lnTo>
                    <a:pt x="103200" y="60067"/>
                  </a:lnTo>
                  <a:lnTo>
                    <a:pt x="103335" y="59168"/>
                  </a:lnTo>
                  <a:lnTo>
                    <a:pt x="103454" y="58267"/>
                  </a:lnTo>
                  <a:lnTo>
                    <a:pt x="103557" y="57364"/>
                  </a:lnTo>
                  <a:lnTo>
                    <a:pt x="103644" y="56460"/>
                  </a:lnTo>
                  <a:lnTo>
                    <a:pt x="103716" y="55554"/>
                  </a:lnTo>
                  <a:lnTo>
                    <a:pt x="103771" y="54647"/>
                  </a:lnTo>
                  <a:lnTo>
                    <a:pt x="103811" y="53739"/>
                  </a:lnTo>
                  <a:lnTo>
                    <a:pt x="103835" y="52830"/>
                  </a:lnTo>
                  <a:lnTo>
                    <a:pt x="103843" y="519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5412038" y="4099794"/>
              <a:ext cx="571139" cy="571144"/>
            </a:xfrm>
            <a:custGeom>
              <a:avLst/>
              <a:pathLst>
                <a:path w="571139" h="571144">
                  <a:moveTo>
                    <a:pt x="571139" y="285572"/>
                  </a:moveTo>
                  <a:lnTo>
                    <a:pt x="571095" y="280574"/>
                  </a:lnTo>
                  <a:lnTo>
                    <a:pt x="570964" y="275578"/>
                  </a:lnTo>
                  <a:lnTo>
                    <a:pt x="570745" y="270584"/>
                  </a:lnTo>
                  <a:lnTo>
                    <a:pt x="570439" y="265596"/>
                  </a:lnTo>
                  <a:lnTo>
                    <a:pt x="570046" y="260613"/>
                  </a:lnTo>
                  <a:lnTo>
                    <a:pt x="569566" y="255638"/>
                  </a:lnTo>
                  <a:lnTo>
                    <a:pt x="568998" y="250673"/>
                  </a:lnTo>
                  <a:lnTo>
                    <a:pt x="568344" y="245718"/>
                  </a:lnTo>
                  <a:lnTo>
                    <a:pt x="567603" y="240775"/>
                  </a:lnTo>
                  <a:lnTo>
                    <a:pt x="566776" y="235846"/>
                  </a:lnTo>
                  <a:lnTo>
                    <a:pt x="565863" y="230932"/>
                  </a:lnTo>
                  <a:lnTo>
                    <a:pt x="564864" y="226035"/>
                  </a:lnTo>
                  <a:lnTo>
                    <a:pt x="563779" y="221156"/>
                  </a:lnTo>
                  <a:lnTo>
                    <a:pt x="562609" y="216296"/>
                  </a:lnTo>
                  <a:lnTo>
                    <a:pt x="561354" y="211459"/>
                  </a:lnTo>
                  <a:lnTo>
                    <a:pt x="560015" y="206643"/>
                  </a:lnTo>
                  <a:lnTo>
                    <a:pt x="558592" y="201852"/>
                  </a:lnTo>
                  <a:lnTo>
                    <a:pt x="557085" y="197087"/>
                  </a:lnTo>
                  <a:lnTo>
                    <a:pt x="555494" y="192348"/>
                  </a:lnTo>
                  <a:lnTo>
                    <a:pt x="553822" y="187639"/>
                  </a:lnTo>
                  <a:lnTo>
                    <a:pt x="552067" y="182959"/>
                  </a:lnTo>
                  <a:lnTo>
                    <a:pt x="550230" y="178310"/>
                  </a:lnTo>
                  <a:lnTo>
                    <a:pt x="548312" y="173695"/>
                  </a:lnTo>
                  <a:lnTo>
                    <a:pt x="546314" y="169114"/>
                  </a:lnTo>
                  <a:lnTo>
                    <a:pt x="544236" y="164568"/>
                  </a:lnTo>
                  <a:lnTo>
                    <a:pt x="542079" y="160060"/>
                  </a:lnTo>
                  <a:lnTo>
                    <a:pt x="539843" y="155590"/>
                  </a:lnTo>
                  <a:lnTo>
                    <a:pt x="537529" y="151159"/>
                  </a:lnTo>
                  <a:lnTo>
                    <a:pt x="535138" y="146770"/>
                  </a:lnTo>
                  <a:lnTo>
                    <a:pt x="532671" y="142424"/>
                  </a:lnTo>
                  <a:lnTo>
                    <a:pt x="530127" y="138121"/>
                  </a:lnTo>
                  <a:lnTo>
                    <a:pt x="527509" y="133864"/>
                  </a:lnTo>
                  <a:lnTo>
                    <a:pt x="524817" y="129653"/>
                  </a:lnTo>
                  <a:lnTo>
                    <a:pt x="522052" y="125489"/>
                  </a:lnTo>
                  <a:lnTo>
                    <a:pt x="519214" y="121375"/>
                  </a:lnTo>
                  <a:lnTo>
                    <a:pt x="516305" y="117311"/>
                  </a:lnTo>
                  <a:lnTo>
                    <a:pt x="513325" y="113299"/>
                  </a:lnTo>
                  <a:lnTo>
                    <a:pt x="510275" y="109339"/>
                  </a:lnTo>
                  <a:lnTo>
                    <a:pt x="507156" y="105433"/>
                  </a:lnTo>
                  <a:lnTo>
                    <a:pt x="503970" y="101583"/>
                  </a:lnTo>
                  <a:lnTo>
                    <a:pt x="500716" y="97789"/>
                  </a:lnTo>
                  <a:lnTo>
                    <a:pt x="497397" y="94052"/>
                  </a:lnTo>
                  <a:lnTo>
                    <a:pt x="494013" y="90374"/>
                  </a:lnTo>
                  <a:lnTo>
                    <a:pt x="490565" y="86756"/>
                  </a:lnTo>
                  <a:lnTo>
                    <a:pt x="487054" y="83199"/>
                  </a:lnTo>
                  <a:lnTo>
                    <a:pt x="483481" y="79703"/>
                  </a:lnTo>
                  <a:lnTo>
                    <a:pt x="479848" y="76271"/>
                  </a:lnTo>
                  <a:lnTo>
                    <a:pt x="476155" y="72903"/>
                  </a:lnTo>
                  <a:lnTo>
                    <a:pt x="472404" y="69600"/>
                  </a:lnTo>
                  <a:lnTo>
                    <a:pt x="468596" y="66363"/>
                  </a:lnTo>
                  <a:lnTo>
                    <a:pt x="464731" y="63193"/>
                  </a:lnTo>
                  <a:lnTo>
                    <a:pt x="460812" y="60092"/>
                  </a:lnTo>
                  <a:lnTo>
                    <a:pt x="456839" y="57059"/>
                  </a:lnTo>
                  <a:lnTo>
                    <a:pt x="452813" y="54097"/>
                  </a:lnTo>
                  <a:lnTo>
                    <a:pt x="448737" y="51205"/>
                  </a:lnTo>
                  <a:lnTo>
                    <a:pt x="444610" y="48386"/>
                  </a:lnTo>
                  <a:lnTo>
                    <a:pt x="440435" y="45638"/>
                  </a:lnTo>
                  <a:lnTo>
                    <a:pt x="436212" y="42965"/>
                  </a:lnTo>
                  <a:lnTo>
                    <a:pt x="431943" y="40365"/>
                  </a:lnTo>
                  <a:lnTo>
                    <a:pt x="427629" y="37841"/>
                  </a:lnTo>
                  <a:lnTo>
                    <a:pt x="423272" y="35393"/>
                  </a:lnTo>
                  <a:lnTo>
                    <a:pt x="418873" y="33021"/>
                  </a:lnTo>
                  <a:lnTo>
                    <a:pt x="414432" y="30727"/>
                  </a:lnTo>
                  <a:lnTo>
                    <a:pt x="409952" y="28510"/>
                  </a:lnTo>
                  <a:lnTo>
                    <a:pt x="405435" y="26373"/>
                  </a:lnTo>
                  <a:lnTo>
                    <a:pt x="400880" y="24315"/>
                  </a:lnTo>
                  <a:lnTo>
                    <a:pt x="396290" y="22337"/>
                  </a:lnTo>
                  <a:lnTo>
                    <a:pt x="391666" y="20439"/>
                  </a:lnTo>
                  <a:lnTo>
                    <a:pt x="387010" y="18623"/>
                  </a:lnTo>
                  <a:lnTo>
                    <a:pt x="382322" y="16888"/>
                  </a:lnTo>
                  <a:lnTo>
                    <a:pt x="377605" y="15236"/>
                  </a:lnTo>
                  <a:lnTo>
                    <a:pt x="372860" y="13667"/>
                  </a:lnTo>
                  <a:lnTo>
                    <a:pt x="368088" y="12180"/>
                  </a:lnTo>
                  <a:lnTo>
                    <a:pt x="363291" y="10778"/>
                  </a:lnTo>
                  <a:lnTo>
                    <a:pt x="358470" y="9460"/>
                  </a:lnTo>
                  <a:lnTo>
                    <a:pt x="353626" y="8226"/>
                  </a:lnTo>
                  <a:lnTo>
                    <a:pt x="348762" y="7078"/>
                  </a:lnTo>
                  <a:lnTo>
                    <a:pt x="343878" y="6014"/>
                  </a:lnTo>
                  <a:lnTo>
                    <a:pt x="338977" y="5036"/>
                  </a:lnTo>
                  <a:lnTo>
                    <a:pt x="334059" y="4145"/>
                  </a:lnTo>
                  <a:lnTo>
                    <a:pt x="329126" y="3339"/>
                  </a:lnTo>
                  <a:lnTo>
                    <a:pt x="324180" y="2620"/>
                  </a:lnTo>
                  <a:lnTo>
                    <a:pt x="319223" y="1987"/>
                  </a:lnTo>
                  <a:lnTo>
                    <a:pt x="314254" y="1442"/>
                  </a:lnTo>
                  <a:lnTo>
                    <a:pt x="309277" y="983"/>
                  </a:lnTo>
                  <a:lnTo>
                    <a:pt x="304293" y="612"/>
                  </a:lnTo>
                  <a:lnTo>
                    <a:pt x="299303" y="327"/>
                  </a:lnTo>
                  <a:lnTo>
                    <a:pt x="294309" y="131"/>
                  </a:lnTo>
                  <a:lnTo>
                    <a:pt x="289312" y="21"/>
                  </a:lnTo>
                  <a:lnTo>
                    <a:pt x="284314" y="0"/>
                  </a:lnTo>
                  <a:lnTo>
                    <a:pt x="279317" y="65"/>
                  </a:lnTo>
                  <a:lnTo>
                    <a:pt x="274321" y="218"/>
                  </a:lnTo>
                  <a:lnTo>
                    <a:pt x="269329" y="459"/>
                  </a:lnTo>
                  <a:lnTo>
                    <a:pt x="264341" y="786"/>
                  </a:lnTo>
                  <a:lnTo>
                    <a:pt x="259361" y="1201"/>
                  </a:lnTo>
                  <a:lnTo>
                    <a:pt x="254388" y="1704"/>
                  </a:lnTo>
                  <a:lnTo>
                    <a:pt x="249425" y="2293"/>
                  </a:lnTo>
                  <a:lnTo>
                    <a:pt x="244472" y="2969"/>
                  </a:lnTo>
                  <a:lnTo>
                    <a:pt x="239533" y="3731"/>
                  </a:lnTo>
                  <a:lnTo>
                    <a:pt x="234607" y="4580"/>
                  </a:lnTo>
                  <a:lnTo>
                    <a:pt x="229698" y="5515"/>
                  </a:lnTo>
                  <a:lnTo>
                    <a:pt x="224805" y="6535"/>
                  </a:lnTo>
                  <a:lnTo>
                    <a:pt x="219931" y="7641"/>
                  </a:lnTo>
                  <a:lnTo>
                    <a:pt x="215077" y="8832"/>
                  </a:lnTo>
                  <a:lnTo>
                    <a:pt x="210244" y="10108"/>
                  </a:lnTo>
                  <a:lnTo>
                    <a:pt x="205435" y="11469"/>
                  </a:lnTo>
                  <a:lnTo>
                    <a:pt x="200650" y="12913"/>
                  </a:lnTo>
                  <a:lnTo>
                    <a:pt x="195891" y="14441"/>
                  </a:lnTo>
                  <a:lnTo>
                    <a:pt x="191160" y="16052"/>
                  </a:lnTo>
                  <a:lnTo>
                    <a:pt x="186458" y="17745"/>
                  </a:lnTo>
                  <a:lnTo>
                    <a:pt x="181786" y="19521"/>
                  </a:lnTo>
                  <a:lnTo>
                    <a:pt x="177145" y="21378"/>
                  </a:lnTo>
                  <a:lnTo>
                    <a:pt x="172538" y="23316"/>
                  </a:lnTo>
                  <a:lnTo>
                    <a:pt x="167966" y="25334"/>
                  </a:lnTo>
                  <a:lnTo>
                    <a:pt x="163429" y="27432"/>
                  </a:lnTo>
                  <a:lnTo>
                    <a:pt x="158930" y="29609"/>
                  </a:lnTo>
                  <a:lnTo>
                    <a:pt x="154470" y="31864"/>
                  </a:lnTo>
                  <a:lnTo>
                    <a:pt x="150050" y="34197"/>
                  </a:lnTo>
                  <a:lnTo>
                    <a:pt x="145671" y="36607"/>
                  </a:lnTo>
                  <a:lnTo>
                    <a:pt x="141336" y="39094"/>
                  </a:lnTo>
                  <a:lnTo>
                    <a:pt x="137044" y="41656"/>
                  </a:lnTo>
                  <a:lnTo>
                    <a:pt x="132798" y="44292"/>
                  </a:lnTo>
                  <a:lnTo>
                    <a:pt x="128599" y="47003"/>
                  </a:lnTo>
                  <a:lnTo>
                    <a:pt x="124448" y="49786"/>
                  </a:lnTo>
                  <a:lnTo>
                    <a:pt x="120346" y="52642"/>
                  </a:lnTo>
                  <a:lnTo>
                    <a:pt x="116295" y="55569"/>
                  </a:lnTo>
                  <a:lnTo>
                    <a:pt x="112295" y="58567"/>
                  </a:lnTo>
                  <a:lnTo>
                    <a:pt x="108349" y="61634"/>
                  </a:lnTo>
                  <a:lnTo>
                    <a:pt x="104457" y="64770"/>
                  </a:lnTo>
                  <a:lnTo>
                    <a:pt x="100621" y="67973"/>
                  </a:lnTo>
                  <a:lnTo>
                    <a:pt x="96841" y="71243"/>
                  </a:lnTo>
                  <a:lnTo>
                    <a:pt x="93119" y="74579"/>
                  </a:lnTo>
                  <a:lnTo>
                    <a:pt x="89456" y="77979"/>
                  </a:lnTo>
                  <a:lnTo>
                    <a:pt x="85853" y="81443"/>
                  </a:lnTo>
                  <a:lnTo>
                    <a:pt x="82311" y="84969"/>
                  </a:lnTo>
                  <a:lnTo>
                    <a:pt x="78831" y="88557"/>
                  </a:lnTo>
                  <a:lnTo>
                    <a:pt x="75415" y="92206"/>
                  </a:lnTo>
                  <a:lnTo>
                    <a:pt x="72063" y="95913"/>
                  </a:lnTo>
                  <a:lnTo>
                    <a:pt x="68776" y="99678"/>
                  </a:lnTo>
                  <a:lnTo>
                    <a:pt x="65556" y="103501"/>
                  </a:lnTo>
                  <a:lnTo>
                    <a:pt x="62403" y="107379"/>
                  </a:lnTo>
                  <a:lnTo>
                    <a:pt x="59319" y="111312"/>
                  </a:lnTo>
                  <a:lnTo>
                    <a:pt x="56304" y="115298"/>
                  </a:lnTo>
                  <a:lnTo>
                    <a:pt x="53359" y="119337"/>
                  </a:lnTo>
                  <a:lnTo>
                    <a:pt x="50485" y="123426"/>
                  </a:lnTo>
                  <a:lnTo>
                    <a:pt x="47684" y="127565"/>
                  </a:lnTo>
                  <a:lnTo>
                    <a:pt x="44955" y="131752"/>
                  </a:lnTo>
                  <a:lnTo>
                    <a:pt x="42300" y="135987"/>
                  </a:lnTo>
                  <a:lnTo>
                    <a:pt x="39719" y="140267"/>
                  </a:lnTo>
                  <a:lnTo>
                    <a:pt x="37214" y="144592"/>
                  </a:lnTo>
                  <a:lnTo>
                    <a:pt x="34784" y="148960"/>
                  </a:lnTo>
                  <a:lnTo>
                    <a:pt x="32432" y="153369"/>
                  </a:lnTo>
                  <a:lnTo>
                    <a:pt x="30157" y="157820"/>
                  </a:lnTo>
                  <a:lnTo>
                    <a:pt x="27960" y="162309"/>
                  </a:lnTo>
                  <a:lnTo>
                    <a:pt x="25843" y="166836"/>
                  </a:lnTo>
                  <a:lnTo>
                    <a:pt x="23804" y="171400"/>
                  </a:lnTo>
                  <a:lnTo>
                    <a:pt x="21846" y="175999"/>
                  </a:lnTo>
                  <a:lnTo>
                    <a:pt x="19969" y="180631"/>
                  </a:lnTo>
                  <a:lnTo>
                    <a:pt x="18173" y="185295"/>
                  </a:lnTo>
                  <a:lnTo>
                    <a:pt x="16459" y="189990"/>
                  </a:lnTo>
                  <a:lnTo>
                    <a:pt x="14828" y="194714"/>
                  </a:lnTo>
                  <a:lnTo>
                    <a:pt x="13279" y="199466"/>
                  </a:lnTo>
                  <a:lnTo>
                    <a:pt x="11814" y="204245"/>
                  </a:lnTo>
                  <a:lnTo>
                    <a:pt x="10432" y="209048"/>
                  </a:lnTo>
                  <a:lnTo>
                    <a:pt x="9135" y="213875"/>
                  </a:lnTo>
                  <a:lnTo>
                    <a:pt x="7923" y="218724"/>
                  </a:lnTo>
                  <a:lnTo>
                    <a:pt x="6795" y="223593"/>
                  </a:lnTo>
                  <a:lnTo>
                    <a:pt x="5753" y="228481"/>
                  </a:lnTo>
                  <a:lnTo>
                    <a:pt x="4797" y="233387"/>
                  </a:lnTo>
                  <a:lnTo>
                    <a:pt x="3927" y="238308"/>
                  </a:lnTo>
                  <a:lnTo>
                    <a:pt x="3143" y="243245"/>
                  </a:lnTo>
                  <a:lnTo>
                    <a:pt x="2445" y="248194"/>
                  </a:lnTo>
                  <a:lnTo>
                    <a:pt x="1835" y="253154"/>
                  </a:lnTo>
                  <a:lnTo>
                    <a:pt x="1311" y="258125"/>
                  </a:lnTo>
                  <a:lnTo>
                    <a:pt x="874" y="263104"/>
                  </a:lnTo>
                  <a:lnTo>
                    <a:pt x="524" y="268089"/>
                  </a:lnTo>
                  <a:lnTo>
                    <a:pt x="262" y="273081"/>
                  </a:lnTo>
                  <a:lnTo>
                    <a:pt x="87" y="278076"/>
                  </a:lnTo>
                  <a:lnTo>
                    <a:pt x="0" y="283073"/>
                  </a:lnTo>
                  <a:lnTo>
                    <a:pt x="0" y="288071"/>
                  </a:lnTo>
                  <a:lnTo>
                    <a:pt x="87" y="293068"/>
                  </a:lnTo>
                  <a:lnTo>
                    <a:pt x="262" y="298063"/>
                  </a:lnTo>
                  <a:lnTo>
                    <a:pt x="524" y="303054"/>
                  </a:lnTo>
                  <a:lnTo>
                    <a:pt x="874" y="308040"/>
                  </a:lnTo>
                  <a:lnTo>
                    <a:pt x="1311" y="313019"/>
                  </a:lnTo>
                  <a:lnTo>
                    <a:pt x="1835" y="317990"/>
                  </a:lnTo>
                  <a:lnTo>
                    <a:pt x="2445" y="322950"/>
                  </a:lnTo>
                  <a:lnTo>
                    <a:pt x="3143" y="327899"/>
                  </a:lnTo>
                  <a:lnTo>
                    <a:pt x="3927" y="332836"/>
                  </a:lnTo>
                  <a:lnTo>
                    <a:pt x="4797" y="337757"/>
                  </a:lnTo>
                  <a:lnTo>
                    <a:pt x="5753" y="342663"/>
                  </a:lnTo>
                  <a:lnTo>
                    <a:pt x="6795" y="347551"/>
                  </a:lnTo>
                  <a:lnTo>
                    <a:pt x="7923" y="352420"/>
                  </a:lnTo>
                  <a:lnTo>
                    <a:pt x="9135" y="357269"/>
                  </a:lnTo>
                  <a:lnTo>
                    <a:pt x="10432" y="362096"/>
                  </a:lnTo>
                  <a:lnTo>
                    <a:pt x="11814" y="366899"/>
                  </a:lnTo>
                  <a:lnTo>
                    <a:pt x="13279" y="371678"/>
                  </a:lnTo>
                  <a:lnTo>
                    <a:pt x="14828" y="376430"/>
                  </a:lnTo>
                  <a:lnTo>
                    <a:pt x="16459" y="381154"/>
                  </a:lnTo>
                  <a:lnTo>
                    <a:pt x="18173" y="385849"/>
                  </a:lnTo>
                  <a:lnTo>
                    <a:pt x="19969" y="390513"/>
                  </a:lnTo>
                  <a:lnTo>
                    <a:pt x="21846" y="395145"/>
                  </a:lnTo>
                  <a:lnTo>
                    <a:pt x="23804" y="399744"/>
                  </a:lnTo>
                  <a:lnTo>
                    <a:pt x="25843" y="404307"/>
                  </a:lnTo>
                  <a:lnTo>
                    <a:pt x="27960" y="408835"/>
                  </a:lnTo>
                  <a:lnTo>
                    <a:pt x="30157" y="413324"/>
                  </a:lnTo>
                  <a:lnTo>
                    <a:pt x="32432" y="417774"/>
                  </a:lnTo>
                  <a:lnTo>
                    <a:pt x="34784" y="422184"/>
                  </a:lnTo>
                  <a:lnTo>
                    <a:pt x="37214" y="426552"/>
                  </a:lnTo>
                  <a:lnTo>
                    <a:pt x="39719" y="430877"/>
                  </a:lnTo>
                  <a:lnTo>
                    <a:pt x="42300" y="435157"/>
                  </a:lnTo>
                  <a:lnTo>
                    <a:pt x="44955" y="439392"/>
                  </a:lnTo>
                  <a:lnTo>
                    <a:pt x="47684" y="443579"/>
                  </a:lnTo>
                  <a:lnTo>
                    <a:pt x="50485" y="447718"/>
                  </a:lnTo>
                  <a:lnTo>
                    <a:pt x="53359" y="451807"/>
                  </a:lnTo>
                  <a:lnTo>
                    <a:pt x="56304" y="455846"/>
                  </a:lnTo>
                  <a:lnTo>
                    <a:pt x="59319" y="459832"/>
                  </a:lnTo>
                  <a:lnTo>
                    <a:pt x="62403" y="463765"/>
                  </a:lnTo>
                  <a:lnTo>
                    <a:pt x="65556" y="467643"/>
                  </a:lnTo>
                  <a:lnTo>
                    <a:pt x="68776" y="471465"/>
                  </a:lnTo>
                  <a:lnTo>
                    <a:pt x="72063" y="475231"/>
                  </a:lnTo>
                  <a:lnTo>
                    <a:pt x="75415" y="478938"/>
                  </a:lnTo>
                  <a:lnTo>
                    <a:pt x="78831" y="482587"/>
                  </a:lnTo>
                  <a:lnTo>
                    <a:pt x="82311" y="486174"/>
                  </a:lnTo>
                  <a:lnTo>
                    <a:pt x="85853" y="489701"/>
                  </a:lnTo>
                  <a:lnTo>
                    <a:pt x="89456" y="493165"/>
                  </a:lnTo>
                  <a:lnTo>
                    <a:pt x="93119" y="496565"/>
                  </a:lnTo>
                  <a:lnTo>
                    <a:pt x="96841" y="499901"/>
                  </a:lnTo>
                  <a:lnTo>
                    <a:pt x="100621" y="503171"/>
                  </a:lnTo>
                  <a:lnTo>
                    <a:pt x="104457" y="506374"/>
                  </a:lnTo>
                  <a:lnTo>
                    <a:pt x="108349" y="509510"/>
                  </a:lnTo>
                  <a:lnTo>
                    <a:pt x="112295" y="512577"/>
                  </a:lnTo>
                  <a:lnTo>
                    <a:pt x="116295" y="515575"/>
                  </a:lnTo>
                  <a:lnTo>
                    <a:pt x="120346" y="518502"/>
                  </a:lnTo>
                  <a:lnTo>
                    <a:pt x="124448" y="521357"/>
                  </a:lnTo>
                  <a:lnTo>
                    <a:pt x="128599" y="524141"/>
                  </a:lnTo>
                  <a:lnTo>
                    <a:pt x="132798" y="526852"/>
                  </a:lnTo>
                  <a:lnTo>
                    <a:pt x="137044" y="529488"/>
                  </a:lnTo>
                  <a:lnTo>
                    <a:pt x="141336" y="532050"/>
                  </a:lnTo>
                  <a:lnTo>
                    <a:pt x="145671" y="534536"/>
                  </a:lnTo>
                  <a:lnTo>
                    <a:pt x="150050" y="536947"/>
                  </a:lnTo>
                  <a:lnTo>
                    <a:pt x="154470" y="539280"/>
                  </a:lnTo>
                  <a:lnTo>
                    <a:pt x="158930" y="541535"/>
                  </a:lnTo>
                  <a:lnTo>
                    <a:pt x="163429" y="543712"/>
                  </a:lnTo>
                  <a:lnTo>
                    <a:pt x="167966" y="545810"/>
                  </a:lnTo>
                  <a:lnTo>
                    <a:pt x="172538" y="547828"/>
                  </a:lnTo>
                  <a:lnTo>
                    <a:pt x="177145" y="549766"/>
                  </a:lnTo>
                  <a:lnTo>
                    <a:pt x="181786" y="551623"/>
                  </a:lnTo>
                  <a:lnTo>
                    <a:pt x="186458" y="553399"/>
                  </a:lnTo>
                  <a:lnTo>
                    <a:pt x="191160" y="555092"/>
                  </a:lnTo>
                  <a:lnTo>
                    <a:pt x="195891" y="556703"/>
                  </a:lnTo>
                  <a:lnTo>
                    <a:pt x="200650" y="558231"/>
                  </a:lnTo>
                  <a:lnTo>
                    <a:pt x="205435" y="559675"/>
                  </a:lnTo>
                  <a:lnTo>
                    <a:pt x="210244" y="561035"/>
                  </a:lnTo>
                  <a:lnTo>
                    <a:pt x="215077" y="562311"/>
                  </a:lnTo>
                  <a:lnTo>
                    <a:pt x="219931" y="563503"/>
                  </a:lnTo>
                  <a:lnTo>
                    <a:pt x="224805" y="564609"/>
                  </a:lnTo>
                  <a:lnTo>
                    <a:pt x="229698" y="565629"/>
                  </a:lnTo>
                  <a:lnTo>
                    <a:pt x="234607" y="566564"/>
                  </a:lnTo>
                  <a:lnTo>
                    <a:pt x="239533" y="567413"/>
                  </a:lnTo>
                  <a:lnTo>
                    <a:pt x="244472" y="568175"/>
                  </a:lnTo>
                  <a:lnTo>
                    <a:pt x="249425" y="568851"/>
                  </a:lnTo>
                  <a:lnTo>
                    <a:pt x="254388" y="569440"/>
                  </a:lnTo>
                  <a:lnTo>
                    <a:pt x="259361" y="569942"/>
                  </a:lnTo>
                  <a:lnTo>
                    <a:pt x="264341" y="570357"/>
                  </a:lnTo>
                  <a:lnTo>
                    <a:pt x="269329" y="570685"/>
                  </a:lnTo>
                  <a:lnTo>
                    <a:pt x="274321" y="570926"/>
                  </a:lnTo>
                  <a:lnTo>
                    <a:pt x="279317" y="571079"/>
                  </a:lnTo>
                  <a:lnTo>
                    <a:pt x="284314" y="571144"/>
                  </a:lnTo>
                  <a:lnTo>
                    <a:pt x="289312" y="571123"/>
                  </a:lnTo>
                  <a:lnTo>
                    <a:pt x="294309" y="571013"/>
                  </a:lnTo>
                  <a:lnTo>
                    <a:pt x="299303" y="570816"/>
                  </a:lnTo>
                  <a:lnTo>
                    <a:pt x="304293" y="570532"/>
                  </a:lnTo>
                  <a:lnTo>
                    <a:pt x="309277" y="570161"/>
                  </a:lnTo>
                  <a:lnTo>
                    <a:pt x="314254" y="569702"/>
                  </a:lnTo>
                  <a:lnTo>
                    <a:pt x="319223" y="569157"/>
                  </a:lnTo>
                  <a:lnTo>
                    <a:pt x="324180" y="568524"/>
                  </a:lnTo>
                  <a:lnTo>
                    <a:pt x="329126" y="567805"/>
                  </a:lnTo>
                  <a:lnTo>
                    <a:pt x="334059" y="566999"/>
                  </a:lnTo>
                  <a:lnTo>
                    <a:pt x="338977" y="566108"/>
                  </a:lnTo>
                  <a:lnTo>
                    <a:pt x="343878" y="565130"/>
                  </a:lnTo>
                  <a:lnTo>
                    <a:pt x="348762" y="564066"/>
                  </a:lnTo>
                  <a:lnTo>
                    <a:pt x="353626" y="562918"/>
                  </a:lnTo>
                  <a:lnTo>
                    <a:pt x="358470" y="561684"/>
                  </a:lnTo>
                  <a:lnTo>
                    <a:pt x="363291" y="560366"/>
                  </a:lnTo>
                  <a:lnTo>
                    <a:pt x="368088" y="558963"/>
                  </a:lnTo>
                  <a:lnTo>
                    <a:pt x="372860" y="557477"/>
                  </a:lnTo>
                  <a:lnTo>
                    <a:pt x="377605" y="555908"/>
                  </a:lnTo>
                  <a:lnTo>
                    <a:pt x="382322" y="554256"/>
                  </a:lnTo>
                  <a:lnTo>
                    <a:pt x="387010" y="552521"/>
                  </a:lnTo>
                  <a:lnTo>
                    <a:pt x="391666" y="550705"/>
                  </a:lnTo>
                  <a:lnTo>
                    <a:pt x="396290" y="548807"/>
                  </a:lnTo>
                  <a:lnTo>
                    <a:pt x="400880" y="546829"/>
                  </a:lnTo>
                  <a:lnTo>
                    <a:pt x="405435" y="544771"/>
                  </a:lnTo>
                  <a:lnTo>
                    <a:pt x="409952" y="542633"/>
                  </a:lnTo>
                  <a:lnTo>
                    <a:pt x="414432" y="540417"/>
                  </a:lnTo>
                  <a:lnTo>
                    <a:pt x="418873" y="538123"/>
                  </a:lnTo>
                  <a:lnTo>
                    <a:pt x="423272" y="535751"/>
                  </a:lnTo>
                  <a:lnTo>
                    <a:pt x="427629" y="533303"/>
                  </a:lnTo>
                  <a:lnTo>
                    <a:pt x="431943" y="530779"/>
                  </a:lnTo>
                  <a:lnTo>
                    <a:pt x="436212" y="528179"/>
                  </a:lnTo>
                  <a:lnTo>
                    <a:pt x="440435" y="525506"/>
                  </a:lnTo>
                  <a:lnTo>
                    <a:pt x="444610" y="522758"/>
                  </a:lnTo>
                  <a:lnTo>
                    <a:pt x="448737" y="519939"/>
                  </a:lnTo>
                  <a:lnTo>
                    <a:pt x="452813" y="517047"/>
                  </a:lnTo>
                  <a:lnTo>
                    <a:pt x="456839" y="514084"/>
                  </a:lnTo>
                  <a:lnTo>
                    <a:pt x="460812" y="511052"/>
                  </a:lnTo>
                  <a:lnTo>
                    <a:pt x="464731" y="507950"/>
                  </a:lnTo>
                  <a:lnTo>
                    <a:pt x="468596" y="504781"/>
                  </a:lnTo>
                  <a:lnTo>
                    <a:pt x="472404" y="501544"/>
                  </a:lnTo>
                  <a:lnTo>
                    <a:pt x="476155" y="498241"/>
                  </a:lnTo>
                  <a:lnTo>
                    <a:pt x="479848" y="494873"/>
                  </a:lnTo>
                  <a:lnTo>
                    <a:pt x="483481" y="491441"/>
                  </a:lnTo>
                  <a:lnTo>
                    <a:pt x="487054" y="487945"/>
                  </a:lnTo>
                  <a:lnTo>
                    <a:pt x="490565" y="484388"/>
                  </a:lnTo>
                  <a:lnTo>
                    <a:pt x="494013" y="480770"/>
                  </a:lnTo>
                  <a:lnTo>
                    <a:pt x="497397" y="477092"/>
                  </a:lnTo>
                  <a:lnTo>
                    <a:pt x="500716" y="473355"/>
                  </a:lnTo>
                  <a:lnTo>
                    <a:pt x="503970" y="469561"/>
                  </a:lnTo>
                  <a:lnTo>
                    <a:pt x="507156" y="465711"/>
                  </a:lnTo>
                  <a:lnTo>
                    <a:pt x="510275" y="461805"/>
                  </a:lnTo>
                  <a:lnTo>
                    <a:pt x="513325" y="457845"/>
                  </a:lnTo>
                  <a:lnTo>
                    <a:pt x="516305" y="453833"/>
                  </a:lnTo>
                  <a:lnTo>
                    <a:pt x="519214" y="449769"/>
                  </a:lnTo>
                  <a:lnTo>
                    <a:pt x="522052" y="445655"/>
                  </a:lnTo>
                  <a:lnTo>
                    <a:pt x="524817" y="441491"/>
                  </a:lnTo>
                  <a:lnTo>
                    <a:pt x="527509" y="437280"/>
                  </a:lnTo>
                  <a:lnTo>
                    <a:pt x="530127" y="433023"/>
                  </a:lnTo>
                  <a:lnTo>
                    <a:pt x="532671" y="428720"/>
                  </a:lnTo>
                  <a:lnTo>
                    <a:pt x="535138" y="424374"/>
                  </a:lnTo>
                  <a:lnTo>
                    <a:pt x="537529" y="419984"/>
                  </a:lnTo>
                  <a:lnTo>
                    <a:pt x="539843" y="415554"/>
                  </a:lnTo>
                  <a:lnTo>
                    <a:pt x="542079" y="411084"/>
                  </a:lnTo>
                  <a:lnTo>
                    <a:pt x="544236" y="406576"/>
                  </a:lnTo>
                  <a:lnTo>
                    <a:pt x="546314" y="402030"/>
                  </a:lnTo>
                  <a:lnTo>
                    <a:pt x="548312" y="397449"/>
                  </a:lnTo>
                  <a:lnTo>
                    <a:pt x="550230" y="392833"/>
                  </a:lnTo>
                  <a:lnTo>
                    <a:pt x="552067" y="388185"/>
                  </a:lnTo>
                  <a:lnTo>
                    <a:pt x="553822" y="383505"/>
                  </a:lnTo>
                  <a:lnTo>
                    <a:pt x="555494" y="378795"/>
                  </a:lnTo>
                  <a:lnTo>
                    <a:pt x="557085" y="374057"/>
                  </a:lnTo>
                  <a:lnTo>
                    <a:pt x="558592" y="369292"/>
                  </a:lnTo>
                  <a:lnTo>
                    <a:pt x="560015" y="364501"/>
                  </a:lnTo>
                  <a:lnTo>
                    <a:pt x="561354" y="359685"/>
                  </a:lnTo>
                  <a:lnTo>
                    <a:pt x="562609" y="354847"/>
                  </a:lnTo>
                  <a:lnTo>
                    <a:pt x="563779" y="349988"/>
                  </a:lnTo>
                  <a:lnTo>
                    <a:pt x="564864" y="345109"/>
                  </a:lnTo>
                  <a:lnTo>
                    <a:pt x="565863" y="340212"/>
                  </a:lnTo>
                  <a:lnTo>
                    <a:pt x="566776" y="335298"/>
                  </a:lnTo>
                  <a:lnTo>
                    <a:pt x="567603" y="330369"/>
                  </a:lnTo>
                  <a:lnTo>
                    <a:pt x="568344" y="325426"/>
                  </a:lnTo>
                  <a:lnTo>
                    <a:pt x="568998" y="320471"/>
                  </a:lnTo>
                  <a:lnTo>
                    <a:pt x="569566" y="315506"/>
                  </a:lnTo>
                  <a:lnTo>
                    <a:pt x="570046" y="310531"/>
                  </a:lnTo>
                  <a:lnTo>
                    <a:pt x="570439" y="305548"/>
                  </a:lnTo>
                  <a:lnTo>
                    <a:pt x="570745" y="300559"/>
                  </a:lnTo>
                  <a:lnTo>
                    <a:pt x="570964" y="295566"/>
                  </a:lnTo>
                  <a:lnTo>
                    <a:pt x="571095" y="290570"/>
                  </a:lnTo>
                  <a:lnTo>
                    <a:pt x="571139" y="28557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5178395" y="3866144"/>
              <a:ext cx="1038435" cy="1038445"/>
            </a:xfrm>
            <a:custGeom>
              <a:avLst/>
              <a:pathLst>
                <a:path w="1038435" h="1038445">
                  <a:moveTo>
                    <a:pt x="1038435" y="519222"/>
                  </a:moveTo>
                  <a:lnTo>
                    <a:pt x="1038355" y="510135"/>
                  </a:lnTo>
                  <a:lnTo>
                    <a:pt x="1038117" y="501051"/>
                  </a:lnTo>
                  <a:lnTo>
                    <a:pt x="1037719" y="491972"/>
                  </a:lnTo>
                  <a:lnTo>
                    <a:pt x="1037163" y="482902"/>
                  </a:lnTo>
                  <a:lnTo>
                    <a:pt x="1036448" y="473843"/>
                  </a:lnTo>
                  <a:lnTo>
                    <a:pt x="1035575" y="464797"/>
                  </a:lnTo>
                  <a:lnTo>
                    <a:pt x="1034543" y="455769"/>
                  </a:lnTo>
                  <a:lnTo>
                    <a:pt x="1033354" y="446760"/>
                  </a:lnTo>
                  <a:lnTo>
                    <a:pt x="1032007" y="437773"/>
                  </a:lnTo>
                  <a:lnTo>
                    <a:pt x="1030503" y="428811"/>
                  </a:lnTo>
                  <a:lnTo>
                    <a:pt x="1028842" y="419876"/>
                  </a:lnTo>
                  <a:lnTo>
                    <a:pt x="1027025" y="410972"/>
                  </a:lnTo>
                  <a:lnTo>
                    <a:pt x="1025053" y="402102"/>
                  </a:lnTo>
                  <a:lnTo>
                    <a:pt x="1022926" y="393267"/>
                  </a:lnTo>
                  <a:lnTo>
                    <a:pt x="1020644" y="384470"/>
                  </a:lnTo>
                  <a:lnTo>
                    <a:pt x="1018209" y="375715"/>
                  </a:lnTo>
                  <a:lnTo>
                    <a:pt x="1015621" y="367004"/>
                  </a:lnTo>
                  <a:lnTo>
                    <a:pt x="1012881" y="358340"/>
                  </a:lnTo>
                  <a:lnTo>
                    <a:pt x="1009990" y="349725"/>
                  </a:lnTo>
                  <a:lnTo>
                    <a:pt x="1006949" y="341161"/>
                  </a:lnTo>
                  <a:lnTo>
                    <a:pt x="1003758" y="332653"/>
                  </a:lnTo>
                  <a:lnTo>
                    <a:pt x="1000418" y="324201"/>
                  </a:lnTo>
                  <a:lnTo>
                    <a:pt x="996932" y="315809"/>
                  </a:lnTo>
                  <a:lnTo>
                    <a:pt x="993298" y="307480"/>
                  </a:lnTo>
                  <a:lnTo>
                    <a:pt x="989520" y="299215"/>
                  </a:lnTo>
                  <a:lnTo>
                    <a:pt x="985598" y="291018"/>
                  </a:lnTo>
                  <a:lnTo>
                    <a:pt x="981533" y="282891"/>
                  </a:lnTo>
                  <a:lnTo>
                    <a:pt x="977326" y="274836"/>
                  </a:lnTo>
                  <a:lnTo>
                    <a:pt x="972979" y="266856"/>
                  </a:lnTo>
                  <a:lnTo>
                    <a:pt x="968492" y="258953"/>
                  </a:lnTo>
                  <a:lnTo>
                    <a:pt x="963869" y="251130"/>
                  </a:lnTo>
                  <a:lnTo>
                    <a:pt x="959109" y="243389"/>
                  </a:lnTo>
                  <a:lnTo>
                    <a:pt x="954214" y="235732"/>
                  </a:lnTo>
                  <a:lnTo>
                    <a:pt x="949186" y="228163"/>
                  </a:lnTo>
                  <a:lnTo>
                    <a:pt x="944026" y="220682"/>
                  </a:lnTo>
                  <a:lnTo>
                    <a:pt x="938736" y="213293"/>
                  </a:lnTo>
                  <a:lnTo>
                    <a:pt x="933318" y="205998"/>
                  </a:lnTo>
                  <a:lnTo>
                    <a:pt x="927773" y="198798"/>
                  </a:lnTo>
                  <a:lnTo>
                    <a:pt x="922103" y="191697"/>
                  </a:lnTo>
                  <a:lnTo>
                    <a:pt x="916309" y="184696"/>
                  </a:lnTo>
                  <a:lnTo>
                    <a:pt x="910393" y="177798"/>
                  </a:lnTo>
                  <a:lnTo>
                    <a:pt x="904358" y="171004"/>
                  </a:lnTo>
                  <a:lnTo>
                    <a:pt x="898205" y="164317"/>
                  </a:lnTo>
                  <a:lnTo>
                    <a:pt x="891936" y="157738"/>
                  </a:lnTo>
                  <a:lnTo>
                    <a:pt x="885552" y="151270"/>
                  </a:lnTo>
                  <a:lnTo>
                    <a:pt x="879057" y="144915"/>
                  </a:lnTo>
                  <a:lnTo>
                    <a:pt x="872451" y="138675"/>
                  </a:lnTo>
                  <a:lnTo>
                    <a:pt x="865737" y="132551"/>
                  </a:lnTo>
                  <a:lnTo>
                    <a:pt x="858917" y="126546"/>
                  </a:lnTo>
                  <a:lnTo>
                    <a:pt x="851992" y="120661"/>
                  </a:lnTo>
                  <a:lnTo>
                    <a:pt x="844966" y="114898"/>
                  </a:lnTo>
                  <a:lnTo>
                    <a:pt x="837840" y="109258"/>
                  </a:lnTo>
                  <a:lnTo>
                    <a:pt x="830617" y="103745"/>
                  </a:lnTo>
                  <a:lnTo>
                    <a:pt x="823298" y="98358"/>
                  </a:lnTo>
                  <a:lnTo>
                    <a:pt x="815886" y="93101"/>
                  </a:lnTo>
                  <a:lnTo>
                    <a:pt x="808383" y="87974"/>
                  </a:lnTo>
                  <a:lnTo>
                    <a:pt x="800791" y="82979"/>
                  </a:lnTo>
                  <a:lnTo>
                    <a:pt x="793113" y="78118"/>
                  </a:lnTo>
                  <a:lnTo>
                    <a:pt x="785351" y="73392"/>
                  </a:lnTo>
                  <a:lnTo>
                    <a:pt x="777508" y="68802"/>
                  </a:lnTo>
                  <a:lnTo>
                    <a:pt x="769586" y="64351"/>
                  </a:lnTo>
                  <a:lnTo>
                    <a:pt x="761587" y="60039"/>
                  </a:lnTo>
                  <a:lnTo>
                    <a:pt x="753514" y="55867"/>
                  </a:lnTo>
                  <a:lnTo>
                    <a:pt x="745368" y="51838"/>
                  </a:lnTo>
                  <a:lnTo>
                    <a:pt x="737154" y="47951"/>
                  </a:lnTo>
                  <a:lnTo>
                    <a:pt x="728873" y="44209"/>
                  </a:lnTo>
                  <a:lnTo>
                    <a:pt x="720528" y="40612"/>
                  </a:lnTo>
                  <a:lnTo>
                    <a:pt x="712121" y="37162"/>
                  </a:lnTo>
                  <a:lnTo>
                    <a:pt x="703655" y="33860"/>
                  </a:lnTo>
                  <a:lnTo>
                    <a:pt x="695132" y="30706"/>
                  </a:lnTo>
                  <a:lnTo>
                    <a:pt x="686556" y="27702"/>
                  </a:lnTo>
                  <a:lnTo>
                    <a:pt x="677928" y="24849"/>
                  </a:lnTo>
                  <a:lnTo>
                    <a:pt x="669251" y="22147"/>
                  </a:lnTo>
                  <a:lnTo>
                    <a:pt x="660529" y="19597"/>
                  </a:lnTo>
                  <a:lnTo>
                    <a:pt x="651764" y="17200"/>
                  </a:lnTo>
                  <a:lnTo>
                    <a:pt x="642957" y="14957"/>
                  </a:lnTo>
                  <a:lnTo>
                    <a:pt x="634113" y="12869"/>
                  </a:lnTo>
                  <a:lnTo>
                    <a:pt x="625234" y="10935"/>
                  </a:lnTo>
                  <a:lnTo>
                    <a:pt x="616322" y="9157"/>
                  </a:lnTo>
                  <a:lnTo>
                    <a:pt x="607381" y="7536"/>
                  </a:lnTo>
                  <a:lnTo>
                    <a:pt x="598412" y="6071"/>
                  </a:lnTo>
                  <a:lnTo>
                    <a:pt x="589419" y="4764"/>
                  </a:lnTo>
                  <a:lnTo>
                    <a:pt x="580405" y="3614"/>
                  </a:lnTo>
                  <a:lnTo>
                    <a:pt x="571372" y="2622"/>
                  </a:lnTo>
                  <a:lnTo>
                    <a:pt x="562323" y="1788"/>
                  </a:lnTo>
                  <a:lnTo>
                    <a:pt x="553261" y="1112"/>
                  </a:lnTo>
                  <a:lnTo>
                    <a:pt x="544188" y="596"/>
                  </a:lnTo>
                  <a:lnTo>
                    <a:pt x="535108" y="238"/>
                  </a:lnTo>
                  <a:lnTo>
                    <a:pt x="526023" y="39"/>
                  </a:lnTo>
                  <a:lnTo>
                    <a:pt x="516935" y="0"/>
                  </a:lnTo>
                  <a:lnTo>
                    <a:pt x="507849" y="119"/>
                  </a:lnTo>
                  <a:lnTo>
                    <a:pt x="498766" y="397"/>
                  </a:lnTo>
                  <a:lnTo>
                    <a:pt x="489689" y="834"/>
                  </a:lnTo>
                  <a:lnTo>
                    <a:pt x="480621" y="1430"/>
                  </a:lnTo>
                  <a:lnTo>
                    <a:pt x="471565" y="2185"/>
                  </a:lnTo>
                  <a:lnTo>
                    <a:pt x="462524" y="3098"/>
                  </a:lnTo>
                  <a:lnTo>
                    <a:pt x="453500" y="4169"/>
                  </a:lnTo>
                  <a:lnTo>
                    <a:pt x="444496" y="5398"/>
                  </a:lnTo>
                  <a:lnTo>
                    <a:pt x="435515" y="6784"/>
                  </a:lnTo>
                  <a:lnTo>
                    <a:pt x="426559" y="8327"/>
                  </a:lnTo>
                  <a:lnTo>
                    <a:pt x="417632" y="10027"/>
                  </a:lnTo>
                  <a:lnTo>
                    <a:pt x="408737" y="11882"/>
                  </a:lnTo>
                  <a:lnTo>
                    <a:pt x="399874" y="13894"/>
                  </a:lnTo>
                  <a:lnTo>
                    <a:pt x="391049" y="16059"/>
                  </a:lnTo>
                  <a:lnTo>
                    <a:pt x="382263" y="18379"/>
                  </a:lnTo>
                  <a:lnTo>
                    <a:pt x="373518" y="20853"/>
                  </a:lnTo>
                  <a:lnTo>
                    <a:pt x="364819" y="23479"/>
                  </a:lnTo>
                  <a:lnTo>
                    <a:pt x="356166" y="26257"/>
                  </a:lnTo>
                  <a:lnTo>
                    <a:pt x="347564" y="29185"/>
                  </a:lnTo>
                  <a:lnTo>
                    <a:pt x="339014" y="32264"/>
                  </a:lnTo>
                  <a:lnTo>
                    <a:pt x="330520" y="35493"/>
                  </a:lnTo>
                  <a:lnTo>
                    <a:pt x="322083" y="38869"/>
                  </a:lnTo>
                  <a:lnTo>
                    <a:pt x="313706" y="42392"/>
                  </a:lnTo>
                  <a:lnTo>
                    <a:pt x="305393" y="46062"/>
                  </a:lnTo>
                  <a:lnTo>
                    <a:pt x="297145" y="49876"/>
                  </a:lnTo>
                  <a:lnTo>
                    <a:pt x="288965" y="53834"/>
                  </a:lnTo>
                  <a:lnTo>
                    <a:pt x="280855" y="57935"/>
                  </a:lnTo>
                  <a:lnTo>
                    <a:pt x="272819" y="62177"/>
                  </a:lnTo>
                  <a:lnTo>
                    <a:pt x="264858" y="66559"/>
                  </a:lnTo>
                  <a:lnTo>
                    <a:pt x="256975" y="71080"/>
                  </a:lnTo>
                  <a:lnTo>
                    <a:pt x="249172" y="75738"/>
                  </a:lnTo>
                  <a:lnTo>
                    <a:pt x="241452" y="80532"/>
                  </a:lnTo>
                  <a:lnTo>
                    <a:pt x="233817" y="85460"/>
                  </a:lnTo>
                  <a:lnTo>
                    <a:pt x="226269" y="90521"/>
                  </a:lnTo>
                  <a:lnTo>
                    <a:pt x="218811" y="95713"/>
                  </a:lnTo>
                  <a:lnTo>
                    <a:pt x="211445" y="101036"/>
                  </a:lnTo>
                  <a:lnTo>
                    <a:pt x="204174" y="106486"/>
                  </a:lnTo>
                  <a:lnTo>
                    <a:pt x="196999" y="112062"/>
                  </a:lnTo>
                  <a:lnTo>
                    <a:pt x="189922" y="117764"/>
                  </a:lnTo>
                  <a:lnTo>
                    <a:pt x="182947" y="123588"/>
                  </a:lnTo>
                  <a:lnTo>
                    <a:pt x="176074" y="129533"/>
                  </a:lnTo>
                  <a:lnTo>
                    <a:pt x="169307" y="135598"/>
                  </a:lnTo>
                  <a:lnTo>
                    <a:pt x="162647" y="141781"/>
                  </a:lnTo>
                  <a:lnTo>
                    <a:pt x="156096" y="148079"/>
                  </a:lnTo>
                  <a:lnTo>
                    <a:pt x="149656" y="154490"/>
                  </a:lnTo>
                  <a:lnTo>
                    <a:pt x="143330" y="161014"/>
                  </a:lnTo>
                  <a:lnTo>
                    <a:pt x="137118" y="167647"/>
                  </a:lnTo>
                  <a:lnTo>
                    <a:pt x="131024" y="174388"/>
                  </a:lnTo>
                  <a:lnTo>
                    <a:pt x="125048" y="181234"/>
                  </a:lnTo>
                  <a:lnTo>
                    <a:pt x="119193" y="188184"/>
                  </a:lnTo>
                  <a:lnTo>
                    <a:pt x="113461" y="195235"/>
                  </a:lnTo>
                  <a:lnTo>
                    <a:pt x="107853" y="202386"/>
                  </a:lnTo>
                  <a:lnTo>
                    <a:pt x="102371" y="209634"/>
                  </a:lnTo>
                  <a:lnTo>
                    <a:pt x="97017" y="216976"/>
                  </a:lnTo>
                  <a:lnTo>
                    <a:pt x="91792" y="224411"/>
                  </a:lnTo>
                  <a:lnTo>
                    <a:pt x="86698" y="231936"/>
                  </a:lnTo>
                  <a:lnTo>
                    <a:pt x="81736" y="239550"/>
                  </a:lnTo>
                  <a:lnTo>
                    <a:pt x="76909" y="247249"/>
                  </a:lnTo>
                  <a:lnTo>
                    <a:pt x="72217" y="255031"/>
                  </a:lnTo>
                  <a:lnTo>
                    <a:pt x="67662" y="262894"/>
                  </a:lnTo>
                  <a:lnTo>
                    <a:pt x="63245" y="270836"/>
                  </a:lnTo>
                  <a:lnTo>
                    <a:pt x="58968" y="278854"/>
                  </a:lnTo>
                  <a:lnTo>
                    <a:pt x="54831" y="286945"/>
                  </a:lnTo>
                  <a:lnTo>
                    <a:pt x="50838" y="295108"/>
                  </a:lnTo>
                  <a:lnTo>
                    <a:pt x="46987" y="303339"/>
                  </a:lnTo>
                  <a:lnTo>
                    <a:pt x="43281" y="311637"/>
                  </a:lnTo>
                  <a:lnTo>
                    <a:pt x="39721" y="319998"/>
                  </a:lnTo>
                  <a:lnTo>
                    <a:pt x="36308" y="328420"/>
                  </a:lnTo>
                  <a:lnTo>
                    <a:pt x="33043" y="336900"/>
                  </a:lnTo>
                  <a:lnTo>
                    <a:pt x="29926" y="345436"/>
                  </a:lnTo>
                  <a:lnTo>
                    <a:pt x="26960" y="354026"/>
                  </a:lnTo>
                  <a:lnTo>
                    <a:pt x="24144" y="362666"/>
                  </a:lnTo>
                  <a:lnTo>
                    <a:pt x="21480" y="371354"/>
                  </a:lnTo>
                  <a:lnTo>
                    <a:pt x="18968" y="380088"/>
                  </a:lnTo>
                  <a:lnTo>
                    <a:pt x="16610" y="388864"/>
                  </a:lnTo>
                  <a:lnTo>
                    <a:pt x="14406" y="397680"/>
                  </a:lnTo>
                  <a:lnTo>
                    <a:pt x="12356" y="406533"/>
                  </a:lnTo>
                  <a:lnTo>
                    <a:pt x="10461" y="415420"/>
                  </a:lnTo>
                  <a:lnTo>
                    <a:pt x="8723" y="424340"/>
                  </a:lnTo>
                  <a:lnTo>
                    <a:pt x="7140" y="433288"/>
                  </a:lnTo>
                  <a:lnTo>
                    <a:pt x="5715" y="442263"/>
                  </a:lnTo>
                  <a:lnTo>
                    <a:pt x="4446" y="451262"/>
                  </a:lnTo>
                  <a:lnTo>
                    <a:pt x="3336" y="460281"/>
                  </a:lnTo>
                  <a:lnTo>
                    <a:pt x="2383" y="469318"/>
                  </a:lnTo>
                  <a:lnTo>
                    <a:pt x="1589" y="478371"/>
                  </a:lnTo>
                  <a:lnTo>
                    <a:pt x="953" y="487436"/>
                  </a:lnTo>
                  <a:lnTo>
                    <a:pt x="477" y="496511"/>
                  </a:lnTo>
                  <a:lnTo>
                    <a:pt x="159" y="505592"/>
                  </a:lnTo>
                  <a:lnTo>
                    <a:pt x="0" y="514678"/>
                  </a:lnTo>
                  <a:lnTo>
                    <a:pt x="0" y="523766"/>
                  </a:lnTo>
                  <a:lnTo>
                    <a:pt x="159" y="532852"/>
                  </a:lnTo>
                  <a:lnTo>
                    <a:pt x="477" y="541934"/>
                  </a:lnTo>
                  <a:lnTo>
                    <a:pt x="953" y="551008"/>
                  </a:lnTo>
                  <a:lnTo>
                    <a:pt x="1589" y="560073"/>
                  </a:lnTo>
                  <a:lnTo>
                    <a:pt x="2383" y="569126"/>
                  </a:lnTo>
                  <a:lnTo>
                    <a:pt x="3336" y="578163"/>
                  </a:lnTo>
                  <a:lnTo>
                    <a:pt x="4446" y="587183"/>
                  </a:lnTo>
                  <a:lnTo>
                    <a:pt x="5715" y="596181"/>
                  </a:lnTo>
                  <a:lnTo>
                    <a:pt x="7140" y="605156"/>
                  </a:lnTo>
                  <a:lnTo>
                    <a:pt x="8723" y="614104"/>
                  </a:lnTo>
                  <a:lnTo>
                    <a:pt x="10461" y="623024"/>
                  </a:lnTo>
                  <a:lnTo>
                    <a:pt x="12356" y="631912"/>
                  </a:lnTo>
                  <a:lnTo>
                    <a:pt x="14406" y="640765"/>
                  </a:lnTo>
                  <a:lnTo>
                    <a:pt x="16610" y="649581"/>
                  </a:lnTo>
                  <a:lnTo>
                    <a:pt x="18968" y="658357"/>
                  </a:lnTo>
                  <a:lnTo>
                    <a:pt x="21480" y="667090"/>
                  </a:lnTo>
                  <a:lnTo>
                    <a:pt x="24144" y="675778"/>
                  </a:lnTo>
                  <a:lnTo>
                    <a:pt x="26960" y="684418"/>
                  </a:lnTo>
                  <a:lnTo>
                    <a:pt x="29926" y="693008"/>
                  </a:lnTo>
                  <a:lnTo>
                    <a:pt x="33043" y="701544"/>
                  </a:lnTo>
                  <a:lnTo>
                    <a:pt x="36308" y="710025"/>
                  </a:lnTo>
                  <a:lnTo>
                    <a:pt x="39721" y="718447"/>
                  </a:lnTo>
                  <a:lnTo>
                    <a:pt x="43281" y="726808"/>
                  </a:lnTo>
                  <a:lnTo>
                    <a:pt x="46987" y="735105"/>
                  </a:lnTo>
                  <a:lnTo>
                    <a:pt x="50838" y="743336"/>
                  </a:lnTo>
                  <a:lnTo>
                    <a:pt x="54831" y="751499"/>
                  </a:lnTo>
                  <a:lnTo>
                    <a:pt x="58968" y="759590"/>
                  </a:lnTo>
                  <a:lnTo>
                    <a:pt x="63245" y="767608"/>
                  </a:lnTo>
                  <a:lnTo>
                    <a:pt x="67662" y="775550"/>
                  </a:lnTo>
                  <a:lnTo>
                    <a:pt x="72217" y="783413"/>
                  </a:lnTo>
                  <a:lnTo>
                    <a:pt x="76909" y="791195"/>
                  </a:lnTo>
                  <a:lnTo>
                    <a:pt x="81736" y="798894"/>
                  </a:lnTo>
                  <a:lnTo>
                    <a:pt x="86698" y="806508"/>
                  </a:lnTo>
                  <a:lnTo>
                    <a:pt x="91792" y="814033"/>
                  </a:lnTo>
                  <a:lnTo>
                    <a:pt x="97017" y="821468"/>
                  </a:lnTo>
                  <a:lnTo>
                    <a:pt x="102371" y="828811"/>
                  </a:lnTo>
                  <a:lnTo>
                    <a:pt x="107853" y="836058"/>
                  </a:lnTo>
                  <a:lnTo>
                    <a:pt x="113461" y="843209"/>
                  </a:lnTo>
                  <a:lnTo>
                    <a:pt x="119193" y="850260"/>
                  </a:lnTo>
                  <a:lnTo>
                    <a:pt x="125048" y="857210"/>
                  </a:lnTo>
                  <a:lnTo>
                    <a:pt x="131024" y="864057"/>
                  </a:lnTo>
                  <a:lnTo>
                    <a:pt x="137118" y="870797"/>
                  </a:lnTo>
                  <a:lnTo>
                    <a:pt x="143330" y="877431"/>
                  </a:lnTo>
                  <a:lnTo>
                    <a:pt x="149656" y="883954"/>
                  </a:lnTo>
                  <a:lnTo>
                    <a:pt x="156096" y="890366"/>
                  </a:lnTo>
                  <a:lnTo>
                    <a:pt x="162647" y="896664"/>
                  </a:lnTo>
                  <a:lnTo>
                    <a:pt x="169307" y="902846"/>
                  </a:lnTo>
                  <a:lnTo>
                    <a:pt x="176074" y="908911"/>
                  </a:lnTo>
                  <a:lnTo>
                    <a:pt x="182947" y="914856"/>
                  </a:lnTo>
                  <a:lnTo>
                    <a:pt x="189922" y="920681"/>
                  </a:lnTo>
                  <a:lnTo>
                    <a:pt x="196999" y="926382"/>
                  </a:lnTo>
                  <a:lnTo>
                    <a:pt x="204174" y="931958"/>
                  </a:lnTo>
                  <a:lnTo>
                    <a:pt x="211445" y="937409"/>
                  </a:lnTo>
                  <a:lnTo>
                    <a:pt x="218811" y="942731"/>
                  </a:lnTo>
                  <a:lnTo>
                    <a:pt x="226269" y="947923"/>
                  </a:lnTo>
                  <a:lnTo>
                    <a:pt x="233817" y="952984"/>
                  </a:lnTo>
                  <a:lnTo>
                    <a:pt x="241452" y="957912"/>
                  </a:lnTo>
                  <a:lnTo>
                    <a:pt x="249172" y="962706"/>
                  </a:lnTo>
                  <a:lnTo>
                    <a:pt x="256975" y="967364"/>
                  </a:lnTo>
                  <a:lnTo>
                    <a:pt x="264858" y="971885"/>
                  </a:lnTo>
                  <a:lnTo>
                    <a:pt x="272819" y="976267"/>
                  </a:lnTo>
                  <a:lnTo>
                    <a:pt x="280855" y="980509"/>
                  </a:lnTo>
                  <a:lnTo>
                    <a:pt x="288965" y="984610"/>
                  </a:lnTo>
                  <a:lnTo>
                    <a:pt x="297145" y="988568"/>
                  </a:lnTo>
                  <a:lnTo>
                    <a:pt x="305393" y="992382"/>
                  </a:lnTo>
                  <a:lnTo>
                    <a:pt x="313706" y="996052"/>
                  </a:lnTo>
                  <a:lnTo>
                    <a:pt x="322083" y="999575"/>
                  </a:lnTo>
                  <a:lnTo>
                    <a:pt x="330520" y="1002952"/>
                  </a:lnTo>
                  <a:lnTo>
                    <a:pt x="339014" y="1006180"/>
                  </a:lnTo>
                  <a:lnTo>
                    <a:pt x="347564" y="1009259"/>
                  </a:lnTo>
                  <a:lnTo>
                    <a:pt x="356166" y="1012188"/>
                  </a:lnTo>
                  <a:lnTo>
                    <a:pt x="364819" y="1014966"/>
                  </a:lnTo>
                  <a:lnTo>
                    <a:pt x="373518" y="1017592"/>
                  </a:lnTo>
                  <a:lnTo>
                    <a:pt x="382263" y="1020065"/>
                  </a:lnTo>
                  <a:lnTo>
                    <a:pt x="391049" y="1022385"/>
                  </a:lnTo>
                  <a:lnTo>
                    <a:pt x="399874" y="1024551"/>
                  </a:lnTo>
                  <a:lnTo>
                    <a:pt x="408737" y="1026562"/>
                  </a:lnTo>
                  <a:lnTo>
                    <a:pt x="417632" y="1028417"/>
                  </a:lnTo>
                  <a:lnTo>
                    <a:pt x="426559" y="1030117"/>
                  </a:lnTo>
                  <a:lnTo>
                    <a:pt x="435515" y="1031660"/>
                  </a:lnTo>
                  <a:lnTo>
                    <a:pt x="444496" y="1033046"/>
                  </a:lnTo>
                  <a:lnTo>
                    <a:pt x="453500" y="1034275"/>
                  </a:lnTo>
                  <a:lnTo>
                    <a:pt x="462524" y="1035346"/>
                  </a:lnTo>
                  <a:lnTo>
                    <a:pt x="471565" y="1036259"/>
                  </a:lnTo>
                  <a:lnTo>
                    <a:pt x="480621" y="1037014"/>
                  </a:lnTo>
                  <a:lnTo>
                    <a:pt x="489689" y="1037610"/>
                  </a:lnTo>
                  <a:lnTo>
                    <a:pt x="498766" y="1038047"/>
                  </a:lnTo>
                  <a:lnTo>
                    <a:pt x="507849" y="1038325"/>
                  </a:lnTo>
                  <a:lnTo>
                    <a:pt x="516935" y="1038445"/>
                  </a:lnTo>
                  <a:lnTo>
                    <a:pt x="526023" y="1038405"/>
                  </a:lnTo>
                  <a:lnTo>
                    <a:pt x="535108" y="1038206"/>
                  </a:lnTo>
                  <a:lnTo>
                    <a:pt x="544188" y="1037848"/>
                  </a:lnTo>
                  <a:lnTo>
                    <a:pt x="553261" y="1037332"/>
                  </a:lnTo>
                  <a:lnTo>
                    <a:pt x="562323" y="1036656"/>
                  </a:lnTo>
                  <a:lnTo>
                    <a:pt x="571372" y="1035823"/>
                  </a:lnTo>
                  <a:lnTo>
                    <a:pt x="580405" y="1034831"/>
                  </a:lnTo>
                  <a:lnTo>
                    <a:pt x="589419" y="1033681"/>
                  </a:lnTo>
                  <a:lnTo>
                    <a:pt x="598412" y="1032373"/>
                  </a:lnTo>
                  <a:lnTo>
                    <a:pt x="607381" y="1030908"/>
                  </a:lnTo>
                  <a:lnTo>
                    <a:pt x="616322" y="1029287"/>
                  </a:lnTo>
                  <a:lnTo>
                    <a:pt x="625234" y="1027509"/>
                  </a:lnTo>
                  <a:lnTo>
                    <a:pt x="634113" y="1025576"/>
                  </a:lnTo>
                  <a:lnTo>
                    <a:pt x="642957" y="1023487"/>
                  </a:lnTo>
                  <a:lnTo>
                    <a:pt x="651764" y="1021244"/>
                  </a:lnTo>
                  <a:lnTo>
                    <a:pt x="660529" y="1018847"/>
                  </a:lnTo>
                  <a:lnTo>
                    <a:pt x="669251" y="1016298"/>
                  </a:lnTo>
                  <a:lnTo>
                    <a:pt x="677928" y="1013596"/>
                  </a:lnTo>
                  <a:lnTo>
                    <a:pt x="686556" y="1010742"/>
                  </a:lnTo>
                  <a:lnTo>
                    <a:pt x="695132" y="1007738"/>
                  </a:lnTo>
                  <a:lnTo>
                    <a:pt x="703655" y="1004584"/>
                  </a:lnTo>
                  <a:lnTo>
                    <a:pt x="712121" y="1001282"/>
                  </a:lnTo>
                  <a:lnTo>
                    <a:pt x="720528" y="997832"/>
                  </a:lnTo>
                  <a:lnTo>
                    <a:pt x="728873" y="994235"/>
                  </a:lnTo>
                  <a:lnTo>
                    <a:pt x="737154" y="990493"/>
                  </a:lnTo>
                  <a:lnTo>
                    <a:pt x="745368" y="986607"/>
                  </a:lnTo>
                  <a:lnTo>
                    <a:pt x="753514" y="982577"/>
                  </a:lnTo>
                  <a:lnTo>
                    <a:pt x="761587" y="978406"/>
                  </a:lnTo>
                  <a:lnTo>
                    <a:pt x="769586" y="974093"/>
                  </a:lnTo>
                  <a:lnTo>
                    <a:pt x="777508" y="969642"/>
                  </a:lnTo>
                  <a:lnTo>
                    <a:pt x="785351" y="965052"/>
                  </a:lnTo>
                  <a:lnTo>
                    <a:pt x="793113" y="960326"/>
                  </a:lnTo>
                  <a:lnTo>
                    <a:pt x="800791" y="955465"/>
                  </a:lnTo>
                  <a:lnTo>
                    <a:pt x="808383" y="950470"/>
                  </a:lnTo>
                  <a:lnTo>
                    <a:pt x="815886" y="945343"/>
                  </a:lnTo>
                  <a:lnTo>
                    <a:pt x="823298" y="940086"/>
                  </a:lnTo>
                  <a:lnTo>
                    <a:pt x="830617" y="934699"/>
                  </a:lnTo>
                  <a:lnTo>
                    <a:pt x="837840" y="929186"/>
                  </a:lnTo>
                  <a:lnTo>
                    <a:pt x="844966" y="923547"/>
                  </a:lnTo>
                  <a:lnTo>
                    <a:pt x="851992" y="917784"/>
                  </a:lnTo>
                  <a:lnTo>
                    <a:pt x="858917" y="911899"/>
                  </a:lnTo>
                  <a:lnTo>
                    <a:pt x="865737" y="905893"/>
                  </a:lnTo>
                  <a:lnTo>
                    <a:pt x="872451" y="899769"/>
                  </a:lnTo>
                  <a:lnTo>
                    <a:pt x="879057" y="893529"/>
                  </a:lnTo>
                  <a:lnTo>
                    <a:pt x="885552" y="887174"/>
                  </a:lnTo>
                  <a:lnTo>
                    <a:pt x="891936" y="880706"/>
                  </a:lnTo>
                  <a:lnTo>
                    <a:pt x="898205" y="874128"/>
                  </a:lnTo>
                  <a:lnTo>
                    <a:pt x="904358" y="867440"/>
                  </a:lnTo>
                  <a:lnTo>
                    <a:pt x="910393" y="860646"/>
                  </a:lnTo>
                  <a:lnTo>
                    <a:pt x="916309" y="853748"/>
                  </a:lnTo>
                  <a:lnTo>
                    <a:pt x="922103" y="846747"/>
                  </a:lnTo>
                  <a:lnTo>
                    <a:pt x="927773" y="839646"/>
                  </a:lnTo>
                  <a:lnTo>
                    <a:pt x="933318" y="832446"/>
                  </a:lnTo>
                  <a:lnTo>
                    <a:pt x="938736" y="825151"/>
                  </a:lnTo>
                  <a:lnTo>
                    <a:pt x="944026" y="817762"/>
                  </a:lnTo>
                  <a:lnTo>
                    <a:pt x="949186" y="810282"/>
                  </a:lnTo>
                  <a:lnTo>
                    <a:pt x="954214" y="802712"/>
                  </a:lnTo>
                  <a:lnTo>
                    <a:pt x="959109" y="795056"/>
                  </a:lnTo>
                  <a:lnTo>
                    <a:pt x="963869" y="787315"/>
                  </a:lnTo>
                  <a:lnTo>
                    <a:pt x="968492" y="779491"/>
                  </a:lnTo>
                  <a:lnTo>
                    <a:pt x="972979" y="771589"/>
                  </a:lnTo>
                  <a:lnTo>
                    <a:pt x="977326" y="763609"/>
                  </a:lnTo>
                  <a:lnTo>
                    <a:pt x="981533" y="755554"/>
                  </a:lnTo>
                  <a:lnTo>
                    <a:pt x="985598" y="747426"/>
                  </a:lnTo>
                  <a:lnTo>
                    <a:pt x="989520" y="739229"/>
                  </a:lnTo>
                  <a:lnTo>
                    <a:pt x="993298" y="730964"/>
                  </a:lnTo>
                  <a:lnTo>
                    <a:pt x="996932" y="722635"/>
                  </a:lnTo>
                  <a:lnTo>
                    <a:pt x="1000418" y="714243"/>
                  </a:lnTo>
                  <a:lnTo>
                    <a:pt x="1003758" y="705791"/>
                  </a:lnTo>
                  <a:lnTo>
                    <a:pt x="1006949" y="697283"/>
                  </a:lnTo>
                  <a:lnTo>
                    <a:pt x="1009990" y="688719"/>
                  </a:lnTo>
                  <a:lnTo>
                    <a:pt x="1012881" y="680104"/>
                  </a:lnTo>
                  <a:lnTo>
                    <a:pt x="1015621" y="671440"/>
                  </a:lnTo>
                  <a:lnTo>
                    <a:pt x="1018209" y="662729"/>
                  </a:lnTo>
                  <a:lnTo>
                    <a:pt x="1020644" y="653974"/>
                  </a:lnTo>
                  <a:lnTo>
                    <a:pt x="1022926" y="645178"/>
                  </a:lnTo>
                  <a:lnTo>
                    <a:pt x="1025053" y="636343"/>
                  </a:lnTo>
                  <a:lnTo>
                    <a:pt x="1027025" y="627472"/>
                  </a:lnTo>
                  <a:lnTo>
                    <a:pt x="1028842" y="618568"/>
                  </a:lnTo>
                  <a:lnTo>
                    <a:pt x="1030503" y="609634"/>
                  </a:lnTo>
                  <a:lnTo>
                    <a:pt x="1032007" y="600672"/>
                  </a:lnTo>
                  <a:lnTo>
                    <a:pt x="1033354" y="591685"/>
                  </a:lnTo>
                  <a:lnTo>
                    <a:pt x="1034543" y="582675"/>
                  </a:lnTo>
                  <a:lnTo>
                    <a:pt x="1035575" y="573647"/>
                  </a:lnTo>
                  <a:lnTo>
                    <a:pt x="1036448" y="564602"/>
                  </a:lnTo>
                  <a:lnTo>
                    <a:pt x="1037163" y="555542"/>
                  </a:lnTo>
                  <a:lnTo>
                    <a:pt x="1037719" y="546472"/>
                  </a:lnTo>
                  <a:lnTo>
                    <a:pt x="1038117" y="537393"/>
                  </a:lnTo>
                  <a:lnTo>
                    <a:pt x="1038355" y="528309"/>
                  </a:lnTo>
                  <a:lnTo>
                    <a:pt x="1038435" y="5192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407" name="tx407"/>
            <p:cNvSpPr/>
            <p:nvPr/>
          </p:nvSpPr>
          <p:spPr>
            <a:xfrm>
              <a:off x="5574021" y="3752091"/>
              <a:ext cx="247162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08" name="tx408"/>
            <p:cNvSpPr/>
            <p:nvPr/>
          </p:nvSpPr>
          <p:spPr>
            <a:xfrm>
              <a:off x="5565517" y="4946314"/>
              <a:ext cx="264170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09" name="tx409"/>
            <p:cNvSpPr/>
            <p:nvPr/>
          </p:nvSpPr>
          <p:spPr>
            <a:xfrm>
              <a:off x="6119824" y="3926981"/>
              <a:ext cx="438271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10" name="tx410"/>
            <p:cNvSpPr/>
            <p:nvPr/>
          </p:nvSpPr>
          <p:spPr>
            <a:xfrm>
              <a:off x="6294714" y="4349202"/>
              <a:ext cx="20226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11" name="tx411"/>
            <p:cNvSpPr/>
            <p:nvPr/>
          </p:nvSpPr>
          <p:spPr>
            <a:xfrm>
              <a:off x="6119824" y="4771424"/>
              <a:ext cx="455279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12" name="pg412"/>
            <p:cNvSpPr/>
            <p:nvPr/>
          </p:nvSpPr>
          <p:spPr>
            <a:xfrm>
              <a:off x="5178395" y="3866144"/>
              <a:ext cx="1038435" cy="1038445"/>
            </a:xfrm>
            <a:custGeom>
              <a:avLst/>
              <a:pathLst>
                <a:path w="1038435" h="1038445">
                  <a:moveTo>
                    <a:pt x="1038435" y="519222"/>
                  </a:moveTo>
                  <a:lnTo>
                    <a:pt x="1038355" y="510135"/>
                  </a:lnTo>
                  <a:lnTo>
                    <a:pt x="1038117" y="501051"/>
                  </a:lnTo>
                  <a:lnTo>
                    <a:pt x="1037719" y="491972"/>
                  </a:lnTo>
                  <a:lnTo>
                    <a:pt x="1037163" y="482902"/>
                  </a:lnTo>
                  <a:lnTo>
                    <a:pt x="1036448" y="473843"/>
                  </a:lnTo>
                  <a:lnTo>
                    <a:pt x="1035575" y="464797"/>
                  </a:lnTo>
                  <a:lnTo>
                    <a:pt x="1034543" y="455769"/>
                  </a:lnTo>
                  <a:lnTo>
                    <a:pt x="1033354" y="446760"/>
                  </a:lnTo>
                  <a:lnTo>
                    <a:pt x="1032007" y="437773"/>
                  </a:lnTo>
                  <a:lnTo>
                    <a:pt x="1030503" y="428811"/>
                  </a:lnTo>
                  <a:lnTo>
                    <a:pt x="1028842" y="419876"/>
                  </a:lnTo>
                  <a:lnTo>
                    <a:pt x="1027025" y="410972"/>
                  </a:lnTo>
                  <a:lnTo>
                    <a:pt x="1025053" y="402102"/>
                  </a:lnTo>
                  <a:lnTo>
                    <a:pt x="1022926" y="393267"/>
                  </a:lnTo>
                  <a:lnTo>
                    <a:pt x="1020644" y="384470"/>
                  </a:lnTo>
                  <a:lnTo>
                    <a:pt x="1018209" y="375715"/>
                  </a:lnTo>
                  <a:lnTo>
                    <a:pt x="1015621" y="367004"/>
                  </a:lnTo>
                  <a:lnTo>
                    <a:pt x="1012881" y="358340"/>
                  </a:lnTo>
                  <a:lnTo>
                    <a:pt x="1009990" y="349725"/>
                  </a:lnTo>
                  <a:lnTo>
                    <a:pt x="1006949" y="341161"/>
                  </a:lnTo>
                  <a:lnTo>
                    <a:pt x="1003758" y="332653"/>
                  </a:lnTo>
                  <a:lnTo>
                    <a:pt x="1000418" y="324201"/>
                  </a:lnTo>
                  <a:lnTo>
                    <a:pt x="996932" y="315809"/>
                  </a:lnTo>
                  <a:lnTo>
                    <a:pt x="993298" y="307480"/>
                  </a:lnTo>
                  <a:lnTo>
                    <a:pt x="989520" y="299215"/>
                  </a:lnTo>
                  <a:lnTo>
                    <a:pt x="985598" y="291018"/>
                  </a:lnTo>
                  <a:lnTo>
                    <a:pt x="981533" y="282891"/>
                  </a:lnTo>
                  <a:lnTo>
                    <a:pt x="977326" y="274836"/>
                  </a:lnTo>
                  <a:lnTo>
                    <a:pt x="972979" y="266856"/>
                  </a:lnTo>
                  <a:lnTo>
                    <a:pt x="968492" y="258953"/>
                  </a:lnTo>
                  <a:lnTo>
                    <a:pt x="963869" y="251130"/>
                  </a:lnTo>
                  <a:lnTo>
                    <a:pt x="959109" y="243389"/>
                  </a:lnTo>
                  <a:lnTo>
                    <a:pt x="954214" y="235732"/>
                  </a:lnTo>
                  <a:lnTo>
                    <a:pt x="949186" y="228163"/>
                  </a:lnTo>
                  <a:lnTo>
                    <a:pt x="944026" y="220682"/>
                  </a:lnTo>
                  <a:lnTo>
                    <a:pt x="938736" y="213293"/>
                  </a:lnTo>
                  <a:lnTo>
                    <a:pt x="933318" y="205998"/>
                  </a:lnTo>
                  <a:lnTo>
                    <a:pt x="927773" y="198798"/>
                  </a:lnTo>
                  <a:lnTo>
                    <a:pt x="922103" y="191697"/>
                  </a:lnTo>
                  <a:lnTo>
                    <a:pt x="916309" y="184696"/>
                  </a:lnTo>
                  <a:lnTo>
                    <a:pt x="910393" y="177798"/>
                  </a:lnTo>
                  <a:lnTo>
                    <a:pt x="904358" y="171004"/>
                  </a:lnTo>
                  <a:lnTo>
                    <a:pt x="898205" y="164317"/>
                  </a:lnTo>
                  <a:lnTo>
                    <a:pt x="891936" y="157738"/>
                  </a:lnTo>
                  <a:lnTo>
                    <a:pt x="885552" y="151270"/>
                  </a:lnTo>
                  <a:lnTo>
                    <a:pt x="879057" y="144915"/>
                  </a:lnTo>
                  <a:lnTo>
                    <a:pt x="872451" y="138675"/>
                  </a:lnTo>
                  <a:lnTo>
                    <a:pt x="865737" y="132551"/>
                  </a:lnTo>
                  <a:lnTo>
                    <a:pt x="858917" y="126546"/>
                  </a:lnTo>
                  <a:lnTo>
                    <a:pt x="851992" y="120661"/>
                  </a:lnTo>
                  <a:lnTo>
                    <a:pt x="844966" y="114898"/>
                  </a:lnTo>
                  <a:lnTo>
                    <a:pt x="837840" y="109258"/>
                  </a:lnTo>
                  <a:lnTo>
                    <a:pt x="830617" y="103745"/>
                  </a:lnTo>
                  <a:lnTo>
                    <a:pt x="823298" y="98358"/>
                  </a:lnTo>
                  <a:lnTo>
                    <a:pt x="815886" y="93101"/>
                  </a:lnTo>
                  <a:lnTo>
                    <a:pt x="808383" y="87974"/>
                  </a:lnTo>
                  <a:lnTo>
                    <a:pt x="800791" y="82979"/>
                  </a:lnTo>
                  <a:lnTo>
                    <a:pt x="793113" y="78118"/>
                  </a:lnTo>
                  <a:lnTo>
                    <a:pt x="785351" y="73392"/>
                  </a:lnTo>
                  <a:lnTo>
                    <a:pt x="777508" y="68802"/>
                  </a:lnTo>
                  <a:lnTo>
                    <a:pt x="769586" y="64351"/>
                  </a:lnTo>
                  <a:lnTo>
                    <a:pt x="761587" y="60039"/>
                  </a:lnTo>
                  <a:lnTo>
                    <a:pt x="753514" y="55867"/>
                  </a:lnTo>
                  <a:lnTo>
                    <a:pt x="745368" y="51838"/>
                  </a:lnTo>
                  <a:lnTo>
                    <a:pt x="737154" y="47951"/>
                  </a:lnTo>
                  <a:lnTo>
                    <a:pt x="728873" y="44209"/>
                  </a:lnTo>
                  <a:lnTo>
                    <a:pt x="720528" y="40612"/>
                  </a:lnTo>
                  <a:lnTo>
                    <a:pt x="712121" y="37162"/>
                  </a:lnTo>
                  <a:lnTo>
                    <a:pt x="703655" y="33860"/>
                  </a:lnTo>
                  <a:lnTo>
                    <a:pt x="695132" y="30706"/>
                  </a:lnTo>
                  <a:lnTo>
                    <a:pt x="686556" y="27702"/>
                  </a:lnTo>
                  <a:lnTo>
                    <a:pt x="677928" y="24849"/>
                  </a:lnTo>
                  <a:lnTo>
                    <a:pt x="669251" y="22147"/>
                  </a:lnTo>
                  <a:lnTo>
                    <a:pt x="660529" y="19597"/>
                  </a:lnTo>
                  <a:lnTo>
                    <a:pt x="651764" y="17200"/>
                  </a:lnTo>
                  <a:lnTo>
                    <a:pt x="642957" y="14957"/>
                  </a:lnTo>
                  <a:lnTo>
                    <a:pt x="634113" y="12869"/>
                  </a:lnTo>
                  <a:lnTo>
                    <a:pt x="625234" y="10935"/>
                  </a:lnTo>
                  <a:lnTo>
                    <a:pt x="616322" y="9157"/>
                  </a:lnTo>
                  <a:lnTo>
                    <a:pt x="607381" y="7536"/>
                  </a:lnTo>
                  <a:lnTo>
                    <a:pt x="598412" y="6071"/>
                  </a:lnTo>
                  <a:lnTo>
                    <a:pt x="589419" y="4764"/>
                  </a:lnTo>
                  <a:lnTo>
                    <a:pt x="580405" y="3614"/>
                  </a:lnTo>
                  <a:lnTo>
                    <a:pt x="571372" y="2622"/>
                  </a:lnTo>
                  <a:lnTo>
                    <a:pt x="562323" y="1788"/>
                  </a:lnTo>
                  <a:lnTo>
                    <a:pt x="553261" y="1112"/>
                  </a:lnTo>
                  <a:lnTo>
                    <a:pt x="544188" y="596"/>
                  </a:lnTo>
                  <a:lnTo>
                    <a:pt x="535108" y="238"/>
                  </a:lnTo>
                  <a:lnTo>
                    <a:pt x="526023" y="39"/>
                  </a:lnTo>
                  <a:lnTo>
                    <a:pt x="516935" y="0"/>
                  </a:lnTo>
                  <a:lnTo>
                    <a:pt x="507849" y="119"/>
                  </a:lnTo>
                  <a:lnTo>
                    <a:pt x="498766" y="397"/>
                  </a:lnTo>
                  <a:lnTo>
                    <a:pt x="489689" y="834"/>
                  </a:lnTo>
                  <a:lnTo>
                    <a:pt x="480621" y="1430"/>
                  </a:lnTo>
                  <a:lnTo>
                    <a:pt x="471565" y="2185"/>
                  </a:lnTo>
                  <a:lnTo>
                    <a:pt x="462524" y="3098"/>
                  </a:lnTo>
                  <a:lnTo>
                    <a:pt x="453500" y="4169"/>
                  </a:lnTo>
                  <a:lnTo>
                    <a:pt x="444496" y="5398"/>
                  </a:lnTo>
                  <a:lnTo>
                    <a:pt x="435515" y="6784"/>
                  </a:lnTo>
                  <a:lnTo>
                    <a:pt x="426559" y="8327"/>
                  </a:lnTo>
                  <a:lnTo>
                    <a:pt x="417632" y="10027"/>
                  </a:lnTo>
                  <a:lnTo>
                    <a:pt x="408737" y="11882"/>
                  </a:lnTo>
                  <a:lnTo>
                    <a:pt x="399874" y="13894"/>
                  </a:lnTo>
                  <a:lnTo>
                    <a:pt x="391049" y="16059"/>
                  </a:lnTo>
                  <a:lnTo>
                    <a:pt x="382263" y="18379"/>
                  </a:lnTo>
                  <a:lnTo>
                    <a:pt x="373518" y="20853"/>
                  </a:lnTo>
                  <a:lnTo>
                    <a:pt x="364819" y="23479"/>
                  </a:lnTo>
                  <a:lnTo>
                    <a:pt x="356166" y="26257"/>
                  </a:lnTo>
                  <a:lnTo>
                    <a:pt x="347564" y="29185"/>
                  </a:lnTo>
                  <a:lnTo>
                    <a:pt x="339014" y="32264"/>
                  </a:lnTo>
                  <a:lnTo>
                    <a:pt x="330520" y="35493"/>
                  </a:lnTo>
                  <a:lnTo>
                    <a:pt x="322083" y="38869"/>
                  </a:lnTo>
                  <a:lnTo>
                    <a:pt x="313706" y="42392"/>
                  </a:lnTo>
                  <a:lnTo>
                    <a:pt x="305393" y="46062"/>
                  </a:lnTo>
                  <a:lnTo>
                    <a:pt x="297145" y="49876"/>
                  </a:lnTo>
                  <a:lnTo>
                    <a:pt x="288965" y="53834"/>
                  </a:lnTo>
                  <a:lnTo>
                    <a:pt x="280855" y="57935"/>
                  </a:lnTo>
                  <a:lnTo>
                    <a:pt x="272819" y="62177"/>
                  </a:lnTo>
                  <a:lnTo>
                    <a:pt x="264858" y="66559"/>
                  </a:lnTo>
                  <a:lnTo>
                    <a:pt x="256975" y="71080"/>
                  </a:lnTo>
                  <a:lnTo>
                    <a:pt x="249172" y="75738"/>
                  </a:lnTo>
                  <a:lnTo>
                    <a:pt x="241452" y="80532"/>
                  </a:lnTo>
                  <a:lnTo>
                    <a:pt x="233817" y="85460"/>
                  </a:lnTo>
                  <a:lnTo>
                    <a:pt x="226269" y="90521"/>
                  </a:lnTo>
                  <a:lnTo>
                    <a:pt x="218811" y="95713"/>
                  </a:lnTo>
                  <a:lnTo>
                    <a:pt x="211445" y="101036"/>
                  </a:lnTo>
                  <a:lnTo>
                    <a:pt x="204174" y="106486"/>
                  </a:lnTo>
                  <a:lnTo>
                    <a:pt x="196999" y="112062"/>
                  </a:lnTo>
                  <a:lnTo>
                    <a:pt x="189922" y="117764"/>
                  </a:lnTo>
                  <a:lnTo>
                    <a:pt x="182947" y="123588"/>
                  </a:lnTo>
                  <a:lnTo>
                    <a:pt x="176074" y="129533"/>
                  </a:lnTo>
                  <a:lnTo>
                    <a:pt x="169307" y="135598"/>
                  </a:lnTo>
                  <a:lnTo>
                    <a:pt x="162647" y="141781"/>
                  </a:lnTo>
                  <a:lnTo>
                    <a:pt x="156096" y="148079"/>
                  </a:lnTo>
                  <a:lnTo>
                    <a:pt x="149656" y="154490"/>
                  </a:lnTo>
                  <a:lnTo>
                    <a:pt x="143330" y="161014"/>
                  </a:lnTo>
                  <a:lnTo>
                    <a:pt x="137118" y="167647"/>
                  </a:lnTo>
                  <a:lnTo>
                    <a:pt x="131024" y="174388"/>
                  </a:lnTo>
                  <a:lnTo>
                    <a:pt x="125048" y="181234"/>
                  </a:lnTo>
                  <a:lnTo>
                    <a:pt x="119193" y="188184"/>
                  </a:lnTo>
                  <a:lnTo>
                    <a:pt x="113461" y="195235"/>
                  </a:lnTo>
                  <a:lnTo>
                    <a:pt x="107853" y="202386"/>
                  </a:lnTo>
                  <a:lnTo>
                    <a:pt x="102371" y="209634"/>
                  </a:lnTo>
                  <a:lnTo>
                    <a:pt x="97017" y="216976"/>
                  </a:lnTo>
                  <a:lnTo>
                    <a:pt x="91792" y="224411"/>
                  </a:lnTo>
                  <a:lnTo>
                    <a:pt x="86698" y="231936"/>
                  </a:lnTo>
                  <a:lnTo>
                    <a:pt x="81736" y="239550"/>
                  </a:lnTo>
                  <a:lnTo>
                    <a:pt x="76909" y="247249"/>
                  </a:lnTo>
                  <a:lnTo>
                    <a:pt x="72217" y="255031"/>
                  </a:lnTo>
                  <a:lnTo>
                    <a:pt x="67662" y="262894"/>
                  </a:lnTo>
                  <a:lnTo>
                    <a:pt x="63245" y="270836"/>
                  </a:lnTo>
                  <a:lnTo>
                    <a:pt x="58968" y="278854"/>
                  </a:lnTo>
                  <a:lnTo>
                    <a:pt x="54831" y="286945"/>
                  </a:lnTo>
                  <a:lnTo>
                    <a:pt x="50838" y="295108"/>
                  </a:lnTo>
                  <a:lnTo>
                    <a:pt x="46987" y="303339"/>
                  </a:lnTo>
                  <a:lnTo>
                    <a:pt x="43281" y="311637"/>
                  </a:lnTo>
                  <a:lnTo>
                    <a:pt x="39721" y="319998"/>
                  </a:lnTo>
                  <a:lnTo>
                    <a:pt x="36308" y="328420"/>
                  </a:lnTo>
                  <a:lnTo>
                    <a:pt x="33043" y="336900"/>
                  </a:lnTo>
                  <a:lnTo>
                    <a:pt x="29926" y="345436"/>
                  </a:lnTo>
                  <a:lnTo>
                    <a:pt x="26960" y="354026"/>
                  </a:lnTo>
                  <a:lnTo>
                    <a:pt x="24144" y="362666"/>
                  </a:lnTo>
                  <a:lnTo>
                    <a:pt x="21480" y="371354"/>
                  </a:lnTo>
                  <a:lnTo>
                    <a:pt x="18968" y="380088"/>
                  </a:lnTo>
                  <a:lnTo>
                    <a:pt x="16610" y="388864"/>
                  </a:lnTo>
                  <a:lnTo>
                    <a:pt x="14406" y="397680"/>
                  </a:lnTo>
                  <a:lnTo>
                    <a:pt x="12356" y="406533"/>
                  </a:lnTo>
                  <a:lnTo>
                    <a:pt x="10461" y="415420"/>
                  </a:lnTo>
                  <a:lnTo>
                    <a:pt x="8723" y="424340"/>
                  </a:lnTo>
                  <a:lnTo>
                    <a:pt x="7140" y="433288"/>
                  </a:lnTo>
                  <a:lnTo>
                    <a:pt x="5715" y="442263"/>
                  </a:lnTo>
                  <a:lnTo>
                    <a:pt x="4446" y="451262"/>
                  </a:lnTo>
                  <a:lnTo>
                    <a:pt x="3336" y="460281"/>
                  </a:lnTo>
                  <a:lnTo>
                    <a:pt x="2383" y="469318"/>
                  </a:lnTo>
                  <a:lnTo>
                    <a:pt x="1589" y="478371"/>
                  </a:lnTo>
                  <a:lnTo>
                    <a:pt x="953" y="487436"/>
                  </a:lnTo>
                  <a:lnTo>
                    <a:pt x="477" y="496511"/>
                  </a:lnTo>
                  <a:lnTo>
                    <a:pt x="159" y="505592"/>
                  </a:lnTo>
                  <a:lnTo>
                    <a:pt x="0" y="514678"/>
                  </a:lnTo>
                  <a:lnTo>
                    <a:pt x="0" y="523766"/>
                  </a:lnTo>
                  <a:lnTo>
                    <a:pt x="159" y="532852"/>
                  </a:lnTo>
                  <a:lnTo>
                    <a:pt x="477" y="541934"/>
                  </a:lnTo>
                  <a:lnTo>
                    <a:pt x="953" y="551008"/>
                  </a:lnTo>
                  <a:lnTo>
                    <a:pt x="1589" y="560073"/>
                  </a:lnTo>
                  <a:lnTo>
                    <a:pt x="2383" y="569126"/>
                  </a:lnTo>
                  <a:lnTo>
                    <a:pt x="3336" y="578163"/>
                  </a:lnTo>
                  <a:lnTo>
                    <a:pt x="4446" y="587183"/>
                  </a:lnTo>
                  <a:lnTo>
                    <a:pt x="5715" y="596181"/>
                  </a:lnTo>
                  <a:lnTo>
                    <a:pt x="7140" y="605156"/>
                  </a:lnTo>
                  <a:lnTo>
                    <a:pt x="8723" y="614104"/>
                  </a:lnTo>
                  <a:lnTo>
                    <a:pt x="10461" y="623024"/>
                  </a:lnTo>
                  <a:lnTo>
                    <a:pt x="12356" y="631912"/>
                  </a:lnTo>
                  <a:lnTo>
                    <a:pt x="14406" y="640765"/>
                  </a:lnTo>
                  <a:lnTo>
                    <a:pt x="16610" y="649581"/>
                  </a:lnTo>
                  <a:lnTo>
                    <a:pt x="18968" y="658357"/>
                  </a:lnTo>
                  <a:lnTo>
                    <a:pt x="21480" y="667090"/>
                  </a:lnTo>
                  <a:lnTo>
                    <a:pt x="24144" y="675778"/>
                  </a:lnTo>
                  <a:lnTo>
                    <a:pt x="26960" y="684418"/>
                  </a:lnTo>
                  <a:lnTo>
                    <a:pt x="29926" y="693008"/>
                  </a:lnTo>
                  <a:lnTo>
                    <a:pt x="33043" y="701544"/>
                  </a:lnTo>
                  <a:lnTo>
                    <a:pt x="36308" y="710025"/>
                  </a:lnTo>
                  <a:lnTo>
                    <a:pt x="39721" y="718447"/>
                  </a:lnTo>
                  <a:lnTo>
                    <a:pt x="43281" y="726808"/>
                  </a:lnTo>
                  <a:lnTo>
                    <a:pt x="46987" y="735105"/>
                  </a:lnTo>
                  <a:lnTo>
                    <a:pt x="50838" y="743336"/>
                  </a:lnTo>
                  <a:lnTo>
                    <a:pt x="54831" y="751499"/>
                  </a:lnTo>
                  <a:lnTo>
                    <a:pt x="58968" y="759590"/>
                  </a:lnTo>
                  <a:lnTo>
                    <a:pt x="63245" y="767608"/>
                  </a:lnTo>
                  <a:lnTo>
                    <a:pt x="67662" y="775550"/>
                  </a:lnTo>
                  <a:lnTo>
                    <a:pt x="72217" y="783413"/>
                  </a:lnTo>
                  <a:lnTo>
                    <a:pt x="76909" y="791195"/>
                  </a:lnTo>
                  <a:lnTo>
                    <a:pt x="81736" y="798894"/>
                  </a:lnTo>
                  <a:lnTo>
                    <a:pt x="86698" y="806508"/>
                  </a:lnTo>
                  <a:lnTo>
                    <a:pt x="91792" y="814033"/>
                  </a:lnTo>
                  <a:lnTo>
                    <a:pt x="97017" y="821468"/>
                  </a:lnTo>
                  <a:lnTo>
                    <a:pt x="102371" y="828811"/>
                  </a:lnTo>
                  <a:lnTo>
                    <a:pt x="107853" y="836058"/>
                  </a:lnTo>
                  <a:lnTo>
                    <a:pt x="113461" y="843209"/>
                  </a:lnTo>
                  <a:lnTo>
                    <a:pt x="119193" y="850260"/>
                  </a:lnTo>
                  <a:lnTo>
                    <a:pt x="125048" y="857210"/>
                  </a:lnTo>
                  <a:lnTo>
                    <a:pt x="131024" y="864057"/>
                  </a:lnTo>
                  <a:lnTo>
                    <a:pt x="137118" y="870797"/>
                  </a:lnTo>
                  <a:lnTo>
                    <a:pt x="143330" y="877431"/>
                  </a:lnTo>
                  <a:lnTo>
                    <a:pt x="149656" y="883954"/>
                  </a:lnTo>
                  <a:lnTo>
                    <a:pt x="156096" y="890366"/>
                  </a:lnTo>
                  <a:lnTo>
                    <a:pt x="162647" y="896664"/>
                  </a:lnTo>
                  <a:lnTo>
                    <a:pt x="169307" y="902846"/>
                  </a:lnTo>
                  <a:lnTo>
                    <a:pt x="176074" y="908911"/>
                  </a:lnTo>
                  <a:lnTo>
                    <a:pt x="182947" y="914856"/>
                  </a:lnTo>
                  <a:lnTo>
                    <a:pt x="189922" y="920681"/>
                  </a:lnTo>
                  <a:lnTo>
                    <a:pt x="196999" y="926382"/>
                  </a:lnTo>
                  <a:lnTo>
                    <a:pt x="204174" y="931958"/>
                  </a:lnTo>
                  <a:lnTo>
                    <a:pt x="211445" y="937409"/>
                  </a:lnTo>
                  <a:lnTo>
                    <a:pt x="218811" y="942731"/>
                  </a:lnTo>
                  <a:lnTo>
                    <a:pt x="226269" y="947923"/>
                  </a:lnTo>
                  <a:lnTo>
                    <a:pt x="233817" y="952984"/>
                  </a:lnTo>
                  <a:lnTo>
                    <a:pt x="241452" y="957912"/>
                  </a:lnTo>
                  <a:lnTo>
                    <a:pt x="249172" y="962706"/>
                  </a:lnTo>
                  <a:lnTo>
                    <a:pt x="256975" y="967364"/>
                  </a:lnTo>
                  <a:lnTo>
                    <a:pt x="264858" y="971885"/>
                  </a:lnTo>
                  <a:lnTo>
                    <a:pt x="272819" y="976267"/>
                  </a:lnTo>
                  <a:lnTo>
                    <a:pt x="280855" y="980509"/>
                  </a:lnTo>
                  <a:lnTo>
                    <a:pt x="288965" y="984610"/>
                  </a:lnTo>
                  <a:lnTo>
                    <a:pt x="297145" y="988568"/>
                  </a:lnTo>
                  <a:lnTo>
                    <a:pt x="305393" y="992382"/>
                  </a:lnTo>
                  <a:lnTo>
                    <a:pt x="313706" y="996052"/>
                  </a:lnTo>
                  <a:lnTo>
                    <a:pt x="322083" y="999575"/>
                  </a:lnTo>
                  <a:lnTo>
                    <a:pt x="330520" y="1002952"/>
                  </a:lnTo>
                  <a:lnTo>
                    <a:pt x="339014" y="1006180"/>
                  </a:lnTo>
                  <a:lnTo>
                    <a:pt x="347564" y="1009259"/>
                  </a:lnTo>
                  <a:lnTo>
                    <a:pt x="356166" y="1012188"/>
                  </a:lnTo>
                  <a:lnTo>
                    <a:pt x="364819" y="1014966"/>
                  </a:lnTo>
                  <a:lnTo>
                    <a:pt x="373518" y="1017592"/>
                  </a:lnTo>
                  <a:lnTo>
                    <a:pt x="382263" y="1020065"/>
                  </a:lnTo>
                  <a:lnTo>
                    <a:pt x="391049" y="1022385"/>
                  </a:lnTo>
                  <a:lnTo>
                    <a:pt x="399874" y="1024551"/>
                  </a:lnTo>
                  <a:lnTo>
                    <a:pt x="408737" y="1026562"/>
                  </a:lnTo>
                  <a:lnTo>
                    <a:pt x="417632" y="1028417"/>
                  </a:lnTo>
                  <a:lnTo>
                    <a:pt x="426559" y="1030117"/>
                  </a:lnTo>
                  <a:lnTo>
                    <a:pt x="435515" y="1031660"/>
                  </a:lnTo>
                  <a:lnTo>
                    <a:pt x="444496" y="1033046"/>
                  </a:lnTo>
                  <a:lnTo>
                    <a:pt x="453500" y="1034275"/>
                  </a:lnTo>
                  <a:lnTo>
                    <a:pt x="462524" y="1035346"/>
                  </a:lnTo>
                  <a:lnTo>
                    <a:pt x="471565" y="1036259"/>
                  </a:lnTo>
                  <a:lnTo>
                    <a:pt x="480621" y="1037014"/>
                  </a:lnTo>
                  <a:lnTo>
                    <a:pt x="489689" y="1037610"/>
                  </a:lnTo>
                  <a:lnTo>
                    <a:pt x="498766" y="1038047"/>
                  </a:lnTo>
                  <a:lnTo>
                    <a:pt x="507849" y="1038325"/>
                  </a:lnTo>
                  <a:lnTo>
                    <a:pt x="516935" y="1038445"/>
                  </a:lnTo>
                  <a:lnTo>
                    <a:pt x="526023" y="1038405"/>
                  </a:lnTo>
                  <a:lnTo>
                    <a:pt x="535108" y="1038206"/>
                  </a:lnTo>
                  <a:lnTo>
                    <a:pt x="544188" y="1037848"/>
                  </a:lnTo>
                  <a:lnTo>
                    <a:pt x="553261" y="1037332"/>
                  </a:lnTo>
                  <a:lnTo>
                    <a:pt x="562323" y="1036656"/>
                  </a:lnTo>
                  <a:lnTo>
                    <a:pt x="571372" y="1035823"/>
                  </a:lnTo>
                  <a:lnTo>
                    <a:pt x="580405" y="1034831"/>
                  </a:lnTo>
                  <a:lnTo>
                    <a:pt x="589419" y="1033681"/>
                  </a:lnTo>
                  <a:lnTo>
                    <a:pt x="598412" y="1032373"/>
                  </a:lnTo>
                  <a:lnTo>
                    <a:pt x="607381" y="1030908"/>
                  </a:lnTo>
                  <a:lnTo>
                    <a:pt x="616322" y="1029287"/>
                  </a:lnTo>
                  <a:lnTo>
                    <a:pt x="625234" y="1027509"/>
                  </a:lnTo>
                  <a:lnTo>
                    <a:pt x="634113" y="1025576"/>
                  </a:lnTo>
                  <a:lnTo>
                    <a:pt x="642957" y="1023487"/>
                  </a:lnTo>
                  <a:lnTo>
                    <a:pt x="651764" y="1021244"/>
                  </a:lnTo>
                  <a:lnTo>
                    <a:pt x="660529" y="1018847"/>
                  </a:lnTo>
                  <a:lnTo>
                    <a:pt x="669251" y="1016298"/>
                  </a:lnTo>
                  <a:lnTo>
                    <a:pt x="677928" y="1013596"/>
                  </a:lnTo>
                  <a:lnTo>
                    <a:pt x="686556" y="1010742"/>
                  </a:lnTo>
                  <a:lnTo>
                    <a:pt x="695132" y="1007738"/>
                  </a:lnTo>
                  <a:lnTo>
                    <a:pt x="703655" y="1004584"/>
                  </a:lnTo>
                  <a:lnTo>
                    <a:pt x="712121" y="1001282"/>
                  </a:lnTo>
                  <a:lnTo>
                    <a:pt x="720528" y="997832"/>
                  </a:lnTo>
                  <a:lnTo>
                    <a:pt x="728873" y="994235"/>
                  </a:lnTo>
                  <a:lnTo>
                    <a:pt x="737154" y="990493"/>
                  </a:lnTo>
                  <a:lnTo>
                    <a:pt x="745368" y="986607"/>
                  </a:lnTo>
                  <a:lnTo>
                    <a:pt x="753514" y="982577"/>
                  </a:lnTo>
                  <a:lnTo>
                    <a:pt x="761587" y="978406"/>
                  </a:lnTo>
                  <a:lnTo>
                    <a:pt x="769586" y="974093"/>
                  </a:lnTo>
                  <a:lnTo>
                    <a:pt x="777508" y="969642"/>
                  </a:lnTo>
                  <a:lnTo>
                    <a:pt x="785351" y="965052"/>
                  </a:lnTo>
                  <a:lnTo>
                    <a:pt x="793113" y="960326"/>
                  </a:lnTo>
                  <a:lnTo>
                    <a:pt x="800791" y="955465"/>
                  </a:lnTo>
                  <a:lnTo>
                    <a:pt x="808383" y="950470"/>
                  </a:lnTo>
                  <a:lnTo>
                    <a:pt x="815886" y="945343"/>
                  </a:lnTo>
                  <a:lnTo>
                    <a:pt x="823298" y="940086"/>
                  </a:lnTo>
                  <a:lnTo>
                    <a:pt x="830617" y="934699"/>
                  </a:lnTo>
                  <a:lnTo>
                    <a:pt x="837840" y="929186"/>
                  </a:lnTo>
                  <a:lnTo>
                    <a:pt x="844966" y="923547"/>
                  </a:lnTo>
                  <a:lnTo>
                    <a:pt x="851992" y="917784"/>
                  </a:lnTo>
                  <a:lnTo>
                    <a:pt x="858917" y="911899"/>
                  </a:lnTo>
                  <a:lnTo>
                    <a:pt x="865737" y="905893"/>
                  </a:lnTo>
                  <a:lnTo>
                    <a:pt x="872451" y="899769"/>
                  </a:lnTo>
                  <a:lnTo>
                    <a:pt x="879057" y="893529"/>
                  </a:lnTo>
                  <a:lnTo>
                    <a:pt x="885552" y="887174"/>
                  </a:lnTo>
                  <a:lnTo>
                    <a:pt x="891936" y="880706"/>
                  </a:lnTo>
                  <a:lnTo>
                    <a:pt x="898205" y="874128"/>
                  </a:lnTo>
                  <a:lnTo>
                    <a:pt x="904358" y="867440"/>
                  </a:lnTo>
                  <a:lnTo>
                    <a:pt x="910393" y="860646"/>
                  </a:lnTo>
                  <a:lnTo>
                    <a:pt x="916309" y="853748"/>
                  </a:lnTo>
                  <a:lnTo>
                    <a:pt x="922103" y="846747"/>
                  </a:lnTo>
                  <a:lnTo>
                    <a:pt x="927773" y="839646"/>
                  </a:lnTo>
                  <a:lnTo>
                    <a:pt x="933318" y="832446"/>
                  </a:lnTo>
                  <a:lnTo>
                    <a:pt x="938736" y="825151"/>
                  </a:lnTo>
                  <a:lnTo>
                    <a:pt x="944026" y="817762"/>
                  </a:lnTo>
                  <a:lnTo>
                    <a:pt x="949186" y="810282"/>
                  </a:lnTo>
                  <a:lnTo>
                    <a:pt x="954214" y="802712"/>
                  </a:lnTo>
                  <a:lnTo>
                    <a:pt x="959109" y="795056"/>
                  </a:lnTo>
                  <a:lnTo>
                    <a:pt x="963869" y="787315"/>
                  </a:lnTo>
                  <a:lnTo>
                    <a:pt x="968492" y="779491"/>
                  </a:lnTo>
                  <a:lnTo>
                    <a:pt x="972979" y="771589"/>
                  </a:lnTo>
                  <a:lnTo>
                    <a:pt x="977326" y="763609"/>
                  </a:lnTo>
                  <a:lnTo>
                    <a:pt x="981533" y="755554"/>
                  </a:lnTo>
                  <a:lnTo>
                    <a:pt x="985598" y="747426"/>
                  </a:lnTo>
                  <a:lnTo>
                    <a:pt x="989520" y="739229"/>
                  </a:lnTo>
                  <a:lnTo>
                    <a:pt x="993298" y="730964"/>
                  </a:lnTo>
                  <a:lnTo>
                    <a:pt x="996932" y="722635"/>
                  </a:lnTo>
                  <a:lnTo>
                    <a:pt x="1000418" y="714243"/>
                  </a:lnTo>
                  <a:lnTo>
                    <a:pt x="1003758" y="705791"/>
                  </a:lnTo>
                  <a:lnTo>
                    <a:pt x="1006949" y="697283"/>
                  </a:lnTo>
                  <a:lnTo>
                    <a:pt x="1009990" y="688719"/>
                  </a:lnTo>
                  <a:lnTo>
                    <a:pt x="1012881" y="680104"/>
                  </a:lnTo>
                  <a:lnTo>
                    <a:pt x="1015621" y="671440"/>
                  </a:lnTo>
                  <a:lnTo>
                    <a:pt x="1018209" y="662729"/>
                  </a:lnTo>
                  <a:lnTo>
                    <a:pt x="1020644" y="653974"/>
                  </a:lnTo>
                  <a:lnTo>
                    <a:pt x="1022926" y="645178"/>
                  </a:lnTo>
                  <a:lnTo>
                    <a:pt x="1025053" y="636343"/>
                  </a:lnTo>
                  <a:lnTo>
                    <a:pt x="1027025" y="627472"/>
                  </a:lnTo>
                  <a:lnTo>
                    <a:pt x="1028842" y="618568"/>
                  </a:lnTo>
                  <a:lnTo>
                    <a:pt x="1030503" y="609634"/>
                  </a:lnTo>
                  <a:lnTo>
                    <a:pt x="1032007" y="600672"/>
                  </a:lnTo>
                  <a:lnTo>
                    <a:pt x="1033354" y="591685"/>
                  </a:lnTo>
                  <a:lnTo>
                    <a:pt x="1034543" y="582675"/>
                  </a:lnTo>
                  <a:lnTo>
                    <a:pt x="1035575" y="573647"/>
                  </a:lnTo>
                  <a:lnTo>
                    <a:pt x="1036448" y="564602"/>
                  </a:lnTo>
                  <a:lnTo>
                    <a:pt x="1037163" y="555542"/>
                  </a:lnTo>
                  <a:lnTo>
                    <a:pt x="1037719" y="546472"/>
                  </a:lnTo>
                  <a:lnTo>
                    <a:pt x="1038117" y="537393"/>
                  </a:lnTo>
                  <a:lnTo>
                    <a:pt x="1038355" y="528309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413" name="pl413"/>
            <p:cNvSpPr/>
            <p:nvPr/>
          </p:nvSpPr>
          <p:spPr>
            <a:xfrm>
              <a:off x="5697602" y="3866139"/>
              <a:ext cx="0" cy="467304"/>
            </a:xfrm>
            <a:custGeom>
              <a:avLst/>
              <a:pathLst>
                <a:path w="0" h="467304">
                  <a:moveTo>
                    <a:pt x="0" y="46730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l414"/>
            <p:cNvSpPr/>
            <p:nvPr/>
          </p:nvSpPr>
          <p:spPr>
            <a:xfrm>
              <a:off x="5734317" y="4018218"/>
              <a:ext cx="330434" cy="330434"/>
            </a:xfrm>
            <a:custGeom>
              <a:avLst/>
              <a:pathLst>
                <a:path w="330434" h="330434">
                  <a:moveTo>
                    <a:pt x="0" y="330434"/>
                  </a:moveTo>
                  <a:lnTo>
                    <a:pt x="33043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l415"/>
            <p:cNvSpPr/>
            <p:nvPr/>
          </p:nvSpPr>
          <p:spPr>
            <a:xfrm>
              <a:off x="5749525" y="4385367"/>
              <a:ext cx="467304" cy="0"/>
            </a:xfrm>
            <a:custGeom>
              <a:avLst/>
              <a:pathLst>
                <a:path w="467304" h="0">
                  <a:moveTo>
                    <a:pt x="0" y="0"/>
                  </a:moveTo>
                  <a:lnTo>
                    <a:pt x="46730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l416"/>
            <p:cNvSpPr/>
            <p:nvPr/>
          </p:nvSpPr>
          <p:spPr>
            <a:xfrm>
              <a:off x="5734317" y="4422082"/>
              <a:ext cx="330434" cy="330434"/>
            </a:xfrm>
            <a:custGeom>
              <a:avLst/>
              <a:pathLst>
                <a:path w="330434" h="330434">
                  <a:moveTo>
                    <a:pt x="0" y="0"/>
                  </a:moveTo>
                  <a:lnTo>
                    <a:pt x="330434" y="33043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l417"/>
            <p:cNvSpPr/>
            <p:nvPr/>
          </p:nvSpPr>
          <p:spPr>
            <a:xfrm>
              <a:off x="5697602" y="4437290"/>
              <a:ext cx="0" cy="467304"/>
            </a:xfrm>
            <a:custGeom>
              <a:avLst/>
              <a:pathLst>
                <a:path w="0" h="467304">
                  <a:moveTo>
                    <a:pt x="0" y="0"/>
                  </a:moveTo>
                  <a:lnTo>
                    <a:pt x="0" y="46730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l418"/>
            <p:cNvSpPr/>
            <p:nvPr/>
          </p:nvSpPr>
          <p:spPr>
            <a:xfrm>
              <a:off x="5330453" y="4422082"/>
              <a:ext cx="330434" cy="330434"/>
            </a:xfrm>
            <a:custGeom>
              <a:avLst/>
              <a:pathLst>
                <a:path w="330434" h="330434">
                  <a:moveTo>
                    <a:pt x="330434" y="0"/>
                  </a:moveTo>
                  <a:lnTo>
                    <a:pt x="0" y="33043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l419"/>
            <p:cNvSpPr/>
            <p:nvPr/>
          </p:nvSpPr>
          <p:spPr>
            <a:xfrm>
              <a:off x="5178375" y="4385367"/>
              <a:ext cx="467304" cy="0"/>
            </a:xfrm>
            <a:custGeom>
              <a:avLst/>
              <a:pathLst>
                <a:path w="467304" h="0">
                  <a:moveTo>
                    <a:pt x="467304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l420"/>
            <p:cNvSpPr/>
            <p:nvPr/>
          </p:nvSpPr>
          <p:spPr>
            <a:xfrm>
              <a:off x="5330453" y="4018218"/>
              <a:ext cx="330434" cy="330434"/>
            </a:xfrm>
            <a:custGeom>
              <a:avLst/>
              <a:pathLst>
                <a:path w="330434" h="330434">
                  <a:moveTo>
                    <a:pt x="330434" y="33043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l421"/>
            <p:cNvSpPr/>
            <p:nvPr/>
          </p:nvSpPr>
          <p:spPr>
            <a:xfrm>
              <a:off x="5627844" y="4216478"/>
              <a:ext cx="308603" cy="220811"/>
            </a:xfrm>
            <a:custGeom>
              <a:avLst/>
              <a:pathLst>
                <a:path w="308603" h="220811">
                  <a:moveTo>
                    <a:pt x="69758" y="70235"/>
                  </a:moveTo>
                  <a:lnTo>
                    <a:pt x="238647" y="0"/>
                  </a:lnTo>
                  <a:lnTo>
                    <a:pt x="308603" y="168888"/>
                  </a:lnTo>
                  <a:lnTo>
                    <a:pt x="106473" y="205603"/>
                  </a:lnTo>
                  <a:lnTo>
                    <a:pt x="69758" y="220811"/>
                  </a:lnTo>
                  <a:lnTo>
                    <a:pt x="33043" y="205603"/>
                  </a:lnTo>
                  <a:lnTo>
                    <a:pt x="17835" y="168888"/>
                  </a:lnTo>
                  <a:lnTo>
                    <a:pt x="0" y="99130"/>
                  </a:lnTo>
                  <a:lnTo>
                    <a:pt x="69758" y="70235"/>
                  </a:lnTo>
                </a:path>
              </a:pathLst>
            </a:custGeom>
            <a:ln w="31166" cap="flat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5662332" y="4251443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5831221" y="4181208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5901177" y="4350097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5699047" y="4386812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5662332" y="4402019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5625617" y="4386812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5610409" y="4350097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5592574" y="4280338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5662332" y="4251443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tx431"/>
            <p:cNvSpPr/>
            <p:nvPr/>
          </p:nvSpPr>
          <p:spPr>
            <a:xfrm>
              <a:off x="5558171" y="4311773"/>
              <a:ext cx="87508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432" name="tx432"/>
            <p:cNvSpPr/>
            <p:nvPr/>
          </p:nvSpPr>
          <p:spPr>
            <a:xfrm>
              <a:off x="5524521" y="4078120"/>
              <a:ext cx="12115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33" name="tx433"/>
            <p:cNvSpPr/>
            <p:nvPr/>
          </p:nvSpPr>
          <p:spPr>
            <a:xfrm>
              <a:off x="5490872" y="3844468"/>
              <a:ext cx="15480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434" name="rc434"/>
            <p:cNvSpPr/>
            <p:nvPr/>
          </p:nvSpPr>
          <p:spPr>
            <a:xfrm>
              <a:off x="6823205" y="3429000"/>
              <a:ext cx="2251205" cy="233029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435" name="rc435"/>
            <p:cNvSpPr/>
            <p:nvPr/>
          </p:nvSpPr>
          <p:spPr>
            <a:xfrm>
              <a:off x="6823205" y="3662029"/>
              <a:ext cx="2251205" cy="14466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6" name="rc436"/>
            <p:cNvSpPr/>
            <p:nvPr/>
          </p:nvSpPr>
          <p:spPr>
            <a:xfrm>
              <a:off x="6861163" y="3429000"/>
              <a:ext cx="2175290" cy="23302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7" name="tx437"/>
            <p:cNvSpPr/>
            <p:nvPr/>
          </p:nvSpPr>
          <p:spPr>
            <a:xfrm>
              <a:off x="7527452" y="3462967"/>
              <a:ext cx="842711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Ciconiiformes</a:t>
              </a:r>
            </a:p>
          </p:txBody>
        </p:sp>
        <p:sp>
          <p:nvSpPr>
            <p:cNvPr id="438" name="tx438"/>
            <p:cNvSpPr/>
            <p:nvPr/>
          </p:nvSpPr>
          <p:spPr>
            <a:xfrm>
              <a:off x="7371821" y="3564457"/>
              <a:ext cx="1153972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9, species = 4</a:t>
              </a:r>
            </a:p>
          </p:txBody>
        </p:sp>
        <p:sp>
          <p:nvSpPr>
            <p:cNvPr id="439" name="rc439"/>
            <p:cNvSpPr/>
            <p:nvPr/>
          </p:nvSpPr>
          <p:spPr>
            <a:xfrm>
              <a:off x="7092082" y="3699986"/>
              <a:ext cx="1713451" cy="1370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0" name="tx440"/>
            <p:cNvSpPr/>
            <p:nvPr/>
          </p:nvSpPr>
          <p:spPr>
            <a:xfrm>
              <a:off x="7054573" y="4771424"/>
              <a:ext cx="472013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41" name="tx441"/>
            <p:cNvSpPr/>
            <p:nvPr/>
          </p:nvSpPr>
          <p:spPr>
            <a:xfrm>
              <a:off x="7123279" y="4349202"/>
              <a:ext cx="228417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42" name="tx442"/>
            <p:cNvSpPr/>
            <p:nvPr/>
          </p:nvSpPr>
          <p:spPr>
            <a:xfrm>
              <a:off x="7071581" y="3926981"/>
              <a:ext cx="45500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43" name="pl443"/>
            <p:cNvSpPr/>
            <p:nvPr/>
          </p:nvSpPr>
          <p:spPr>
            <a:xfrm>
              <a:off x="7896887" y="4333445"/>
              <a:ext cx="103843" cy="103844"/>
            </a:xfrm>
            <a:custGeom>
              <a:avLst/>
              <a:pathLst>
                <a:path w="103843" h="103844">
                  <a:moveTo>
                    <a:pt x="103843" y="51922"/>
                  </a:moveTo>
                  <a:lnTo>
                    <a:pt x="103835" y="51013"/>
                  </a:lnTo>
                  <a:lnTo>
                    <a:pt x="103811" y="50105"/>
                  </a:lnTo>
                  <a:lnTo>
                    <a:pt x="103771" y="49197"/>
                  </a:lnTo>
                  <a:lnTo>
                    <a:pt x="103716" y="48290"/>
                  </a:lnTo>
                  <a:lnTo>
                    <a:pt x="103644" y="47384"/>
                  </a:lnTo>
                  <a:lnTo>
                    <a:pt x="103557" y="46479"/>
                  </a:lnTo>
                  <a:lnTo>
                    <a:pt x="103454" y="45576"/>
                  </a:lnTo>
                  <a:lnTo>
                    <a:pt x="103335" y="44676"/>
                  </a:lnTo>
                  <a:lnTo>
                    <a:pt x="103200" y="43777"/>
                  </a:lnTo>
                  <a:lnTo>
                    <a:pt x="103050" y="42881"/>
                  </a:lnTo>
                  <a:lnTo>
                    <a:pt x="102884" y="41987"/>
                  </a:lnTo>
                  <a:lnTo>
                    <a:pt x="102702" y="41097"/>
                  </a:lnTo>
                  <a:lnTo>
                    <a:pt x="102505" y="40210"/>
                  </a:lnTo>
                  <a:lnTo>
                    <a:pt x="102292" y="39326"/>
                  </a:lnTo>
                  <a:lnTo>
                    <a:pt x="102064" y="38447"/>
                  </a:lnTo>
                  <a:lnTo>
                    <a:pt x="101820" y="37571"/>
                  </a:lnTo>
                  <a:lnTo>
                    <a:pt x="101562" y="36700"/>
                  </a:lnTo>
                  <a:lnTo>
                    <a:pt x="101288" y="35834"/>
                  </a:lnTo>
                  <a:lnTo>
                    <a:pt x="100999" y="34972"/>
                  </a:lnTo>
                  <a:lnTo>
                    <a:pt x="100694" y="34116"/>
                  </a:lnTo>
                  <a:lnTo>
                    <a:pt x="100375" y="33265"/>
                  </a:lnTo>
                  <a:lnTo>
                    <a:pt x="100041" y="32420"/>
                  </a:lnTo>
                  <a:lnTo>
                    <a:pt x="99693" y="31580"/>
                  </a:lnTo>
                  <a:lnTo>
                    <a:pt x="99329" y="30748"/>
                  </a:lnTo>
                  <a:lnTo>
                    <a:pt x="98952" y="29921"/>
                  </a:lnTo>
                  <a:lnTo>
                    <a:pt x="98559" y="29101"/>
                  </a:lnTo>
                  <a:lnTo>
                    <a:pt x="98153" y="28289"/>
                  </a:lnTo>
                  <a:lnTo>
                    <a:pt x="97732" y="27483"/>
                  </a:lnTo>
                  <a:lnTo>
                    <a:pt x="97297" y="26685"/>
                  </a:lnTo>
                  <a:lnTo>
                    <a:pt x="96849" y="25895"/>
                  </a:lnTo>
                  <a:lnTo>
                    <a:pt x="96386" y="25113"/>
                  </a:lnTo>
                  <a:lnTo>
                    <a:pt x="95910" y="24338"/>
                  </a:lnTo>
                  <a:lnTo>
                    <a:pt x="95421" y="23573"/>
                  </a:lnTo>
                  <a:lnTo>
                    <a:pt x="94918" y="22816"/>
                  </a:lnTo>
                  <a:lnTo>
                    <a:pt x="94402" y="22068"/>
                  </a:lnTo>
                  <a:lnTo>
                    <a:pt x="93873" y="21329"/>
                  </a:lnTo>
                  <a:lnTo>
                    <a:pt x="93331" y="20599"/>
                  </a:lnTo>
                  <a:lnTo>
                    <a:pt x="92777" y="19879"/>
                  </a:lnTo>
                  <a:lnTo>
                    <a:pt x="92210" y="19169"/>
                  </a:lnTo>
                  <a:lnTo>
                    <a:pt x="91630" y="18469"/>
                  </a:lnTo>
                  <a:lnTo>
                    <a:pt x="91039" y="17779"/>
                  </a:lnTo>
                  <a:lnTo>
                    <a:pt x="90435" y="17100"/>
                  </a:lnTo>
                  <a:lnTo>
                    <a:pt x="89820" y="16431"/>
                  </a:lnTo>
                  <a:lnTo>
                    <a:pt x="89193" y="15773"/>
                  </a:lnTo>
                  <a:lnTo>
                    <a:pt x="88555" y="15127"/>
                  </a:lnTo>
                  <a:lnTo>
                    <a:pt x="87905" y="14491"/>
                  </a:lnTo>
                  <a:lnTo>
                    <a:pt x="87245" y="13867"/>
                  </a:lnTo>
                  <a:lnTo>
                    <a:pt x="86573" y="13255"/>
                  </a:lnTo>
                  <a:lnTo>
                    <a:pt x="85891" y="12654"/>
                  </a:lnTo>
                  <a:lnTo>
                    <a:pt x="85199" y="12066"/>
                  </a:lnTo>
                  <a:lnTo>
                    <a:pt x="84496" y="11489"/>
                  </a:lnTo>
                  <a:lnTo>
                    <a:pt x="83784" y="10925"/>
                  </a:lnTo>
                  <a:lnTo>
                    <a:pt x="83061" y="10374"/>
                  </a:lnTo>
                  <a:lnTo>
                    <a:pt x="82329" y="9835"/>
                  </a:lnTo>
                  <a:lnTo>
                    <a:pt x="81588" y="9310"/>
                  </a:lnTo>
                  <a:lnTo>
                    <a:pt x="80838" y="8797"/>
                  </a:lnTo>
                  <a:lnTo>
                    <a:pt x="80079" y="8297"/>
                  </a:lnTo>
                  <a:lnTo>
                    <a:pt x="79311" y="7811"/>
                  </a:lnTo>
                  <a:lnTo>
                    <a:pt x="78535" y="7339"/>
                  </a:lnTo>
                  <a:lnTo>
                    <a:pt x="77750" y="6880"/>
                  </a:lnTo>
                  <a:lnTo>
                    <a:pt x="76958" y="6435"/>
                  </a:lnTo>
                  <a:lnTo>
                    <a:pt x="76158" y="6003"/>
                  </a:lnTo>
                  <a:lnTo>
                    <a:pt x="75351" y="5586"/>
                  </a:lnTo>
                  <a:lnTo>
                    <a:pt x="74536" y="5183"/>
                  </a:lnTo>
                  <a:lnTo>
                    <a:pt x="73715" y="4795"/>
                  </a:lnTo>
                  <a:lnTo>
                    <a:pt x="72887" y="4420"/>
                  </a:lnTo>
                  <a:lnTo>
                    <a:pt x="72052" y="4061"/>
                  </a:lnTo>
                  <a:lnTo>
                    <a:pt x="71212" y="3716"/>
                  </a:lnTo>
                  <a:lnTo>
                    <a:pt x="70365" y="3386"/>
                  </a:lnTo>
                  <a:lnTo>
                    <a:pt x="69513" y="3070"/>
                  </a:lnTo>
                  <a:lnTo>
                    <a:pt x="68655" y="2770"/>
                  </a:lnTo>
                  <a:lnTo>
                    <a:pt x="67792" y="2484"/>
                  </a:lnTo>
                  <a:lnTo>
                    <a:pt x="66925" y="2214"/>
                  </a:lnTo>
                  <a:lnTo>
                    <a:pt x="66052" y="1959"/>
                  </a:lnTo>
                  <a:lnTo>
                    <a:pt x="65176" y="1720"/>
                  </a:lnTo>
                  <a:lnTo>
                    <a:pt x="64295" y="1495"/>
                  </a:lnTo>
                  <a:lnTo>
                    <a:pt x="63411" y="1286"/>
                  </a:lnTo>
                  <a:lnTo>
                    <a:pt x="62523" y="1093"/>
                  </a:lnTo>
                  <a:lnTo>
                    <a:pt x="61632" y="915"/>
                  </a:lnTo>
                  <a:lnTo>
                    <a:pt x="60738" y="753"/>
                  </a:lnTo>
                  <a:lnTo>
                    <a:pt x="59841" y="607"/>
                  </a:lnTo>
                  <a:lnTo>
                    <a:pt x="58941" y="476"/>
                  </a:lnTo>
                  <a:lnTo>
                    <a:pt x="58040" y="361"/>
                  </a:lnTo>
                  <a:lnTo>
                    <a:pt x="57137" y="262"/>
                  </a:lnTo>
                  <a:lnTo>
                    <a:pt x="56232" y="178"/>
                  </a:lnTo>
                  <a:lnTo>
                    <a:pt x="55326" y="111"/>
                  </a:lnTo>
                  <a:lnTo>
                    <a:pt x="54418" y="59"/>
                  </a:lnTo>
                  <a:lnTo>
                    <a:pt x="53510" y="23"/>
                  </a:lnTo>
                  <a:lnTo>
                    <a:pt x="52602" y="3"/>
                  </a:lnTo>
                  <a:lnTo>
                    <a:pt x="51693" y="0"/>
                  </a:lnTo>
                  <a:lnTo>
                    <a:pt x="50784" y="11"/>
                  </a:lnTo>
                  <a:lnTo>
                    <a:pt x="49876" y="39"/>
                  </a:lnTo>
                  <a:lnTo>
                    <a:pt x="48968" y="83"/>
                  </a:lnTo>
                  <a:lnTo>
                    <a:pt x="48062" y="143"/>
                  </a:lnTo>
                  <a:lnTo>
                    <a:pt x="47156" y="218"/>
                  </a:lnTo>
                  <a:lnTo>
                    <a:pt x="46252" y="309"/>
                  </a:lnTo>
                  <a:lnTo>
                    <a:pt x="45350" y="416"/>
                  </a:lnTo>
                  <a:lnTo>
                    <a:pt x="44449" y="539"/>
                  </a:lnTo>
                  <a:lnTo>
                    <a:pt x="43551" y="678"/>
                  </a:lnTo>
                  <a:lnTo>
                    <a:pt x="42655" y="832"/>
                  </a:lnTo>
                  <a:lnTo>
                    <a:pt x="41763" y="1002"/>
                  </a:lnTo>
                  <a:lnTo>
                    <a:pt x="40873" y="1188"/>
                  </a:lnTo>
                  <a:lnTo>
                    <a:pt x="39987" y="1389"/>
                  </a:lnTo>
                  <a:lnTo>
                    <a:pt x="39104" y="1605"/>
                  </a:lnTo>
                  <a:lnTo>
                    <a:pt x="38226" y="1837"/>
                  </a:lnTo>
                  <a:lnTo>
                    <a:pt x="37351" y="2085"/>
                  </a:lnTo>
                  <a:lnTo>
                    <a:pt x="36481" y="2347"/>
                  </a:lnTo>
                  <a:lnTo>
                    <a:pt x="35616" y="2625"/>
                  </a:lnTo>
                  <a:lnTo>
                    <a:pt x="34756" y="2918"/>
                  </a:lnTo>
                  <a:lnTo>
                    <a:pt x="33901" y="3226"/>
                  </a:lnTo>
                  <a:lnTo>
                    <a:pt x="33052" y="3549"/>
                  </a:lnTo>
                  <a:lnTo>
                    <a:pt x="32208" y="3886"/>
                  </a:lnTo>
                  <a:lnTo>
                    <a:pt x="31370" y="4239"/>
                  </a:lnTo>
                  <a:lnTo>
                    <a:pt x="30539" y="4606"/>
                  </a:lnTo>
                  <a:lnTo>
                    <a:pt x="29714" y="4987"/>
                  </a:lnTo>
                  <a:lnTo>
                    <a:pt x="28896" y="5383"/>
                  </a:lnTo>
                  <a:lnTo>
                    <a:pt x="28085" y="5793"/>
                  </a:lnTo>
                  <a:lnTo>
                    <a:pt x="27281" y="6217"/>
                  </a:lnTo>
                  <a:lnTo>
                    <a:pt x="26485" y="6655"/>
                  </a:lnTo>
                  <a:lnTo>
                    <a:pt x="25697" y="7108"/>
                  </a:lnTo>
                  <a:lnTo>
                    <a:pt x="24917" y="7573"/>
                  </a:lnTo>
                  <a:lnTo>
                    <a:pt x="24145" y="8053"/>
                  </a:lnTo>
                  <a:lnTo>
                    <a:pt x="23381" y="8546"/>
                  </a:lnTo>
                  <a:lnTo>
                    <a:pt x="22626" y="9052"/>
                  </a:lnTo>
                  <a:lnTo>
                    <a:pt x="21881" y="9571"/>
                  </a:lnTo>
                  <a:lnTo>
                    <a:pt x="21144" y="10103"/>
                  </a:lnTo>
                  <a:lnTo>
                    <a:pt x="20417" y="10648"/>
                  </a:lnTo>
                  <a:lnTo>
                    <a:pt x="19699" y="11206"/>
                  </a:lnTo>
                  <a:lnTo>
                    <a:pt x="18992" y="11776"/>
                  </a:lnTo>
                  <a:lnTo>
                    <a:pt x="18294" y="12358"/>
                  </a:lnTo>
                  <a:lnTo>
                    <a:pt x="17607" y="12953"/>
                  </a:lnTo>
                  <a:lnTo>
                    <a:pt x="16930" y="13559"/>
                  </a:lnTo>
                  <a:lnTo>
                    <a:pt x="16264" y="14178"/>
                  </a:lnTo>
                  <a:lnTo>
                    <a:pt x="15609" y="14807"/>
                  </a:lnTo>
                  <a:lnTo>
                    <a:pt x="14965" y="15449"/>
                  </a:lnTo>
                  <a:lnTo>
                    <a:pt x="14333" y="16101"/>
                  </a:lnTo>
                  <a:lnTo>
                    <a:pt x="13711" y="16764"/>
                  </a:lnTo>
                  <a:lnTo>
                    <a:pt x="13102" y="17438"/>
                  </a:lnTo>
                  <a:lnTo>
                    <a:pt x="12504" y="18123"/>
                  </a:lnTo>
                  <a:lnTo>
                    <a:pt x="11919" y="18818"/>
                  </a:lnTo>
                  <a:lnTo>
                    <a:pt x="11346" y="19523"/>
                  </a:lnTo>
                  <a:lnTo>
                    <a:pt x="10785" y="20238"/>
                  </a:lnTo>
                  <a:lnTo>
                    <a:pt x="10237" y="20963"/>
                  </a:lnTo>
                  <a:lnTo>
                    <a:pt x="9701" y="21697"/>
                  </a:lnTo>
                  <a:lnTo>
                    <a:pt x="9179" y="22441"/>
                  </a:lnTo>
                  <a:lnTo>
                    <a:pt x="8669" y="23193"/>
                  </a:lnTo>
                  <a:lnTo>
                    <a:pt x="8173" y="23955"/>
                  </a:lnTo>
                  <a:lnTo>
                    <a:pt x="7690" y="24724"/>
                  </a:lnTo>
                  <a:lnTo>
                    <a:pt x="7221" y="25503"/>
                  </a:lnTo>
                  <a:lnTo>
                    <a:pt x="6766" y="26289"/>
                  </a:lnTo>
                  <a:lnTo>
                    <a:pt x="6324" y="27083"/>
                  </a:lnTo>
                  <a:lnTo>
                    <a:pt x="5896" y="27885"/>
                  </a:lnTo>
                  <a:lnTo>
                    <a:pt x="5483" y="28694"/>
                  </a:lnTo>
                  <a:lnTo>
                    <a:pt x="5083" y="29510"/>
                  </a:lnTo>
                  <a:lnTo>
                    <a:pt x="4698" y="30333"/>
                  </a:lnTo>
                  <a:lnTo>
                    <a:pt x="4328" y="31163"/>
                  </a:lnTo>
                  <a:lnTo>
                    <a:pt x="3972" y="31999"/>
                  </a:lnTo>
                  <a:lnTo>
                    <a:pt x="3630" y="32842"/>
                  </a:lnTo>
                  <a:lnTo>
                    <a:pt x="3304" y="33690"/>
                  </a:lnTo>
                  <a:lnTo>
                    <a:pt x="2992" y="34543"/>
                  </a:lnTo>
                  <a:lnTo>
                    <a:pt x="2696" y="35402"/>
                  </a:lnTo>
                  <a:lnTo>
                    <a:pt x="2414" y="36266"/>
                  </a:lnTo>
                  <a:lnTo>
                    <a:pt x="2148" y="37135"/>
                  </a:lnTo>
                  <a:lnTo>
                    <a:pt x="1896" y="38008"/>
                  </a:lnTo>
                  <a:lnTo>
                    <a:pt x="1661" y="38886"/>
                  </a:lnTo>
                  <a:lnTo>
                    <a:pt x="1440" y="39768"/>
                  </a:lnTo>
                  <a:lnTo>
                    <a:pt x="1235" y="40653"/>
                  </a:lnTo>
                  <a:lnTo>
                    <a:pt x="1046" y="41542"/>
                  </a:lnTo>
                  <a:lnTo>
                    <a:pt x="872" y="42434"/>
                  </a:lnTo>
                  <a:lnTo>
                    <a:pt x="714" y="43328"/>
                  </a:lnTo>
                  <a:lnTo>
                    <a:pt x="571" y="44226"/>
                  </a:lnTo>
                  <a:lnTo>
                    <a:pt x="444" y="45126"/>
                  </a:lnTo>
                  <a:lnTo>
                    <a:pt x="333" y="46028"/>
                  </a:lnTo>
                  <a:lnTo>
                    <a:pt x="238" y="46931"/>
                  </a:lnTo>
                  <a:lnTo>
                    <a:pt x="158" y="47837"/>
                  </a:lnTo>
                  <a:lnTo>
                    <a:pt x="95" y="48743"/>
                  </a:lnTo>
                  <a:lnTo>
                    <a:pt x="47" y="49651"/>
                  </a:lnTo>
                  <a:lnTo>
                    <a:pt x="15" y="50559"/>
                  </a:lnTo>
                  <a:lnTo>
                    <a:pt x="0" y="51467"/>
                  </a:lnTo>
                  <a:lnTo>
                    <a:pt x="0" y="52376"/>
                  </a:lnTo>
                  <a:lnTo>
                    <a:pt x="15" y="53285"/>
                  </a:lnTo>
                  <a:lnTo>
                    <a:pt x="47" y="54193"/>
                  </a:lnTo>
                  <a:lnTo>
                    <a:pt x="95" y="55100"/>
                  </a:lnTo>
                  <a:lnTo>
                    <a:pt x="158" y="56007"/>
                  </a:lnTo>
                  <a:lnTo>
                    <a:pt x="238" y="56912"/>
                  </a:lnTo>
                  <a:lnTo>
                    <a:pt x="333" y="57816"/>
                  </a:lnTo>
                  <a:lnTo>
                    <a:pt x="444" y="58718"/>
                  </a:lnTo>
                  <a:lnTo>
                    <a:pt x="571" y="59618"/>
                  </a:lnTo>
                  <a:lnTo>
                    <a:pt x="714" y="60515"/>
                  </a:lnTo>
                  <a:lnTo>
                    <a:pt x="872" y="61410"/>
                  </a:lnTo>
                  <a:lnTo>
                    <a:pt x="1046" y="62302"/>
                  </a:lnTo>
                  <a:lnTo>
                    <a:pt x="1235" y="63191"/>
                  </a:lnTo>
                  <a:lnTo>
                    <a:pt x="1440" y="64076"/>
                  </a:lnTo>
                  <a:lnTo>
                    <a:pt x="1661" y="64958"/>
                  </a:lnTo>
                  <a:lnTo>
                    <a:pt x="1896" y="65835"/>
                  </a:lnTo>
                  <a:lnTo>
                    <a:pt x="2148" y="66709"/>
                  </a:lnTo>
                  <a:lnTo>
                    <a:pt x="2414" y="67577"/>
                  </a:lnTo>
                  <a:lnTo>
                    <a:pt x="2696" y="68441"/>
                  </a:lnTo>
                  <a:lnTo>
                    <a:pt x="2992" y="69300"/>
                  </a:lnTo>
                  <a:lnTo>
                    <a:pt x="3304" y="70154"/>
                  </a:lnTo>
                  <a:lnTo>
                    <a:pt x="3630" y="71002"/>
                  </a:lnTo>
                  <a:lnTo>
                    <a:pt x="3972" y="71844"/>
                  </a:lnTo>
                  <a:lnTo>
                    <a:pt x="4328" y="72680"/>
                  </a:lnTo>
                  <a:lnTo>
                    <a:pt x="4698" y="73510"/>
                  </a:lnTo>
                  <a:lnTo>
                    <a:pt x="5083" y="74333"/>
                  </a:lnTo>
                  <a:lnTo>
                    <a:pt x="5483" y="75149"/>
                  </a:lnTo>
                  <a:lnTo>
                    <a:pt x="5896" y="75959"/>
                  </a:lnTo>
                  <a:lnTo>
                    <a:pt x="6324" y="76760"/>
                  </a:lnTo>
                  <a:lnTo>
                    <a:pt x="6766" y="77555"/>
                  </a:lnTo>
                  <a:lnTo>
                    <a:pt x="7221" y="78341"/>
                  </a:lnTo>
                  <a:lnTo>
                    <a:pt x="7690" y="79119"/>
                  </a:lnTo>
                  <a:lnTo>
                    <a:pt x="8173" y="79889"/>
                  </a:lnTo>
                  <a:lnTo>
                    <a:pt x="8669" y="80650"/>
                  </a:lnTo>
                  <a:lnTo>
                    <a:pt x="9179" y="81403"/>
                  </a:lnTo>
                  <a:lnTo>
                    <a:pt x="9701" y="82146"/>
                  </a:lnTo>
                  <a:lnTo>
                    <a:pt x="10237" y="82881"/>
                  </a:lnTo>
                  <a:lnTo>
                    <a:pt x="10785" y="83605"/>
                  </a:lnTo>
                  <a:lnTo>
                    <a:pt x="11346" y="84320"/>
                  </a:lnTo>
                  <a:lnTo>
                    <a:pt x="11919" y="85026"/>
                  </a:lnTo>
                  <a:lnTo>
                    <a:pt x="12504" y="85721"/>
                  </a:lnTo>
                  <a:lnTo>
                    <a:pt x="13102" y="86405"/>
                  </a:lnTo>
                  <a:lnTo>
                    <a:pt x="13711" y="87079"/>
                  </a:lnTo>
                  <a:lnTo>
                    <a:pt x="14333" y="87743"/>
                  </a:lnTo>
                  <a:lnTo>
                    <a:pt x="14965" y="88395"/>
                  </a:lnTo>
                  <a:lnTo>
                    <a:pt x="15609" y="89036"/>
                  </a:lnTo>
                  <a:lnTo>
                    <a:pt x="16264" y="89666"/>
                  </a:lnTo>
                  <a:lnTo>
                    <a:pt x="16930" y="90284"/>
                  </a:lnTo>
                  <a:lnTo>
                    <a:pt x="17607" y="90891"/>
                  </a:lnTo>
                  <a:lnTo>
                    <a:pt x="18294" y="91485"/>
                  </a:lnTo>
                  <a:lnTo>
                    <a:pt x="18992" y="92068"/>
                  </a:lnTo>
                  <a:lnTo>
                    <a:pt x="19699" y="92638"/>
                  </a:lnTo>
                  <a:lnTo>
                    <a:pt x="20417" y="93195"/>
                  </a:lnTo>
                  <a:lnTo>
                    <a:pt x="21144" y="93740"/>
                  </a:lnTo>
                  <a:lnTo>
                    <a:pt x="21881" y="94273"/>
                  </a:lnTo>
                  <a:lnTo>
                    <a:pt x="22626" y="94792"/>
                  </a:lnTo>
                  <a:lnTo>
                    <a:pt x="23381" y="95298"/>
                  </a:lnTo>
                  <a:lnTo>
                    <a:pt x="24145" y="95791"/>
                  </a:lnTo>
                  <a:lnTo>
                    <a:pt x="24917" y="96270"/>
                  </a:lnTo>
                  <a:lnTo>
                    <a:pt x="25697" y="96736"/>
                  </a:lnTo>
                  <a:lnTo>
                    <a:pt x="26485" y="97188"/>
                  </a:lnTo>
                  <a:lnTo>
                    <a:pt x="27281" y="97626"/>
                  </a:lnTo>
                  <a:lnTo>
                    <a:pt x="28085" y="98050"/>
                  </a:lnTo>
                  <a:lnTo>
                    <a:pt x="28896" y="98461"/>
                  </a:lnTo>
                  <a:lnTo>
                    <a:pt x="29714" y="98856"/>
                  </a:lnTo>
                  <a:lnTo>
                    <a:pt x="30539" y="99238"/>
                  </a:lnTo>
                  <a:lnTo>
                    <a:pt x="31370" y="99605"/>
                  </a:lnTo>
                  <a:lnTo>
                    <a:pt x="32208" y="99957"/>
                  </a:lnTo>
                  <a:lnTo>
                    <a:pt x="33052" y="100295"/>
                  </a:lnTo>
                  <a:lnTo>
                    <a:pt x="33901" y="100618"/>
                  </a:lnTo>
                  <a:lnTo>
                    <a:pt x="34756" y="100925"/>
                  </a:lnTo>
                  <a:lnTo>
                    <a:pt x="35616" y="101218"/>
                  </a:lnTo>
                  <a:lnTo>
                    <a:pt x="36481" y="101496"/>
                  </a:lnTo>
                  <a:lnTo>
                    <a:pt x="37351" y="101759"/>
                  </a:lnTo>
                  <a:lnTo>
                    <a:pt x="38226" y="102006"/>
                  </a:lnTo>
                  <a:lnTo>
                    <a:pt x="39104" y="102238"/>
                  </a:lnTo>
                  <a:lnTo>
                    <a:pt x="39987" y="102455"/>
                  </a:lnTo>
                  <a:lnTo>
                    <a:pt x="40873" y="102656"/>
                  </a:lnTo>
                  <a:lnTo>
                    <a:pt x="41763" y="102841"/>
                  </a:lnTo>
                  <a:lnTo>
                    <a:pt x="42655" y="103011"/>
                  </a:lnTo>
                  <a:lnTo>
                    <a:pt x="43551" y="103166"/>
                  </a:lnTo>
                  <a:lnTo>
                    <a:pt x="44449" y="103304"/>
                  </a:lnTo>
                  <a:lnTo>
                    <a:pt x="45350" y="103427"/>
                  </a:lnTo>
                  <a:lnTo>
                    <a:pt x="46252" y="103534"/>
                  </a:lnTo>
                  <a:lnTo>
                    <a:pt x="47156" y="103625"/>
                  </a:lnTo>
                  <a:lnTo>
                    <a:pt x="48062" y="103701"/>
                  </a:lnTo>
                  <a:lnTo>
                    <a:pt x="48968" y="103761"/>
                  </a:lnTo>
                  <a:lnTo>
                    <a:pt x="49876" y="103804"/>
                  </a:lnTo>
                  <a:lnTo>
                    <a:pt x="50784" y="103832"/>
                  </a:lnTo>
                  <a:lnTo>
                    <a:pt x="51693" y="103844"/>
                  </a:lnTo>
                  <a:lnTo>
                    <a:pt x="52602" y="103840"/>
                  </a:lnTo>
                  <a:lnTo>
                    <a:pt x="53510" y="103820"/>
                  </a:lnTo>
                  <a:lnTo>
                    <a:pt x="54418" y="103784"/>
                  </a:lnTo>
                  <a:lnTo>
                    <a:pt x="55326" y="103733"/>
                  </a:lnTo>
                  <a:lnTo>
                    <a:pt x="56232" y="103665"/>
                  </a:lnTo>
                  <a:lnTo>
                    <a:pt x="57137" y="103582"/>
                  </a:lnTo>
                  <a:lnTo>
                    <a:pt x="58040" y="103483"/>
                  </a:lnTo>
                  <a:lnTo>
                    <a:pt x="58941" y="103368"/>
                  </a:lnTo>
                  <a:lnTo>
                    <a:pt x="59841" y="103237"/>
                  </a:lnTo>
                  <a:lnTo>
                    <a:pt x="60738" y="103090"/>
                  </a:lnTo>
                  <a:lnTo>
                    <a:pt x="61632" y="102928"/>
                  </a:lnTo>
                  <a:lnTo>
                    <a:pt x="62523" y="102750"/>
                  </a:lnTo>
                  <a:lnTo>
                    <a:pt x="63411" y="102557"/>
                  </a:lnTo>
                  <a:lnTo>
                    <a:pt x="64295" y="102348"/>
                  </a:lnTo>
                  <a:lnTo>
                    <a:pt x="65176" y="102124"/>
                  </a:lnTo>
                  <a:lnTo>
                    <a:pt x="66052" y="101884"/>
                  </a:lnTo>
                  <a:lnTo>
                    <a:pt x="66925" y="101629"/>
                  </a:lnTo>
                  <a:lnTo>
                    <a:pt x="67792" y="101359"/>
                  </a:lnTo>
                  <a:lnTo>
                    <a:pt x="68655" y="101074"/>
                  </a:lnTo>
                  <a:lnTo>
                    <a:pt x="69513" y="100773"/>
                  </a:lnTo>
                  <a:lnTo>
                    <a:pt x="70365" y="100458"/>
                  </a:lnTo>
                  <a:lnTo>
                    <a:pt x="71212" y="100128"/>
                  </a:lnTo>
                  <a:lnTo>
                    <a:pt x="72052" y="99783"/>
                  </a:lnTo>
                  <a:lnTo>
                    <a:pt x="72887" y="99423"/>
                  </a:lnTo>
                  <a:lnTo>
                    <a:pt x="73715" y="99049"/>
                  </a:lnTo>
                  <a:lnTo>
                    <a:pt x="74536" y="98660"/>
                  </a:lnTo>
                  <a:lnTo>
                    <a:pt x="75351" y="98257"/>
                  </a:lnTo>
                  <a:lnTo>
                    <a:pt x="76158" y="97840"/>
                  </a:lnTo>
                  <a:lnTo>
                    <a:pt x="76958" y="97409"/>
                  </a:lnTo>
                  <a:lnTo>
                    <a:pt x="77750" y="96964"/>
                  </a:lnTo>
                  <a:lnTo>
                    <a:pt x="78535" y="96505"/>
                  </a:lnTo>
                  <a:lnTo>
                    <a:pt x="79311" y="96032"/>
                  </a:lnTo>
                  <a:lnTo>
                    <a:pt x="80079" y="95546"/>
                  </a:lnTo>
                  <a:lnTo>
                    <a:pt x="80838" y="95047"/>
                  </a:lnTo>
                  <a:lnTo>
                    <a:pt x="81588" y="94534"/>
                  </a:lnTo>
                  <a:lnTo>
                    <a:pt x="82329" y="94008"/>
                  </a:lnTo>
                  <a:lnTo>
                    <a:pt x="83061" y="93469"/>
                  </a:lnTo>
                  <a:lnTo>
                    <a:pt x="83784" y="92918"/>
                  </a:lnTo>
                  <a:lnTo>
                    <a:pt x="84496" y="92354"/>
                  </a:lnTo>
                  <a:lnTo>
                    <a:pt x="85199" y="91778"/>
                  </a:lnTo>
                  <a:lnTo>
                    <a:pt x="85891" y="91189"/>
                  </a:lnTo>
                  <a:lnTo>
                    <a:pt x="86573" y="90589"/>
                  </a:lnTo>
                  <a:lnTo>
                    <a:pt x="87245" y="89976"/>
                  </a:lnTo>
                  <a:lnTo>
                    <a:pt x="87905" y="89352"/>
                  </a:lnTo>
                  <a:lnTo>
                    <a:pt x="88555" y="88717"/>
                  </a:lnTo>
                  <a:lnTo>
                    <a:pt x="89193" y="88070"/>
                  </a:lnTo>
                  <a:lnTo>
                    <a:pt x="89820" y="87412"/>
                  </a:lnTo>
                  <a:lnTo>
                    <a:pt x="90435" y="86744"/>
                  </a:lnTo>
                  <a:lnTo>
                    <a:pt x="91039" y="86064"/>
                  </a:lnTo>
                  <a:lnTo>
                    <a:pt x="91630" y="85374"/>
                  </a:lnTo>
                  <a:lnTo>
                    <a:pt x="92210" y="84674"/>
                  </a:lnTo>
                  <a:lnTo>
                    <a:pt x="92777" y="83964"/>
                  </a:lnTo>
                  <a:lnTo>
                    <a:pt x="93331" y="83244"/>
                  </a:lnTo>
                  <a:lnTo>
                    <a:pt x="93873" y="82515"/>
                  </a:lnTo>
                  <a:lnTo>
                    <a:pt x="94402" y="81776"/>
                  </a:lnTo>
                  <a:lnTo>
                    <a:pt x="94918" y="81028"/>
                  </a:lnTo>
                  <a:lnTo>
                    <a:pt x="95421" y="80271"/>
                  </a:lnTo>
                  <a:lnTo>
                    <a:pt x="95910" y="79505"/>
                  </a:lnTo>
                  <a:lnTo>
                    <a:pt x="96386" y="78731"/>
                  </a:lnTo>
                  <a:lnTo>
                    <a:pt x="96849" y="77949"/>
                  </a:lnTo>
                  <a:lnTo>
                    <a:pt x="97297" y="77158"/>
                  </a:lnTo>
                  <a:lnTo>
                    <a:pt x="97732" y="76360"/>
                  </a:lnTo>
                  <a:lnTo>
                    <a:pt x="98153" y="75555"/>
                  </a:lnTo>
                  <a:lnTo>
                    <a:pt x="98559" y="74742"/>
                  </a:lnTo>
                  <a:lnTo>
                    <a:pt x="98952" y="73922"/>
                  </a:lnTo>
                  <a:lnTo>
                    <a:pt x="99329" y="73096"/>
                  </a:lnTo>
                  <a:lnTo>
                    <a:pt x="99693" y="72263"/>
                  </a:lnTo>
                  <a:lnTo>
                    <a:pt x="100041" y="71424"/>
                  </a:lnTo>
                  <a:lnTo>
                    <a:pt x="100375" y="70579"/>
                  </a:lnTo>
                  <a:lnTo>
                    <a:pt x="100694" y="69728"/>
                  </a:lnTo>
                  <a:lnTo>
                    <a:pt x="100999" y="68871"/>
                  </a:lnTo>
                  <a:lnTo>
                    <a:pt x="101288" y="68010"/>
                  </a:lnTo>
                  <a:lnTo>
                    <a:pt x="101562" y="67144"/>
                  </a:lnTo>
                  <a:lnTo>
                    <a:pt x="101820" y="66272"/>
                  </a:lnTo>
                  <a:lnTo>
                    <a:pt x="102064" y="65397"/>
                  </a:lnTo>
                  <a:lnTo>
                    <a:pt x="102292" y="64517"/>
                  </a:lnTo>
                  <a:lnTo>
                    <a:pt x="102505" y="63634"/>
                  </a:lnTo>
                  <a:lnTo>
                    <a:pt x="102702" y="62747"/>
                  </a:lnTo>
                  <a:lnTo>
                    <a:pt x="102884" y="61856"/>
                  </a:lnTo>
                  <a:lnTo>
                    <a:pt x="103050" y="60963"/>
                  </a:lnTo>
                  <a:lnTo>
                    <a:pt x="103200" y="60067"/>
                  </a:lnTo>
                  <a:lnTo>
                    <a:pt x="103335" y="59168"/>
                  </a:lnTo>
                  <a:lnTo>
                    <a:pt x="103454" y="58267"/>
                  </a:lnTo>
                  <a:lnTo>
                    <a:pt x="103557" y="57364"/>
                  </a:lnTo>
                  <a:lnTo>
                    <a:pt x="103644" y="56460"/>
                  </a:lnTo>
                  <a:lnTo>
                    <a:pt x="103716" y="55554"/>
                  </a:lnTo>
                  <a:lnTo>
                    <a:pt x="103771" y="54647"/>
                  </a:lnTo>
                  <a:lnTo>
                    <a:pt x="103811" y="53739"/>
                  </a:lnTo>
                  <a:lnTo>
                    <a:pt x="103835" y="52830"/>
                  </a:lnTo>
                  <a:lnTo>
                    <a:pt x="103843" y="519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444" name="pl444"/>
            <p:cNvSpPr/>
            <p:nvPr/>
          </p:nvSpPr>
          <p:spPr>
            <a:xfrm>
              <a:off x="7663243" y="4099794"/>
              <a:ext cx="571139" cy="571144"/>
            </a:xfrm>
            <a:custGeom>
              <a:avLst/>
              <a:pathLst>
                <a:path w="571139" h="571144">
                  <a:moveTo>
                    <a:pt x="571139" y="285572"/>
                  </a:moveTo>
                  <a:lnTo>
                    <a:pt x="571095" y="280574"/>
                  </a:lnTo>
                  <a:lnTo>
                    <a:pt x="570964" y="275578"/>
                  </a:lnTo>
                  <a:lnTo>
                    <a:pt x="570745" y="270584"/>
                  </a:lnTo>
                  <a:lnTo>
                    <a:pt x="570439" y="265596"/>
                  </a:lnTo>
                  <a:lnTo>
                    <a:pt x="570046" y="260613"/>
                  </a:lnTo>
                  <a:lnTo>
                    <a:pt x="569566" y="255638"/>
                  </a:lnTo>
                  <a:lnTo>
                    <a:pt x="568998" y="250673"/>
                  </a:lnTo>
                  <a:lnTo>
                    <a:pt x="568344" y="245718"/>
                  </a:lnTo>
                  <a:lnTo>
                    <a:pt x="567603" y="240775"/>
                  </a:lnTo>
                  <a:lnTo>
                    <a:pt x="566776" y="235846"/>
                  </a:lnTo>
                  <a:lnTo>
                    <a:pt x="565863" y="230932"/>
                  </a:lnTo>
                  <a:lnTo>
                    <a:pt x="564864" y="226035"/>
                  </a:lnTo>
                  <a:lnTo>
                    <a:pt x="563779" y="221156"/>
                  </a:lnTo>
                  <a:lnTo>
                    <a:pt x="562609" y="216296"/>
                  </a:lnTo>
                  <a:lnTo>
                    <a:pt x="561354" y="211459"/>
                  </a:lnTo>
                  <a:lnTo>
                    <a:pt x="560015" y="206643"/>
                  </a:lnTo>
                  <a:lnTo>
                    <a:pt x="558592" y="201852"/>
                  </a:lnTo>
                  <a:lnTo>
                    <a:pt x="557085" y="197087"/>
                  </a:lnTo>
                  <a:lnTo>
                    <a:pt x="555494" y="192348"/>
                  </a:lnTo>
                  <a:lnTo>
                    <a:pt x="553822" y="187639"/>
                  </a:lnTo>
                  <a:lnTo>
                    <a:pt x="552067" y="182959"/>
                  </a:lnTo>
                  <a:lnTo>
                    <a:pt x="550230" y="178310"/>
                  </a:lnTo>
                  <a:lnTo>
                    <a:pt x="548312" y="173695"/>
                  </a:lnTo>
                  <a:lnTo>
                    <a:pt x="546314" y="169114"/>
                  </a:lnTo>
                  <a:lnTo>
                    <a:pt x="544236" y="164568"/>
                  </a:lnTo>
                  <a:lnTo>
                    <a:pt x="542079" y="160060"/>
                  </a:lnTo>
                  <a:lnTo>
                    <a:pt x="539843" y="155590"/>
                  </a:lnTo>
                  <a:lnTo>
                    <a:pt x="537529" y="151159"/>
                  </a:lnTo>
                  <a:lnTo>
                    <a:pt x="535138" y="146770"/>
                  </a:lnTo>
                  <a:lnTo>
                    <a:pt x="532671" y="142424"/>
                  </a:lnTo>
                  <a:lnTo>
                    <a:pt x="530127" y="138121"/>
                  </a:lnTo>
                  <a:lnTo>
                    <a:pt x="527509" y="133864"/>
                  </a:lnTo>
                  <a:lnTo>
                    <a:pt x="524817" y="129653"/>
                  </a:lnTo>
                  <a:lnTo>
                    <a:pt x="522052" y="125489"/>
                  </a:lnTo>
                  <a:lnTo>
                    <a:pt x="519214" y="121375"/>
                  </a:lnTo>
                  <a:lnTo>
                    <a:pt x="516305" y="117311"/>
                  </a:lnTo>
                  <a:lnTo>
                    <a:pt x="513325" y="113299"/>
                  </a:lnTo>
                  <a:lnTo>
                    <a:pt x="510275" y="109339"/>
                  </a:lnTo>
                  <a:lnTo>
                    <a:pt x="507156" y="105433"/>
                  </a:lnTo>
                  <a:lnTo>
                    <a:pt x="503970" y="101583"/>
                  </a:lnTo>
                  <a:lnTo>
                    <a:pt x="500716" y="97789"/>
                  </a:lnTo>
                  <a:lnTo>
                    <a:pt x="497397" y="94052"/>
                  </a:lnTo>
                  <a:lnTo>
                    <a:pt x="494013" y="90374"/>
                  </a:lnTo>
                  <a:lnTo>
                    <a:pt x="490565" y="86756"/>
                  </a:lnTo>
                  <a:lnTo>
                    <a:pt x="487054" y="83199"/>
                  </a:lnTo>
                  <a:lnTo>
                    <a:pt x="483481" y="79703"/>
                  </a:lnTo>
                  <a:lnTo>
                    <a:pt x="479848" y="76271"/>
                  </a:lnTo>
                  <a:lnTo>
                    <a:pt x="476155" y="72903"/>
                  </a:lnTo>
                  <a:lnTo>
                    <a:pt x="472404" y="69600"/>
                  </a:lnTo>
                  <a:lnTo>
                    <a:pt x="468596" y="66363"/>
                  </a:lnTo>
                  <a:lnTo>
                    <a:pt x="464731" y="63193"/>
                  </a:lnTo>
                  <a:lnTo>
                    <a:pt x="460812" y="60092"/>
                  </a:lnTo>
                  <a:lnTo>
                    <a:pt x="456839" y="57059"/>
                  </a:lnTo>
                  <a:lnTo>
                    <a:pt x="452813" y="54097"/>
                  </a:lnTo>
                  <a:lnTo>
                    <a:pt x="448737" y="51205"/>
                  </a:lnTo>
                  <a:lnTo>
                    <a:pt x="444610" y="48386"/>
                  </a:lnTo>
                  <a:lnTo>
                    <a:pt x="440435" y="45638"/>
                  </a:lnTo>
                  <a:lnTo>
                    <a:pt x="436212" y="42965"/>
                  </a:lnTo>
                  <a:lnTo>
                    <a:pt x="431943" y="40365"/>
                  </a:lnTo>
                  <a:lnTo>
                    <a:pt x="427629" y="37841"/>
                  </a:lnTo>
                  <a:lnTo>
                    <a:pt x="423272" y="35393"/>
                  </a:lnTo>
                  <a:lnTo>
                    <a:pt x="418873" y="33021"/>
                  </a:lnTo>
                  <a:lnTo>
                    <a:pt x="414432" y="30727"/>
                  </a:lnTo>
                  <a:lnTo>
                    <a:pt x="409952" y="28510"/>
                  </a:lnTo>
                  <a:lnTo>
                    <a:pt x="405435" y="26373"/>
                  </a:lnTo>
                  <a:lnTo>
                    <a:pt x="400880" y="24315"/>
                  </a:lnTo>
                  <a:lnTo>
                    <a:pt x="396290" y="22337"/>
                  </a:lnTo>
                  <a:lnTo>
                    <a:pt x="391666" y="20439"/>
                  </a:lnTo>
                  <a:lnTo>
                    <a:pt x="387010" y="18623"/>
                  </a:lnTo>
                  <a:lnTo>
                    <a:pt x="382322" y="16888"/>
                  </a:lnTo>
                  <a:lnTo>
                    <a:pt x="377605" y="15236"/>
                  </a:lnTo>
                  <a:lnTo>
                    <a:pt x="372860" y="13667"/>
                  </a:lnTo>
                  <a:lnTo>
                    <a:pt x="368088" y="12180"/>
                  </a:lnTo>
                  <a:lnTo>
                    <a:pt x="363291" y="10778"/>
                  </a:lnTo>
                  <a:lnTo>
                    <a:pt x="358470" y="9460"/>
                  </a:lnTo>
                  <a:lnTo>
                    <a:pt x="353626" y="8226"/>
                  </a:lnTo>
                  <a:lnTo>
                    <a:pt x="348762" y="7078"/>
                  </a:lnTo>
                  <a:lnTo>
                    <a:pt x="343878" y="6014"/>
                  </a:lnTo>
                  <a:lnTo>
                    <a:pt x="338977" y="5036"/>
                  </a:lnTo>
                  <a:lnTo>
                    <a:pt x="334059" y="4145"/>
                  </a:lnTo>
                  <a:lnTo>
                    <a:pt x="329126" y="3339"/>
                  </a:lnTo>
                  <a:lnTo>
                    <a:pt x="324180" y="2620"/>
                  </a:lnTo>
                  <a:lnTo>
                    <a:pt x="319223" y="1987"/>
                  </a:lnTo>
                  <a:lnTo>
                    <a:pt x="314254" y="1442"/>
                  </a:lnTo>
                  <a:lnTo>
                    <a:pt x="309277" y="983"/>
                  </a:lnTo>
                  <a:lnTo>
                    <a:pt x="304293" y="612"/>
                  </a:lnTo>
                  <a:lnTo>
                    <a:pt x="299303" y="327"/>
                  </a:lnTo>
                  <a:lnTo>
                    <a:pt x="294309" y="131"/>
                  </a:lnTo>
                  <a:lnTo>
                    <a:pt x="289312" y="21"/>
                  </a:lnTo>
                  <a:lnTo>
                    <a:pt x="284314" y="0"/>
                  </a:lnTo>
                  <a:lnTo>
                    <a:pt x="279317" y="65"/>
                  </a:lnTo>
                  <a:lnTo>
                    <a:pt x="274321" y="218"/>
                  </a:lnTo>
                  <a:lnTo>
                    <a:pt x="269329" y="459"/>
                  </a:lnTo>
                  <a:lnTo>
                    <a:pt x="264341" y="786"/>
                  </a:lnTo>
                  <a:lnTo>
                    <a:pt x="259361" y="1201"/>
                  </a:lnTo>
                  <a:lnTo>
                    <a:pt x="254388" y="1704"/>
                  </a:lnTo>
                  <a:lnTo>
                    <a:pt x="249425" y="2293"/>
                  </a:lnTo>
                  <a:lnTo>
                    <a:pt x="244472" y="2969"/>
                  </a:lnTo>
                  <a:lnTo>
                    <a:pt x="239533" y="3731"/>
                  </a:lnTo>
                  <a:lnTo>
                    <a:pt x="234607" y="4580"/>
                  </a:lnTo>
                  <a:lnTo>
                    <a:pt x="229698" y="5515"/>
                  </a:lnTo>
                  <a:lnTo>
                    <a:pt x="224805" y="6535"/>
                  </a:lnTo>
                  <a:lnTo>
                    <a:pt x="219931" y="7641"/>
                  </a:lnTo>
                  <a:lnTo>
                    <a:pt x="215077" y="8832"/>
                  </a:lnTo>
                  <a:lnTo>
                    <a:pt x="210244" y="10108"/>
                  </a:lnTo>
                  <a:lnTo>
                    <a:pt x="205435" y="11469"/>
                  </a:lnTo>
                  <a:lnTo>
                    <a:pt x="200650" y="12913"/>
                  </a:lnTo>
                  <a:lnTo>
                    <a:pt x="195891" y="14441"/>
                  </a:lnTo>
                  <a:lnTo>
                    <a:pt x="191160" y="16052"/>
                  </a:lnTo>
                  <a:lnTo>
                    <a:pt x="186458" y="17745"/>
                  </a:lnTo>
                  <a:lnTo>
                    <a:pt x="181786" y="19521"/>
                  </a:lnTo>
                  <a:lnTo>
                    <a:pt x="177145" y="21378"/>
                  </a:lnTo>
                  <a:lnTo>
                    <a:pt x="172538" y="23316"/>
                  </a:lnTo>
                  <a:lnTo>
                    <a:pt x="167966" y="25334"/>
                  </a:lnTo>
                  <a:lnTo>
                    <a:pt x="163429" y="27432"/>
                  </a:lnTo>
                  <a:lnTo>
                    <a:pt x="158930" y="29609"/>
                  </a:lnTo>
                  <a:lnTo>
                    <a:pt x="154470" y="31864"/>
                  </a:lnTo>
                  <a:lnTo>
                    <a:pt x="150050" y="34197"/>
                  </a:lnTo>
                  <a:lnTo>
                    <a:pt x="145671" y="36607"/>
                  </a:lnTo>
                  <a:lnTo>
                    <a:pt x="141336" y="39094"/>
                  </a:lnTo>
                  <a:lnTo>
                    <a:pt x="137044" y="41656"/>
                  </a:lnTo>
                  <a:lnTo>
                    <a:pt x="132798" y="44292"/>
                  </a:lnTo>
                  <a:lnTo>
                    <a:pt x="128599" y="47003"/>
                  </a:lnTo>
                  <a:lnTo>
                    <a:pt x="124448" y="49786"/>
                  </a:lnTo>
                  <a:lnTo>
                    <a:pt x="120346" y="52642"/>
                  </a:lnTo>
                  <a:lnTo>
                    <a:pt x="116295" y="55569"/>
                  </a:lnTo>
                  <a:lnTo>
                    <a:pt x="112295" y="58567"/>
                  </a:lnTo>
                  <a:lnTo>
                    <a:pt x="108349" y="61634"/>
                  </a:lnTo>
                  <a:lnTo>
                    <a:pt x="104457" y="64770"/>
                  </a:lnTo>
                  <a:lnTo>
                    <a:pt x="100621" y="67973"/>
                  </a:lnTo>
                  <a:lnTo>
                    <a:pt x="96841" y="71243"/>
                  </a:lnTo>
                  <a:lnTo>
                    <a:pt x="93119" y="74579"/>
                  </a:lnTo>
                  <a:lnTo>
                    <a:pt x="89456" y="77979"/>
                  </a:lnTo>
                  <a:lnTo>
                    <a:pt x="85853" y="81443"/>
                  </a:lnTo>
                  <a:lnTo>
                    <a:pt x="82311" y="84969"/>
                  </a:lnTo>
                  <a:lnTo>
                    <a:pt x="78831" y="88557"/>
                  </a:lnTo>
                  <a:lnTo>
                    <a:pt x="75415" y="92206"/>
                  </a:lnTo>
                  <a:lnTo>
                    <a:pt x="72063" y="95913"/>
                  </a:lnTo>
                  <a:lnTo>
                    <a:pt x="68776" y="99678"/>
                  </a:lnTo>
                  <a:lnTo>
                    <a:pt x="65556" y="103501"/>
                  </a:lnTo>
                  <a:lnTo>
                    <a:pt x="62403" y="107379"/>
                  </a:lnTo>
                  <a:lnTo>
                    <a:pt x="59319" y="111312"/>
                  </a:lnTo>
                  <a:lnTo>
                    <a:pt x="56304" y="115298"/>
                  </a:lnTo>
                  <a:lnTo>
                    <a:pt x="53359" y="119337"/>
                  </a:lnTo>
                  <a:lnTo>
                    <a:pt x="50485" y="123426"/>
                  </a:lnTo>
                  <a:lnTo>
                    <a:pt x="47684" y="127565"/>
                  </a:lnTo>
                  <a:lnTo>
                    <a:pt x="44955" y="131752"/>
                  </a:lnTo>
                  <a:lnTo>
                    <a:pt x="42300" y="135987"/>
                  </a:lnTo>
                  <a:lnTo>
                    <a:pt x="39719" y="140267"/>
                  </a:lnTo>
                  <a:lnTo>
                    <a:pt x="37214" y="144592"/>
                  </a:lnTo>
                  <a:lnTo>
                    <a:pt x="34784" y="148960"/>
                  </a:lnTo>
                  <a:lnTo>
                    <a:pt x="32432" y="153369"/>
                  </a:lnTo>
                  <a:lnTo>
                    <a:pt x="30157" y="157820"/>
                  </a:lnTo>
                  <a:lnTo>
                    <a:pt x="27960" y="162309"/>
                  </a:lnTo>
                  <a:lnTo>
                    <a:pt x="25843" y="166836"/>
                  </a:lnTo>
                  <a:lnTo>
                    <a:pt x="23804" y="171400"/>
                  </a:lnTo>
                  <a:lnTo>
                    <a:pt x="21846" y="175999"/>
                  </a:lnTo>
                  <a:lnTo>
                    <a:pt x="19969" y="180631"/>
                  </a:lnTo>
                  <a:lnTo>
                    <a:pt x="18173" y="185295"/>
                  </a:lnTo>
                  <a:lnTo>
                    <a:pt x="16459" y="189990"/>
                  </a:lnTo>
                  <a:lnTo>
                    <a:pt x="14828" y="194714"/>
                  </a:lnTo>
                  <a:lnTo>
                    <a:pt x="13279" y="199466"/>
                  </a:lnTo>
                  <a:lnTo>
                    <a:pt x="11814" y="204245"/>
                  </a:lnTo>
                  <a:lnTo>
                    <a:pt x="10432" y="209048"/>
                  </a:lnTo>
                  <a:lnTo>
                    <a:pt x="9135" y="213875"/>
                  </a:lnTo>
                  <a:lnTo>
                    <a:pt x="7923" y="218724"/>
                  </a:lnTo>
                  <a:lnTo>
                    <a:pt x="6795" y="223593"/>
                  </a:lnTo>
                  <a:lnTo>
                    <a:pt x="5753" y="228481"/>
                  </a:lnTo>
                  <a:lnTo>
                    <a:pt x="4797" y="233387"/>
                  </a:lnTo>
                  <a:lnTo>
                    <a:pt x="3927" y="238308"/>
                  </a:lnTo>
                  <a:lnTo>
                    <a:pt x="3143" y="243245"/>
                  </a:lnTo>
                  <a:lnTo>
                    <a:pt x="2445" y="248194"/>
                  </a:lnTo>
                  <a:lnTo>
                    <a:pt x="1835" y="253154"/>
                  </a:lnTo>
                  <a:lnTo>
                    <a:pt x="1311" y="258125"/>
                  </a:lnTo>
                  <a:lnTo>
                    <a:pt x="874" y="263104"/>
                  </a:lnTo>
                  <a:lnTo>
                    <a:pt x="524" y="268089"/>
                  </a:lnTo>
                  <a:lnTo>
                    <a:pt x="262" y="273081"/>
                  </a:lnTo>
                  <a:lnTo>
                    <a:pt x="87" y="278076"/>
                  </a:lnTo>
                  <a:lnTo>
                    <a:pt x="0" y="283073"/>
                  </a:lnTo>
                  <a:lnTo>
                    <a:pt x="0" y="288071"/>
                  </a:lnTo>
                  <a:lnTo>
                    <a:pt x="87" y="293068"/>
                  </a:lnTo>
                  <a:lnTo>
                    <a:pt x="262" y="298063"/>
                  </a:lnTo>
                  <a:lnTo>
                    <a:pt x="524" y="303054"/>
                  </a:lnTo>
                  <a:lnTo>
                    <a:pt x="874" y="308040"/>
                  </a:lnTo>
                  <a:lnTo>
                    <a:pt x="1311" y="313019"/>
                  </a:lnTo>
                  <a:lnTo>
                    <a:pt x="1835" y="317990"/>
                  </a:lnTo>
                  <a:lnTo>
                    <a:pt x="2445" y="322950"/>
                  </a:lnTo>
                  <a:lnTo>
                    <a:pt x="3143" y="327899"/>
                  </a:lnTo>
                  <a:lnTo>
                    <a:pt x="3927" y="332836"/>
                  </a:lnTo>
                  <a:lnTo>
                    <a:pt x="4797" y="337757"/>
                  </a:lnTo>
                  <a:lnTo>
                    <a:pt x="5753" y="342663"/>
                  </a:lnTo>
                  <a:lnTo>
                    <a:pt x="6795" y="347551"/>
                  </a:lnTo>
                  <a:lnTo>
                    <a:pt x="7923" y="352420"/>
                  </a:lnTo>
                  <a:lnTo>
                    <a:pt x="9135" y="357269"/>
                  </a:lnTo>
                  <a:lnTo>
                    <a:pt x="10432" y="362096"/>
                  </a:lnTo>
                  <a:lnTo>
                    <a:pt x="11814" y="366899"/>
                  </a:lnTo>
                  <a:lnTo>
                    <a:pt x="13279" y="371678"/>
                  </a:lnTo>
                  <a:lnTo>
                    <a:pt x="14828" y="376430"/>
                  </a:lnTo>
                  <a:lnTo>
                    <a:pt x="16459" y="381154"/>
                  </a:lnTo>
                  <a:lnTo>
                    <a:pt x="18173" y="385849"/>
                  </a:lnTo>
                  <a:lnTo>
                    <a:pt x="19969" y="390513"/>
                  </a:lnTo>
                  <a:lnTo>
                    <a:pt x="21846" y="395145"/>
                  </a:lnTo>
                  <a:lnTo>
                    <a:pt x="23804" y="399744"/>
                  </a:lnTo>
                  <a:lnTo>
                    <a:pt x="25843" y="404307"/>
                  </a:lnTo>
                  <a:lnTo>
                    <a:pt x="27960" y="408835"/>
                  </a:lnTo>
                  <a:lnTo>
                    <a:pt x="30157" y="413324"/>
                  </a:lnTo>
                  <a:lnTo>
                    <a:pt x="32432" y="417774"/>
                  </a:lnTo>
                  <a:lnTo>
                    <a:pt x="34784" y="422184"/>
                  </a:lnTo>
                  <a:lnTo>
                    <a:pt x="37214" y="426552"/>
                  </a:lnTo>
                  <a:lnTo>
                    <a:pt x="39719" y="430877"/>
                  </a:lnTo>
                  <a:lnTo>
                    <a:pt x="42300" y="435157"/>
                  </a:lnTo>
                  <a:lnTo>
                    <a:pt x="44955" y="439392"/>
                  </a:lnTo>
                  <a:lnTo>
                    <a:pt x="47684" y="443579"/>
                  </a:lnTo>
                  <a:lnTo>
                    <a:pt x="50485" y="447718"/>
                  </a:lnTo>
                  <a:lnTo>
                    <a:pt x="53359" y="451807"/>
                  </a:lnTo>
                  <a:lnTo>
                    <a:pt x="56304" y="455846"/>
                  </a:lnTo>
                  <a:lnTo>
                    <a:pt x="59319" y="459832"/>
                  </a:lnTo>
                  <a:lnTo>
                    <a:pt x="62403" y="463765"/>
                  </a:lnTo>
                  <a:lnTo>
                    <a:pt x="65556" y="467643"/>
                  </a:lnTo>
                  <a:lnTo>
                    <a:pt x="68776" y="471465"/>
                  </a:lnTo>
                  <a:lnTo>
                    <a:pt x="72063" y="475231"/>
                  </a:lnTo>
                  <a:lnTo>
                    <a:pt x="75415" y="478938"/>
                  </a:lnTo>
                  <a:lnTo>
                    <a:pt x="78831" y="482587"/>
                  </a:lnTo>
                  <a:lnTo>
                    <a:pt x="82311" y="486174"/>
                  </a:lnTo>
                  <a:lnTo>
                    <a:pt x="85853" y="489701"/>
                  </a:lnTo>
                  <a:lnTo>
                    <a:pt x="89456" y="493165"/>
                  </a:lnTo>
                  <a:lnTo>
                    <a:pt x="93119" y="496565"/>
                  </a:lnTo>
                  <a:lnTo>
                    <a:pt x="96841" y="499901"/>
                  </a:lnTo>
                  <a:lnTo>
                    <a:pt x="100621" y="503171"/>
                  </a:lnTo>
                  <a:lnTo>
                    <a:pt x="104457" y="506374"/>
                  </a:lnTo>
                  <a:lnTo>
                    <a:pt x="108349" y="509510"/>
                  </a:lnTo>
                  <a:lnTo>
                    <a:pt x="112295" y="512577"/>
                  </a:lnTo>
                  <a:lnTo>
                    <a:pt x="116295" y="515575"/>
                  </a:lnTo>
                  <a:lnTo>
                    <a:pt x="120346" y="518502"/>
                  </a:lnTo>
                  <a:lnTo>
                    <a:pt x="124448" y="521357"/>
                  </a:lnTo>
                  <a:lnTo>
                    <a:pt x="128599" y="524141"/>
                  </a:lnTo>
                  <a:lnTo>
                    <a:pt x="132798" y="526852"/>
                  </a:lnTo>
                  <a:lnTo>
                    <a:pt x="137044" y="529488"/>
                  </a:lnTo>
                  <a:lnTo>
                    <a:pt x="141336" y="532050"/>
                  </a:lnTo>
                  <a:lnTo>
                    <a:pt x="145671" y="534536"/>
                  </a:lnTo>
                  <a:lnTo>
                    <a:pt x="150050" y="536947"/>
                  </a:lnTo>
                  <a:lnTo>
                    <a:pt x="154470" y="539280"/>
                  </a:lnTo>
                  <a:lnTo>
                    <a:pt x="158930" y="541535"/>
                  </a:lnTo>
                  <a:lnTo>
                    <a:pt x="163429" y="543712"/>
                  </a:lnTo>
                  <a:lnTo>
                    <a:pt x="167966" y="545810"/>
                  </a:lnTo>
                  <a:lnTo>
                    <a:pt x="172538" y="547828"/>
                  </a:lnTo>
                  <a:lnTo>
                    <a:pt x="177145" y="549766"/>
                  </a:lnTo>
                  <a:lnTo>
                    <a:pt x="181786" y="551623"/>
                  </a:lnTo>
                  <a:lnTo>
                    <a:pt x="186458" y="553399"/>
                  </a:lnTo>
                  <a:lnTo>
                    <a:pt x="191160" y="555092"/>
                  </a:lnTo>
                  <a:lnTo>
                    <a:pt x="195891" y="556703"/>
                  </a:lnTo>
                  <a:lnTo>
                    <a:pt x="200650" y="558231"/>
                  </a:lnTo>
                  <a:lnTo>
                    <a:pt x="205435" y="559675"/>
                  </a:lnTo>
                  <a:lnTo>
                    <a:pt x="210244" y="561035"/>
                  </a:lnTo>
                  <a:lnTo>
                    <a:pt x="215077" y="562311"/>
                  </a:lnTo>
                  <a:lnTo>
                    <a:pt x="219931" y="563503"/>
                  </a:lnTo>
                  <a:lnTo>
                    <a:pt x="224805" y="564609"/>
                  </a:lnTo>
                  <a:lnTo>
                    <a:pt x="229698" y="565629"/>
                  </a:lnTo>
                  <a:lnTo>
                    <a:pt x="234607" y="566564"/>
                  </a:lnTo>
                  <a:lnTo>
                    <a:pt x="239533" y="567413"/>
                  </a:lnTo>
                  <a:lnTo>
                    <a:pt x="244472" y="568175"/>
                  </a:lnTo>
                  <a:lnTo>
                    <a:pt x="249425" y="568851"/>
                  </a:lnTo>
                  <a:lnTo>
                    <a:pt x="254388" y="569440"/>
                  </a:lnTo>
                  <a:lnTo>
                    <a:pt x="259361" y="569942"/>
                  </a:lnTo>
                  <a:lnTo>
                    <a:pt x="264341" y="570357"/>
                  </a:lnTo>
                  <a:lnTo>
                    <a:pt x="269329" y="570685"/>
                  </a:lnTo>
                  <a:lnTo>
                    <a:pt x="274321" y="570926"/>
                  </a:lnTo>
                  <a:lnTo>
                    <a:pt x="279317" y="571079"/>
                  </a:lnTo>
                  <a:lnTo>
                    <a:pt x="284314" y="571144"/>
                  </a:lnTo>
                  <a:lnTo>
                    <a:pt x="289312" y="571123"/>
                  </a:lnTo>
                  <a:lnTo>
                    <a:pt x="294309" y="571013"/>
                  </a:lnTo>
                  <a:lnTo>
                    <a:pt x="299303" y="570816"/>
                  </a:lnTo>
                  <a:lnTo>
                    <a:pt x="304293" y="570532"/>
                  </a:lnTo>
                  <a:lnTo>
                    <a:pt x="309277" y="570161"/>
                  </a:lnTo>
                  <a:lnTo>
                    <a:pt x="314254" y="569702"/>
                  </a:lnTo>
                  <a:lnTo>
                    <a:pt x="319223" y="569157"/>
                  </a:lnTo>
                  <a:lnTo>
                    <a:pt x="324180" y="568524"/>
                  </a:lnTo>
                  <a:lnTo>
                    <a:pt x="329126" y="567805"/>
                  </a:lnTo>
                  <a:lnTo>
                    <a:pt x="334059" y="566999"/>
                  </a:lnTo>
                  <a:lnTo>
                    <a:pt x="338977" y="566108"/>
                  </a:lnTo>
                  <a:lnTo>
                    <a:pt x="343878" y="565130"/>
                  </a:lnTo>
                  <a:lnTo>
                    <a:pt x="348762" y="564066"/>
                  </a:lnTo>
                  <a:lnTo>
                    <a:pt x="353626" y="562918"/>
                  </a:lnTo>
                  <a:lnTo>
                    <a:pt x="358470" y="561684"/>
                  </a:lnTo>
                  <a:lnTo>
                    <a:pt x="363291" y="560366"/>
                  </a:lnTo>
                  <a:lnTo>
                    <a:pt x="368088" y="558963"/>
                  </a:lnTo>
                  <a:lnTo>
                    <a:pt x="372860" y="557477"/>
                  </a:lnTo>
                  <a:lnTo>
                    <a:pt x="377605" y="555908"/>
                  </a:lnTo>
                  <a:lnTo>
                    <a:pt x="382322" y="554256"/>
                  </a:lnTo>
                  <a:lnTo>
                    <a:pt x="387010" y="552521"/>
                  </a:lnTo>
                  <a:lnTo>
                    <a:pt x="391666" y="550705"/>
                  </a:lnTo>
                  <a:lnTo>
                    <a:pt x="396290" y="548807"/>
                  </a:lnTo>
                  <a:lnTo>
                    <a:pt x="400880" y="546829"/>
                  </a:lnTo>
                  <a:lnTo>
                    <a:pt x="405435" y="544771"/>
                  </a:lnTo>
                  <a:lnTo>
                    <a:pt x="409952" y="542633"/>
                  </a:lnTo>
                  <a:lnTo>
                    <a:pt x="414432" y="540417"/>
                  </a:lnTo>
                  <a:lnTo>
                    <a:pt x="418873" y="538123"/>
                  </a:lnTo>
                  <a:lnTo>
                    <a:pt x="423272" y="535751"/>
                  </a:lnTo>
                  <a:lnTo>
                    <a:pt x="427629" y="533303"/>
                  </a:lnTo>
                  <a:lnTo>
                    <a:pt x="431943" y="530779"/>
                  </a:lnTo>
                  <a:lnTo>
                    <a:pt x="436212" y="528179"/>
                  </a:lnTo>
                  <a:lnTo>
                    <a:pt x="440435" y="525506"/>
                  </a:lnTo>
                  <a:lnTo>
                    <a:pt x="444610" y="522758"/>
                  </a:lnTo>
                  <a:lnTo>
                    <a:pt x="448737" y="519939"/>
                  </a:lnTo>
                  <a:lnTo>
                    <a:pt x="452813" y="517047"/>
                  </a:lnTo>
                  <a:lnTo>
                    <a:pt x="456839" y="514084"/>
                  </a:lnTo>
                  <a:lnTo>
                    <a:pt x="460812" y="511052"/>
                  </a:lnTo>
                  <a:lnTo>
                    <a:pt x="464731" y="507950"/>
                  </a:lnTo>
                  <a:lnTo>
                    <a:pt x="468596" y="504781"/>
                  </a:lnTo>
                  <a:lnTo>
                    <a:pt x="472404" y="501544"/>
                  </a:lnTo>
                  <a:lnTo>
                    <a:pt x="476155" y="498241"/>
                  </a:lnTo>
                  <a:lnTo>
                    <a:pt x="479848" y="494873"/>
                  </a:lnTo>
                  <a:lnTo>
                    <a:pt x="483481" y="491441"/>
                  </a:lnTo>
                  <a:lnTo>
                    <a:pt x="487054" y="487945"/>
                  </a:lnTo>
                  <a:lnTo>
                    <a:pt x="490565" y="484388"/>
                  </a:lnTo>
                  <a:lnTo>
                    <a:pt x="494013" y="480770"/>
                  </a:lnTo>
                  <a:lnTo>
                    <a:pt x="497397" y="477092"/>
                  </a:lnTo>
                  <a:lnTo>
                    <a:pt x="500716" y="473355"/>
                  </a:lnTo>
                  <a:lnTo>
                    <a:pt x="503970" y="469561"/>
                  </a:lnTo>
                  <a:lnTo>
                    <a:pt x="507156" y="465711"/>
                  </a:lnTo>
                  <a:lnTo>
                    <a:pt x="510275" y="461805"/>
                  </a:lnTo>
                  <a:lnTo>
                    <a:pt x="513325" y="457845"/>
                  </a:lnTo>
                  <a:lnTo>
                    <a:pt x="516305" y="453833"/>
                  </a:lnTo>
                  <a:lnTo>
                    <a:pt x="519214" y="449769"/>
                  </a:lnTo>
                  <a:lnTo>
                    <a:pt x="522052" y="445655"/>
                  </a:lnTo>
                  <a:lnTo>
                    <a:pt x="524817" y="441491"/>
                  </a:lnTo>
                  <a:lnTo>
                    <a:pt x="527509" y="437280"/>
                  </a:lnTo>
                  <a:lnTo>
                    <a:pt x="530127" y="433023"/>
                  </a:lnTo>
                  <a:lnTo>
                    <a:pt x="532671" y="428720"/>
                  </a:lnTo>
                  <a:lnTo>
                    <a:pt x="535138" y="424374"/>
                  </a:lnTo>
                  <a:lnTo>
                    <a:pt x="537529" y="419984"/>
                  </a:lnTo>
                  <a:lnTo>
                    <a:pt x="539843" y="415554"/>
                  </a:lnTo>
                  <a:lnTo>
                    <a:pt x="542079" y="411084"/>
                  </a:lnTo>
                  <a:lnTo>
                    <a:pt x="544236" y="406576"/>
                  </a:lnTo>
                  <a:lnTo>
                    <a:pt x="546314" y="402030"/>
                  </a:lnTo>
                  <a:lnTo>
                    <a:pt x="548312" y="397449"/>
                  </a:lnTo>
                  <a:lnTo>
                    <a:pt x="550230" y="392833"/>
                  </a:lnTo>
                  <a:lnTo>
                    <a:pt x="552067" y="388185"/>
                  </a:lnTo>
                  <a:lnTo>
                    <a:pt x="553822" y="383505"/>
                  </a:lnTo>
                  <a:lnTo>
                    <a:pt x="555494" y="378795"/>
                  </a:lnTo>
                  <a:lnTo>
                    <a:pt x="557085" y="374057"/>
                  </a:lnTo>
                  <a:lnTo>
                    <a:pt x="558592" y="369292"/>
                  </a:lnTo>
                  <a:lnTo>
                    <a:pt x="560015" y="364501"/>
                  </a:lnTo>
                  <a:lnTo>
                    <a:pt x="561354" y="359685"/>
                  </a:lnTo>
                  <a:lnTo>
                    <a:pt x="562609" y="354847"/>
                  </a:lnTo>
                  <a:lnTo>
                    <a:pt x="563779" y="349988"/>
                  </a:lnTo>
                  <a:lnTo>
                    <a:pt x="564864" y="345109"/>
                  </a:lnTo>
                  <a:lnTo>
                    <a:pt x="565863" y="340212"/>
                  </a:lnTo>
                  <a:lnTo>
                    <a:pt x="566776" y="335298"/>
                  </a:lnTo>
                  <a:lnTo>
                    <a:pt x="567603" y="330369"/>
                  </a:lnTo>
                  <a:lnTo>
                    <a:pt x="568344" y="325426"/>
                  </a:lnTo>
                  <a:lnTo>
                    <a:pt x="568998" y="320471"/>
                  </a:lnTo>
                  <a:lnTo>
                    <a:pt x="569566" y="315506"/>
                  </a:lnTo>
                  <a:lnTo>
                    <a:pt x="570046" y="310531"/>
                  </a:lnTo>
                  <a:lnTo>
                    <a:pt x="570439" y="305548"/>
                  </a:lnTo>
                  <a:lnTo>
                    <a:pt x="570745" y="300559"/>
                  </a:lnTo>
                  <a:lnTo>
                    <a:pt x="570964" y="295566"/>
                  </a:lnTo>
                  <a:lnTo>
                    <a:pt x="571095" y="290570"/>
                  </a:lnTo>
                  <a:lnTo>
                    <a:pt x="571139" y="28557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445" name="pl445"/>
            <p:cNvSpPr/>
            <p:nvPr/>
          </p:nvSpPr>
          <p:spPr>
            <a:xfrm>
              <a:off x="7429600" y="3866144"/>
              <a:ext cx="1038435" cy="1038445"/>
            </a:xfrm>
            <a:custGeom>
              <a:avLst/>
              <a:pathLst>
                <a:path w="1038435" h="1038445">
                  <a:moveTo>
                    <a:pt x="1038435" y="519222"/>
                  </a:moveTo>
                  <a:lnTo>
                    <a:pt x="1038355" y="510135"/>
                  </a:lnTo>
                  <a:lnTo>
                    <a:pt x="1038117" y="501051"/>
                  </a:lnTo>
                  <a:lnTo>
                    <a:pt x="1037719" y="491972"/>
                  </a:lnTo>
                  <a:lnTo>
                    <a:pt x="1037163" y="482902"/>
                  </a:lnTo>
                  <a:lnTo>
                    <a:pt x="1036448" y="473843"/>
                  </a:lnTo>
                  <a:lnTo>
                    <a:pt x="1035575" y="464797"/>
                  </a:lnTo>
                  <a:lnTo>
                    <a:pt x="1034543" y="455769"/>
                  </a:lnTo>
                  <a:lnTo>
                    <a:pt x="1033354" y="446760"/>
                  </a:lnTo>
                  <a:lnTo>
                    <a:pt x="1032007" y="437773"/>
                  </a:lnTo>
                  <a:lnTo>
                    <a:pt x="1030503" y="428811"/>
                  </a:lnTo>
                  <a:lnTo>
                    <a:pt x="1028842" y="419876"/>
                  </a:lnTo>
                  <a:lnTo>
                    <a:pt x="1027025" y="410972"/>
                  </a:lnTo>
                  <a:lnTo>
                    <a:pt x="1025053" y="402102"/>
                  </a:lnTo>
                  <a:lnTo>
                    <a:pt x="1022926" y="393267"/>
                  </a:lnTo>
                  <a:lnTo>
                    <a:pt x="1020644" y="384470"/>
                  </a:lnTo>
                  <a:lnTo>
                    <a:pt x="1018209" y="375715"/>
                  </a:lnTo>
                  <a:lnTo>
                    <a:pt x="1015621" y="367004"/>
                  </a:lnTo>
                  <a:lnTo>
                    <a:pt x="1012881" y="358340"/>
                  </a:lnTo>
                  <a:lnTo>
                    <a:pt x="1009990" y="349725"/>
                  </a:lnTo>
                  <a:lnTo>
                    <a:pt x="1006949" y="341161"/>
                  </a:lnTo>
                  <a:lnTo>
                    <a:pt x="1003758" y="332653"/>
                  </a:lnTo>
                  <a:lnTo>
                    <a:pt x="1000418" y="324201"/>
                  </a:lnTo>
                  <a:lnTo>
                    <a:pt x="996932" y="315809"/>
                  </a:lnTo>
                  <a:lnTo>
                    <a:pt x="993298" y="307480"/>
                  </a:lnTo>
                  <a:lnTo>
                    <a:pt x="989520" y="299215"/>
                  </a:lnTo>
                  <a:lnTo>
                    <a:pt x="985598" y="291018"/>
                  </a:lnTo>
                  <a:lnTo>
                    <a:pt x="981533" y="282891"/>
                  </a:lnTo>
                  <a:lnTo>
                    <a:pt x="977326" y="274836"/>
                  </a:lnTo>
                  <a:lnTo>
                    <a:pt x="972979" y="266856"/>
                  </a:lnTo>
                  <a:lnTo>
                    <a:pt x="968492" y="258953"/>
                  </a:lnTo>
                  <a:lnTo>
                    <a:pt x="963869" y="251130"/>
                  </a:lnTo>
                  <a:lnTo>
                    <a:pt x="959109" y="243389"/>
                  </a:lnTo>
                  <a:lnTo>
                    <a:pt x="954214" y="235732"/>
                  </a:lnTo>
                  <a:lnTo>
                    <a:pt x="949186" y="228163"/>
                  </a:lnTo>
                  <a:lnTo>
                    <a:pt x="944026" y="220682"/>
                  </a:lnTo>
                  <a:lnTo>
                    <a:pt x="938736" y="213293"/>
                  </a:lnTo>
                  <a:lnTo>
                    <a:pt x="933318" y="205998"/>
                  </a:lnTo>
                  <a:lnTo>
                    <a:pt x="927773" y="198798"/>
                  </a:lnTo>
                  <a:lnTo>
                    <a:pt x="922103" y="191697"/>
                  </a:lnTo>
                  <a:lnTo>
                    <a:pt x="916309" y="184696"/>
                  </a:lnTo>
                  <a:lnTo>
                    <a:pt x="910393" y="177798"/>
                  </a:lnTo>
                  <a:lnTo>
                    <a:pt x="904358" y="171004"/>
                  </a:lnTo>
                  <a:lnTo>
                    <a:pt x="898205" y="164317"/>
                  </a:lnTo>
                  <a:lnTo>
                    <a:pt x="891936" y="157738"/>
                  </a:lnTo>
                  <a:lnTo>
                    <a:pt x="885552" y="151270"/>
                  </a:lnTo>
                  <a:lnTo>
                    <a:pt x="879057" y="144915"/>
                  </a:lnTo>
                  <a:lnTo>
                    <a:pt x="872451" y="138675"/>
                  </a:lnTo>
                  <a:lnTo>
                    <a:pt x="865737" y="132551"/>
                  </a:lnTo>
                  <a:lnTo>
                    <a:pt x="858917" y="126546"/>
                  </a:lnTo>
                  <a:lnTo>
                    <a:pt x="851992" y="120661"/>
                  </a:lnTo>
                  <a:lnTo>
                    <a:pt x="844966" y="114898"/>
                  </a:lnTo>
                  <a:lnTo>
                    <a:pt x="837840" y="109258"/>
                  </a:lnTo>
                  <a:lnTo>
                    <a:pt x="830617" y="103745"/>
                  </a:lnTo>
                  <a:lnTo>
                    <a:pt x="823298" y="98358"/>
                  </a:lnTo>
                  <a:lnTo>
                    <a:pt x="815886" y="93101"/>
                  </a:lnTo>
                  <a:lnTo>
                    <a:pt x="808383" y="87974"/>
                  </a:lnTo>
                  <a:lnTo>
                    <a:pt x="800791" y="82979"/>
                  </a:lnTo>
                  <a:lnTo>
                    <a:pt x="793113" y="78118"/>
                  </a:lnTo>
                  <a:lnTo>
                    <a:pt x="785351" y="73392"/>
                  </a:lnTo>
                  <a:lnTo>
                    <a:pt x="777508" y="68802"/>
                  </a:lnTo>
                  <a:lnTo>
                    <a:pt x="769586" y="64351"/>
                  </a:lnTo>
                  <a:lnTo>
                    <a:pt x="761587" y="60039"/>
                  </a:lnTo>
                  <a:lnTo>
                    <a:pt x="753514" y="55867"/>
                  </a:lnTo>
                  <a:lnTo>
                    <a:pt x="745368" y="51838"/>
                  </a:lnTo>
                  <a:lnTo>
                    <a:pt x="737154" y="47951"/>
                  </a:lnTo>
                  <a:lnTo>
                    <a:pt x="728873" y="44209"/>
                  </a:lnTo>
                  <a:lnTo>
                    <a:pt x="720528" y="40612"/>
                  </a:lnTo>
                  <a:lnTo>
                    <a:pt x="712121" y="37162"/>
                  </a:lnTo>
                  <a:lnTo>
                    <a:pt x="703655" y="33860"/>
                  </a:lnTo>
                  <a:lnTo>
                    <a:pt x="695132" y="30706"/>
                  </a:lnTo>
                  <a:lnTo>
                    <a:pt x="686556" y="27702"/>
                  </a:lnTo>
                  <a:lnTo>
                    <a:pt x="677928" y="24849"/>
                  </a:lnTo>
                  <a:lnTo>
                    <a:pt x="669251" y="22147"/>
                  </a:lnTo>
                  <a:lnTo>
                    <a:pt x="660529" y="19597"/>
                  </a:lnTo>
                  <a:lnTo>
                    <a:pt x="651764" y="17200"/>
                  </a:lnTo>
                  <a:lnTo>
                    <a:pt x="642957" y="14957"/>
                  </a:lnTo>
                  <a:lnTo>
                    <a:pt x="634113" y="12869"/>
                  </a:lnTo>
                  <a:lnTo>
                    <a:pt x="625234" y="10935"/>
                  </a:lnTo>
                  <a:lnTo>
                    <a:pt x="616322" y="9157"/>
                  </a:lnTo>
                  <a:lnTo>
                    <a:pt x="607381" y="7536"/>
                  </a:lnTo>
                  <a:lnTo>
                    <a:pt x="598412" y="6071"/>
                  </a:lnTo>
                  <a:lnTo>
                    <a:pt x="589419" y="4764"/>
                  </a:lnTo>
                  <a:lnTo>
                    <a:pt x="580405" y="3614"/>
                  </a:lnTo>
                  <a:lnTo>
                    <a:pt x="571372" y="2622"/>
                  </a:lnTo>
                  <a:lnTo>
                    <a:pt x="562323" y="1788"/>
                  </a:lnTo>
                  <a:lnTo>
                    <a:pt x="553261" y="1112"/>
                  </a:lnTo>
                  <a:lnTo>
                    <a:pt x="544188" y="596"/>
                  </a:lnTo>
                  <a:lnTo>
                    <a:pt x="535108" y="238"/>
                  </a:lnTo>
                  <a:lnTo>
                    <a:pt x="526023" y="39"/>
                  </a:lnTo>
                  <a:lnTo>
                    <a:pt x="516935" y="0"/>
                  </a:lnTo>
                  <a:lnTo>
                    <a:pt x="507849" y="119"/>
                  </a:lnTo>
                  <a:lnTo>
                    <a:pt x="498766" y="397"/>
                  </a:lnTo>
                  <a:lnTo>
                    <a:pt x="489689" y="834"/>
                  </a:lnTo>
                  <a:lnTo>
                    <a:pt x="480621" y="1430"/>
                  </a:lnTo>
                  <a:lnTo>
                    <a:pt x="471565" y="2185"/>
                  </a:lnTo>
                  <a:lnTo>
                    <a:pt x="462524" y="3098"/>
                  </a:lnTo>
                  <a:lnTo>
                    <a:pt x="453500" y="4169"/>
                  </a:lnTo>
                  <a:lnTo>
                    <a:pt x="444496" y="5398"/>
                  </a:lnTo>
                  <a:lnTo>
                    <a:pt x="435515" y="6784"/>
                  </a:lnTo>
                  <a:lnTo>
                    <a:pt x="426559" y="8327"/>
                  </a:lnTo>
                  <a:lnTo>
                    <a:pt x="417632" y="10027"/>
                  </a:lnTo>
                  <a:lnTo>
                    <a:pt x="408737" y="11882"/>
                  </a:lnTo>
                  <a:lnTo>
                    <a:pt x="399874" y="13894"/>
                  </a:lnTo>
                  <a:lnTo>
                    <a:pt x="391049" y="16059"/>
                  </a:lnTo>
                  <a:lnTo>
                    <a:pt x="382263" y="18379"/>
                  </a:lnTo>
                  <a:lnTo>
                    <a:pt x="373518" y="20853"/>
                  </a:lnTo>
                  <a:lnTo>
                    <a:pt x="364819" y="23479"/>
                  </a:lnTo>
                  <a:lnTo>
                    <a:pt x="356166" y="26257"/>
                  </a:lnTo>
                  <a:lnTo>
                    <a:pt x="347564" y="29185"/>
                  </a:lnTo>
                  <a:lnTo>
                    <a:pt x="339014" y="32264"/>
                  </a:lnTo>
                  <a:lnTo>
                    <a:pt x="330520" y="35493"/>
                  </a:lnTo>
                  <a:lnTo>
                    <a:pt x="322083" y="38869"/>
                  </a:lnTo>
                  <a:lnTo>
                    <a:pt x="313706" y="42392"/>
                  </a:lnTo>
                  <a:lnTo>
                    <a:pt x="305393" y="46062"/>
                  </a:lnTo>
                  <a:lnTo>
                    <a:pt x="297145" y="49876"/>
                  </a:lnTo>
                  <a:lnTo>
                    <a:pt x="288965" y="53834"/>
                  </a:lnTo>
                  <a:lnTo>
                    <a:pt x="280855" y="57935"/>
                  </a:lnTo>
                  <a:lnTo>
                    <a:pt x="272819" y="62177"/>
                  </a:lnTo>
                  <a:lnTo>
                    <a:pt x="264858" y="66559"/>
                  </a:lnTo>
                  <a:lnTo>
                    <a:pt x="256975" y="71080"/>
                  </a:lnTo>
                  <a:lnTo>
                    <a:pt x="249172" y="75738"/>
                  </a:lnTo>
                  <a:lnTo>
                    <a:pt x="241452" y="80532"/>
                  </a:lnTo>
                  <a:lnTo>
                    <a:pt x="233817" y="85460"/>
                  </a:lnTo>
                  <a:lnTo>
                    <a:pt x="226269" y="90521"/>
                  </a:lnTo>
                  <a:lnTo>
                    <a:pt x="218811" y="95713"/>
                  </a:lnTo>
                  <a:lnTo>
                    <a:pt x="211445" y="101036"/>
                  </a:lnTo>
                  <a:lnTo>
                    <a:pt x="204174" y="106486"/>
                  </a:lnTo>
                  <a:lnTo>
                    <a:pt x="196999" y="112062"/>
                  </a:lnTo>
                  <a:lnTo>
                    <a:pt x="189922" y="117764"/>
                  </a:lnTo>
                  <a:lnTo>
                    <a:pt x="182947" y="123588"/>
                  </a:lnTo>
                  <a:lnTo>
                    <a:pt x="176074" y="129533"/>
                  </a:lnTo>
                  <a:lnTo>
                    <a:pt x="169307" y="135598"/>
                  </a:lnTo>
                  <a:lnTo>
                    <a:pt x="162647" y="141781"/>
                  </a:lnTo>
                  <a:lnTo>
                    <a:pt x="156096" y="148079"/>
                  </a:lnTo>
                  <a:lnTo>
                    <a:pt x="149656" y="154490"/>
                  </a:lnTo>
                  <a:lnTo>
                    <a:pt x="143330" y="161014"/>
                  </a:lnTo>
                  <a:lnTo>
                    <a:pt x="137118" y="167647"/>
                  </a:lnTo>
                  <a:lnTo>
                    <a:pt x="131024" y="174388"/>
                  </a:lnTo>
                  <a:lnTo>
                    <a:pt x="125048" y="181234"/>
                  </a:lnTo>
                  <a:lnTo>
                    <a:pt x="119193" y="188184"/>
                  </a:lnTo>
                  <a:lnTo>
                    <a:pt x="113461" y="195235"/>
                  </a:lnTo>
                  <a:lnTo>
                    <a:pt x="107853" y="202386"/>
                  </a:lnTo>
                  <a:lnTo>
                    <a:pt x="102371" y="209634"/>
                  </a:lnTo>
                  <a:lnTo>
                    <a:pt x="97017" y="216976"/>
                  </a:lnTo>
                  <a:lnTo>
                    <a:pt x="91792" y="224411"/>
                  </a:lnTo>
                  <a:lnTo>
                    <a:pt x="86698" y="231936"/>
                  </a:lnTo>
                  <a:lnTo>
                    <a:pt x="81736" y="239550"/>
                  </a:lnTo>
                  <a:lnTo>
                    <a:pt x="76909" y="247249"/>
                  </a:lnTo>
                  <a:lnTo>
                    <a:pt x="72217" y="255031"/>
                  </a:lnTo>
                  <a:lnTo>
                    <a:pt x="67662" y="262894"/>
                  </a:lnTo>
                  <a:lnTo>
                    <a:pt x="63245" y="270836"/>
                  </a:lnTo>
                  <a:lnTo>
                    <a:pt x="58968" y="278854"/>
                  </a:lnTo>
                  <a:lnTo>
                    <a:pt x="54831" y="286945"/>
                  </a:lnTo>
                  <a:lnTo>
                    <a:pt x="50838" y="295108"/>
                  </a:lnTo>
                  <a:lnTo>
                    <a:pt x="46987" y="303339"/>
                  </a:lnTo>
                  <a:lnTo>
                    <a:pt x="43281" y="311637"/>
                  </a:lnTo>
                  <a:lnTo>
                    <a:pt x="39721" y="319998"/>
                  </a:lnTo>
                  <a:lnTo>
                    <a:pt x="36308" y="328420"/>
                  </a:lnTo>
                  <a:lnTo>
                    <a:pt x="33043" y="336900"/>
                  </a:lnTo>
                  <a:lnTo>
                    <a:pt x="29926" y="345436"/>
                  </a:lnTo>
                  <a:lnTo>
                    <a:pt x="26960" y="354026"/>
                  </a:lnTo>
                  <a:lnTo>
                    <a:pt x="24144" y="362666"/>
                  </a:lnTo>
                  <a:lnTo>
                    <a:pt x="21480" y="371354"/>
                  </a:lnTo>
                  <a:lnTo>
                    <a:pt x="18968" y="380088"/>
                  </a:lnTo>
                  <a:lnTo>
                    <a:pt x="16610" y="388864"/>
                  </a:lnTo>
                  <a:lnTo>
                    <a:pt x="14406" y="397680"/>
                  </a:lnTo>
                  <a:lnTo>
                    <a:pt x="12356" y="406533"/>
                  </a:lnTo>
                  <a:lnTo>
                    <a:pt x="10461" y="415420"/>
                  </a:lnTo>
                  <a:lnTo>
                    <a:pt x="8723" y="424340"/>
                  </a:lnTo>
                  <a:lnTo>
                    <a:pt x="7140" y="433288"/>
                  </a:lnTo>
                  <a:lnTo>
                    <a:pt x="5715" y="442263"/>
                  </a:lnTo>
                  <a:lnTo>
                    <a:pt x="4446" y="451262"/>
                  </a:lnTo>
                  <a:lnTo>
                    <a:pt x="3336" y="460281"/>
                  </a:lnTo>
                  <a:lnTo>
                    <a:pt x="2383" y="469318"/>
                  </a:lnTo>
                  <a:lnTo>
                    <a:pt x="1589" y="478371"/>
                  </a:lnTo>
                  <a:lnTo>
                    <a:pt x="953" y="487436"/>
                  </a:lnTo>
                  <a:lnTo>
                    <a:pt x="477" y="496511"/>
                  </a:lnTo>
                  <a:lnTo>
                    <a:pt x="159" y="505592"/>
                  </a:lnTo>
                  <a:lnTo>
                    <a:pt x="0" y="514678"/>
                  </a:lnTo>
                  <a:lnTo>
                    <a:pt x="0" y="523766"/>
                  </a:lnTo>
                  <a:lnTo>
                    <a:pt x="159" y="532852"/>
                  </a:lnTo>
                  <a:lnTo>
                    <a:pt x="477" y="541934"/>
                  </a:lnTo>
                  <a:lnTo>
                    <a:pt x="953" y="551008"/>
                  </a:lnTo>
                  <a:lnTo>
                    <a:pt x="1589" y="560073"/>
                  </a:lnTo>
                  <a:lnTo>
                    <a:pt x="2383" y="569126"/>
                  </a:lnTo>
                  <a:lnTo>
                    <a:pt x="3336" y="578163"/>
                  </a:lnTo>
                  <a:lnTo>
                    <a:pt x="4446" y="587183"/>
                  </a:lnTo>
                  <a:lnTo>
                    <a:pt x="5715" y="596181"/>
                  </a:lnTo>
                  <a:lnTo>
                    <a:pt x="7140" y="605156"/>
                  </a:lnTo>
                  <a:lnTo>
                    <a:pt x="8723" y="614104"/>
                  </a:lnTo>
                  <a:lnTo>
                    <a:pt x="10461" y="623024"/>
                  </a:lnTo>
                  <a:lnTo>
                    <a:pt x="12356" y="631912"/>
                  </a:lnTo>
                  <a:lnTo>
                    <a:pt x="14406" y="640765"/>
                  </a:lnTo>
                  <a:lnTo>
                    <a:pt x="16610" y="649581"/>
                  </a:lnTo>
                  <a:lnTo>
                    <a:pt x="18968" y="658357"/>
                  </a:lnTo>
                  <a:lnTo>
                    <a:pt x="21480" y="667090"/>
                  </a:lnTo>
                  <a:lnTo>
                    <a:pt x="24144" y="675778"/>
                  </a:lnTo>
                  <a:lnTo>
                    <a:pt x="26960" y="684418"/>
                  </a:lnTo>
                  <a:lnTo>
                    <a:pt x="29926" y="693008"/>
                  </a:lnTo>
                  <a:lnTo>
                    <a:pt x="33043" y="701544"/>
                  </a:lnTo>
                  <a:lnTo>
                    <a:pt x="36308" y="710025"/>
                  </a:lnTo>
                  <a:lnTo>
                    <a:pt x="39721" y="718447"/>
                  </a:lnTo>
                  <a:lnTo>
                    <a:pt x="43281" y="726808"/>
                  </a:lnTo>
                  <a:lnTo>
                    <a:pt x="46987" y="735105"/>
                  </a:lnTo>
                  <a:lnTo>
                    <a:pt x="50838" y="743336"/>
                  </a:lnTo>
                  <a:lnTo>
                    <a:pt x="54831" y="751499"/>
                  </a:lnTo>
                  <a:lnTo>
                    <a:pt x="58968" y="759590"/>
                  </a:lnTo>
                  <a:lnTo>
                    <a:pt x="63245" y="767608"/>
                  </a:lnTo>
                  <a:lnTo>
                    <a:pt x="67662" y="775550"/>
                  </a:lnTo>
                  <a:lnTo>
                    <a:pt x="72217" y="783413"/>
                  </a:lnTo>
                  <a:lnTo>
                    <a:pt x="76909" y="791195"/>
                  </a:lnTo>
                  <a:lnTo>
                    <a:pt x="81736" y="798894"/>
                  </a:lnTo>
                  <a:lnTo>
                    <a:pt x="86698" y="806508"/>
                  </a:lnTo>
                  <a:lnTo>
                    <a:pt x="91792" y="814033"/>
                  </a:lnTo>
                  <a:lnTo>
                    <a:pt x="97017" y="821468"/>
                  </a:lnTo>
                  <a:lnTo>
                    <a:pt x="102371" y="828811"/>
                  </a:lnTo>
                  <a:lnTo>
                    <a:pt x="107853" y="836058"/>
                  </a:lnTo>
                  <a:lnTo>
                    <a:pt x="113461" y="843209"/>
                  </a:lnTo>
                  <a:lnTo>
                    <a:pt x="119193" y="850260"/>
                  </a:lnTo>
                  <a:lnTo>
                    <a:pt x="125048" y="857210"/>
                  </a:lnTo>
                  <a:lnTo>
                    <a:pt x="131024" y="864057"/>
                  </a:lnTo>
                  <a:lnTo>
                    <a:pt x="137118" y="870797"/>
                  </a:lnTo>
                  <a:lnTo>
                    <a:pt x="143330" y="877431"/>
                  </a:lnTo>
                  <a:lnTo>
                    <a:pt x="149656" y="883954"/>
                  </a:lnTo>
                  <a:lnTo>
                    <a:pt x="156096" y="890366"/>
                  </a:lnTo>
                  <a:lnTo>
                    <a:pt x="162647" y="896664"/>
                  </a:lnTo>
                  <a:lnTo>
                    <a:pt x="169307" y="902846"/>
                  </a:lnTo>
                  <a:lnTo>
                    <a:pt x="176074" y="908911"/>
                  </a:lnTo>
                  <a:lnTo>
                    <a:pt x="182947" y="914856"/>
                  </a:lnTo>
                  <a:lnTo>
                    <a:pt x="189922" y="920681"/>
                  </a:lnTo>
                  <a:lnTo>
                    <a:pt x="196999" y="926382"/>
                  </a:lnTo>
                  <a:lnTo>
                    <a:pt x="204174" y="931958"/>
                  </a:lnTo>
                  <a:lnTo>
                    <a:pt x="211445" y="937409"/>
                  </a:lnTo>
                  <a:lnTo>
                    <a:pt x="218811" y="942731"/>
                  </a:lnTo>
                  <a:lnTo>
                    <a:pt x="226269" y="947923"/>
                  </a:lnTo>
                  <a:lnTo>
                    <a:pt x="233817" y="952984"/>
                  </a:lnTo>
                  <a:lnTo>
                    <a:pt x="241452" y="957912"/>
                  </a:lnTo>
                  <a:lnTo>
                    <a:pt x="249172" y="962706"/>
                  </a:lnTo>
                  <a:lnTo>
                    <a:pt x="256975" y="967364"/>
                  </a:lnTo>
                  <a:lnTo>
                    <a:pt x="264858" y="971885"/>
                  </a:lnTo>
                  <a:lnTo>
                    <a:pt x="272819" y="976267"/>
                  </a:lnTo>
                  <a:lnTo>
                    <a:pt x="280855" y="980509"/>
                  </a:lnTo>
                  <a:lnTo>
                    <a:pt x="288965" y="984610"/>
                  </a:lnTo>
                  <a:lnTo>
                    <a:pt x="297145" y="988568"/>
                  </a:lnTo>
                  <a:lnTo>
                    <a:pt x="305393" y="992382"/>
                  </a:lnTo>
                  <a:lnTo>
                    <a:pt x="313706" y="996052"/>
                  </a:lnTo>
                  <a:lnTo>
                    <a:pt x="322083" y="999575"/>
                  </a:lnTo>
                  <a:lnTo>
                    <a:pt x="330520" y="1002952"/>
                  </a:lnTo>
                  <a:lnTo>
                    <a:pt x="339014" y="1006180"/>
                  </a:lnTo>
                  <a:lnTo>
                    <a:pt x="347564" y="1009259"/>
                  </a:lnTo>
                  <a:lnTo>
                    <a:pt x="356166" y="1012188"/>
                  </a:lnTo>
                  <a:lnTo>
                    <a:pt x="364819" y="1014966"/>
                  </a:lnTo>
                  <a:lnTo>
                    <a:pt x="373518" y="1017592"/>
                  </a:lnTo>
                  <a:lnTo>
                    <a:pt x="382263" y="1020065"/>
                  </a:lnTo>
                  <a:lnTo>
                    <a:pt x="391049" y="1022385"/>
                  </a:lnTo>
                  <a:lnTo>
                    <a:pt x="399874" y="1024551"/>
                  </a:lnTo>
                  <a:lnTo>
                    <a:pt x="408737" y="1026562"/>
                  </a:lnTo>
                  <a:lnTo>
                    <a:pt x="417632" y="1028417"/>
                  </a:lnTo>
                  <a:lnTo>
                    <a:pt x="426559" y="1030117"/>
                  </a:lnTo>
                  <a:lnTo>
                    <a:pt x="435515" y="1031660"/>
                  </a:lnTo>
                  <a:lnTo>
                    <a:pt x="444496" y="1033046"/>
                  </a:lnTo>
                  <a:lnTo>
                    <a:pt x="453500" y="1034275"/>
                  </a:lnTo>
                  <a:lnTo>
                    <a:pt x="462524" y="1035346"/>
                  </a:lnTo>
                  <a:lnTo>
                    <a:pt x="471565" y="1036259"/>
                  </a:lnTo>
                  <a:lnTo>
                    <a:pt x="480621" y="1037014"/>
                  </a:lnTo>
                  <a:lnTo>
                    <a:pt x="489689" y="1037610"/>
                  </a:lnTo>
                  <a:lnTo>
                    <a:pt x="498766" y="1038047"/>
                  </a:lnTo>
                  <a:lnTo>
                    <a:pt x="507849" y="1038325"/>
                  </a:lnTo>
                  <a:lnTo>
                    <a:pt x="516935" y="1038445"/>
                  </a:lnTo>
                  <a:lnTo>
                    <a:pt x="526023" y="1038405"/>
                  </a:lnTo>
                  <a:lnTo>
                    <a:pt x="535108" y="1038206"/>
                  </a:lnTo>
                  <a:lnTo>
                    <a:pt x="544188" y="1037848"/>
                  </a:lnTo>
                  <a:lnTo>
                    <a:pt x="553261" y="1037332"/>
                  </a:lnTo>
                  <a:lnTo>
                    <a:pt x="562323" y="1036656"/>
                  </a:lnTo>
                  <a:lnTo>
                    <a:pt x="571372" y="1035823"/>
                  </a:lnTo>
                  <a:lnTo>
                    <a:pt x="580405" y="1034831"/>
                  </a:lnTo>
                  <a:lnTo>
                    <a:pt x="589419" y="1033681"/>
                  </a:lnTo>
                  <a:lnTo>
                    <a:pt x="598412" y="1032373"/>
                  </a:lnTo>
                  <a:lnTo>
                    <a:pt x="607381" y="1030908"/>
                  </a:lnTo>
                  <a:lnTo>
                    <a:pt x="616322" y="1029287"/>
                  </a:lnTo>
                  <a:lnTo>
                    <a:pt x="625234" y="1027509"/>
                  </a:lnTo>
                  <a:lnTo>
                    <a:pt x="634113" y="1025576"/>
                  </a:lnTo>
                  <a:lnTo>
                    <a:pt x="642957" y="1023487"/>
                  </a:lnTo>
                  <a:lnTo>
                    <a:pt x="651764" y="1021244"/>
                  </a:lnTo>
                  <a:lnTo>
                    <a:pt x="660529" y="1018847"/>
                  </a:lnTo>
                  <a:lnTo>
                    <a:pt x="669251" y="1016298"/>
                  </a:lnTo>
                  <a:lnTo>
                    <a:pt x="677928" y="1013596"/>
                  </a:lnTo>
                  <a:lnTo>
                    <a:pt x="686556" y="1010742"/>
                  </a:lnTo>
                  <a:lnTo>
                    <a:pt x="695132" y="1007738"/>
                  </a:lnTo>
                  <a:lnTo>
                    <a:pt x="703655" y="1004584"/>
                  </a:lnTo>
                  <a:lnTo>
                    <a:pt x="712121" y="1001282"/>
                  </a:lnTo>
                  <a:lnTo>
                    <a:pt x="720528" y="997832"/>
                  </a:lnTo>
                  <a:lnTo>
                    <a:pt x="728873" y="994235"/>
                  </a:lnTo>
                  <a:lnTo>
                    <a:pt x="737154" y="990493"/>
                  </a:lnTo>
                  <a:lnTo>
                    <a:pt x="745368" y="986607"/>
                  </a:lnTo>
                  <a:lnTo>
                    <a:pt x="753514" y="982577"/>
                  </a:lnTo>
                  <a:lnTo>
                    <a:pt x="761587" y="978406"/>
                  </a:lnTo>
                  <a:lnTo>
                    <a:pt x="769586" y="974093"/>
                  </a:lnTo>
                  <a:lnTo>
                    <a:pt x="777508" y="969642"/>
                  </a:lnTo>
                  <a:lnTo>
                    <a:pt x="785351" y="965052"/>
                  </a:lnTo>
                  <a:lnTo>
                    <a:pt x="793113" y="960326"/>
                  </a:lnTo>
                  <a:lnTo>
                    <a:pt x="800791" y="955465"/>
                  </a:lnTo>
                  <a:lnTo>
                    <a:pt x="808383" y="950470"/>
                  </a:lnTo>
                  <a:lnTo>
                    <a:pt x="815886" y="945343"/>
                  </a:lnTo>
                  <a:lnTo>
                    <a:pt x="823298" y="940086"/>
                  </a:lnTo>
                  <a:lnTo>
                    <a:pt x="830617" y="934699"/>
                  </a:lnTo>
                  <a:lnTo>
                    <a:pt x="837840" y="929186"/>
                  </a:lnTo>
                  <a:lnTo>
                    <a:pt x="844966" y="923547"/>
                  </a:lnTo>
                  <a:lnTo>
                    <a:pt x="851992" y="917784"/>
                  </a:lnTo>
                  <a:lnTo>
                    <a:pt x="858917" y="911899"/>
                  </a:lnTo>
                  <a:lnTo>
                    <a:pt x="865737" y="905893"/>
                  </a:lnTo>
                  <a:lnTo>
                    <a:pt x="872451" y="899769"/>
                  </a:lnTo>
                  <a:lnTo>
                    <a:pt x="879057" y="893529"/>
                  </a:lnTo>
                  <a:lnTo>
                    <a:pt x="885552" y="887174"/>
                  </a:lnTo>
                  <a:lnTo>
                    <a:pt x="891936" y="880706"/>
                  </a:lnTo>
                  <a:lnTo>
                    <a:pt x="898205" y="874128"/>
                  </a:lnTo>
                  <a:lnTo>
                    <a:pt x="904358" y="867440"/>
                  </a:lnTo>
                  <a:lnTo>
                    <a:pt x="910393" y="860646"/>
                  </a:lnTo>
                  <a:lnTo>
                    <a:pt x="916309" y="853748"/>
                  </a:lnTo>
                  <a:lnTo>
                    <a:pt x="922103" y="846747"/>
                  </a:lnTo>
                  <a:lnTo>
                    <a:pt x="927773" y="839646"/>
                  </a:lnTo>
                  <a:lnTo>
                    <a:pt x="933318" y="832446"/>
                  </a:lnTo>
                  <a:lnTo>
                    <a:pt x="938736" y="825151"/>
                  </a:lnTo>
                  <a:lnTo>
                    <a:pt x="944026" y="817762"/>
                  </a:lnTo>
                  <a:lnTo>
                    <a:pt x="949186" y="810282"/>
                  </a:lnTo>
                  <a:lnTo>
                    <a:pt x="954214" y="802712"/>
                  </a:lnTo>
                  <a:lnTo>
                    <a:pt x="959109" y="795056"/>
                  </a:lnTo>
                  <a:lnTo>
                    <a:pt x="963869" y="787315"/>
                  </a:lnTo>
                  <a:lnTo>
                    <a:pt x="968492" y="779491"/>
                  </a:lnTo>
                  <a:lnTo>
                    <a:pt x="972979" y="771589"/>
                  </a:lnTo>
                  <a:lnTo>
                    <a:pt x="977326" y="763609"/>
                  </a:lnTo>
                  <a:lnTo>
                    <a:pt x="981533" y="755554"/>
                  </a:lnTo>
                  <a:lnTo>
                    <a:pt x="985598" y="747426"/>
                  </a:lnTo>
                  <a:lnTo>
                    <a:pt x="989520" y="739229"/>
                  </a:lnTo>
                  <a:lnTo>
                    <a:pt x="993298" y="730964"/>
                  </a:lnTo>
                  <a:lnTo>
                    <a:pt x="996932" y="722635"/>
                  </a:lnTo>
                  <a:lnTo>
                    <a:pt x="1000418" y="714243"/>
                  </a:lnTo>
                  <a:lnTo>
                    <a:pt x="1003758" y="705791"/>
                  </a:lnTo>
                  <a:lnTo>
                    <a:pt x="1006949" y="697283"/>
                  </a:lnTo>
                  <a:lnTo>
                    <a:pt x="1009990" y="688719"/>
                  </a:lnTo>
                  <a:lnTo>
                    <a:pt x="1012881" y="680104"/>
                  </a:lnTo>
                  <a:lnTo>
                    <a:pt x="1015621" y="671440"/>
                  </a:lnTo>
                  <a:lnTo>
                    <a:pt x="1018209" y="662729"/>
                  </a:lnTo>
                  <a:lnTo>
                    <a:pt x="1020644" y="653974"/>
                  </a:lnTo>
                  <a:lnTo>
                    <a:pt x="1022926" y="645178"/>
                  </a:lnTo>
                  <a:lnTo>
                    <a:pt x="1025053" y="636343"/>
                  </a:lnTo>
                  <a:lnTo>
                    <a:pt x="1027025" y="627472"/>
                  </a:lnTo>
                  <a:lnTo>
                    <a:pt x="1028842" y="618568"/>
                  </a:lnTo>
                  <a:lnTo>
                    <a:pt x="1030503" y="609634"/>
                  </a:lnTo>
                  <a:lnTo>
                    <a:pt x="1032007" y="600672"/>
                  </a:lnTo>
                  <a:lnTo>
                    <a:pt x="1033354" y="591685"/>
                  </a:lnTo>
                  <a:lnTo>
                    <a:pt x="1034543" y="582675"/>
                  </a:lnTo>
                  <a:lnTo>
                    <a:pt x="1035575" y="573647"/>
                  </a:lnTo>
                  <a:lnTo>
                    <a:pt x="1036448" y="564602"/>
                  </a:lnTo>
                  <a:lnTo>
                    <a:pt x="1037163" y="555542"/>
                  </a:lnTo>
                  <a:lnTo>
                    <a:pt x="1037719" y="546472"/>
                  </a:lnTo>
                  <a:lnTo>
                    <a:pt x="1038117" y="537393"/>
                  </a:lnTo>
                  <a:lnTo>
                    <a:pt x="1038355" y="528309"/>
                  </a:lnTo>
                  <a:lnTo>
                    <a:pt x="1038435" y="5192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446" name="tx446"/>
            <p:cNvSpPr/>
            <p:nvPr/>
          </p:nvSpPr>
          <p:spPr>
            <a:xfrm>
              <a:off x="7825227" y="3752091"/>
              <a:ext cx="247162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47" name="tx447"/>
            <p:cNvSpPr/>
            <p:nvPr/>
          </p:nvSpPr>
          <p:spPr>
            <a:xfrm>
              <a:off x="7816723" y="4946314"/>
              <a:ext cx="264170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48" name="tx448"/>
            <p:cNvSpPr/>
            <p:nvPr/>
          </p:nvSpPr>
          <p:spPr>
            <a:xfrm>
              <a:off x="8371029" y="3926981"/>
              <a:ext cx="438271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49" name="tx449"/>
            <p:cNvSpPr/>
            <p:nvPr/>
          </p:nvSpPr>
          <p:spPr>
            <a:xfrm>
              <a:off x="8545919" y="4349202"/>
              <a:ext cx="20226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50" name="tx450"/>
            <p:cNvSpPr/>
            <p:nvPr/>
          </p:nvSpPr>
          <p:spPr>
            <a:xfrm>
              <a:off x="8371029" y="4771424"/>
              <a:ext cx="455279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51" name="pg451"/>
            <p:cNvSpPr/>
            <p:nvPr/>
          </p:nvSpPr>
          <p:spPr>
            <a:xfrm>
              <a:off x="7429600" y="3866144"/>
              <a:ext cx="1038435" cy="1038445"/>
            </a:xfrm>
            <a:custGeom>
              <a:avLst/>
              <a:pathLst>
                <a:path w="1038435" h="1038445">
                  <a:moveTo>
                    <a:pt x="1038435" y="519222"/>
                  </a:moveTo>
                  <a:lnTo>
                    <a:pt x="1038355" y="510135"/>
                  </a:lnTo>
                  <a:lnTo>
                    <a:pt x="1038117" y="501051"/>
                  </a:lnTo>
                  <a:lnTo>
                    <a:pt x="1037719" y="491972"/>
                  </a:lnTo>
                  <a:lnTo>
                    <a:pt x="1037163" y="482902"/>
                  </a:lnTo>
                  <a:lnTo>
                    <a:pt x="1036448" y="473843"/>
                  </a:lnTo>
                  <a:lnTo>
                    <a:pt x="1035575" y="464797"/>
                  </a:lnTo>
                  <a:lnTo>
                    <a:pt x="1034543" y="455769"/>
                  </a:lnTo>
                  <a:lnTo>
                    <a:pt x="1033354" y="446760"/>
                  </a:lnTo>
                  <a:lnTo>
                    <a:pt x="1032007" y="437773"/>
                  </a:lnTo>
                  <a:lnTo>
                    <a:pt x="1030503" y="428811"/>
                  </a:lnTo>
                  <a:lnTo>
                    <a:pt x="1028842" y="419876"/>
                  </a:lnTo>
                  <a:lnTo>
                    <a:pt x="1027025" y="410972"/>
                  </a:lnTo>
                  <a:lnTo>
                    <a:pt x="1025053" y="402102"/>
                  </a:lnTo>
                  <a:lnTo>
                    <a:pt x="1022926" y="393267"/>
                  </a:lnTo>
                  <a:lnTo>
                    <a:pt x="1020644" y="384470"/>
                  </a:lnTo>
                  <a:lnTo>
                    <a:pt x="1018209" y="375715"/>
                  </a:lnTo>
                  <a:lnTo>
                    <a:pt x="1015621" y="367004"/>
                  </a:lnTo>
                  <a:lnTo>
                    <a:pt x="1012881" y="358340"/>
                  </a:lnTo>
                  <a:lnTo>
                    <a:pt x="1009990" y="349725"/>
                  </a:lnTo>
                  <a:lnTo>
                    <a:pt x="1006949" y="341161"/>
                  </a:lnTo>
                  <a:lnTo>
                    <a:pt x="1003758" y="332653"/>
                  </a:lnTo>
                  <a:lnTo>
                    <a:pt x="1000418" y="324201"/>
                  </a:lnTo>
                  <a:lnTo>
                    <a:pt x="996932" y="315809"/>
                  </a:lnTo>
                  <a:lnTo>
                    <a:pt x="993298" y="307480"/>
                  </a:lnTo>
                  <a:lnTo>
                    <a:pt x="989520" y="299215"/>
                  </a:lnTo>
                  <a:lnTo>
                    <a:pt x="985598" y="291018"/>
                  </a:lnTo>
                  <a:lnTo>
                    <a:pt x="981533" y="282891"/>
                  </a:lnTo>
                  <a:lnTo>
                    <a:pt x="977326" y="274836"/>
                  </a:lnTo>
                  <a:lnTo>
                    <a:pt x="972979" y="266856"/>
                  </a:lnTo>
                  <a:lnTo>
                    <a:pt x="968492" y="258953"/>
                  </a:lnTo>
                  <a:lnTo>
                    <a:pt x="963869" y="251130"/>
                  </a:lnTo>
                  <a:lnTo>
                    <a:pt x="959109" y="243389"/>
                  </a:lnTo>
                  <a:lnTo>
                    <a:pt x="954214" y="235732"/>
                  </a:lnTo>
                  <a:lnTo>
                    <a:pt x="949186" y="228163"/>
                  </a:lnTo>
                  <a:lnTo>
                    <a:pt x="944026" y="220682"/>
                  </a:lnTo>
                  <a:lnTo>
                    <a:pt x="938736" y="213293"/>
                  </a:lnTo>
                  <a:lnTo>
                    <a:pt x="933318" y="205998"/>
                  </a:lnTo>
                  <a:lnTo>
                    <a:pt x="927773" y="198798"/>
                  </a:lnTo>
                  <a:lnTo>
                    <a:pt x="922103" y="191697"/>
                  </a:lnTo>
                  <a:lnTo>
                    <a:pt x="916309" y="184696"/>
                  </a:lnTo>
                  <a:lnTo>
                    <a:pt x="910393" y="177798"/>
                  </a:lnTo>
                  <a:lnTo>
                    <a:pt x="904358" y="171004"/>
                  </a:lnTo>
                  <a:lnTo>
                    <a:pt x="898205" y="164317"/>
                  </a:lnTo>
                  <a:lnTo>
                    <a:pt x="891936" y="157738"/>
                  </a:lnTo>
                  <a:lnTo>
                    <a:pt x="885552" y="151270"/>
                  </a:lnTo>
                  <a:lnTo>
                    <a:pt x="879057" y="144915"/>
                  </a:lnTo>
                  <a:lnTo>
                    <a:pt x="872451" y="138675"/>
                  </a:lnTo>
                  <a:lnTo>
                    <a:pt x="865737" y="132551"/>
                  </a:lnTo>
                  <a:lnTo>
                    <a:pt x="858917" y="126546"/>
                  </a:lnTo>
                  <a:lnTo>
                    <a:pt x="851992" y="120661"/>
                  </a:lnTo>
                  <a:lnTo>
                    <a:pt x="844966" y="114898"/>
                  </a:lnTo>
                  <a:lnTo>
                    <a:pt x="837840" y="109258"/>
                  </a:lnTo>
                  <a:lnTo>
                    <a:pt x="830617" y="103745"/>
                  </a:lnTo>
                  <a:lnTo>
                    <a:pt x="823298" y="98358"/>
                  </a:lnTo>
                  <a:lnTo>
                    <a:pt x="815886" y="93101"/>
                  </a:lnTo>
                  <a:lnTo>
                    <a:pt x="808383" y="87974"/>
                  </a:lnTo>
                  <a:lnTo>
                    <a:pt x="800791" y="82979"/>
                  </a:lnTo>
                  <a:lnTo>
                    <a:pt x="793113" y="78118"/>
                  </a:lnTo>
                  <a:lnTo>
                    <a:pt x="785351" y="73392"/>
                  </a:lnTo>
                  <a:lnTo>
                    <a:pt x="777508" y="68802"/>
                  </a:lnTo>
                  <a:lnTo>
                    <a:pt x="769586" y="64351"/>
                  </a:lnTo>
                  <a:lnTo>
                    <a:pt x="761587" y="60039"/>
                  </a:lnTo>
                  <a:lnTo>
                    <a:pt x="753514" y="55867"/>
                  </a:lnTo>
                  <a:lnTo>
                    <a:pt x="745368" y="51838"/>
                  </a:lnTo>
                  <a:lnTo>
                    <a:pt x="737154" y="47951"/>
                  </a:lnTo>
                  <a:lnTo>
                    <a:pt x="728873" y="44209"/>
                  </a:lnTo>
                  <a:lnTo>
                    <a:pt x="720528" y="40612"/>
                  </a:lnTo>
                  <a:lnTo>
                    <a:pt x="712121" y="37162"/>
                  </a:lnTo>
                  <a:lnTo>
                    <a:pt x="703655" y="33860"/>
                  </a:lnTo>
                  <a:lnTo>
                    <a:pt x="695132" y="30706"/>
                  </a:lnTo>
                  <a:lnTo>
                    <a:pt x="686556" y="27702"/>
                  </a:lnTo>
                  <a:lnTo>
                    <a:pt x="677928" y="24849"/>
                  </a:lnTo>
                  <a:lnTo>
                    <a:pt x="669251" y="22147"/>
                  </a:lnTo>
                  <a:lnTo>
                    <a:pt x="660529" y="19597"/>
                  </a:lnTo>
                  <a:lnTo>
                    <a:pt x="651764" y="17200"/>
                  </a:lnTo>
                  <a:lnTo>
                    <a:pt x="642957" y="14957"/>
                  </a:lnTo>
                  <a:lnTo>
                    <a:pt x="634113" y="12869"/>
                  </a:lnTo>
                  <a:lnTo>
                    <a:pt x="625234" y="10935"/>
                  </a:lnTo>
                  <a:lnTo>
                    <a:pt x="616322" y="9157"/>
                  </a:lnTo>
                  <a:lnTo>
                    <a:pt x="607381" y="7536"/>
                  </a:lnTo>
                  <a:lnTo>
                    <a:pt x="598412" y="6071"/>
                  </a:lnTo>
                  <a:lnTo>
                    <a:pt x="589419" y="4764"/>
                  </a:lnTo>
                  <a:lnTo>
                    <a:pt x="580405" y="3614"/>
                  </a:lnTo>
                  <a:lnTo>
                    <a:pt x="571372" y="2622"/>
                  </a:lnTo>
                  <a:lnTo>
                    <a:pt x="562323" y="1788"/>
                  </a:lnTo>
                  <a:lnTo>
                    <a:pt x="553261" y="1112"/>
                  </a:lnTo>
                  <a:lnTo>
                    <a:pt x="544188" y="596"/>
                  </a:lnTo>
                  <a:lnTo>
                    <a:pt x="535108" y="238"/>
                  </a:lnTo>
                  <a:lnTo>
                    <a:pt x="526023" y="39"/>
                  </a:lnTo>
                  <a:lnTo>
                    <a:pt x="516935" y="0"/>
                  </a:lnTo>
                  <a:lnTo>
                    <a:pt x="507849" y="119"/>
                  </a:lnTo>
                  <a:lnTo>
                    <a:pt x="498766" y="397"/>
                  </a:lnTo>
                  <a:lnTo>
                    <a:pt x="489689" y="834"/>
                  </a:lnTo>
                  <a:lnTo>
                    <a:pt x="480621" y="1430"/>
                  </a:lnTo>
                  <a:lnTo>
                    <a:pt x="471565" y="2185"/>
                  </a:lnTo>
                  <a:lnTo>
                    <a:pt x="462524" y="3098"/>
                  </a:lnTo>
                  <a:lnTo>
                    <a:pt x="453500" y="4169"/>
                  </a:lnTo>
                  <a:lnTo>
                    <a:pt x="444496" y="5398"/>
                  </a:lnTo>
                  <a:lnTo>
                    <a:pt x="435515" y="6784"/>
                  </a:lnTo>
                  <a:lnTo>
                    <a:pt x="426559" y="8327"/>
                  </a:lnTo>
                  <a:lnTo>
                    <a:pt x="417632" y="10027"/>
                  </a:lnTo>
                  <a:lnTo>
                    <a:pt x="408737" y="11882"/>
                  </a:lnTo>
                  <a:lnTo>
                    <a:pt x="399874" y="13894"/>
                  </a:lnTo>
                  <a:lnTo>
                    <a:pt x="391049" y="16059"/>
                  </a:lnTo>
                  <a:lnTo>
                    <a:pt x="382263" y="18379"/>
                  </a:lnTo>
                  <a:lnTo>
                    <a:pt x="373518" y="20853"/>
                  </a:lnTo>
                  <a:lnTo>
                    <a:pt x="364819" y="23479"/>
                  </a:lnTo>
                  <a:lnTo>
                    <a:pt x="356166" y="26257"/>
                  </a:lnTo>
                  <a:lnTo>
                    <a:pt x="347564" y="29185"/>
                  </a:lnTo>
                  <a:lnTo>
                    <a:pt x="339014" y="32264"/>
                  </a:lnTo>
                  <a:lnTo>
                    <a:pt x="330520" y="35493"/>
                  </a:lnTo>
                  <a:lnTo>
                    <a:pt x="322083" y="38869"/>
                  </a:lnTo>
                  <a:lnTo>
                    <a:pt x="313706" y="42392"/>
                  </a:lnTo>
                  <a:lnTo>
                    <a:pt x="305393" y="46062"/>
                  </a:lnTo>
                  <a:lnTo>
                    <a:pt x="297145" y="49876"/>
                  </a:lnTo>
                  <a:lnTo>
                    <a:pt x="288965" y="53834"/>
                  </a:lnTo>
                  <a:lnTo>
                    <a:pt x="280855" y="57935"/>
                  </a:lnTo>
                  <a:lnTo>
                    <a:pt x="272819" y="62177"/>
                  </a:lnTo>
                  <a:lnTo>
                    <a:pt x="264858" y="66559"/>
                  </a:lnTo>
                  <a:lnTo>
                    <a:pt x="256975" y="71080"/>
                  </a:lnTo>
                  <a:lnTo>
                    <a:pt x="249172" y="75738"/>
                  </a:lnTo>
                  <a:lnTo>
                    <a:pt x="241452" y="80532"/>
                  </a:lnTo>
                  <a:lnTo>
                    <a:pt x="233817" y="85460"/>
                  </a:lnTo>
                  <a:lnTo>
                    <a:pt x="226269" y="90521"/>
                  </a:lnTo>
                  <a:lnTo>
                    <a:pt x="218811" y="95713"/>
                  </a:lnTo>
                  <a:lnTo>
                    <a:pt x="211445" y="101036"/>
                  </a:lnTo>
                  <a:lnTo>
                    <a:pt x="204174" y="106486"/>
                  </a:lnTo>
                  <a:lnTo>
                    <a:pt x="196999" y="112062"/>
                  </a:lnTo>
                  <a:lnTo>
                    <a:pt x="189922" y="117764"/>
                  </a:lnTo>
                  <a:lnTo>
                    <a:pt x="182947" y="123588"/>
                  </a:lnTo>
                  <a:lnTo>
                    <a:pt x="176074" y="129533"/>
                  </a:lnTo>
                  <a:lnTo>
                    <a:pt x="169307" y="135598"/>
                  </a:lnTo>
                  <a:lnTo>
                    <a:pt x="162647" y="141781"/>
                  </a:lnTo>
                  <a:lnTo>
                    <a:pt x="156096" y="148079"/>
                  </a:lnTo>
                  <a:lnTo>
                    <a:pt x="149656" y="154490"/>
                  </a:lnTo>
                  <a:lnTo>
                    <a:pt x="143330" y="161014"/>
                  </a:lnTo>
                  <a:lnTo>
                    <a:pt x="137118" y="167647"/>
                  </a:lnTo>
                  <a:lnTo>
                    <a:pt x="131024" y="174388"/>
                  </a:lnTo>
                  <a:lnTo>
                    <a:pt x="125048" y="181234"/>
                  </a:lnTo>
                  <a:lnTo>
                    <a:pt x="119193" y="188184"/>
                  </a:lnTo>
                  <a:lnTo>
                    <a:pt x="113461" y="195235"/>
                  </a:lnTo>
                  <a:lnTo>
                    <a:pt x="107853" y="202386"/>
                  </a:lnTo>
                  <a:lnTo>
                    <a:pt x="102371" y="209634"/>
                  </a:lnTo>
                  <a:lnTo>
                    <a:pt x="97017" y="216976"/>
                  </a:lnTo>
                  <a:lnTo>
                    <a:pt x="91792" y="224411"/>
                  </a:lnTo>
                  <a:lnTo>
                    <a:pt x="86698" y="231936"/>
                  </a:lnTo>
                  <a:lnTo>
                    <a:pt x="81736" y="239550"/>
                  </a:lnTo>
                  <a:lnTo>
                    <a:pt x="76909" y="247249"/>
                  </a:lnTo>
                  <a:lnTo>
                    <a:pt x="72217" y="255031"/>
                  </a:lnTo>
                  <a:lnTo>
                    <a:pt x="67662" y="262894"/>
                  </a:lnTo>
                  <a:lnTo>
                    <a:pt x="63245" y="270836"/>
                  </a:lnTo>
                  <a:lnTo>
                    <a:pt x="58968" y="278854"/>
                  </a:lnTo>
                  <a:lnTo>
                    <a:pt x="54831" y="286945"/>
                  </a:lnTo>
                  <a:lnTo>
                    <a:pt x="50838" y="295108"/>
                  </a:lnTo>
                  <a:lnTo>
                    <a:pt x="46987" y="303339"/>
                  </a:lnTo>
                  <a:lnTo>
                    <a:pt x="43281" y="311637"/>
                  </a:lnTo>
                  <a:lnTo>
                    <a:pt x="39721" y="319998"/>
                  </a:lnTo>
                  <a:lnTo>
                    <a:pt x="36308" y="328420"/>
                  </a:lnTo>
                  <a:lnTo>
                    <a:pt x="33043" y="336900"/>
                  </a:lnTo>
                  <a:lnTo>
                    <a:pt x="29926" y="345436"/>
                  </a:lnTo>
                  <a:lnTo>
                    <a:pt x="26960" y="354026"/>
                  </a:lnTo>
                  <a:lnTo>
                    <a:pt x="24144" y="362666"/>
                  </a:lnTo>
                  <a:lnTo>
                    <a:pt x="21480" y="371354"/>
                  </a:lnTo>
                  <a:lnTo>
                    <a:pt x="18968" y="380088"/>
                  </a:lnTo>
                  <a:lnTo>
                    <a:pt x="16610" y="388864"/>
                  </a:lnTo>
                  <a:lnTo>
                    <a:pt x="14406" y="397680"/>
                  </a:lnTo>
                  <a:lnTo>
                    <a:pt x="12356" y="406533"/>
                  </a:lnTo>
                  <a:lnTo>
                    <a:pt x="10461" y="415420"/>
                  </a:lnTo>
                  <a:lnTo>
                    <a:pt x="8723" y="424340"/>
                  </a:lnTo>
                  <a:lnTo>
                    <a:pt x="7140" y="433288"/>
                  </a:lnTo>
                  <a:lnTo>
                    <a:pt x="5715" y="442263"/>
                  </a:lnTo>
                  <a:lnTo>
                    <a:pt x="4446" y="451262"/>
                  </a:lnTo>
                  <a:lnTo>
                    <a:pt x="3336" y="460281"/>
                  </a:lnTo>
                  <a:lnTo>
                    <a:pt x="2383" y="469318"/>
                  </a:lnTo>
                  <a:lnTo>
                    <a:pt x="1589" y="478371"/>
                  </a:lnTo>
                  <a:lnTo>
                    <a:pt x="953" y="487436"/>
                  </a:lnTo>
                  <a:lnTo>
                    <a:pt x="477" y="496511"/>
                  </a:lnTo>
                  <a:lnTo>
                    <a:pt x="159" y="505592"/>
                  </a:lnTo>
                  <a:lnTo>
                    <a:pt x="0" y="514678"/>
                  </a:lnTo>
                  <a:lnTo>
                    <a:pt x="0" y="523766"/>
                  </a:lnTo>
                  <a:lnTo>
                    <a:pt x="159" y="532852"/>
                  </a:lnTo>
                  <a:lnTo>
                    <a:pt x="477" y="541934"/>
                  </a:lnTo>
                  <a:lnTo>
                    <a:pt x="953" y="551008"/>
                  </a:lnTo>
                  <a:lnTo>
                    <a:pt x="1589" y="560073"/>
                  </a:lnTo>
                  <a:lnTo>
                    <a:pt x="2383" y="569126"/>
                  </a:lnTo>
                  <a:lnTo>
                    <a:pt x="3336" y="578163"/>
                  </a:lnTo>
                  <a:lnTo>
                    <a:pt x="4446" y="587183"/>
                  </a:lnTo>
                  <a:lnTo>
                    <a:pt x="5715" y="596181"/>
                  </a:lnTo>
                  <a:lnTo>
                    <a:pt x="7140" y="605156"/>
                  </a:lnTo>
                  <a:lnTo>
                    <a:pt x="8723" y="614104"/>
                  </a:lnTo>
                  <a:lnTo>
                    <a:pt x="10461" y="623024"/>
                  </a:lnTo>
                  <a:lnTo>
                    <a:pt x="12356" y="631912"/>
                  </a:lnTo>
                  <a:lnTo>
                    <a:pt x="14406" y="640765"/>
                  </a:lnTo>
                  <a:lnTo>
                    <a:pt x="16610" y="649581"/>
                  </a:lnTo>
                  <a:lnTo>
                    <a:pt x="18968" y="658357"/>
                  </a:lnTo>
                  <a:lnTo>
                    <a:pt x="21480" y="667090"/>
                  </a:lnTo>
                  <a:lnTo>
                    <a:pt x="24144" y="675778"/>
                  </a:lnTo>
                  <a:lnTo>
                    <a:pt x="26960" y="684418"/>
                  </a:lnTo>
                  <a:lnTo>
                    <a:pt x="29926" y="693008"/>
                  </a:lnTo>
                  <a:lnTo>
                    <a:pt x="33043" y="701544"/>
                  </a:lnTo>
                  <a:lnTo>
                    <a:pt x="36308" y="710025"/>
                  </a:lnTo>
                  <a:lnTo>
                    <a:pt x="39721" y="718447"/>
                  </a:lnTo>
                  <a:lnTo>
                    <a:pt x="43281" y="726808"/>
                  </a:lnTo>
                  <a:lnTo>
                    <a:pt x="46987" y="735105"/>
                  </a:lnTo>
                  <a:lnTo>
                    <a:pt x="50838" y="743336"/>
                  </a:lnTo>
                  <a:lnTo>
                    <a:pt x="54831" y="751499"/>
                  </a:lnTo>
                  <a:lnTo>
                    <a:pt x="58968" y="759590"/>
                  </a:lnTo>
                  <a:lnTo>
                    <a:pt x="63245" y="767608"/>
                  </a:lnTo>
                  <a:lnTo>
                    <a:pt x="67662" y="775550"/>
                  </a:lnTo>
                  <a:lnTo>
                    <a:pt x="72217" y="783413"/>
                  </a:lnTo>
                  <a:lnTo>
                    <a:pt x="76909" y="791195"/>
                  </a:lnTo>
                  <a:lnTo>
                    <a:pt x="81736" y="798894"/>
                  </a:lnTo>
                  <a:lnTo>
                    <a:pt x="86698" y="806508"/>
                  </a:lnTo>
                  <a:lnTo>
                    <a:pt x="91792" y="814033"/>
                  </a:lnTo>
                  <a:lnTo>
                    <a:pt x="97017" y="821468"/>
                  </a:lnTo>
                  <a:lnTo>
                    <a:pt x="102371" y="828811"/>
                  </a:lnTo>
                  <a:lnTo>
                    <a:pt x="107853" y="836058"/>
                  </a:lnTo>
                  <a:lnTo>
                    <a:pt x="113461" y="843209"/>
                  </a:lnTo>
                  <a:lnTo>
                    <a:pt x="119193" y="850260"/>
                  </a:lnTo>
                  <a:lnTo>
                    <a:pt x="125048" y="857210"/>
                  </a:lnTo>
                  <a:lnTo>
                    <a:pt x="131024" y="864057"/>
                  </a:lnTo>
                  <a:lnTo>
                    <a:pt x="137118" y="870797"/>
                  </a:lnTo>
                  <a:lnTo>
                    <a:pt x="143330" y="877431"/>
                  </a:lnTo>
                  <a:lnTo>
                    <a:pt x="149656" y="883954"/>
                  </a:lnTo>
                  <a:lnTo>
                    <a:pt x="156096" y="890366"/>
                  </a:lnTo>
                  <a:lnTo>
                    <a:pt x="162647" y="896664"/>
                  </a:lnTo>
                  <a:lnTo>
                    <a:pt x="169307" y="902846"/>
                  </a:lnTo>
                  <a:lnTo>
                    <a:pt x="176074" y="908911"/>
                  </a:lnTo>
                  <a:lnTo>
                    <a:pt x="182947" y="914856"/>
                  </a:lnTo>
                  <a:lnTo>
                    <a:pt x="189922" y="920681"/>
                  </a:lnTo>
                  <a:lnTo>
                    <a:pt x="196999" y="926382"/>
                  </a:lnTo>
                  <a:lnTo>
                    <a:pt x="204174" y="931958"/>
                  </a:lnTo>
                  <a:lnTo>
                    <a:pt x="211445" y="937409"/>
                  </a:lnTo>
                  <a:lnTo>
                    <a:pt x="218811" y="942731"/>
                  </a:lnTo>
                  <a:lnTo>
                    <a:pt x="226269" y="947923"/>
                  </a:lnTo>
                  <a:lnTo>
                    <a:pt x="233817" y="952984"/>
                  </a:lnTo>
                  <a:lnTo>
                    <a:pt x="241452" y="957912"/>
                  </a:lnTo>
                  <a:lnTo>
                    <a:pt x="249172" y="962706"/>
                  </a:lnTo>
                  <a:lnTo>
                    <a:pt x="256975" y="967364"/>
                  </a:lnTo>
                  <a:lnTo>
                    <a:pt x="264858" y="971885"/>
                  </a:lnTo>
                  <a:lnTo>
                    <a:pt x="272819" y="976267"/>
                  </a:lnTo>
                  <a:lnTo>
                    <a:pt x="280855" y="980509"/>
                  </a:lnTo>
                  <a:lnTo>
                    <a:pt x="288965" y="984610"/>
                  </a:lnTo>
                  <a:lnTo>
                    <a:pt x="297145" y="988568"/>
                  </a:lnTo>
                  <a:lnTo>
                    <a:pt x="305393" y="992382"/>
                  </a:lnTo>
                  <a:lnTo>
                    <a:pt x="313706" y="996052"/>
                  </a:lnTo>
                  <a:lnTo>
                    <a:pt x="322083" y="999575"/>
                  </a:lnTo>
                  <a:lnTo>
                    <a:pt x="330520" y="1002952"/>
                  </a:lnTo>
                  <a:lnTo>
                    <a:pt x="339014" y="1006180"/>
                  </a:lnTo>
                  <a:lnTo>
                    <a:pt x="347564" y="1009259"/>
                  </a:lnTo>
                  <a:lnTo>
                    <a:pt x="356166" y="1012188"/>
                  </a:lnTo>
                  <a:lnTo>
                    <a:pt x="364819" y="1014966"/>
                  </a:lnTo>
                  <a:lnTo>
                    <a:pt x="373518" y="1017592"/>
                  </a:lnTo>
                  <a:lnTo>
                    <a:pt x="382263" y="1020065"/>
                  </a:lnTo>
                  <a:lnTo>
                    <a:pt x="391049" y="1022385"/>
                  </a:lnTo>
                  <a:lnTo>
                    <a:pt x="399874" y="1024551"/>
                  </a:lnTo>
                  <a:lnTo>
                    <a:pt x="408737" y="1026562"/>
                  </a:lnTo>
                  <a:lnTo>
                    <a:pt x="417632" y="1028417"/>
                  </a:lnTo>
                  <a:lnTo>
                    <a:pt x="426559" y="1030117"/>
                  </a:lnTo>
                  <a:lnTo>
                    <a:pt x="435515" y="1031660"/>
                  </a:lnTo>
                  <a:lnTo>
                    <a:pt x="444496" y="1033046"/>
                  </a:lnTo>
                  <a:lnTo>
                    <a:pt x="453500" y="1034275"/>
                  </a:lnTo>
                  <a:lnTo>
                    <a:pt x="462524" y="1035346"/>
                  </a:lnTo>
                  <a:lnTo>
                    <a:pt x="471565" y="1036259"/>
                  </a:lnTo>
                  <a:lnTo>
                    <a:pt x="480621" y="1037014"/>
                  </a:lnTo>
                  <a:lnTo>
                    <a:pt x="489689" y="1037610"/>
                  </a:lnTo>
                  <a:lnTo>
                    <a:pt x="498766" y="1038047"/>
                  </a:lnTo>
                  <a:lnTo>
                    <a:pt x="507849" y="1038325"/>
                  </a:lnTo>
                  <a:lnTo>
                    <a:pt x="516935" y="1038445"/>
                  </a:lnTo>
                  <a:lnTo>
                    <a:pt x="526023" y="1038405"/>
                  </a:lnTo>
                  <a:lnTo>
                    <a:pt x="535108" y="1038206"/>
                  </a:lnTo>
                  <a:lnTo>
                    <a:pt x="544188" y="1037848"/>
                  </a:lnTo>
                  <a:lnTo>
                    <a:pt x="553261" y="1037332"/>
                  </a:lnTo>
                  <a:lnTo>
                    <a:pt x="562323" y="1036656"/>
                  </a:lnTo>
                  <a:lnTo>
                    <a:pt x="571372" y="1035823"/>
                  </a:lnTo>
                  <a:lnTo>
                    <a:pt x="580405" y="1034831"/>
                  </a:lnTo>
                  <a:lnTo>
                    <a:pt x="589419" y="1033681"/>
                  </a:lnTo>
                  <a:lnTo>
                    <a:pt x="598412" y="1032373"/>
                  </a:lnTo>
                  <a:lnTo>
                    <a:pt x="607381" y="1030908"/>
                  </a:lnTo>
                  <a:lnTo>
                    <a:pt x="616322" y="1029287"/>
                  </a:lnTo>
                  <a:lnTo>
                    <a:pt x="625234" y="1027509"/>
                  </a:lnTo>
                  <a:lnTo>
                    <a:pt x="634113" y="1025576"/>
                  </a:lnTo>
                  <a:lnTo>
                    <a:pt x="642957" y="1023487"/>
                  </a:lnTo>
                  <a:lnTo>
                    <a:pt x="651764" y="1021244"/>
                  </a:lnTo>
                  <a:lnTo>
                    <a:pt x="660529" y="1018847"/>
                  </a:lnTo>
                  <a:lnTo>
                    <a:pt x="669251" y="1016298"/>
                  </a:lnTo>
                  <a:lnTo>
                    <a:pt x="677928" y="1013596"/>
                  </a:lnTo>
                  <a:lnTo>
                    <a:pt x="686556" y="1010742"/>
                  </a:lnTo>
                  <a:lnTo>
                    <a:pt x="695132" y="1007738"/>
                  </a:lnTo>
                  <a:lnTo>
                    <a:pt x="703655" y="1004584"/>
                  </a:lnTo>
                  <a:lnTo>
                    <a:pt x="712121" y="1001282"/>
                  </a:lnTo>
                  <a:lnTo>
                    <a:pt x="720528" y="997832"/>
                  </a:lnTo>
                  <a:lnTo>
                    <a:pt x="728873" y="994235"/>
                  </a:lnTo>
                  <a:lnTo>
                    <a:pt x="737154" y="990493"/>
                  </a:lnTo>
                  <a:lnTo>
                    <a:pt x="745368" y="986607"/>
                  </a:lnTo>
                  <a:lnTo>
                    <a:pt x="753514" y="982577"/>
                  </a:lnTo>
                  <a:lnTo>
                    <a:pt x="761587" y="978406"/>
                  </a:lnTo>
                  <a:lnTo>
                    <a:pt x="769586" y="974093"/>
                  </a:lnTo>
                  <a:lnTo>
                    <a:pt x="777508" y="969642"/>
                  </a:lnTo>
                  <a:lnTo>
                    <a:pt x="785351" y="965052"/>
                  </a:lnTo>
                  <a:lnTo>
                    <a:pt x="793113" y="960326"/>
                  </a:lnTo>
                  <a:lnTo>
                    <a:pt x="800791" y="955465"/>
                  </a:lnTo>
                  <a:lnTo>
                    <a:pt x="808383" y="950470"/>
                  </a:lnTo>
                  <a:lnTo>
                    <a:pt x="815886" y="945343"/>
                  </a:lnTo>
                  <a:lnTo>
                    <a:pt x="823298" y="940086"/>
                  </a:lnTo>
                  <a:lnTo>
                    <a:pt x="830617" y="934699"/>
                  </a:lnTo>
                  <a:lnTo>
                    <a:pt x="837840" y="929186"/>
                  </a:lnTo>
                  <a:lnTo>
                    <a:pt x="844966" y="923547"/>
                  </a:lnTo>
                  <a:lnTo>
                    <a:pt x="851992" y="917784"/>
                  </a:lnTo>
                  <a:lnTo>
                    <a:pt x="858917" y="911899"/>
                  </a:lnTo>
                  <a:lnTo>
                    <a:pt x="865737" y="905893"/>
                  </a:lnTo>
                  <a:lnTo>
                    <a:pt x="872451" y="899769"/>
                  </a:lnTo>
                  <a:lnTo>
                    <a:pt x="879057" y="893529"/>
                  </a:lnTo>
                  <a:lnTo>
                    <a:pt x="885552" y="887174"/>
                  </a:lnTo>
                  <a:lnTo>
                    <a:pt x="891936" y="880706"/>
                  </a:lnTo>
                  <a:lnTo>
                    <a:pt x="898205" y="874128"/>
                  </a:lnTo>
                  <a:lnTo>
                    <a:pt x="904358" y="867440"/>
                  </a:lnTo>
                  <a:lnTo>
                    <a:pt x="910393" y="860646"/>
                  </a:lnTo>
                  <a:lnTo>
                    <a:pt x="916309" y="853748"/>
                  </a:lnTo>
                  <a:lnTo>
                    <a:pt x="922103" y="846747"/>
                  </a:lnTo>
                  <a:lnTo>
                    <a:pt x="927773" y="839646"/>
                  </a:lnTo>
                  <a:lnTo>
                    <a:pt x="933318" y="832446"/>
                  </a:lnTo>
                  <a:lnTo>
                    <a:pt x="938736" y="825151"/>
                  </a:lnTo>
                  <a:lnTo>
                    <a:pt x="944026" y="817762"/>
                  </a:lnTo>
                  <a:lnTo>
                    <a:pt x="949186" y="810282"/>
                  </a:lnTo>
                  <a:lnTo>
                    <a:pt x="954214" y="802712"/>
                  </a:lnTo>
                  <a:lnTo>
                    <a:pt x="959109" y="795056"/>
                  </a:lnTo>
                  <a:lnTo>
                    <a:pt x="963869" y="787315"/>
                  </a:lnTo>
                  <a:lnTo>
                    <a:pt x="968492" y="779491"/>
                  </a:lnTo>
                  <a:lnTo>
                    <a:pt x="972979" y="771589"/>
                  </a:lnTo>
                  <a:lnTo>
                    <a:pt x="977326" y="763609"/>
                  </a:lnTo>
                  <a:lnTo>
                    <a:pt x="981533" y="755554"/>
                  </a:lnTo>
                  <a:lnTo>
                    <a:pt x="985598" y="747426"/>
                  </a:lnTo>
                  <a:lnTo>
                    <a:pt x="989520" y="739229"/>
                  </a:lnTo>
                  <a:lnTo>
                    <a:pt x="993298" y="730964"/>
                  </a:lnTo>
                  <a:lnTo>
                    <a:pt x="996932" y="722635"/>
                  </a:lnTo>
                  <a:lnTo>
                    <a:pt x="1000418" y="714243"/>
                  </a:lnTo>
                  <a:lnTo>
                    <a:pt x="1003758" y="705791"/>
                  </a:lnTo>
                  <a:lnTo>
                    <a:pt x="1006949" y="697283"/>
                  </a:lnTo>
                  <a:lnTo>
                    <a:pt x="1009990" y="688719"/>
                  </a:lnTo>
                  <a:lnTo>
                    <a:pt x="1012881" y="680104"/>
                  </a:lnTo>
                  <a:lnTo>
                    <a:pt x="1015621" y="671440"/>
                  </a:lnTo>
                  <a:lnTo>
                    <a:pt x="1018209" y="662729"/>
                  </a:lnTo>
                  <a:lnTo>
                    <a:pt x="1020644" y="653974"/>
                  </a:lnTo>
                  <a:lnTo>
                    <a:pt x="1022926" y="645178"/>
                  </a:lnTo>
                  <a:lnTo>
                    <a:pt x="1025053" y="636343"/>
                  </a:lnTo>
                  <a:lnTo>
                    <a:pt x="1027025" y="627472"/>
                  </a:lnTo>
                  <a:lnTo>
                    <a:pt x="1028842" y="618568"/>
                  </a:lnTo>
                  <a:lnTo>
                    <a:pt x="1030503" y="609634"/>
                  </a:lnTo>
                  <a:lnTo>
                    <a:pt x="1032007" y="600672"/>
                  </a:lnTo>
                  <a:lnTo>
                    <a:pt x="1033354" y="591685"/>
                  </a:lnTo>
                  <a:lnTo>
                    <a:pt x="1034543" y="582675"/>
                  </a:lnTo>
                  <a:lnTo>
                    <a:pt x="1035575" y="573647"/>
                  </a:lnTo>
                  <a:lnTo>
                    <a:pt x="1036448" y="564602"/>
                  </a:lnTo>
                  <a:lnTo>
                    <a:pt x="1037163" y="555542"/>
                  </a:lnTo>
                  <a:lnTo>
                    <a:pt x="1037719" y="546472"/>
                  </a:lnTo>
                  <a:lnTo>
                    <a:pt x="1038117" y="537393"/>
                  </a:lnTo>
                  <a:lnTo>
                    <a:pt x="1038355" y="528309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452" name="pl452"/>
            <p:cNvSpPr/>
            <p:nvPr/>
          </p:nvSpPr>
          <p:spPr>
            <a:xfrm>
              <a:off x="7948808" y="3866139"/>
              <a:ext cx="0" cy="467304"/>
            </a:xfrm>
            <a:custGeom>
              <a:avLst/>
              <a:pathLst>
                <a:path w="0" h="467304">
                  <a:moveTo>
                    <a:pt x="0" y="46730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l453"/>
            <p:cNvSpPr/>
            <p:nvPr/>
          </p:nvSpPr>
          <p:spPr>
            <a:xfrm>
              <a:off x="7985523" y="4018218"/>
              <a:ext cx="330434" cy="330434"/>
            </a:xfrm>
            <a:custGeom>
              <a:avLst/>
              <a:pathLst>
                <a:path w="330434" h="330434">
                  <a:moveTo>
                    <a:pt x="0" y="330434"/>
                  </a:moveTo>
                  <a:lnTo>
                    <a:pt x="33043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l454"/>
            <p:cNvSpPr/>
            <p:nvPr/>
          </p:nvSpPr>
          <p:spPr>
            <a:xfrm>
              <a:off x="8000730" y="4385367"/>
              <a:ext cx="467304" cy="0"/>
            </a:xfrm>
            <a:custGeom>
              <a:avLst/>
              <a:pathLst>
                <a:path w="467304" h="0">
                  <a:moveTo>
                    <a:pt x="0" y="0"/>
                  </a:moveTo>
                  <a:lnTo>
                    <a:pt x="46730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l455"/>
            <p:cNvSpPr/>
            <p:nvPr/>
          </p:nvSpPr>
          <p:spPr>
            <a:xfrm>
              <a:off x="7985523" y="4422082"/>
              <a:ext cx="330434" cy="330434"/>
            </a:xfrm>
            <a:custGeom>
              <a:avLst/>
              <a:pathLst>
                <a:path w="330434" h="330434">
                  <a:moveTo>
                    <a:pt x="0" y="0"/>
                  </a:moveTo>
                  <a:lnTo>
                    <a:pt x="330434" y="33043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l456"/>
            <p:cNvSpPr/>
            <p:nvPr/>
          </p:nvSpPr>
          <p:spPr>
            <a:xfrm>
              <a:off x="7948808" y="4437290"/>
              <a:ext cx="0" cy="467304"/>
            </a:xfrm>
            <a:custGeom>
              <a:avLst/>
              <a:pathLst>
                <a:path w="0" h="467304">
                  <a:moveTo>
                    <a:pt x="0" y="0"/>
                  </a:moveTo>
                  <a:lnTo>
                    <a:pt x="0" y="46730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l457"/>
            <p:cNvSpPr/>
            <p:nvPr/>
          </p:nvSpPr>
          <p:spPr>
            <a:xfrm>
              <a:off x="7581658" y="4422082"/>
              <a:ext cx="330434" cy="330434"/>
            </a:xfrm>
            <a:custGeom>
              <a:avLst/>
              <a:pathLst>
                <a:path w="330434" h="330434">
                  <a:moveTo>
                    <a:pt x="330434" y="0"/>
                  </a:moveTo>
                  <a:lnTo>
                    <a:pt x="0" y="33043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l458"/>
            <p:cNvSpPr/>
            <p:nvPr/>
          </p:nvSpPr>
          <p:spPr>
            <a:xfrm>
              <a:off x="7429580" y="4385367"/>
              <a:ext cx="467304" cy="0"/>
            </a:xfrm>
            <a:custGeom>
              <a:avLst/>
              <a:pathLst>
                <a:path w="467304" h="0">
                  <a:moveTo>
                    <a:pt x="467304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l459"/>
            <p:cNvSpPr/>
            <p:nvPr/>
          </p:nvSpPr>
          <p:spPr>
            <a:xfrm>
              <a:off x="7581658" y="4018218"/>
              <a:ext cx="330434" cy="330434"/>
            </a:xfrm>
            <a:custGeom>
              <a:avLst/>
              <a:pathLst>
                <a:path w="330434" h="330434">
                  <a:moveTo>
                    <a:pt x="330434" y="33043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l460"/>
            <p:cNvSpPr/>
            <p:nvPr/>
          </p:nvSpPr>
          <p:spPr>
            <a:xfrm>
              <a:off x="7838663" y="4201792"/>
              <a:ext cx="293719" cy="293719"/>
            </a:xfrm>
            <a:custGeom>
              <a:avLst/>
              <a:pathLst>
                <a:path w="293719" h="293719">
                  <a:moveTo>
                    <a:pt x="110144" y="79729"/>
                  </a:moveTo>
                  <a:lnTo>
                    <a:pt x="293719" y="0"/>
                  </a:lnTo>
                  <a:lnTo>
                    <a:pt x="213990" y="183574"/>
                  </a:lnTo>
                  <a:lnTo>
                    <a:pt x="183574" y="257004"/>
                  </a:lnTo>
                  <a:lnTo>
                    <a:pt x="110144" y="235497"/>
                  </a:lnTo>
                  <a:lnTo>
                    <a:pt x="0" y="293719"/>
                  </a:lnTo>
                  <a:lnTo>
                    <a:pt x="58222" y="183574"/>
                  </a:lnTo>
                  <a:lnTo>
                    <a:pt x="73429" y="146859"/>
                  </a:lnTo>
                  <a:lnTo>
                    <a:pt x="110144" y="79729"/>
                  </a:lnTo>
                </a:path>
              </a:pathLst>
            </a:custGeom>
            <a:ln w="31166" cap="flat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7913538" y="4246251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8097112" y="4166522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8017383" y="4350097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7986967" y="4423527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7913538" y="4402019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7803393" y="4460242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7861615" y="4350097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7876823" y="4313382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7913538" y="4246251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tx470"/>
            <p:cNvSpPr/>
            <p:nvPr/>
          </p:nvSpPr>
          <p:spPr>
            <a:xfrm>
              <a:off x="7809377" y="4311773"/>
              <a:ext cx="87508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471" name="tx471"/>
            <p:cNvSpPr/>
            <p:nvPr/>
          </p:nvSpPr>
          <p:spPr>
            <a:xfrm>
              <a:off x="7775727" y="4078120"/>
              <a:ext cx="12115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72" name="tx472"/>
            <p:cNvSpPr/>
            <p:nvPr/>
          </p:nvSpPr>
          <p:spPr>
            <a:xfrm>
              <a:off x="7742077" y="3844468"/>
              <a:ext cx="15480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473" name="rc473"/>
            <p:cNvSpPr/>
            <p:nvPr/>
          </p:nvSpPr>
          <p:spPr>
            <a:xfrm>
              <a:off x="69589" y="5108705"/>
              <a:ext cx="2251205" cy="233029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474" name="rc474"/>
            <p:cNvSpPr/>
            <p:nvPr/>
          </p:nvSpPr>
          <p:spPr>
            <a:xfrm>
              <a:off x="69589" y="5341734"/>
              <a:ext cx="2251205" cy="14466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5" name="rc475"/>
            <p:cNvSpPr/>
            <p:nvPr/>
          </p:nvSpPr>
          <p:spPr>
            <a:xfrm>
              <a:off x="107546" y="5108705"/>
              <a:ext cx="2175290" cy="23302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6" name="tx476"/>
            <p:cNvSpPr/>
            <p:nvPr/>
          </p:nvSpPr>
          <p:spPr>
            <a:xfrm>
              <a:off x="847491" y="5142672"/>
              <a:ext cx="695401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Galliformes</a:t>
              </a:r>
            </a:p>
          </p:txBody>
        </p:sp>
        <p:sp>
          <p:nvSpPr>
            <p:cNvPr id="477" name="tx477"/>
            <p:cNvSpPr/>
            <p:nvPr/>
          </p:nvSpPr>
          <p:spPr>
            <a:xfrm>
              <a:off x="618205" y="5244162"/>
              <a:ext cx="1153972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9, species = 8</a:t>
              </a:r>
            </a:p>
          </p:txBody>
        </p:sp>
        <p:sp>
          <p:nvSpPr>
            <p:cNvPr id="478" name="rc478"/>
            <p:cNvSpPr/>
            <p:nvPr/>
          </p:nvSpPr>
          <p:spPr>
            <a:xfrm>
              <a:off x="338466" y="5379692"/>
              <a:ext cx="1713451" cy="1370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9" name="tx479"/>
            <p:cNvSpPr/>
            <p:nvPr/>
          </p:nvSpPr>
          <p:spPr>
            <a:xfrm>
              <a:off x="300956" y="6451130"/>
              <a:ext cx="472013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80" name="tx480"/>
            <p:cNvSpPr/>
            <p:nvPr/>
          </p:nvSpPr>
          <p:spPr>
            <a:xfrm>
              <a:off x="369662" y="6028908"/>
              <a:ext cx="228417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81" name="tx481"/>
            <p:cNvSpPr/>
            <p:nvPr/>
          </p:nvSpPr>
          <p:spPr>
            <a:xfrm>
              <a:off x="317964" y="5606686"/>
              <a:ext cx="45500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82" name="pl482"/>
            <p:cNvSpPr/>
            <p:nvPr/>
          </p:nvSpPr>
          <p:spPr>
            <a:xfrm>
              <a:off x="1143271" y="6013150"/>
              <a:ext cx="103843" cy="103844"/>
            </a:xfrm>
            <a:custGeom>
              <a:avLst/>
              <a:pathLst>
                <a:path w="103843" h="103844">
                  <a:moveTo>
                    <a:pt x="103843" y="51922"/>
                  </a:moveTo>
                  <a:lnTo>
                    <a:pt x="103835" y="51013"/>
                  </a:lnTo>
                  <a:lnTo>
                    <a:pt x="103811" y="50105"/>
                  </a:lnTo>
                  <a:lnTo>
                    <a:pt x="103771" y="49197"/>
                  </a:lnTo>
                  <a:lnTo>
                    <a:pt x="103716" y="48290"/>
                  </a:lnTo>
                  <a:lnTo>
                    <a:pt x="103644" y="47384"/>
                  </a:lnTo>
                  <a:lnTo>
                    <a:pt x="103557" y="46479"/>
                  </a:lnTo>
                  <a:lnTo>
                    <a:pt x="103454" y="45576"/>
                  </a:lnTo>
                  <a:lnTo>
                    <a:pt x="103335" y="44676"/>
                  </a:lnTo>
                  <a:lnTo>
                    <a:pt x="103200" y="43777"/>
                  </a:lnTo>
                  <a:lnTo>
                    <a:pt x="103050" y="42881"/>
                  </a:lnTo>
                  <a:lnTo>
                    <a:pt x="102884" y="41987"/>
                  </a:lnTo>
                  <a:lnTo>
                    <a:pt x="102702" y="41097"/>
                  </a:lnTo>
                  <a:lnTo>
                    <a:pt x="102505" y="40210"/>
                  </a:lnTo>
                  <a:lnTo>
                    <a:pt x="102292" y="39326"/>
                  </a:lnTo>
                  <a:lnTo>
                    <a:pt x="102064" y="38447"/>
                  </a:lnTo>
                  <a:lnTo>
                    <a:pt x="101820" y="37571"/>
                  </a:lnTo>
                  <a:lnTo>
                    <a:pt x="101562" y="36700"/>
                  </a:lnTo>
                  <a:lnTo>
                    <a:pt x="101288" y="35834"/>
                  </a:lnTo>
                  <a:lnTo>
                    <a:pt x="100999" y="34972"/>
                  </a:lnTo>
                  <a:lnTo>
                    <a:pt x="100694" y="34116"/>
                  </a:lnTo>
                  <a:lnTo>
                    <a:pt x="100375" y="33265"/>
                  </a:lnTo>
                  <a:lnTo>
                    <a:pt x="100041" y="32420"/>
                  </a:lnTo>
                  <a:lnTo>
                    <a:pt x="99693" y="31580"/>
                  </a:lnTo>
                  <a:lnTo>
                    <a:pt x="99329" y="30748"/>
                  </a:lnTo>
                  <a:lnTo>
                    <a:pt x="98952" y="29921"/>
                  </a:lnTo>
                  <a:lnTo>
                    <a:pt x="98559" y="29101"/>
                  </a:lnTo>
                  <a:lnTo>
                    <a:pt x="98153" y="28289"/>
                  </a:lnTo>
                  <a:lnTo>
                    <a:pt x="97732" y="27483"/>
                  </a:lnTo>
                  <a:lnTo>
                    <a:pt x="97297" y="26685"/>
                  </a:lnTo>
                  <a:lnTo>
                    <a:pt x="96849" y="25895"/>
                  </a:lnTo>
                  <a:lnTo>
                    <a:pt x="96386" y="25113"/>
                  </a:lnTo>
                  <a:lnTo>
                    <a:pt x="95910" y="24338"/>
                  </a:lnTo>
                  <a:lnTo>
                    <a:pt x="95421" y="23573"/>
                  </a:lnTo>
                  <a:lnTo>
                    <a:pt x="94918" y="22816"/>
                  </a:lnTo>
                  <a:lnTo>
                    <a:pt x="94402" y="22068"/>
                  </a:lnTo>
                  <a:lnTo>
                    <a:pt x="93873" y="21329"/>
                  </a:lnTo>
                  <a:lnTo>
                    <a:pt x="93331" y="20599"/>
                  </a:lnTo>
                  <a:lnTo>
                    <a:pt x="92777" y="19879"/>
                  </a:lnTo>
                  <a:lnTo>
                    <a:pt x="92210" y="19169"/>
                  </a:lnTo>
                  <a:lnTo>
                    <a:pt x="91630" y="18469"/>
                  </a:lnTo>
                  <a:lnTo>
                    <a:pt x="91039" y="17779"/>
                  </a:lnTo>
                  <a:lnTo>
                    <a:pt x="90435" y="17100"/>
                  </a:lnTo>
                  <a:lnTo>
                    <a:pt x="89820" y="16431"/>
                  </a:lnTo>
                  <a:lnTo>
                    <a:pt x="89193" y="15773"/>
                  </a:lnTo>
                  <a:lnTo>
                    <a:pt x="88555" y="15127"/>
                  </a:lnTo>
                  <a:lnTo>
                    <a:pt x="87905" y="14491"/>
                  </a:lnTo>
                  <a:lnTo>
                    <a:pt x="87245" y="13867"/>
                  </a:lnTo>
                  <a:lnTo>
                    <a:pt x="86573" y="13255"/>
                  </a:lnTo>
                  <a:lnTo>
                    <a:pt x="85891" y="12654"/>
                  </a:lnTo>
                  <a:lnTo>
                    <a:pt x="85199" y="12066"/>
                  </a:lnTo>
                  <a:lnTo>
                    <a:pt x="84496" y="11489"/>
                  </a:lnTo>
                  <a:lnTo>
                    <a:pt x="83784" y="10925"/>
                  </a:lnTo>
                  <a:lnTo>
                    <a:pt x="83061" y="10374"/>
                  </a:lnTo>
                  <a:lnTo>
                    <a:pt x="82329" y="9835"/>
                  </a:lnTo>
                  <a:lnTo>
                    <a:pt x="81588" y="9310"/>
                  </a:lnTo>
                  <a:lnTo>
                    <a:pt x="80838" y="8797"/>
                  </a:lnTo>
                  <a:lnTo>
                    <a:pt x="80079" y="8297"/>
                  </a:lnTo>
                  <a:lnTo>
                    <a:pt x="79311" y="7811"/>
                  </a:lnTo>
                  <a:lnTo>
                    <a:pt x="78535" y="7339"/>
                  </a:lnTo>
                  <a:lnTo>
                    <a:pt x="77750" y="6880"/>
                  </a:lnTo>
                  <a:lnTo>
                    <a:pt x="76958" y="6435"/>
                  </a:lnTo>
                  <a:lnTo>
                    <a:pt x="76158" y="6003"/>
                  </a:lnTo>
                  <a:lnTo>
                    <a:pt x="75351" y="5586"/>
                  </a:lnTo>
                  <a:lnTo>
                    <a:pt x="74536" y="5183"/>
                  </a:lnTo>
                  <a:lnTo>
                    <a:pt x="73715" y="4795"/>
                  </a:lnTo>
                  <a:lnTo>
                    <a:pt x="72887" y="4420"/>
                  </a:lnTo>
                  <a:lnTo>
                    <a:pt x="72052" y="4061"/>
                  </a:lnTo>
                  <a:lnTo>
                    <a:pt x="71212" y="3716"/>
                  </a:lnTo>
                  <a:lnTo>
                    <a:pt x="70365" y="3386"/>
                  </a:lnTo>
                  <a:lnTo>
                    <a:pt x="69513" y="3070"/>
                  </a:lnTo>
                  <a:lnTo>
                    <a:pt x="68655" y="2770"/>
                  </a:lnTo>
                  <a:lnTo>
                    <a:pt x="67792" y="2484"/>
                  </a:lnTo>
                  <a:lnTo>
                    <a:pt x="66925" y="2214"/>
                  </a:lnTo>
                  <a:lnTo>
                    <a:pt x="66052" y="1959"/>
                  </a:lnTo>
                  <a:lnTo>
                    <a:pt x="65176" y="1720"/>
                  </a:lnTo>
                  <a:lnTo>
                    <a:pt x="64295" y="1495"/>
                  </a:lnTo>
                  <a:lnTo>
                    <a:pt x="63411" y="1286"/>
                  </a:lnTo>
                  <a:lnTo>
                    <a:pt x="62523" y="1093"/>
                  </a:lnTo>
                  <a:lnTo>
                    <a:pt x="61632" y="915"/>
                  </a:lnTo>
                  <a:lnTo>
                    <a:pt x="60738" y="753"/>
                  </a:lnTo>
                  <a:lnTo>
                    <a:pt x="59841" y="607"/>
                  </a:lnTo>
                  <a:lnTo>
                    <a:pt x="58941" y="476"/>
                  </a:lnTo>
                  <a:lnTo>
                    <a:pt x="58040" y="361"/>
                  </a:lnTo>
                  <a:lnTo>
                    <a:pt x="57137" y="262"/>
                  </a:lnTo>
                  <a:lnTo>
                    <a:pt x="56232" y="178"/>
                  </a:lnTo>
                  <a:lnTo>
                    <a:pt x="55326" y="111"/>
                  </a:lnTo>
                  <a:lnTo>
                    <a:pt x="54418" y="59"/>
                  </a:lnTo>
                  <a:lnTo>
                    <a:pt x="53510" y="23"/>
                  </a:lnTo>
                  <a:lnTo>
                    <a:pt x="52602" y="3"/>
                  </a:lnTo>
                  <a:lnTo>
                    <a:pt x="51693" y="0"/>
                  </a:lnTo>
                  <a:lnTo>
                    <a:pt x="50784" y="11"/>
                  </a:lnTo>
                  <a:lnTo>
                    <a:pt x="49876" y="39"/>
                  </a:lnTo>
                  <a:lnTo>
                    <a:pt x="48968" y="83"/>
                  </a:lnTo>
                  <a:lnTo>
                    <a:pt x="48062" y="143"/>
                  </a:lnTo>
                  <a:lnTo>
                    <a:pt x="47156" y="218"/>
                  </a:lnTo>
                  <a:lnTo>
                    <a:pt x="46252" y="309"/>
                  </a:lnTo>
                  <a:lnTo>
                    <a:pt x="45350" y="416"/>
                  </a:lnTo>
                  <a:lnTo>
                    <a:pt x="44449" y="539"/>
                  </a:lnTo>
                  <a:lnTo>
                    <a:pt x="43551" y="678"/>
                  </a:lnTo>
                  <a:lnTo>
                    <a:pt x="42655" y="832"/>
                  </a:lnTo>
                  <a:lnTo>
                    <a:pt x="41763" y="1002"/>
                  </a:lnTo>
                  <a:lnTo>
                    <a:pt x="40873" y="1188"/>
                  </a:lnTo>
                  <a:lnTo>
                    <a:pt x="39987" y="1389"/>
                  </a:lnTo>
                  <a:lnTo>
                    <a:pt x="39104" y="1605"/>
                  </a:lnTo>
                  <a:lnTo>
                    <a:pt x="38226" y="1837"/>
                  </a:lnTo>
                  <a:lnTo>
                    <a:pt x="37351" y="2085"/>
                  </a:lnTo>
                  <a:lnTo>
                    <a:pt x="36481" y="2347"/>
                  </a:lnTo>
                  <a:lnTo>
                    <a:pt x="35616" y="2625"/>
                  </a:lnTo>
                  <a:lnTo>
                    <a:pt x="34756" y="2918"/>
                  </a:lnTo>
                  <a:lnTo>
                    <a:pt x="33901" y="3226"/>
                  </a:lnTo>
                  <a:lnTo>
                    <a:pt x="33052" y="3549"/>
                  </a:lnTo>
                  <a:lnTo>
                    <a:pt x="32208" y="3886"/>
                  </a:lnTo>
                  <a:lnTo>
                    <a:pt x="31370" y="4239"/>
                  </a:lnTo>
                  <a:lnTo>
                    <a:pt x="30539" y="4606"/>
                  </a:lnTo>
                  <a:lnTo>
                    <a:pt x="29714" y="4987"/>
                  </a:lnTo>
                  <a:lnTo>
                    <a:pt x="28896" y="5383"/>
                  </a:lnTo>
                  <a:lnTo>
                    <a:pt x="28085" y="5793"/>
                  </a:lnTo>
                  <a:lnTo>
                    <a:pt x="27281" y="6217"/>
                  </a:lnTo>
                  <a:lnTo>
                    <a:pt x="26485" y="6655"/>
                  </a:lnTo>
                  <a:lnTo>
                    <a:pt x="25697" y="7108"/>
                  </a:lnTo>
                  <a:lnTo>
                    <a:pt x="24917" y="7573"/>
                  </a:lnTo>
                  <a:lnTo>
                    <a:pt x="24145" y="8053"/>
                  </a:lnTo>
                  <a:lnTo>
                    <a:pt x="23381" y="8546"/>
                  </a:lnTo>
                  <a:lnTo>
                    <a:pt x="22626" y="9052"/>
                  </a:lnTo>
                  <a:lnTo>
                    <a:pt x="21881" y="9571"/>
                  </a:lnTo>
                  <a:lnTo>
                    <a:pt x="21144" y="10103"/>
                  </a:lnTo>
                  <a:lnTo>
                    <a:pt x="20417" y="10648"/>
                  </a:lnTo>
                  <a:lnTo>
                    <a:pt x="19699" y="11206"/>
                  </a:lnTo>
                  <a:lnTo>
                    <a:pt x="18992" y="11776"/>
                  </a:lnTo>
                  <a:lnTo>
                    <a:pt x="18294" y="12358"/>
                  </a:lnTo>
                  <a:lnTo>
                    <a:pt x="17607" y="12953"/>
                  </a:lnTo>
                  <a:lnTo>
                    <a:pt x="16930" y="13559"/>
                  </a:lnTo>
                  <a:lnTo>
                    <a:pt x="16264" y="14178"/>
                  </a:lnTo>
                  <a:lnTo>
                    <a:pt x="15609" y="14807"/>
                  </a:lnTo>
                  <a:lnTo>
                    <a:pt x="14965" y="15449"/>
                  </a:lnTo>
                  <a:lnTo>
                    <a:pt x="14333" y="16101"/>
                  </a:lnTo>
                  <a:lnTo>
                    <a:pt x="13711" y="16764"/>
                  </a:lnTo>
                  <a:lnTo>
                    <a:pt x="13102" y="17438"/>
                  </a:lnTo>
                  <a:lnTo>
                    <a:pt x="12504" y="18123"/>
                  </a:lnTo>
                  <a:lnTo>
                    <a:pt x="11919" y="18818"/>
                  </a:lnTo>
                  <a:lnTo>
                    <a:pt x="11346" y="19523"/>
                  </a:lnTo>
                  <a:lnTo>
                    <a:pt x="10785" y="20238"/>
                  </a:lnTo>
                  <a:lnTo>
                    <a:pt x="10237" y="20963"/>
                  </a:lnTo>
                  <a:lnTo>
                    <a:pt x="9701" y="21697"/>
                  </a:lnTo>
                  <a:lnTo>
                    <a:pt x="9179" y="22441"/>
                  </a:lnTo>
                  <a:lnTo>
                    <a:pt x="8669" y="23193"/>
                  </a:lnTo>
                  <a:lnTo>
                    <a:pt x="8173" y="23955"/>
                  </a:lnTo>
                  <a:lnTo>
                    <a:pt x="7690" y="24724"/>
                  </a:lnTo>
                  <a:lnTo>
                    <a:pt x="7221" y="25503"/>
                  </a:lnTo>
                  <a:lnTo>
                    <a:pt x="6766" y="26289"/>
                  </a:lnTo>
                  <a:lnTo>
                    <a:pt x="6324" y="27083"/>
                  </a:lnTo>
                  <a:lnTo>
                    <a:pt x="5896" y="27885"/>
                  </a:lnTo>
                  <a:lnTo>
                    <a:pt x="5483" y="28694"/>
                  </a:lnTo>
                  <a:lnTo>
                    <a:pt x="5083" y="29510"/>
                  </a:lnTo>
                  <a:lnTo>
                    <a:pt x="4698" y="30333"/>
                  </a:lnTo>
                  <a:lnTo>
                    <a:pt x="4328" y="31163"/>
                  </a:lnTo>
                  <a:lnTo>
                    <a:pt x="3972" y="31999"/>
                  </a:lnTo>
                  <a:lnTo>
                    <a:pt x="3630" y="32842"/>
                  </a:lnTo>
                  <a:lnTo>
                    <a:pt x="3304" y="33690"/>
                  </a:lnTo>
                  <a:lnTo>
                    <a:pt x="2992" y="34543"/>
                  </a:lnTo>
                  <a:lnTo>
                    <a:pt x="2696" y="35402"/>
                  </a:lnTo>
                  <a:lnTo>
                    <a:pt x="2414" y="36266"/>
                  </a:lnTo>
                  <a:lnTo>
                    <a:pt x="2148" y="37135"/>
                  </a:lnTo>
                  <a:lnTo>
                    <a:pt x="1896" y="38008"/>
                  </a:lnTo>
                  <a:lnTo>
                    <a:pt x="1661" y="38886"/>
                  </a:lnTo>
                  <a:lnTo>
                    <a:pt x="1440" y="39768"/>
                  </a:lnTo>
                  <a:lnTo>
                    <a:pt x="1235" y="40653"/>
                  </a:lnTo>
                  <a:lnTo>
                    <a:pt x="1046" y="41542"/>
                  </a:lnTo>
                  <a:lnTo>
                    <a:pt x="872" y="42434"/>
                  </a:lnTo>
                  <a:lnTo>
                    <a:pt x="714" y="43328"/>
                  </a:lnTo>
                  <a:lnTo>
                    <a:pt x="571" y="44226"/>
                  </a:lnTo>
                  <a:lnTo>
                    <a:pt x="444" y="45126"/>
                  </a:lnTo>
                  <a:lnTo>
                    <a:pt x="333" y="46028"/>
                  </a:lnTo>
                  <a:lnTo>
                    <a:pt x="238" y="46931"/>
                  </a:lnTo>
                  <a:lnTo>
                    <a:pt x="158" y="47837"/>
                  </a:lnTo>
                  <a:lnTo>
                    <a:pt x="95" y="48743"/>
                  </a:lnTo>
                  <a:lnTo>
                    <a:pt x="47" y="49651"/>
                  </a:lnTo>
                  <a:lnTo>
                    <a:pt x="15" y="50559"/>
                  </a:lnTo>
                  <a:lnTo>
                    <a:pt x="0" y="51467"/>
                  </a:lnTo>
                  <a:lnTo>
                    <a:pt x="0" y="52376"/>
                  </a:lnTo>
                  <a:lnTo>
                    <a:pt x="15" y="53285"/>
                  </a:lnTo>
                  <a:lnTo>
                    <a:pt x="47" y="54193"/>
                  </a:lnTo>
                  <a:lnTo>
                    <a:pt x="95" y="55100"/>
                  </a:lnTo>
                  <a:lnTo>
                    <a:pt x="158" y="56007"/>
                  </a:lnTo>
                  <a:lnTo>
                    <a:pt x="238" y="56912"/>
                  </a:lnTo>
                  <a:lnTo>
                    <a:pt x="333" y="57816"/>
                  </a:lnTo>
                  <a:lnTo>
                    <a:pt x="444" y="58718"/>
                  </a:lnTo>
                  <a:lnTo>
                    <a:pt x="571" y="59618"/>
                  </a:lnTo>
                  <a:lnTo>
                    <a:pt x="714" y="60515"/>
                  </a:lnTo>
                  <a:lnTo>
                    <a:pt x="872" y="61410"/>
                  </a:lnTo>
                  <a:lnTo>
                    <a:pt x="1046" y="62302"/>
                  </a:lnTo>
                  <a:lnTo>
                    <a:pt x="1235" y="63191"/>
                  </a:lnTo>
                  <a:lnTo>
                    <a:pt x="1440" y="64076"/>
                  </a:lnTo>
                  <a:lnTo>
                    <a:pt x="1661" y="64958"/>
                  </a:lnTo>
                  <a:lnTo>
                    <a:pt x="1896" y="65835"/>
                  </a:lnTo>
                  <a:lnTo>
                    <a:pt x="2148" y="66709"/>
                  </a:lnTo>
                  <a:lnTo>
                    <a:pt x="2414" y="67577"/>
                  </a:lnTo>
                  <a:lnTo>
                    <a:pt x="2696" y="68441"/>
                  </a:lnTo>
                  <a:lnTo>
                    <a:pt x="2992" y="69300"/>
                  </a:lnTo>
                  <a:lnTo>
                    <a:pt x="3304" y="70154"/>
                  </a:lnTo>
                  <a:lnTo>
                    <a:pt x="3630" y="71002"/>
                  </a:lnTo>
                  <a:lnTo>
                    <a:pt x="3972" y="71844"/>
                  </a:lnTo>
                  <a:lnTo>
                    <a:pt x="4328" y="72680"/>
                  </a:lnTo>
                  <a:lnTo>
                    <a:pt x="4698" y="73510"/>
                  </a:lnTo>
                  <a:lnTo>
                    <a:pt x="5083" y="74333"/>
                  </a:lnTo>
                  <a:lnTo>
                    <a:pt x="5483" y="75149"/>
                  </a:lnTo>
                  <a:lnTo>
                    <a:pt x="5896" y="75959"/>
                  </a:lnTo>
                  <a:lnTo>
                    <a:pt x="6324" y="76760"/>
                  </a:lnTo>
                  <a:lnTo>
                    <a:pt x="6766" y="77555"/>
                  </a:lnTo>
                  <a:lnTo>
                    <a:pt x="7221" y="78341"/>
                  </a:lnTo>
                  <a:lnTo>
                    <a:pt x="7690" y="79119"/>
                  </a:lnTo>
                  <a:lnTo>
                    <a:pt x="8173" y="79889"/>
                  </a:lnTo>
                  <a:lnTo>
                    <a:pt x="8669" y="80650"/>
                  </a:lnTo>
                  <a:lnTo>
                    <a:pt x="9179" y="81403"/>
                  </a:lnTo>
                  <a:lnTo>
                    <a:pt x="9701" y="82146"/>
                  </a:lnTo>
                  <a:lnTo>
                    <a:pt x="10237" y="82881"/>
                  </a:lnTo>
                  <a:lnTo>
                    <a:pt x="10785" y="83605"/>
                  </a:lnTo>
                  <a:lnTo>
                    <a:pt x="11346" y="84320"/>
                  </a:lnTo>
                  <a:lnTo>
                    <a:pt x="11919" y="85026"/>
                  </a:lnTo>
                  <a:lnTo>
                    <a:pt x="12504" y="85721"/>
                  </a:lnTo>
                  <a:lnTo>
                    <a:pt x="13102" y="86405"/>
                  </a:lnTo>
                  <a:lnTo>
                    <a:pt x="13711" y="87079"/>
                  </a:lnTo>
                  <a:lnTo>
                    <a:pt x="14333" y="87743"/>
                  </a:lnTo>
                  <a:lnTo>
                    <a:pt x="14965" y="88395"/>
                  </a:lnTo>
                  <a:lnTo>
                    <a:pt x="15609" y="89036"/>
                  </a:lnTo>
                  <a:lnTo>
                    <a:pt x="16264" y="89666"/>
                  </a:lnTo>
                  <a:lnTo>
                    <a:pt x="16930" y="90284"/>
                  </a:lnTo>
                  <a:lnTo>
                    <a:pt x="17607" y="90891"/>
                  </a:lnTo>
                  <a:lnTo>
                    <a:pt x="18294" y="91485"/>
                  </a:lnTo>
                  <a:lnTo>
                    <a:pt x="18992" y="92068"/>
                  </a:lnTo>
                  <a:lnTo>
                    <a:pt x="19699" y="92638"/>
                  </a:lnTo>
                  <a:lnTo>
                    <a:pt x="20417" y="93195"/>
                  </a:lnTo>
                  <a:lnTo>
                    <a:pt x="21144" y="93740"/>
                  </a:lnTo>
                  <a:lnTo>
                    <a:pt x="21881" y="94273"/>
                  </a:lnTo>
                  <a:lnTo>
                    <a:pt x="22626" y="94792"/>
                  </a:lnTo>
                  <a:lnTo>
                    <a:pt x="23381" y="95298"/>
                  </a:lnTo>
                  <a:lnTo>
                    <a:pt x="24145" y="95791"/>
                  </a:lnTo>
                  <a:lnTo>
                    <a:pt x="24917" y="96270"/>
                  </a:lnTo>
                  <a:lnTo>
                    <a:pt x="25697" y="96736"/>
                  </a:lnTo>
                  <a:lnTo>
                    <a:pt x="26485" y="97188"/>
                  </a:lnTo>
                  <a:lnTo>
                    <a:pt x="27281" y="97626"/>
                  </a:lnTo>
                  <a:lnTo>
                    <a:pt x="28085" y="98050"/>
                  </a:lnTo>
                  <a:lnTo>
                    <a:pt x="28896" y="98461"/>
                  </a:lnTo>
                  <a:lnTo>
                    <a:pt x="29714" y="98856"/>
                  </a:lnTo>
                  <a:lnTo>
                    <a:pt x="30539" y="99238"/>
                  </a:lnTo>
                  <a:lnTo>
                    <a:pt x="31370" y="99605"/>
                  </a:lnTo>
                  <a:lnTo>
                    <a:pt x="32208" y="99957"/>
                  </a:lnTo>
                  <a:lnTo>
                    <a:pt x="33052" y="100295"/>
                  </a:lnTo>
                  <a:lnTo>
                    <a:pt x="33901" y="100618"/>
                  </a:lnTo>
                  <a:lnTo>
                    <a:pt x="34756" y="100925"/>
                  </a:lnTo>
                  <a:lnTo>
                    <a:pt x="35616" y="101218"/>
                  </a:lnTo>
                  <a:lnTo>
                    <a:pt x="36481" y="101496"/>
                  </a:lnTo>
                  <a:lnTo>
                    <a:pt x="37351" y="101759"/>
                  </a:lnTo>
                  <a:lnTo>
                    <a:pt x="38226" y="102006"/>
                  </a:lnTo>
                  <a:lnTo>
                    <a:pt x="39104" y="102238"/>
                  </a:lnTo>
                  <a:lnTo>
                    <a:pt x="39987" y="102455"/>
                  </a:lnTo>
                  <a:lnTo>
                    <a:pt x="40873" y="102656"/>
                  </a:lnTo>
                  <a:lnTo>
                    <a:pt x="41763" y="102841"/>
                  </a:lnTo>
                  <a:lnTo>
                    <a:pt x="42655" y="103011"/>
                  </a:lnTo>
                  <a:lnTo>
                    <a:pt x="43551" y="103166"/>
                  </a:lnTo>
                  <a:lnTo>
                    <a:pt x="44449" y="103304"/>
                  </a:lnTo>
                  <a:lnTo>
                    <a:pt x="45350" y="103427"/>
                  </a:lnTo>
                  <a:lnTo>
                    <a:pt x="46252" y="103534"/>
                  </a:lnTo>
                  <a:lnTo>
                    <a:pt x="47156" y="103625"/>
                  </a:lnTo>
                  <a:lnTo>
                    <a:pt x="48062" y="103701"/>
                  </a:lnTo>
                  <a:lnTo>
                    <a:pt x="48968" y="103761"/>
                  </a:lnTo>
                  <a:lnTo>
                    <a:pt x="49876" y="103804"/>
                  </a:lnTo>
                  <a:lnTo>
                    <a:pt x="50784" y="103832"/>
                  </a:lnTo>
                  <a:lnTo>
                    <a:pt x="51693" y="103844"/>
                  </a:lnTo>
                  <a:lnTo>
                    <a:pt x="52602" y="103840"/>
                  </a:lnTo>
                  <a:lnTo>
                    <a:pt x="53510" y="103820"/>
                  </a:lnTo>
                  <a:lnTo>
                    <a:pt x="54418" y="103784"/>
                  </a:lnTo>
                  <a:lnTo>
                    <a:pt x="55326" y="103733"/>
                  </a:lnTo>
                  <a:lnTo>
                    <a:pt x="56232" y="103665"/>
                  </a:lnTo>
                  <a:lnTo>
                    <a:pt x="57137" y="103582"/>
                  </a:lnTo>
                  <a:lnTo>
                    <a:pt x="58040" y="103483"/>
                  </a:lnTo>
                  <a:lnTo>
                    <a:pt x="58941" y="103368"/>
                  </a:lnTo>
                  <a:lnTo>
                    <a:pt x="59841" y="103237"/>
                  </a:lnTo>
                  <a:lnTo>
                    <a:pt x="60738" y="103090"/>
                  </a:lnTo>
                  <a:lnTo>
                    <a:pt x="61632" y="102928"/>
                  </a:lnTo>
                  <a:lnTo>
                    <a:pt x="62523" y="102750"/>
                  </a:lnTo>
                  <a:lnTo>
                    <a:pt x="63411" y="102557"/>
                  </a:lnTo>
                  <a:lnTo>
                    <a:pt x="64295" y="102348"/>
                  </a:lnTo>
                  <a:lnTo>
                    <a:pt x="65176" y="102124"/>
                  </a:lnTo>
                  <a:lnTo>
                    <a:pt x="66052" y="101884"/>
                  </a:lnTo>
                  <a:lnTo>
                    <a:pt x="66925" y="101629"/>
                  </a:lnTo>
                  <a:lnTo>
                    <a:pt x="67792" y="101359"/>
                  </a:lnTo>
                  <a:lnTo>
                    <a:pt x="68655" y="101074"/>
                  </a:lnTo>
                  <a:lnTo>
                    <a:pt x="69513" y="100773"/>
                  </a:lnTo>
                  <a:lnTo>
                    <a:pt x="70365" y="100458"/>
                  </a:lnTo>
                  <a:lnTo>
                    <a:pt x="71212" y="100128"/>
                  </a:lnTo>
                  <a:lnTo>
                    <a:pt x="72052" y="99783"/>
                  </a:lnTo>
                  <a:lnTo>
                    <a:pt x="72887" y="99423"/>
                  </a:lnTo>
                  <a:lnTo>
                    <a:pt x="73715" y="99049"/>
                  </a:lnTo>
                  <a:lnTo>
                    <a:pt x="74536" y="98660"/>
                  </a:lnTo>
                  <a:lnTo>
                    <a:pt x="75351" y="98257"/>
                  </a:lnTo>
                  <a:lnTo>
                    <a:pt x="76158" y="97840"/>
                  </a:lnTo>
                  <a:lnTo>
                    <a:pt x="76958" y="97409"/>
                  </a:lnTo>
                  <a:lnTo>
                    <a:pt x="77750" y="96964"/>
                  </a:lnTo>
                  <a:lnTo>
                    <a:pt x="78535" y="96505"/>
                  </a:lnTo>
                  <a:lnTo>
                    <a:pt x="79311" y="96032"/>
                  </a:lnTo>
                  <a:lnTo>
                    <a:pt x="80079" y="95546"/>
                  </a:lnTo>
                  <a:lnTo>
                    <a:pt x="80838" y="95047"/>
                  </a:lnTo>
                  <a:lnTo>
                    <a:pt x="81588" y="94534"/>
                  </a:lnTo>
                  <a:lnTo>
                    <a:pt x="82329" y="94008"/>
                  </a:lnTo>
                  <a:lnTo>
                    <a:pt x="83061" y="93469"/>
                  </a:lnTo>
                  <a:lnTo>
                    <a:pt x="83784" y="92918"/>
                  </a:lnTo>
                  <a:lnTo>
                    <a:pt x="84496" y="92354"/>
                  </a:lnTo>
                  <a:lnTo>
                    <a:pt x="85199" y="91778"/>
                  </a:lnTo>
                  <a:lnTo>
                    <a:pt x="85891" y="91189"/>
                  </a:lnTo>
                  <a:lnTo>
                    <a:pt x="86573" y="90589"/>
                  </a:lnTo>
                  <a:lnTo>
                    <a:pt x="87245" y="89976"/>
                  </a:lnTo>
                  <a:lnTo>
                    <a:pt x="87905" y="89352"/>
                  </a:lnTo>
                  <a:lnTo>
                    <a:pt x="88555" y="88717"/>
                  </a:lnTo>
                  <a:lnTo>
                    <a:pt x="89193" y="88070"/>
                  </a:lnTo>
                  <a:lnTo>
                    <a:pt x="89820" y="87412"/>
                  </a:lnTo>
                  <a:lnTo>
                    <a:pt x="90435" y="86744"/>
                  </a:lnTo>
                  <a:lnTo>
                    <a:pt x="91039" y="86064"/>
                  </a:lnTo>
                  <a:lnTo>
                    <a:pt x="91630" y="85374"/>
                  </a:lnTo>
                  <a:lnTo>
                    <a:pt x="92210" y="84674"/>
                  </a:lnTo>
                  <a:lnTo>
                    <a:pt x="92777" y="83964"/>
                  </a:lnTo>
                  <a:lnTo>
                    <a:pt x="93331" y="83244"/>
                  </a:lnTo>
                  <a:lnTo>
                    <a:pt x="93873" y="82515"/>
                  </a:lnTo>
                  <a:lnTo>
                    <a:pt x="94402" y="81776"/>
                  </a:lnTo>
                  <a:lnTo>
                    <a:pt x="94918" y="81028"/>
                  </a:lnTo>
                  <a:lnTo>
                    <a:pt x="95421" y="80271"/>
                  </a:lnTo>
                  <a:lnTo>
                    <a:pt x="95910" y="79505"/>
                  </a:lnTo>
                  <a:lnTo>
                    <a:pt x="96386" y="78731"/>
                  </a:lnTo>
                  <a:lnTo>
                    <a:pt x="96849" y="77949"/>
                  </a:lnTo>
                  <a:lnTo>
                    <a:pt x="97297" y="77158"/>
                  </a:lnTo>
                  <a:lnTo>
                    <a:pt x="97732" y="76360"/>
                  </a:lnTo>
                  <a:lnTo>
                    <a:pt x="98153" y="75555"/>
                  </a:lnTo>
                  <a:lnTo>
                    <a:pt x="98559" y="74742"/>
                  </a:lnTo>
                  <a:lnTo>
                    <a:pt x="98952" y="73922"/>
                  </a:lnTo>
                  <a:lnTo>
                    <a:pt x="99329" y="73096"/>
                  </a:lnTo>
                  <a:lnTo>
                    <a:pt x="99693" y="72263"/>
                  </a:lnTo>
                  <a:lnTo>
                    <a:pt x="100041" y="71424"/>
                  </a:lnTo>
                  <a:lnTo>
                    <a:pt x="100375" y="70579"/>
                  </a:lnTo>
                  <a:lnTo>
                    <a:pt x="100694" y="69728"/>
                  </a:lnTo>
                  <a:lnTo>
                    <a:pt x="100999" y="68871"/>
                  </a:lnTo>
                  <a:lnTo>
                    <a:pt x="101288" y="68010"/>
                  </a:lnTo>
                  <a:lnTo>
                    <a:pt x="101562" y="67144"/>
                  </a:lnTo>
                  <a:lnTo>
                    <a:pt x="101820" y="66272"/>
                  </a:lnTo>
                  <a:lnTo>
                    <a:pt x="102064" y="65397"/>
                  </a:lnTo>
                  <a:lnTo>
                    <a:pt x="102292" y="64517"/>
                  </a:lnTo>
                  <a:lnTo>
                    <a:pt x="102505" y="63634"/>
                  </a:lnTo>
                  <a:lnTo>
                    <a:pt x="102702" y="62747"/>
                  </a:lnTo>
                  <a:lnTo>
                    <a:pt x="102884" y="61856"/>
                  </a:lnTo>
                  <a:lnTo>
                    <a:pt x="103050" y="60963"/>
                  </a:lnTo>
                  <a:lnTo>
                    <a:pt x="103200" y="60067"/>
                  </a:lnTo>
                  <a:lnTo>
                    <a:pt x="103335" y="59168"/>
                  </a:lnTo>
                  <a:lnTo>
                    <a:pt x="103454" y="58267"/>
                  </a:lnTo>
                  <a:lnTo>
                    <a:pt x="103557" y="57364"/>
                  </a:lnTo>
                  <a:lnTo>
                    <a:pt x="103644" y="56460"/>
                  </a:lnTo>
                  <a:lnTo>
                    <a:pt x="103716" y="55554"/>
                  </a:lnTo>
                  <a:lnTo>
                    <a:pt x="103771" y="54647"/>
                  </a:lnTo>
                  <a:lnTo>
                    <a:pt x="103811" y="53739"/>
                  </a:lnTo>
                  <a:lnTo>
                    <a:pt x="103835" y="52830"/>
                  </a:lnTo>
                  <a:lnTo>
                    <a:pt x="103843" y="519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483" name="pl483"/>
            <p:cNvSpPr/>
            <p:nvPr/>
          </p:nvSpPr>
          <p:spPr>
            <a:xfrm>
              <a:off x="909627" y="5779500"/>
              <a:ext cx="571139" cy="571144"/>
            </a:xfrm>
            <a:custGeom>
              <a:avLst/>
              <a:pathLst>
                <a:path w="571139" h="571144">
                  <a:moveTo>
                    <a:pt x="571139" y="285572"/>
                  </a:moveTo>
                  <a:lnTo>
                    <a:pt x="571095" y="280574"/>
                  </a:lnTo>
                  <a:lnTo>
                    <a:pt x="570964" y="275578"/>
                  </a:lnTo>
                  <a:lnTo>
                    <a:pt x="570745" y="270584"/>
                  </a:lnTo>
                  <a:lnTo>
                    <a:pt x="570439" y="265596"/>
                  </a:lnTo>
                  <a:lnTo>
                    <a:pt x="570046" y="260613"/>
                  </a:lnTo>
                  <a:lnTo>
                    <a:pt x="569566" y="255638"/>
                  </a:lnTo>
                  <a:lnTo>
                    <a:pt x="568998" y="250673"/>
                  </a:lnTo>
                  <a:lnTo>
                    <a:pt x="568344" y="245718"/>
                  </a:lnTo>
                  <a:lnTo>
                    <a:pt x="567603" y="240775"/>
                  </a:lnTo>
                  <a:lnTo>
                    <a:pt x="566776" y="235846"/>
                  </a:lnTo>
                  <a:lnTo>
                    <a:pt x="565863" y="230932"/>
                  </a:lnTo>
                  <a:lnTo>
                    <a:pt x="564864" y="226035"/>
                  </a:lnTo>
                  <a:lnTo>
                    <a:pt x="563779" y="221156"/>
                  </a:lnTo>
                  <a:lnTo>
                    <a:pt x="562609" y="216296"/>
                  </a:lnTo>
                  <a:lnTo>
                    <a:pt x="561354" y="211459"/>
                  </a:lnTo>
                  <a:lnTo>
                    <a:pt x="560015" y="206643"/>
                  </a:lnTo>
                  <a:lnTo>
                    <a:pt x="558592" y="201852"/>
                  </a:lnTo>
                  <a:lnTo>
                    <a:pt x="557085" y="197087"/>
                  </a:lnTo>
                  <a:lnTo>
                    <a:pt x="555494" y="192348"/>
                  </a:lnTo>
                  <a:lnTo>
                    <a:pt x="553822" y="187639"/>
                  </a:lnTo>
                  <a:lnTo>
                    <a:pt x="552067" y="182959"/>
                  </a:lnTo>
                  <a:lnTo>
                    <a:pt x="550230" y="178310"/>
                  </a:lnTo>
                  <a:lnTo>
                    <a:pt x="548312" y="173695"/>
                  </a:lnTo>
                  <a:lnTo>
                    <a:pt x="546314" y="169114"/>
                  </a:lnTo>
                  <a:lnTo>
                    <a:pt x="544236" y="164568"/>
                  </a:lnTo>
                  <a:lnTo>
                    <a:pt x="542079" y="160060"/>
                  </a:lnTo>
                  <a:lnTo>
                    <a:pt x="539843" y="155590"/>
                  </a:lnTo>
                  <a:lnTo>
                    <a:pt x="537529" y="151159"/>
                  </a:lnTo>
                  <a:lnTo>
                    <a:pt x="535138" y="146770"/>
                  </a:lnTo>
                  <a:lnTo>
                    <a:pt x="532671" y="142424"/>
                  </a:lnTo>
                  <a:lnTo>
                    <a:pt x="530127" y="138121"/>
                  </a:lnTo>
                  <a:lnTo>
                    <a:pt x="527509" y="133864"/>
                  </a:lnTo>
                  <a:lnTo>
                    <a:pt x="524817" y="129653"/>
                  </a:lnTo>
                  <a:lnTo>
                    <a:pt x="522052" y="125489"/>
                  </a:lnTo>
                  <a:lnTo>
                    <a:pt x="519214" y="121375"/>
                  </a:lnTo>
                  <a:lnTo>
                    <a:pt x="516305" y="117311"/>
                  </a:lnTo>
                  <a:lnTo>
                    <a:pt x="513325" y="113299"/>
                  </a:lnTo>
                  <a:lnTo>
                    <a:pt x="510275" y="109339"/>
                  </a:lnTo>
                  <a:lnTo>
                    <a:pt x="507156" y="105433"/>
                  </a:lnTo>
                  <a:lnTo>
                    <a:pt x="503970" y="101583"/>
                  </a:lnTo>
                  <a:lnTo>
                    <a:pt x="500716" y="97789"/>
                  </a:lnTo>
                  <a:lnTo>
                    <a:pt x="497397" y="94052"/>
                  </a:lnTo>
                  <a:lnTo>
                    <a:pt x="494013" y="90374"/>
                  </a:lnTo>
                  <a:lnTo>
                    <a:pt x="490565" y="86756"/>
                  </a:lnTo>
                  <a:lnTo>
                    <a:pt x="487054" y="83199"/>
                  </a:lnTo>
                  <a:lnTo>
                    <a:pt x="483481" y="79703"/>
                  </a:lnTo>
                  <a:lnTo>
                    <a:pt x="479848" y="76271"/>
                  </a:lnTo>
                  <a:lnTo>
                    <a:pt x="476155" y="72903"/>
                  </a:lnTo>
                  <a:lnTo>
                    <a:pt x="472404" y="69600"/>
                  </a:lnTo>
                  <a:lnTo>
                    <a:pt x="468596" y="66363"/>
                  </a:lnTo>
                  <a:lnTo>
                    <a:pt x="464731" y="63193"/>
                  </a:lnTo>
                  <a:lnTo>
                    <a:pt x="460812" y="60092"/>
                  </a:lnTo>
                  <a:lnTo>
                    <a:pt x="456839" y="57059"/>
                  </a:lnTo>
                  <a:lnTo>
                    <a:pt x="452813" y="54097"/>
                  </a:lnTo>
                  <a:lnTo>
                    <a:pt x="448737" y="51205"/>
                  </a:lnTo>
                  <a:lnTo>
                    <a:pt x="444610" y="48386"/>
                  </a:lnTo>
                  <a:lnTo>
                    <a:pt x="440435" y="45638"/>
                  </a:lnTo>
                  <a:lnTo>
                    <a:pt x="436212" y="42965"/>
                  </a:lnTo>
                  <a:lnTo>
                    <a:pt x="431943" y="40365"/>
                  </a:lnTo>
                  <a:lnTo>
                    <a:pt x="427629" y="37841"/>
                  </a:lnTo>
                  <a:lnTo>
                    <a:pt x="423272" y="35393"/>
                  </a:lnTo>
                  <a:lnTo>
                    <a:pt x="418873" y="33021"/>
                  </a:lnTo>
                  <a:lnTo>
                    <a:pt x="414432" y="30727"/>
                  </a:lnTo>
                  <a:lnTo>
                    <a:pt x="409952" y="28510"/>
                  </a:lnTo>
                  <a:lnTo>
                    <a:pt x="405435" y="26373"/>
                  </a:lnTo>
                  <a:lnTo>
                    <a:pt x="400880" y="24315"/>
                  </a:lnTo>
                  <a:lnTo>
                    <a:pt x="396290" y="22337"/>
                  </a:lnTo>
                  <a:lnTo>
                    <a:pt x="391666" y="20439"/>
                  </a:lnTo>
                  <a:lnTo>
                    <a:pt x="387010" y="18623"/>
                  </a:lnTo>
                  <a:lnTo>
                    <a:pt x="382322" y="16888"/>
                  </a:lnTo>
                  <a:lnTo>
                    <a:pt x="377605" y="15236"/>
                  </a:lnTo>
                  <a:lnTo>
                    <a:pt x="372860" y="13667"/>
                  </a:lnTo>
                  <a:lnTo>
                    <a:pt x="368088" y="12180"/>
                  </a:lnTo>
                  <a:lnTo>
                    <a:pt x="363291" y="10778"/>
                  </a:lnTo>
                  <a:lnTo>
                    <a:pt x="358470" y="9460"/>
                  </a:lnTo>
                  <a:lnTo>
                    <a:pt x="353626" y="8226"/>
                  </a:lnTo>
                  <a:lnTo>
                    <a:pt x="348762" y="7078"/>
                  </a:lnTo>
                  <a:lnTo>
                    <a:pt x="343878" y="6014"/>
                  </a:lnTo>
                  <a:lnTo>
                    <a:pt x="338977" y="5036"/>
                  </a:lnTo>
                  <a:lnTo>
                    <a:pt x="334059" y="4145"/>
                  </a:lnTo>
                  <a:lnTo>
                    <a:pt x="329126" y="3339"/>
                  </a:lnTo>
                  <a:lnTo>
                    <a:pt x="324180" y="2620"/>
                  </a:lnTo>
                  <a:lnTo>
                    <a:pt x="319223" y="1987"/>
                  </a:lnTo>
                  <a:lnTo>
                    <a:pt x="314254" y="1442"/>
                  </a:lnTo>
                  <a:lnTo>
                    <a:pt x="309277" y="983"/>
                  </a:lnTo>
                  <a:lnTo>
                    <a:pt x="304293" y="612"/>
                  </a:lnTo>
                  <a:lnTo>
                    <a:pt x="299303" y="327"/>
                  </a:lnTo>
                  <a:lnTo>
                    <a:pt x="294309" y="131"/>
                  </a:lnTo>
                  <a:lnTo>
                    <a:pt x="289312" y="21"/>
                  </a:lnTo>
                  <a:lnTo>
                    <a:pt x="284314" y="0"/>
                  </a:lnTo>
                  <a:lnTo>
                    <a:pt x="279317" y="65"/>
                  </a:lnTo>
                  <a:lnTo>
                    <a:pt x="274321" y="218"/>
                  </a:lnTo>
                  <a:lnTo>
                    <a:pt x="269329" y="459"/>
                  </a:lnTo>
                  <a:lnTo>
                    <a:pt x="264341" y="786"/>
                  </a:lnTo>
                  <a:lnTo>
                    <a:pt x="259361" y="1201"/>
                  </a:lnTo>
                  <a:lnTo>
                    <a:pt x="254388" y="1704"/>
                  </a:lnTo>
                  <a:lnTo>
                    <a:pt x="249425" y="2293"/>
                  </a:lnTo>
                  <a:lnTo>
                    <a:pt x="244472" y="2969"/>
                  </a:lnTo>
                  <a:lnTo>
                    <a:pt x="239533" y="3731"/>
                  </a:lnTo>
                  <a:lnTo>
                    <a:pt x="234607" y="4580"/>
                  </a:lnTo>
                  <a:lnTo>
                    <a:pt x="229698" y="5515"/>
                  </a:lnTo>
                  <a:lnTo>
                    <a:pt x="224805" y="6535"/>
                  </a:lnTo>
                  <a:lnTo>
                    <a:pt x="219931" y="7641"/>
                  </a:lnTo>
                  <a:lnTo>
                    <a:pt x="215077" y="8832"/>
                  </a:lnTo>
                  <a:lnTo>
                    <a:pt x="210244" y="10108"/>
                  </a:lnTo>
                  <a:lnTo>
                    <a:pt x="205435" y="11469"/>
                  </a:lnTo>
                  <a:lnTo>
                    <a:pt x="200650" y="12913"/>
                  </a:lnTo>
                  <a:lnTo>
                    <a:pt x="195891" y="14441"/>
                  </a:lnTo>
                  <a:lnTo>
                    <a:pt x="191160" y="16052"/>
                  </a:lnTo>
                  <a:lnTo>
                    <a:pt x="186458" y="17745"/>
                  </a:lnTo>
                  <a:lnTo>
                    <a:pt x="181786" y="19521"/>
                  </a:lnTo>
                  <a:lnTo>
                    <a:pt x="177145" y="21378"/>
                  </a:lnTo>
                  <a:lnTo>
                    <a:pt x="172538" y="23316"/>
                  </a:lnTo>
                  <a:lnTo>
                    <a:pt x="167966" y="25334"/>
                  </a:lnTo>
                  <a:lnTo>
                    <a:pt x="163429" y="27432"/>
                  </a:lnTo>
                  <a:lnTo>
                    <a:pt x="158930" y="29609"/>
                  </a:lnTo>
                  <a:lnTo>
                    <a:pt x="154470" y="31864"/>
                  </a:lnTo>
                  <a:lnTo>
                    <a:pt x="150050" y="34197"/>
                  </a:lnTo>
                  <a:lnTo>
                    <a:pt x="145671" y="36607"/>
                  </a:lnTo>
                  <a:lnTo>
                    <a:pt x="141336" y="39094"/>
                  </a:lnTo>
                  <a:lnTo>
                    <a:pt x="137044" y="41656"/>
                  </a:lnTo>
                  <a:lnTo>
                    <a:pt x="132798" y="44292"/>
                  </a:lnTo>
                  <a:lnTo>
                    <a:pt x="128599" y="47003"/>
                  </a:lnTo>
                  <a:lnTo>
                    <a:pt x="124448" y="49786"/>
                  </a:lnTo>
                  <a:lnTo>
                    <a:pt x="120346" y="52642"/>
                  </a:lnTo>
                  <a:lnTo>
                    <a:pt x="116295" y="55569"/>
                  </a:lnTo>
                  <a:lnTo>
                    <a:pt x="112295" y="58567"/>
                  </a:lnTo>
                  <a:lnTo>
                    <a:pt x="108349" y="61634"/>
                  </a:lnTo>
                  <a:lnTo>
                    <a:pt x="104457" y="64770"/>
                  </a:lnTo>
                  <a:lnTo>
                    <a:pt x="100621" y="67973"/>
                  </a:lnTo>
                  <a:lnTo>
                    <a:pt x="96841" y="71243"/>
                  </a:lnTo>
                  <a:lnTo>
                    <a:pt x="93119" y="74579"/>
                  </a:lnTo>
                  <a:lnTo>
                    <a:pt x="89456" y="77979"/>
                  </a:lnTo>
                  <a:lnTo>
                    <a:pt x="85853" y="81443"/>
                  </a:lnTo>
                  <a:lnTo>
                    <a:pt x="82311" y="84969"/>
                  </a:lnTo>
                  <a:lnTo>
                    <a:pt x="78831" y="88557"/>
                  </a:lnTo>
                  <a:lnTo>
                    <a:pt x="75415" y="92206"/>
                  </a:lnTo>
                  <a:lnTo>
                    <a:pt x="72063" y="95913"/>
                  </a:lnTo>
                  <a:lnTo>
                    <a:pt x="68776" y="99678"/>
                  </a:lnTo>
                  <a:lnTo>
                    <a:pt x="65556" y="103501"/>
                  </a:lnTo>
                  <a:lnTo>
                    <a:pt x="62403" y="107379"/>
                  </a:lnTo>
                  <a:lnTo>
                    <a:pt x="59319" y="111312"/>
                  </a:lnTo>
                  <a:lnTo>
                    <a:pt x="56304" y="115298"/>
                  </a:lnTo>
                  <a:lnTo>
                    <a:pt x="53359" y="119337"/>
                  </a:lnTo>
                  <a:lnTo>
                    <a:pt x="50485" y="123426"/>
                  </a:lnTo>
                  <a:lnTo>
                    <a:pt x="47684" y="127565"/>
                  </a:lnTo>
                  <a:lnTo>
                    <a:pt x="44955" y="131752"/>
                  </a:lnTo>
                  <a:lnTo>
                    <a:pt x="42300" y="135987"/>
                  </a:lnTo>
                  <a:lnTo>
                    <a:pt x="39719" y="140267"/>
                  </a:lnTo>
                  <a:lnTo>
                    <a:pt x="37214" y="144592"/>
                  </a:lnTo>
                  <a:lnTo>
                    <a:pt x="34784" y="148960"/>
                  </a:lnTo>
                  <a:lnTo>
                    <a:pt x="32432" y="153369"/>
                  </a:lnTo>
                  <a:lnTo>
                    <a:pt x="30157" y="157820"/>
                  </a:lnTo>
                  <a:lnTo>
                    <a:pt x="27960" y="162309"/>
                  </a:lnTo>
                  <a:lnTo>
                    <a:pt x="25843" y="166836"/>
                  </a:lnTo>
                  <a:lnTo>
                    <a:pt x="23804" y="171400"/>
                  </a:lnTo>
                  <a:lnTo>
                    <a:pt x="21846" y="175999"/>
                  </a:lnTo>
                  <a:lnTo>
                    <a:pt x="19969" y="180631"/>
                  </a:lnTo>
                  <a:lnTo>
                    <a:pt x="18173" y="185295"/>
                  </a:lnTo>
                  <a:lnTo>
                    <a:pt x="16459" y="189990"/>
                  </a:lnTo>
                  <a:lnTo>
                    <a:pt x="14828" y="194714"/>
                  </a:lnTo>
                  <a:lnTo>
                    <a:pt x="13279" y="199466"/>
                  </a:lnTo>
                  <a:lnTo>
                    <a:pt x="11814" y="204245"/>
                  </a:lnTo>
                  <a:lnTo>
                    <a:pt x="10432" y="209048"/>
                  </a:lnTo>
                  <a:lnTo>
                    <a:pt x="9135" y="213875"/>
                  </a:lnTo>
                  <a:lnTo>
                    <a:pt x="7923" y="218724"/>
                  </a:lnTo>
                  <a:lnTo>
                    <a:pt x="6795" y="223593"/>
                  </a:lnTo>
                  <a:lnTo>
                    <a:pt x="5753" y="228481"/>
                  </a:lnTo>
                  <a:lnTo>
                    <a:pt x="4797" y="233387"/>
                  </a:lnTo>
                  <a:lnTo>
                    <a:pt x="3927" y="238308"/>
                  </a:lnTo>
                  <a:lnTo>
                    <a:pt x="3143" y="243245"/>
                  </a:lnTo>
                  <a:lnTo>
                    <a:pt x="2445" y="248194"/>
                  </a:lnTo>
                  <a:lnTo>
                    <a:pt x="1835" y="253154"/>
                  </a:lnTo>
                  <a:lnTo>
                    <a:pt x="1311" y="258125"/>
                  </a:lnTo>
                  <a:lnTo>
                    <a:pt x="874" y="263104"/>
                  </a:lnTo>
                  <a:lnTo>
                    <a:pt x="524" y="268089"/>
                  </a:lnTo>
                  <a:lnTo>
                    <a:pt x="262" y="273081"/>
                  </a:lnTo>
                  <a:lnTo>
                    <a:pt x="87" y="278076"/>
                  </a:lnTo>
                  <a:lnTo>
                    <a:pt x="0" y="283073"/>
                  </a:lnTo>
                  <a:lnTo>
                    <a:pt x="0" y="288071"/>
                  </a:lnTo>
                  <a:lnTo>
                    <a:pt x="87" y="293068"/>
                  </a:lnTo>
                  <a:lnTo>
                    <a:pt x="262" y="298063"/>
                  </a:lnTo>
                  <a:lnTo>
                    <a:pt x="524" y="303054"/>
                  </a:lnTo>
                  <a:lnTo>
                    <a:pt x="874" y="308040"/>
                  </a:lnTo>
                  <a:lnTo>
                    <a:pt x="1311" y="313019"/>
                  </a:lnTo>
                  <a:lnTo>
                    <a:pt x="1835" y="317990"/>
                  </a:lnTo>
                  <a:lnTo>
                    <a:pt x="2445" y="322950"/>
                  </a:lnTo>
                  <a:lnTo>
                    <a:pt x="3143" y="327899"/>
                  </a:lnTo>
                  <a:lnTo>
                    <a:pt x="3927" y="332836"/>
                  </a:lnTo>
                  <a:lnTo>
                    <a:pt x="4797" y="337757"/>
                  </a:lnTo>
                  <a:lnTo>
                    <a:pt x="5753" y="342663"/>
                  </a:lnTo>
                  <a:lnTo>
                    <a:pt x="6795" y="347551"/>
                  </a:lnTo>
                  <a:lnTo>
                    <a:pt x="7923" y="352420"/>
                  </a:lnTo>
                  <a:lnTo>
                    <a:pt x="9135" y="357269"/>
                  </a:lnTo>
                  <a:lnTo>
                    <a:pt x="10432" y="362096"/>
                  </a:lnTo>
                  <a:lnTo>
                    <a:pt x="11814" y="366899"/>
                  </a:lnTo>
                  <a:lnTo>
                    <a:pt x="13279" y="371678"/>
                  </a:lnTo>
                  <a:lnTo>
                    <a:pt x="14828" y="376430"/>
                  </a:lnTo>
                  <a:lnTo>
                    <a:pt x="16459" y="381154"/>
                  </a:lnTo>
                  <a:lnTo>
                    <a:pt x="18173" y="385849"/>
                  </a:lnTo>
                  <a:lnTo>
                    <a:pt x="19969" y="390513"/>
                  </a:lnTo>
                  <a:lnTo>
                    <a:pt x="21846" y="395145"/>
                  </a:lnTo>
                  <a:lnTo>
                    <a:pt x="23804" y="399744"/>
                  </a:lnTo>
                  <a:lnTo>
                    <a:pt x="25843" y="404307"/>
                  </a:lnTo>
                  <a:lnTo>
                    <a:pt x="27960" y="408835"/>
                  </a:lnTo>
                  <a:lnTo>
                    <a:pt x="30157" y="413324"/>
                  </a:lnTo>
                  <a:lnTo>
                    <a:pt x="32432" y="417774"/>
                  </a:lnTo>
                  <a:lnTo>
                    <a:pt x="34784" y="422184"/>
                  </a:lnTo>
                  <a:lnTo>
                    <a:pt x="37214" y="426552"/>
                  </a:lnTo>
                  <a:lnTo>
                    <a:pt x="39719" y="430877"/>
                  </a:lnTo>
                  <a:lnTo>
                    <a:pt x="42300" y="435157"/>
                  </a:lnTo>
                  <a:lnTo>
                    <a:pt x="44955" y="439392"/>
                  </a:lnTo>
                  <a:lnTo>
                    <a:pt x="47684" y="443579"/>
                  </a:lnTo>
                  <a:lnTo>
                    <a:pt x="50485" y="447718"/>
                  </a:lnTo>
                  <a:lnTo>
                    <a:pt x="53359" y="451807"/>
                  </a:lnTo>
                  <a:lnTo>
                    <a:pt x="56304" y="455846"/>
                  </a:lnTo>
                  <a:lnTo>
                    <a:pt x="59319" y="459832"/>
                  </a:lnTo>
                  <a:lnTo>
                    <a:pt x="62403" y="463765"/>
                  </a:lnTo>
                  <a:lnTo>
                    <a:pt x="65556" y="467643"/>
                  </a:lnTo>
                  <a:lnTo>
                    <a:pt x="68776" y="471465"/>
                  </a:lnTo>
                  <a:lnTo>
                    <a:pt x="72063" y="475231"/>
                  </a:lnTo>
                  <a:lnTo>
                    <a:pt x="75415" y="478938"/>
                  </a:lnTo>
                  <a:lnTo>
                    <a:pt x="78831" y="482587"/>
                  </a:lnTo>
                  <a:lnTo>
                    <a:pt x="82311" y="486174"/>
                  </a:lnTo>
                  <a:lnTo>
                    <a:pt x="85853" y="489701"/>
                  </a:lnTo>
                  <a:lnTo>
                    <a:pt x="89456" y="493165"/>
                  </a:lnTo>
                  <a:lnTo>
                    <a:pt x="93119" y="496565"/>
                  </a:lnTo>
                  <a:lnTo>
                    <a:pt x="96841" y="499901"/>
                  </a:lnTo>
                  <a:lnTo>
                    <a:pt x="100621" y="503171"/>
                  </a:lnTo>
                  <a:lnTo>
                    <a:pt x="104457" y="506374"/>
                  </a:lnTo>
                  <a:lnTo>
                    <a:pt x="108349" y="509510"/>
                  </a:lnTo>
                  <a:lnTo>
                    <a:pt x="112295" y="512577"/>
                  </a:lnTo>
                  <a:lnTo>
                    <a:pt x="116295" y="515575"/>
                  </a:lnTo>
                  <a:lnTo>
                    <a:pt x="120346" y="518502"/>
                  </a:lnTo>
                  <a:lnTo>
                    <a:pt x="124448" y="521357"/>
                  </a:lnTo>
                  <a:lnTo>
                    <a:pt x="128599" y="524141"/>
                  </a:lnTo>
                  <a:lnTo>
                    <a:pt x="132798" y="526852"/>
                  </a:lnTo>
                  <a:lnTo>
                    <a:pt x="137044" y="529488"/>
                  </a:lnTo>
                  <a:lnTo>
                    <a:pt x="141336" y="532050"/>
                  </a:lnTo>
                  <a:lnTo>
                    <a:pt x="145671" y="534536"/>
                  </a:lnTo>
                  <a:lnTo>
                    <a:pt x="150050" y="536947"/>
                  </a:lnTo>
                  <a:lnTo>
                    <a:pt x="154470" y="539280"/>
                  </a:lnTo>
                  <a:lnTo>
                    <a:pt x="158930" y="541535"/>
                  </a:lnTo>
                  <a:lnTo>
                    <a:pt x="163429" y="543712"/>
                  </a:lnTo>
                  <a:lnTo>
                    <a:pt x="167966" y="545810"/>
                  </a:lnTo>
                  <a:lnTo>
                    <a:pt x="172538" y="547828"/>
                  </a:lnTo>
                  <a:lnTo>
                    <a:pt x="177145" y="549766"/>
                  </a:lnTo>
                  <a:lnTo>
                    <a:pt x="181786" y="551623"/>
                  </a:lnTo>
                  <a:lnTo>
                    <a:pt x="186458" y="553399"/>
                  </a:lnTo>
                  <a:lnTo>
                    <a:pt x="191160" y="555092"/>
                  </a:lnTo>
                  <a:lnTo>
                    <a:pt x="195891" y="556703"/>
                  </a:lnTo>
                  <a:lnTo>
                    <a:pt x="200650" y="558231"/>
                  </a:lnTo>
                  <a:lnTo>
                    <a:pt x="205435" y="559675"/>
                  </a:lnTo>
                  <a:lnTo>
                    <a:pt x="210244" y="561035"/>
                  </a:lnTo>
                  <a:lnTo>
                    <a:pt x="215077" y="562311"/>
                  </a:lnTo>
                  <a:lnTo>
                    <a:pt x="219931" y="563503"/>
                  </a:lnTo>
                  <a:lnTo>
                    <a:pt x="224805" y="564609"/>
                  </a:lnTo>
                  <a:lnTo>
                    <a:pt x="229698" y="565629"/>
                  </a:lnTo>
                  <a:lnTo>
                    <a:pt x="234607" y="566564"/>
                  </a:lnTo>
                  <a:lnTo>
                    <a:pt x="239533" y="567413"/>
                  </a:lnTo>
                  <a:lnTo>
                    <a:pt x="244472" y="568175"/>
                  </a:lnTo>
                  <a:lnTo>
                    <a:pt x="249425" y="568851"/>
                  </a:lnTo>
                  <a:lnTo>
                    <a:pt x="254388" y="569440"/>
                  </a:lnTo>
                  <a:lnTo>
                    <a:pt x="259361" y="569942"/>
                  </a:lnTo>
                  <a:lnTo>
                    <a:pt x="264341" y="570357"/>
                  </a:lnTo>
                  <a:lnTo>
                    <a:pt x="269329" y="570685"/>
                  </a:lnTo>
                  <a:lnTo>
                    <a:pt x="274321" y="570926"/>
                  </a:lnTo>
                  <a:lnTo>
                    <a:pt x="279317" y="571079"/>
                  </a:lnTo>
                  <a:lnTo>
                    <a:pt x="284314" y="571144"/>
                  </a:lnTo>
                  <a:lnTo>
                    <a:pt x="289312" y="571123"/>
                  </a:lnTo>
                  <a:lnTo>
                    <a:pt x="294309" y="571013"/>
                  </a:lnTo>
                  <a:lnTo>
                    <a:pt x="299303" y="570816"/>
                  </a:lnTo>
                  <a:lnTo>
                    <a:pt x="304293" y="570532"/>
                  </a:lnTo>
                  <a:lnTo>
                    <a:pt x="309277" y="570161"/>
                  </a:lnTo>
                  <a:lnTo>
                    <a:pt x="314254" y="569702"/>
                  </a:lnTo>
                  <a:lnTo>
                    <a:pt x="319223" y="569157"/>
                  </a:lnTo>
                  <a:lnTo>
                    <a:pt x="324180" y="568524"/>
                  </a:lnTo>
                  <a:lnTo>
                    <a:pt x="329126" y="567805"/>
                  </a:lnTo>
                  <a:lnTo>
                    <a:pt x="334059" y="566999"/>
                  </a:lnTo>
                  <a:lnTo>
                    <a:pt x="338977" y="566108"/>
                  </a:lnTo>
                  <a:lnTo>
                    <a:pt x="343878" y="565130"/>
                  </a:lnTo>
                  <a:lnTo>
                    <a:pt x="348762" y="564066"/>
                  </a:lnTo>
                  <a:lnTo>
                    <a:pt x="353626" y="562918"/>
                  </a:lnTo>
                  <a:lnTo>
                    <a:pt x="358470" y="561684"/>
                  </a:lnTo>
                  <a:lnTo>
                    <a:pt x="363291" y="560366"/>
                  </a:lnTo>
                  <a:lnTo>
                    <a:pt x="368088" y="558963"/>
                  </a:lnTo>
                  <a:lnTo>
                    <a:pt x="372860" y="557477"/>
                  </a:lnTo>
                  <a:lnTo>
                    <a:pt x="377605" y="555908"/>
                  </a:lnTo>
                  <a:lnTo>
                    <a:pt x="382322" y="554256"/>
                  </a:lnTo>
                  <a:lnTo>
                    <a:pt x="387010" y="552521"/>
                  </a:lnTo>
                  <a:lnTo>
                    <a:pt x="391666" y="550705"/>
                  </a:lnTo>
                  <a:lnTo>
                    <a:pt x="396290" y="548807"/>
                  </a:lnTo>
                  <a:lnTo>
                    <a:pt x="400880" y="546829"/>
                  </a:lnTo>
                  <a:lnTo>
                    <a:pt x="405435" y="544771"/>
                  </a:lnTo>
                  <a:lnTo>
                    <a:pt x="409952" y="542633"/>
                  </a:lnTo>
                  <a:lnTo>
                    <a:pt x="414432" y="540417"/>
                  </a:lnTo>
                  <a:lnTo>
                    <a:pt x="418873" y="538123"/>
                  </a:lnTo>
                  <a:lnTo>
                    <a:pt x="423272" y="535751"/>
                  </a:lnTo>
                  <a:lnTo>
                    <a:pt x="427629" y="533303"/>
                  </a:lnTo>
                  <a:lnTo>
                    <a:pt x="431943" y="530779"/>
                  </a:lnTo>
                  <a:lnTo>
                    <a:pt x="436212" y="528179"/>
                  </a:lnTo>
                  <a:lnTo>
                    <a:pt x="440435" y="525506"/>
                  </a:lnTo>
                  <a:lnTo>
                    <a:pt x="444610" y="522758"/>
                  </a:lnTo>
                  <a:lnTo>
                    <a:pt x="448737" y="519939"/>
                  </a:lnTo>
                  <a:lnTo>
                    <a:pt x="452813" y="517047"/>
                  </a:lnTo>
                  <a:lnTo>
                    <a:pt x="456839" y="514084"/>
                  </a:lnTo>
                  <a:lnTo>
                    <a:pt x="460812" y="511052"/>
                  </a:lnTo>
                  <a:lnTo>
                    <a:pt x="464731" y="507950"/>
                  </a:lnTo>
                  <a:lnTo>
                    <a:pt x="468596" y="504781"/>
                  </a:lnTo>
                  <a:lnTo>
                    <a:pt x="472404" y="501544"/>
                  </a:lnTo>
                  <a:lnTo>
                    <a:pt x="476155" y="498241"/>
                  </a:lnTo>
                  <a:lnTo>
                    <a:pt x="479848" y="494873"/>
                  </a:lnTo>
                  <a:lnTo>
                    <a:pt x="483481" y="491441"/>
                  </a:lnTo>
                  <a:lnTo>
                    <a:pt x="487054" y="487945"/>
                  </a:lnTo>
                  <a:lnTo>
                    <a:pt x="490565" y="484388"/>
                  </a:lnTo>
                  <a:lnTo>
                    <a:pt x="494013" y="480770"/>
                  </a:lnTo>
                  <a:lnTo>
                    <a:pt x="497397" y="477092"/>
                  </a:lnTo>
                  <a:lnTo>
                    <a:pt x="500716" y="473355"/>
                  </a:lnTo>
                  <a:lnTo>
                    <a:pt x="503970" y="469561"/>
                  </a:lnTo>
                  <a:lnTo>
                    <a:pt x="507156" y="465711"/>
                  </a:lnTo>
                  <a:lnTo>
                    <a:pt x="510275" y="461805"/>
                  </a:lnTo>
                  <a:lnTo>
                    <a:pt x="513325" y="457845"/>
                  </a:lnTo>
                  <a:lnTo>
                    <a:pt x="516305" y="453833"/>
                  </a:lnTo>
                  <a:lnTo>
                    <a:pt x="519214" y="449769"/>
                  </a:lnTo>
                  <a:lnTo>
                    <a:pt x="522052" y="445655"/>
                  </a:lnTo>
                  <a:lnTo>
                    <a:pt x="524817" y="441491"/>
                  </a:lnTo>
                  <a:lnTo>
                    <a:pt x="527509" y="437280"/>
                  </a:lnTo>
                  <a:lnTo>
                    <a:pt x="530127" y="433023"/>
                  </a:lnTo>
                  <a:lnTo>
                    <a:pt x="532671" y="428720"/>
                  </a:lnTo>
                  <a:lnTo>
                    <a:pt x="535138" y="424374"/>
                  </a:lnTo>
                  <a:lnTo>
                    <a:pt x="537529" y="419984"/>
                  </a:lnTo>
                  <a:lnTo>
                    <a:pt x="539843" y="415554"/>
                  </a:lnTo>
                  <a:lnTo>
                    <a:pt x="542079" y="411084"/>
                  </a:lnTo>
                  <a:lnTo>
                    <a:pt x="544236" y="406576"/>
                  </a:lnTo>
                  <a:lnTo>
                    <a:pt x="546314" y="402030"/>
                  </a:lnTo>
                  <a:lnTo>
                    <a:pt x="548312" y="397449"/>
                  </a:lnTo>
                  <a:lnTo>
                    <a:pt x="550230" y="392833"/>
                  </a:lnTo>
                  <a:lnTo>
                    <a:pt x="552067" y="388185"/>
                  </a:lnTo>
                  <a:lnTo>
                    <a:pt x="553822" y="383505"/>
                  </a:lnTo>
                  <a:lnTo>
                    <a:pt x="555494" y="378795"/>
                  </a:lnTo>
                  <a:lnTo>
                    <a:pt x="557085" y="374057"/>
                  </a:lnTo>
                  <a:lnTo>
                    <a:pt x="558592" y="369292"/>
                  </a:lnTo>
                  <a:lnTo>
                    <a:pt x="560015" y="364501"/>
                  </a:lnTo>
                  <a:lnTo>
                    <a:pt x="561354" y="359685"/>
                  </a:lnTo>
                  <a:lnTo>
                    <a:pt x="562609" y="354847"/>
                  </a:lnTo>
                  <a:lnTo>
                    <a:pt x="563779" y="349988"/>
                  </a:lnTo>
                  <a:lnTo>
                    <a:pt x="564864" y="345109"/>
                  </a:lnTo>
                  <a:lnTo>
                    <a:pt x="565863" y="340212"/>
                  </a:lnTo>
                  <a:lnTo>
                    <a:pt x="566776" y="335298"/>
                  </a:lnTo>
                  <a:lnTo>
                    <a:pt x="567603" y="330369"/>
                  </a:lnTo>
                  <a:lnTo>
                    <a:pt x="568344" y="325426"/>
                  </a:lnTo>
                  <a:lnTo>
                    <a:pt x="568998" y="320471"/>
                  </a:lnTo>
                  <a:lnTo>
                    <a:pt x="569566" y="315506"/>
                  </a:lnTo>
                  <a:lnTo>
                    <a:pt x="570046" y="310531"/>
                  </a:lnTo>
                  <a:lnTo>
                    <a:pt x="570439" y="305548"/>
                  </a:lnTo>
                  <a:lnTo>
                    <a:pt x="570745" y="300559"/>
                  </a:lnTo>
                  <a:lnTo>
                    <a:pt x="570964" y="295566"/>
                  </a:lnTo>
                  <a:lnTo>
                    <a:pt x="571095" y="290570"/>
                  </a:lnTo>
                  <a:lnTo>
                    <a:pt x="571139" y="28557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484" name="pl484"/>
            <p:cNvSpPr/>
            <p:nvPr/>
          </p:nvSpPr>
          <p:spPr>
            <a:xfrm>
              <a:off x="675984" y="5545850"/>
              <a:ext cx="1038435" cy="1038445"/>
            </a:xfrm>
            <a:custGeom>
              <a:avLst/>
              <a:pathLst>
                <a:path w="1038435" h="1038445">
                  <a:moveTo>
                    <a:pt x="1038435" y="519222"/>
                  </a:moveTo>
                  <a:lnTo>
                    <a:pt x="1038355" y="510135"/>
                  </a:lnTo>
                  <a:lnTo>
                    <a:pt x="1038117" y="501051"/>
                  </a:lnTo>
                  <a:lnTo>
                    <a:pt x="1037719" y="491972"/>
                  </a:lnTo>
                  <a:lnTo>
                    <a:pt x="1037163" y="482902"/>
                  </a:lnTo>
                  <a:lnTo>
                    <a:pt x="1036448" y="473843"/>
                  </a:lnTo>
                  <a:lnTo>
                    <a:pt x="1035575" y="464797"/>
                  </a:lnTo>
                  <a:lnTo>
                    <a:pt x="1034543" y="455769"/>
                  </a:lnTo>
                  <a:lnTo>
                    <a:pt x="1033354" y="446760"/>
                  </a:lnTo>
                  <a:lnTo>
                    <a:pt x="1032007" y="437773"/>
                  </a:lnTo>
                  <a:lnTo>
                    <a:pt x="1030503" y="428811"/>
                  </a:lnTo>
                  <a:lnTo>
                    <a:pt x="1028842" y="419876"/>
                  </a:lnTo>
                  <a:lnTo>
                    <a:pt x="1027025" y="410972"/>
                  </a:lnTo>
                  <a:lnTo>
                    <a:pt x="1025053" y="402102"/>
                  </a:lnTo>
                  <a:lnTo>
                    <a:pt x="1022926" y="393267"/>
                  </a:lnTo>
                  <a:lnTo>
                    <a:pt x="1020644" y="384470"/>
                  </a:lnTo>
                  <a:lnTo>
                    <a:pt x="1018209" y="375715"/>
                  </a:lnTo>
                  <a:lnTo>
                    <a:pt x="1015621" y="367004"/>
                  </a:lnTo>
                  <a:lnTo>
                    <a:pt x="1012881" y="358340"/>
                  </a:lnTo>
                  <a:lnTo>
                    <a:pt x="1009990" y="349725"/>
                  </a:lnTo>
                  <a:lnTo>
                    <a:pt x="1006949" y="341161"/>
                  </a:lnTo>
                  <a:lnTo>
                    <a:pt x="1003758" y="332653"/>
                  </a:lnTo>
                  <a:lnTo>
                    <a:pt x="1000418" y="324201"/>
                  </a:lnTo>
                  <a:lnTo>
                    <a:pt x="996932" y="315809"/>
                  </a:lnTo>
                  <a:lnTo>
                    <a:pt x="993298" y="307480"/>
                  </a:lnTo>
                  <a:lnTo>
                    <a:pt x="989520" y="299215"/>
                  </a:lnTo>
                  <a:lnTo>
                    <a:pt x="985598" y="291018"/>
                  </a:lnTo>
                  <a:lnTo>
                    <a:pt x="981533" y="282891"/>
                  </a:lnTo>
                  <a:lnTo>
                    <a:pt x="977326" y="274836"/>
                  </a:lnTo>
                  <a:lnTo>
                    <a:pt x="972979" y="266856"/>
                  </a:lnTo>
                  <a:lnTo>
                    <a:pt x="968492" y="258953"/>
                  </a:lnTo>
                  <a:lnTo>
                    <a:pt x="963869" y="251130"/>
                  </a:lnTo>
                  <a:lnTo>
                    <a:pt x="959109" y="243389"/>
                  </a:lnTo>
                  <a:lnTo>
                    <a:pt x="954214" y="235732"/>
                  </a:lnTo>
                  <a:lnTo>
                    <a:pt x="949186" y="228163"/>
                  </a:lnTo>
                  <a:lnTo>
                    <a:pt x="944026" y="220682"/>
                  </a:lnTo>
                  <a:lnTo>
                    <a:pt x="938736" y="213293"/>
                  </a:lnTo>
                  <a:lnTo>
                    <a:pt x="933318" y="205998"/>
                  </a:lnTo>
                  <a:lnTo>
                    <a:pt x="927773" y="198798"/>
                  </a:lnTo>
                  <a:lnTo>
                    <a:pt x="922103" y="191697"/>
                  </a:lnTo>
                  <a:lnTo>
                    <a:pt x="916309" y="184696"/>
                  </a:lnTo>
                  <a:lnTo>
                    <a:pt x="910393" y="177798"/>
                  </a:lnTo>
                  <a:lnTo>
                    <a:pt x="904358" y="171004"/>
                  </a:lnTo>
                  <a:lnTo>
                    <a:pt x="898205" y="164317"/>
                  </a:lnTo>
                  <a:lnTo>
                    <a:pt x="891936" y="157738"/>
                  </a:lnTo>
                  <a:lnTo>
                    <a:pt x="885552" y="151270"/>
                  </a:lnTo>
                  <a:lnTo>
                    <a:pt x="879057" y="144915"/>
                  </a:lnTo>
                  <a:lnTo>
                    <a:pt x="872451" y="138675"/>
                  </a:lnTo>
                  <a:lnTo>
                    <a:pt x="865737" y="132551"/>
                  </a:lnTo>
                  <a:lnTo>
                    <a:pt x="858917" y="126546"/>
                  </a:lnTo>
                  <a:lnTo>
                    <a:pt x="851992" y="120661"/>
                  </a:lnTo>
                  <a:lnTo>
                    <a:pt x="844966" y="114898"/>
                  </a:lnTo>
                  <a:lnTo>
                    <a:pt x="837840" y="109258"/>
                  </a:lnTo>
                  <a:lnTo>
                    <a:pt x="830617" y="103745"/>
                  </a:lnTo>
                  <a:lnTo>
                    <a:pt x="823298" y="98358"/>
                  </a:lnTo>
                  <a:lnTo>
                    <a:pt x="815886" y="93101"/>
                  </a:lnTo>
                  <a:lnTo>
                    <a:pt x="808383" y="87974"/>
                  </a:lnTo>
                  <a:lnTo>
                    <a:pt x="800791" y="82979"/>
                  </a:lnTo>
                  <a:lnTo>
                    <a:pt x="793113" y="78118"/>
                  </a:lnTo>
                  <a:lnTo>
                    <a:pt x="785351" y="73392"/>
                  </a:lnTo>
                  <a:lnTo>
                    <a:pt x="777508" y="68802"/>
                  </a:lnTo>
                  <a:lnTo>
                    <a:pt x="769586" y="64351"/>
                  </a:lnTo>
                  <a:lnTo>
                    <a:pt x="761587" y="60039"/>
                  </a:lnTo>
                  <a:lnTo>
                    <a:pt x="753514" y="55867"/>
                  </a:lnTo>
                  <a:lnTo>
                    <a:pt x="745368" y="51838"/>
                  </a:lnTo>
                  <a:lnTo>
                    <a:pt x="737154" y="47951"/>
                  </a:lnTo>
                  <a:lnTo>
                    <a:pt x="728873" y="44209"/>
                  </a:lnTo>
                  <a:lnTo>
                    <a:pt x="720528" y="40612"/>
                  </a:lnTo>
                  <a:lnTo>
                    <a:pt x="712121" y="37162"/>
                  </a:lnTo>
                  <a:lnTo>
                    <a:pt x="703655" y="33860"/>
                  </a:lnTo>
                  <a:lnTo>
                    <a:pt x="695132" y="30706"/>
                  </a:lnTo>
                  <a:lnTo>
                    <a:pt x="686556" y="27702"/>
                  </a:lnTo>
                  <a:lnTo>
                    <a:pt x="677928" y="24849"/>
                  </a:lnTo>
                  <a:lnTo>
                    <a:pt x="669251" y="22147"/>
                  </a:lnTo>
                  <a:lnTo>
                    <a:pt x="660529" y="19597"/>
                  </a:lnTo>
                  <a:lnTo>
                    <a:pt x="651764" y="17200"/>
                  </a:lnTo>
                  <a:lnTo>
                    <a:pt x="642957" y="14957"/>
                  </a:lnTo>
                  <a:lnTo>
                    <a:pt x="634113" y="12869"/>
                  </a:lnTo>
                  <a:lnTo>
                    <a:pt x="625234" y="10935"/>
                  </a:lnTo>
                  <a:lnTo>
                    <a:pt x="616322" y="9157"/>
                  </a:lnTo>
                  <a:lnTo>
                    <a:pt x="607381" y="7536"/>
                  </a:lnTo>
                  <a:lnTo>
                    <a:pt x="598412" y="6071"/>
                  </a:lnTo>
                  <a:lnTo>
                    <a:pt x="589419" y="4764"/>
                  </a:lnTo>
                  <a:lnTo>
                    <a:pt x="580405" y="3614"/>
                  </a:lnTo>
                  <a:lnTo>
                    <a:pt x="571372" y="2622"/>
                  </a:lnTo>
                  <a:lnTo>
                    <a:pt x="562323" y="1788"/>
                  </a:lnTo>
                  <a:lnTo>
                    <a:pt x="553261" y="1112"/>
                  </a:lnTo>
                  <a:lnTo>
                    <a:pt x="544188" y="596"/>
                  </a:lnTo>
                  <a:lnTo>
                    <a:pt x="535108" y="238"/>
                  </a:lnTo>
                  <a:lnTo>
                    <a:pt x="526023" y="39"/>
                  </a:lnTo>
                  <a:lnTo>
                    <a:pt x="516935" y="0"/>
                  </a:lnTo>
                  <a:lnTo>
                    <a:pt x="507849" y="119"/>
                  </a:lnTo>
                  <a:lnTo>
                    <a:pt x="498766" y="397"/>
                  </a:lnTo>
                  <a:lnTo>
                    <a:pt x="489689" y="834"/>
                  </a:lnTo>
                  <a:lnTo>
                    <a:pt x="480621" y="1430"/>
                  </a:lnTo>
                  <a:lnTo>
                    <a:pt x="471565" y="2185"/>
                  </a:lnTo>
                  <a:lnTo>
                    <a:pt x="462524" y="3098"/>
                  </a:lnTo>
                  <a:lnTo>
                    <a:pt x="453500" y="4169"/>
                  </a:lnTo>
                  <a:lnTo>
                    <a:pt x="444496" y="5398"/>
                  </a:lnTo>
                  <a:lnTo>
                    <a:pt x="435515" y="6784"/>
                  </a:lnTo>
                  <a:lnTo>
                    <a:pt x="426559" y="8327"/>
                  </a:lnTo>
                  <a:lnTo>
                    <a:pt x="417632" y="10027"/>
                  </a:lnTo>
                  <a:lnTo>
                    <a:pt x="408737" y="11882"/>
                  </a:lnTo>
                  <a:lnTo>
                    <a:pt x="399874" y="13894"/>
                  </a:lnTo>
                  <a:lnTo>
                    <a:pt x="391049" y="16059"/>
                  </a:lnTo>
                  <a:lnTo>
                    <a:pt x="382263" y="18379"/>
                  </a:lnTo>
                  <a:lnTo>
                    <a:pt x="373518" y="20853"/>
                  </a:lnTo>
                  <a:lnTo>
                    <a:pt x="364819" y="23479"/>
                  </a:lnTo>
                  <a:lnTo>
                    <a:pt x="356166" y="26257"/>
                  </a:lnTo>
                  <a:lnTo>
                    <a:pt x="347564" y="29185"/>
                  </a:lnTo>
                  <a:lnTo>
                    <a:pt x="339014" y="32264"/>
                  </a:lnTo>
                  <a:lnTo>
                    <a:pt x="330520" y="35493"/>
                  </a:lnTo>
                  <a:lnTo>
                    <a:pt x="322083" y="38869"/>
                  </a:lnTo>
                  <a:lnTo>
                    <a:pt x="313706" y="42392"/>
                  </a:lnTo>
                  <a:lnTo>
                    <a:pt x="305393" y="46062"/>
                  </a:lnTo>
                  <a:lnTo>
                    <a:pt x="297145" y="49876"/>
                  </a:lnTo>
                  <a:lnTo>
                    <a:pt x="288965" y="53834"/>
                  </a:lnTo>
                  <a:lnTo>
                    <a:pt x="280855" y="57935"/>
                  </a:lnTo>
                  <a:lnTo>
                    <a:pt x="272819" y="62177"/>
                  </a:lnTo>
                  <a:lnTo>
                    <a:pt x="264858" y="66559"/>
                  </a:lnTo>
                  <a:lnTo>
                    <a:pt x="256975" y="71080"/>
                  </a:lnTo>
                  <a:lnTo>
                    <a:pt x="249172" y="75738"/>
                  </a:lnTo>
                  <a:lnTo>
                    <a:pt x="241452" y="80532"/>
                  </a:lnTo>
                  <a:lnTo>
                    <a:pt x="233817" y="85460"/>
                  </a:lnTo>
                  <a:lnTo>
                    <a:pt x="226269" y="90521"/>
                  </a:lnTo>
                  <a:lnTo>
                    <a:pt x="218811" y="95713"/>
                  </a:lnTo>
                  <a:lnTo>
                    <a:pt x="211445" y="101036"/>
                  </a:lnTo>
                  <a:lnTo>
                    <a:pt x="204174" y="106486"/>
                  </a:lnTo>
                  <a:lnTo>
                    <a:pt x="196999" y="112062"/>
                  </a:lnTo>
                  <a:lnTo>
                    <a:pt x="189922" y="117764"/>
                  </a:lnTo>
                  <a:lnTo>
                    <a:pt x="182947" y="123588"/>
                  </a:lnTo>
                  <a:lnTo>
                    <a:pt x="176074" y="129533"/>
                  </a:lnTo>
                  <a:lnTo>
                    <a:pt x="169307" y="135598"/>
                  </a:lnTo>
                  <a:lnTo>
                    <a:pt x="162647" y="141781"/>
                  </a:lnTo>
                  <a:lnTo>
                    <a:pt x="156096" y="148079"/>
                  </a:lnTo>
                  <a:lnTo>
                    <a:pt x="149656" y="154490"/>
                  </a:lnTo>
                  <a:lnTo>
                    <a:pt x="143330" y="161014"/>
                  </a:lnTo>
                  <a:lnTo>
                    <a:pt x="137118" y="167647"/>
                  </a:lnTo>
                  <a:lnTo>
                    <a:pt x="131024" y="174388"/>
                  </a:lnTo>
                  <a:lnTo>
                    <a:pt x="125048" y="181234"/>
                  </a:lnTo>
                  <a:lnTo>
                    <a:pt x="119193" y="188184"/>
                  </a:lnTo>
                  <a:lnTo>
                    <a:pt x="113461" y="195235"/>
                  </a:lnTo>
                  <a:lnTo>
                    <a:pt x="107853" y="202386"/>
                  </a:lnTo>
                  <a:lnTo>
                    <a:pt x="102371" y="209634"/>
                  </a:lnTo>
                  <a:lnTo>
                    <a:pt x="97017" y="216976"/>
                  </a:lnTo>
                  <a:lnTo>
                    <a:pt x="91792" y="224411"/>
                  </a:lnTo>
                  <a:lnTo>
                    <a:pt x="86698" y="231936"/>
                  </a:lnTo>
                  <a:lnTo>
                    <a:pt x="81736" y="239550"/>
                  </a:lnTo>
                  <a:lnTo>
                    <a:pt x="76909" y="247249"/>
                  </a:lnTo>
                  <a:lnTo>
                    <a:pt x="72217" y="255031"/>
                  </a:lnTo>
                  <a:lnTo>
                    <a:pt x="67662" y="262894"/>
                  </a:lnTo>
                  <a:lnTo>
                    <a:pt x="63245" y="270836"/>
                  </a:lnTo>
                  <a:lnTo>
                    <a:pt x="58968" y="278854"/>
                  </a:lnTo>
                  <a:lnTo>
                    <a:pt x="54831" y="286945"/>
                  </a:lnTo>
                  <a:lnTo>
                    <a:pt x="50838" y="295108"/>
                  </a:lnTo>
                  <a:lnTo>
                    <a:pt x="46987" y="303339"/>
                  </a:lnTo>
                  <a:lnTo>
                    <a:pt x="43281" y="311637"/>
                  </a:lnTo>
                  <a:lnTo>
                    <a:pt x="39721" y="319998"/>
                  </a:lnTo>
                  <a:lnTo>
                    <a:pt x="36308" y="328420"/>
                  </a:lnTo>
                  <a:lnTo>
                    <a:pt x="33043" y="336900"/>
                  </a:lnTo>
                  <a:lnTo>
                    <a:pt x="29926" y="345436"/>
                  </a:lnTo>
                  <a:lnTo>
                    <a:pt x="26960" y="354026"/>
                  </a:lnTo>
                  <a:lnTo>
                    <a:pt x="24144" y="362666"/>
                  </a:lnTo>
                  <a:lnTo>
                    <a:pt x="21480" y="371354"/>
                  </a:lnTo>
                  <a:lnTo>
                    <a:pt x="18968" y="380088"/>
                  </a:lnTo>
                  <a:lnTo>
                    <a:pt x="16610" y="388864"/>
                  </a:lnTo>
                  <a:lnTo>
                    <a:pt x="14406" y="397680"/>
                  </a:lnTo>
                  <a:lnTo>
                    <a:pt x="12356" y="406533"/>
                  </a:lnTo>
                  <a:lnTo>
                    <a:pt x="10461" y="415420"/>
                  </a:lnTo>
                  <a:lnTo>
                    <a:pt x="8723" y="424340"/>
                  </a:lnTo>
                  <a:lnTo>
                    <a:pt x="7140" y="433288"/>
                  </a:lnTo>
                  <a:lnTo>
                    <a:pt x="5715" y="442263"/>
                  </a:lnTo>
                  <a:lnTo>
                    <a:pt x="4446" y="451262"/>
                  </a:lnTo>
                  <a:lnTo>
                    <a:pt x="3336" y="460281"/>
                  </a:lnTo>
                  <a:lnTo>
                    <a:pt x="2383" y="469318"/>
                  </a:lnTo>
                  <a:lnTo>
                    <a:pt x="1589" y="478371"/>
                  </a:lnTo>
                  <a:lnTo>
                    <a:pt x="953" y="487436"/>
                  </a:lnTo>
                  <a:lnTo>
                    <a:pt x="477" y="496511"/>
                  </a:lnTo>
                  <a:lnTo>
                    <a:pt x="159" y="505592"/>
                  </a:lnTo>
                  <a:lnTo>
                    <a:pt x="0" y="514678"/>
                  </a:lnTo>
                  <a:lnTo>
                    <a:pt x="0" y="523766"/>
                  </a:lnTo>
                  <a:lnTo>
                    <a:pt x="159" y="532852"/>
                  </a:lnTo>
                  <a:lnTo>
                    <a:pt x="477" y="541934"/>
                  </a:lnTo>
                  <a:lnTo>
                    <a:pt x="953" y="551008"/>
                  </a:lnTo>
                  <a:lnTo>
                    <a:pt x="1589" y="560073"/>
                  </a:lnTo>
                  <a:lnTo>
                    <a:pt x="2383" y="569126"/>
                  </a:lnTo>
                  <a:lnTo>
                    <a:pt x="3336" y="578163"/>
                  </a:lnTo>
                  <a:lnTo>
                    <a:pt x="4446" y="587183"/>
                  </a:lnTo>
                  <a:lnTo>
                    <a:pt x="5715" y="596181"/>
                  </a:lnTo>
                  <a:lnTo>
                    <a:pt x="7140" y="605156"/>
                  </a:lnTo>
                  <a:lnTo>
                    <a:pt x="8723" y="614104"/>
                  </a:lnTo>
                  <a:lnTo>
                    <a:pt x="10461" y="623024"/>
                  </a:lnTo>
                  <a:lnTo>
                    <a:pt x="12356" y="631912"/>
                  </a:lnTo>
                  <a:lnTo>
                    <a:pt x="14406" y="640765"/>
                  </a:lnTo>
                  <a:lnTo>
                    <a:pt x="16610" y="649581"/>
                  </a:lnTo>
                  <a:lnTo>
                    <a:pt x="18968" y="658357"/>
                  </a:lnTo>
                  <a:lnTo>
                    <a:pt x="21480" y="667090"/>
                  </a:lnTo>
                  <a:lnTo>
                    <a:pt x="24144" y="675778"/>
                  </a:lnTo>
                  <a:lnTo>
                    <a:pt x="26960" y="684418"/>
                  </a:lnTo>
                  <a:lnTo>
                    <a:pt x="29926" y="693008"/>
                  </a:lnTo>
                  <a:lnTo>
                    <a:pt x="33043" y="701544"/>
                  </a:lnTo>
                  <a:lnTo>
                    <a:pt x="36308" y="710025"/>
                  </a:lnTo>
                  <a:lnTo>
                    <a:pt x="39721" y="718447"/>
                  </a:lnTo>
                  <a:lnTo>
                    <a:pt x="43281" y="726808"/>
                  </a:lnTo>
                  <a:lnTo>
                    <a:pt x="46987" y="735105"/>
                  </a:lnTo>
                  <a:lnTo>
                    <a:pt x="50838" y="743336"/>
                  </a:lnTo>
                  <a:lnTo>
                    <a:pt x="54831" y="751499"/>
                  </a:lnTo>
                  <a:lnTo>
                    <a:pt x="58968" y="759590"/>
                  </a:lnTo>
                  <a:lnTo>
                    <a:pt x="63245" y="767608"/>
                  </a:lnTo>
                  <a:lnTo>
                    <a:pt x="67662" y="775550"/>
                  </a:lnTo>
                  <a:lnTo>
                    <a:pt x="72217" y="783413"/>
                  </a:lnTo>
                  <a:lnTo>
                    <a:pt x="76909" y="791195"/>
                  </a:lnTo>
                  <a:lnTo>
                    <a:pt x="81736" y="798894"/>
                  </a:lnTo>
                  <a:lnTo>
                    <a:pt x="86698" y="806508"/>
                  </a:lnTo>
                  <a:lnTo>
                    <a:pt x="91792" y="814033"/>
                  </a:lnTo>
                  <a:lnTo>
                    <a:pt x="97017" y="821468"/>
                  </a:lnTo>
                  <a:lnTo>
                    <a:pt x="102371" y="828811"/>
                  </a:lnTo>
                  <a:lnTo>
                    <a:pt x="107853" y="836058"/>
                  </a:lnTo>
                  <a:lnTo>
                    <a:pt x="113461" y="843209"/>
                  </a:lnTo>
                  <a:lnTo>
                    <a:pt x="119193" y="850260"/>
                  </a:lnTo>
                  <a:lnTo>
                    <a:pt x="125048" y="857210"/>
                  </a:lnTo>
                  <a:lnTo>
                    <a:pt x="131024" y="864057"/>
                  </a:lnTo>
                  <a:lnTo>
                    <a:pt x="137118" y="870797"/>
                  </a:lnTo>
                  <a:lnTo>
                    <a:pt x="143330" y="877431"/>
                  </a:lnTo>
                  <a:lnTo>
                    <a:pt x="149656" y="883954"/>
                  </a:lnTo>
                  <a:lnTo>
                    <a:pt x="156096" y="890366"/>
                  </a:lnTo>
                  <a:lnTo>
                    <a:pt x="162647" y="896664"/>
                  </a:lnTo>
                  <a:lnTo>
                    <a:pt x="169307" y="902846"/>
                  </a:lnTo>
                  <a:lnTo>
                    <a:pt x="176074" y="908911"/>
                  </a:lnTo>
                  <a:lnTo>
                    <a:pt x="182947" y="914856"/>
                  </a:lnTo>
                  <a:lnTo>
                    <a:pt x="189922" y="920681"/>
                  </a:lnTo>
                  <a:lnTo>
                    <a:pt x="196999" y="926382"/>
                  </a:lnTo>
                  <a:lnTo>
                    <a:pt x="204174" y="931958"/>
                  </a:lnTo>
                  <a:lnTo>
                    <a:pt x="211445" y="937409"/>
                  </a:lnTo>
                  <a:lnTo>
                    <a:pt x="218811" y="942731"/>
                  </a:lnTo>
                  <a:lnTo>
                    <a:pt x="226269" y="947923"/>
                  </a:lnTo>
                  <a:lnTo>
                    <a:pt x="233817" y="952984"/>
                  </a:lnTo>
                  <a:lnTo>
                    <a:pt x="241452" y="957912"/>
                  </a:lnTo>
                  <a:lnTo>
                    <a:pt x="249172" y="962706"/>
                  </a:lnTo>
                  <a:lnTo>
                    <a:pt x="256975" y="967364"/>
                  </a:lnTo>
                  <a:lnTo>
                    <a:pt x="264858" y="971885"/>
                  </a:lnTo>
                  <a:lnTo>
                    <a:pt x="272819" y="976267"/>
                  </a:lnTo>
                  <a:lnTo>
                    <a:pt x="280855" y="980509"/>
                  </a:lnTo>
                  <a:lnTo>
                    <a:pt x="288965" y="984610"/>
                  </a:lnTo>
                  <a:lnTo>
                    <a:pt x="297145" y="988568"/>
                  </a:lnTo>
                  <a:lnTo>
                    <a:pt x="305393" y="992382"/>
                  </a:lnTo>
                  <a:lnTo>
                    <a:pt x="313706" y="996052"/>
                  </a:lnTo>
                  <a:lnTo>
                    <a:pt x="322083" y="999575"/>
                  </a:lnTo>
                  <a:lnTo>
                    <a:pt x="330520" y="1002952"/>
                  </a:lnTo>
                  <a:lnTo>
                    <a:pt x="339014" y="1006180"/>
                  </a:lnTo>
                  <a:lnTo>
                    <a:pt x="347564" y="1009259"/>
                  </a:lnTo>
                  <a:lnTo>
                    <a:pt x="356166" y="1012188"/>
                  </a:lnTo>
                  <a:lnTo>
                    <a:pt x="364819" y="1014966"/>
                  </a:lnTo>
                  <a:lnTo>
                    <a:pt x="373518" y="1017592"/>
                  </a:lnTo>
                  <a:lnTo>
                    <a:pt x="382263" y="1020065"/>
                  </a:lnTo>
                  <a:lnTo>
                    <a:pt x="391049" y="1022385"/>
                  </a:lnTo>
                  <a:lnTo>
                    <a:pt x="399874" y="1024551"/>
                  </a:lnTo>
                  <a:lnTo>
                    <a:pt x="408737" y="1026562"/>
                  </a:lnTo>
                  <a:lnTo>
                    <a:pt x="417632" y="1028417"/>
                  </a:lnTo>
                  <a:lnTo>
                    <a:pt x="426559" y="1030117"/>
                  </a:lnTo>
                  <a:lnTo>
                    <a:pt x="435515" y="1031660"/>
                  </a:lnTo>
                  <a:lnTo>
                    <a:pt x="444496" y="1033046"/>
                  </a:lnTo>
                  <a:lnTo>
                    <a:pt x="453500" y="1034275"/>
                  </a:lnTo>
                  <a:lnTo>
                    <a:pt x="462524" y="1035346"/>
                  </a:lnTo>
                  <a:lnTo>
                    <a:pt x="471565" y="1036259"/>
                  </a:lnTo>
                  <a:lnTo>
                    <a:pt x="480621" y="1037014"/>
                  </a:lnTo>
                  <a:lnTo>
                    <a:pt x="489689" y="1037610"/>
                  </a:lnTo>
                  <a:lnTo>
                    <a:pt x="498766" y="1038047"/>
                  </a:lnTo>
                  <a:lnTo>
                    <a:pt x="507849" y="1038325"/>
                  </a:lnTo>
                  <a:lnTo>
                    <a:pt x="516935" y="1038445"/>
                  </a:lnTo>
                  <a:lnTo>
                    <a:pt x="526023" y="1038405"/>
                  </a:lnTo>
                  <a:lnTo>
                    <a:pt x="535108" y="1038206"/>
                  </a:lnTo>
                  <a:lnTo>
                    <a:pt x="544188" y="1037848"/>
                  </a:lnTo>
                  <a:lnTo>
                    <a:pt x="553261" y="1037332"/>
                  </a:lnTo>
                  <a:lnTo>
                    <a:pt x="562323" y="1036656"/>
                  </a:lnTo>
                  <a:lnTo>
                    <a:pt x="571372" y="1035823"/>
                  </a:lnTo>
                  <a:lnTo>
                    <a:pt x="580405" y="1034831"/>
                  </a:lnTo>
                  <a:lnTo>
                    <a:pt x="589419" y="1033681"/>
                  </a:lnTo>
                  <a:lnTo>
                    <a:pt x="598412" y="1032373"/>
                  </a:lnTo>
                  <a:lnTo>
                    <a:pt x="607381" y="1030908"/>
                  </a:lnTo>
                  <a:lnTo>
                    <a:pt x="616322" y="1029287"/>
                  </a:lnTo>
                  <a:lnTo>
                    <a:pt x="625234" y="1027509"/>
                  </a:lnTo>
                  <a:lnTo>
                    <a:pt x="634113" y="1025576"/>
                  </a:lnTo>
                  <a:lnTo>
                    <a:pt x="642957" y="1023487"/>
                  </a:lnTo>
                  <a:lnTo>
                    <a:pt x="651764" y="1021244"/>
                  </a:lnTo>
                  <a:lnTo>
                    <a:pt x="660529" y="1018847"/>
                  </a:lnTo>
                  <a:lnTo>
                    <a:pt x="669251" y="1016298"/>
                  </a:lnTo>
                  <a:lnTo>
                    <a:pt x="677928" y="1013596"/>
                  </a:lnTo>
                  <a:lnTo>
                    <a:pt x="686556" y="1010742"/>
                  </a:lnTo>
                  <a:lnTo>
                    <a:pt x="695132" y="1007738"/>
                  </a:lnTo>
                  <a:lnTo>
                    <a:pt x="703655" y="1004584"/>
                  </a:lnTo>
                  <a:lnTo>
                    <a:pt x="712121" y="1001282"/>
                  </a:lnTo>
                  <a:lnTo>
                    <a:pt x="720528" y="997832"/>
                  </a:lnTo>
                  <a:lnTo>
                    <a:pt x="728873" y="994235"/>
                  </a:lnTo>
                  <a:lnTo>
                    <a:pt x="737154" y="990493"/>
                  </a:lnTo>
                  <a:lnTo>
                    <a:pt x="745368" y="986607"/>
                  </a:lnTo>
                  <a:lnTo>
                    <a:pt x="753514" y="982577"/>
                  </a:lnTo>
                  <a:lnTo>
                    <a:pt x="761587" y="978406"/>
                  </a:lnTo>
                  <a:lnTo>
                    <a:pt x="769586" y="974093"/>
                  </a:lnTo>
                  <a:lnTo>
                    <a:pt x="777508" y="969642"/>
                  </a:lnTo>
                  <a:lnTo>
                    <a:pt x="785351" y="965052"/>
                  </a:lnTo>
                  <a:lnTo>
                    <a:pt x="793113" y="960326"/>
                  </a:lnTo>
                  <a:lnTo>
                    <a:pt x="800791" y="955465"/>
                  </a:lnTo>
                  <a:lnTo>
                    <a:pt x="808383" y="950470"/>
                  </a:lnTo>
                  <a:lnTo>
                    <a:pt x="815886" y="945343"/>
                  </a:lnTo>
                  <a:lnTo>
                    <a:pt x="823298" y="940086"/>
                  </a:lnTo>
                  <a:lnTo>
                    <a:pt x="830617" y="934699"/>
                  </a:lnTo>
                  <a:lnTo>
                    <a:pt x="837840" y="929186"/>
                  </a:lnTo>
                  <a:lnTo>
                    <a:pt x="844966" y="923547"/>
                  </a:lnTo>
                  <a:lnTo>
                    <a:pt x="851992" y="917784"/>
                  </a:lnTo>
                  <a:lnTo>
                    <a:pt x="858917" y="911899"/>
                  </a:lnTo>
                  <a:lnTo>
                    <a:pt x="865737" y="905893"/>
                  </a:lnTo>
                  <a:lnTo>
                    <a:pt x="872451" y="899769"/>
                  </a:lnTo>
                  <a:lnTo>
                    <a:pt x="879057" y="893529"/>
                  </a:lnTo>
                  <a:lnTo>
                    <a:pt x="885552" y="887174"/>
                  </a:lnTo>
                  <a:lnTo>
                    <a:pt x="891936" y="880706"/>
                  </a:lnTo>
                  <a:lnTo>
                    <a:pt x="898205" y="874128"/>
                  </a:lnTo>
                  <a:lnTo>
                    <a:pt x="904358" y="867440"/>
                  </a:lnTo>
                  <a:lnTo>
                    <a:pt x="910393" y="860646"/>
                  </a:lnTo>
                  <a:lnTo>
                    <a:pt x="916309" y="853748"/>
                  </a:lnTo>
                  <a:lnTo>
                    <a:pt x="922103" y="846747"/>
                  </a:lnTo>
                  <a:lnTo>
                    <a:pt x="927773" y="839646"/>
                  </a:lnTo>
                  <a:lnTo>
                    <a:pt x="933318" y="832446"/>
                  </a:lnTo>
                  <a:lnTo>
                    <a:pt x="938736" y="825151"/>
                  </a:lnTo>
                  <a:lnTo>
                    <a:pt x="944026" y="817762"/>
                  </a:lnTo>
                  <a:lnTo>
                    <a:pt x="949186" y="810282"/>
                  </a:lnTo>
                  <a:lnTo>
                    <a:pt x="954214" y="802712"/>
                  </a:lnTo>
                  <a:lnTo>
                    <a:pt x="959109" y="795056"/>
                  </a:lnTo>
                  <a:lnTo>
                    <a:pt x="963869" y="787315"/>
                  </a:lnTo>
                  <a:lnTo>
                    <a:pt x="968492" y="779491"/>
                  </a:lnTo>
                  <a:lnTo>
                    <a:pt x="972979" y="771589"/>
                  </a:lnTo>
                  <a:lnTo>
                    <a:pt x="977326" y="763609"/>
                  </a:lnTo>
                  <a:lnTo>
                    <a:pt x="981533" y="755554"/>
                  </a:lnTo>
                  <a:lnTo>
                    <a:pt x="985598" y="747426"/>
                  </a:lnTo>
                  <a:lnTo>
                    <a:pt x="989520" y="739229"/>
                  </a:lnTo>
                  <a:lnTo>
                    <a:pt x="993298" y="730964"/>
                  </a:lnTo>
                  <a:lnTo>
                    <a:pt x="996932" y="722635"/>
                  </a:lnTo>
                  <a:lnTo>
                    <a:pt x="1000418" y="714243"/>
                  </a:lnTo>
                  <a:lnTo>
                    <a:pt x="1003758" y="705791"/>
                  </a:lnTo>
                  <a:lnTo>
                    <a:pt x="1006949" y="697283"/>
                  </a:lnTo>
                  <a:lnTo>
                    <a:pt x="1009990" y="688719"/>
                  </a:lnTo>
                  <a:lnTo>
                    <a:pt x="1012881" y="680104"/>
                  </a:lnTo>
                  <a:lnTo>
                    <a:pt x="1015621" y="671440"/>
                  </a:lnTo>
                  <a:lnTo>
                    <a:pt x="1018209" y="662729"/>
                  </a:lnTo>
                  <a:lnTo>
                    <a:pt x="1020644" y="653974"/>
                  </a:lnTo>
                  <a:lnTo>
                    <a:pt x="1022926" y="645178"/>
                  </a:lnTo>
                  <a:lnTo>
                    <a:pt x="1025053" y="636343"/>
                  </a:lnTo>
                  <a:lnTo>
                    <a:pt x="1027025" y="627472"/>
                  </a:lnTo>
                  <a:lnTo>
                    <a:pt x="1028842" y="618568"/>
                  </a:lnTo>
                  <a:lnTo>
                    <a:pt x="1030503" y="609634"/>
                  </a:lnTo>
                  <a:lnTo>
                    <a:pt x="1032007" y="600672"/>
                  </a:lnTo>
                  <a:lnTo>
                    <a:pt x="1033354" y="591685"/>
                  </a:lnTo>
                  <a:lnTo>
                    <a:pt x="1034543" y="582675"/>
                  </a:lnTo>
                  <a:lnTo>
                    <a:pt x="1035575" y="573647"/>
                  </a:lnTo>
                  <a:lnTo>
                    <a:pt x="1036448" y="564602"/>
                  </a:lnTo>
                  <a:lnTo>
                    <a:pt x="1037163" y="555542"/>
                  </a:lnTo>
                  <a:lnTo>
                    <a:pt x="1037719" y="546472"/>
                  </a:lnTo>
                  <a:lnTo>
                    <a:pt x="1038117" y="537393"/>
                  </a:lnTo>
                  <a:lnTo>
                    <a:pt x="1038355" y="528309"/>
                  </a:lnTo>
                  <a:lnTo>
                    <a:pt x="1038435" y="5192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485" name="tx485"/>
            <p:cNvSpPr/>
            <p:nvPr/>
          </p:nvSpPr>
          <p:spPr>
            <a:xfrm>
              <a:off x="1071610" y="5431796"/>
              <a:ext cx="247162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86" name="tx486"/>
            <p:cNvSpPr/>
            <p:nvPr/>
          </p:nvSpPr>
          <p:spPr>
            <a:xfrm>
              <a:off x="1063106" y="6626020"/>
              <a:ext cx="264170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87" name="tx487"/>
            <p:cNvSpPr/>
            <p:nvPr/>
          </p:nvSpPr>
          <p:spPr>
            <a:xfrm>
              <a:off x="1617413" y="5606686"/>
              <a:ext cx="438271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88" name="tx488"/>
            <p:cNvSpPr/>
            <p:nvPr/>
          </p:nvSpPr>
          <p:spPr>
            <a:xfrm>
              <a:off x="1792303" y="6028908"/>
              <a:ext cx="20226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89" name="tx489"/>
            <p:cNvSpPr/>
            <p:nvPr/>
          </p:nvSpPr>
          <p:spPr>
            <a:xfrm>
              <a:off x="1617413" y="6451130"/>
              <a:ext cx="455279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90" name="pg490"/>
            <p:cNvSpPr/>
            <p:nvPr/>
          </p:nvSpPr>
          <p:spPr>
            <a:xfrm>
              <a:off x="675984" y="5545850"/>
              <a:ext cx="1038435" cy="1038445"/>
            </a:xfrm>
            <a:custGeom>
              <a:avLst/>
              <a:pathLst>
                <a:path w="1038435" h="1038445">
                  <a:moveTo>
                    <a:pt x="1038435" y="519222"/>
                  </a:moveTo>
                  <a:lnTo>
                    <a:pt x="1038355" y="510135"/>
                  </a:lnTo>
                  <a:lnTo>
                    <a:pt x="1038117" y="501051"/>
                  </a:lnTo>
                  <a:lnTo>
                    <a:pt x="1037719" y="491972"/>
                  </a:lnTo>
                  <a:lnTo>
                    <a:pt x="1037163" y="482902"/>
                  </a:lnTo>
                  <a:lnTo>
                    <a:pt x="1036448" y="473843"/>
                  </a:lnTo>
                  <a:lnTo>
                    <a:pt x="1035575" y="464797"/>
                  </a:lnTo>
                  <a:lnTo>
                    <a:pt x="1034543" y="455769"/>
                  </a:lnTo>
                  <a:lnTo>
                    <a:pt x="1033354" y="446760"/>
                  </a:lnTo>
                  <a:lnTo>
                    <a:pt x="1032007" y="437773"/>
                  </a:lnTo>
                  <a:lnTo>
                    <a:pt x="1030503" y="428811"/>
                  </a:lnTo>
                  <a:lnTo>
                    <a:pt x="1028842" y="419876"/>
                  </a:lnTo>
                  <a:lnTo>
                    <a:pt x="1027025" y="410972"/>
                  </a:lnTo>
                  <a:lnTo>
                    <a:pt x="1025053" y="402102"/>
                  </a:lnTo>
                  <a:lnTo>
                    <a:pt x="1022926" y="393267"/>
                  </a:lnTo>
                  <a:lnTo>
                    <a:pt x="1020644" y="384470"/>
                  </a:lnTo>
                  <a:lnTo>
                    <a:pt x="1018209" y="375715"/>
                  </a:lnTo>
                  <a:lnTo>
                    <a:pt x="1015621" y="367004"/>
                  </a:lnTo>
                  <a:lnTo>
                    <a:pt x="1012881" y="358340"/>
                  </a:lnTo>
                  <a:lnTo>
                    <a:pt x="1009990" y="349725"/>
                  </a:lnTo>
                  <a:lnTo>
                    <a:pt x="1006949" y="341161"/>
                  </a:lnTo>
                  <a:lnTo>
                    <a:pt x="1003758" y="332653"/>
                  </a:lnTo>
                  <a:lnTo>
                    <a:pt x="1000418" y="324201"/>
                  </a:lnTo>
                  <a:lnTo>
                    <a:pt x="996932" y="315809"/>
                  </a:lnTo>
                  <a:lnTo>
                    <a:pt x="993298" y="307480"/>
                  </a:lnTo>
                  <a:lnTo>
                    <a:pt x="989520" y="299215"/>
                  </a:lnTo>
                  <a:lnTo>
                    <a:pt x="985598" y="291018"/>
                  </a:lnTo>
                  <a:lnTo>
                    <a:pt x="981533" y="282891"/>
                  </a:lnTo>
                  <a:lnTo>
                    <a:pt x="977326" y="274836"/>
                  </a:lnTo>
                  <a:lnTo>
                    <a:pt x="972979" y="266856"/>
                  </a:lnTo>
                  <a:lnTo>
                    <a:pt x="968492" y="258953"/>
                  </a:lnTo>
                  <a:lnTo>
                    <a:pt x="963869" y="251130"/>
                  </a:lnTo>
                  <a:lnTo>
                    <a:pt x="959109" y="243389"/>
                  </a:lnTo>
                  <a:lnTo>
                    <a:pt x="954214" y="235732"/>
                  </a:lnTo>
                  <a:lnTo>
                    <a:pt x="949186" y="228163"/>
                  </a:lnTo>
                  <a:lnTo>
                    <a:pt x="944026" y="220682"/>
                  </a:lnTo>
                  <a:lnTo>
                    <a:pt x="938736" y="213293"/>
                  </a:lnTo>
                  <a:lnTo>
                    <a:pt x="933318" y="205998"/>
                  </a:lnTo>
                  <a:lnTo>
                    <a:pt x="927773" y="198798"/>
                  </a:lnTo>
                  <a:lnTo>
                    <a:pt x="922103" y="191697"/>
                  </a:lnTo>
                  <a:lnTo>
                    <a:pt x="916309" y="184696"/>
                  </a:lnTo>
                  <a:lnTo>
                    <a:pt x="910393" y="177798"/>
                  </a:lnTo>
                  <a:lnTo>
                    <a:pt x="904358" y="171004"/>
                  </a:lnTo>
                  <a:lnTo>
                    <a:pt x="898205" y="164317"/>
                  </a:lnTo>
                  <a:lnTo>
                    <a:pt x="891936" y="157738"/>
                  </a:lnTo>
                  <a:lnTo>
                    <a:pt x="885552" y="151270"/>
                  </a:lnTo>
                  <a:lnTo>
                    <a:pt x="879057" y="144915"/>
                  </a:lnTo>
                  <a:lnTo>
                    <a:pt x="872451" y="138675"/>
                  </a:lnTo>
                  <a:lnTo>
                    <a:pt x="865737" y="132551"/>
                  </a:lnTo>
                  <a:lnTo>
                    <a:pt x="858917" y="126546"/>
                  </a:lnTo>
                  <a:lnTo>
                    <a:pt x="851992" y="120661"/>
                  </a:lnTo>
                  <a:lnTo>
                    <a:pt x="844966" y="114898"/>
                  </a:lnTo>
                  <a:lnTo>
                    <a:pt x="837840" y="109258"/>
                  </a:lnTo>
                  <a:lnTo>
                    <a:pt x="830617" y="103745"/>
                  </a:lnTo>
                  <a:lnTo>
                    <a:pt x="823298" y="98358"/>
                  </a:lnTo>
                  <a:lnTo>
                    <a:pt x="815886" y="93101"/>
                  </a:lnTo>
                  <a:lnTo>
                    <a:pt x="808383" y="87974"/>
                  </a:lnTo>
                  <a:lnTo>
                    <a:pt x="800791" y="82979"/>
                  </a:lnTo>
                  <a:lnTo>
                    <a:pt x="793113" y="78118"/>
                  </a:lnTo>
                  <a:lnTo>
                    <a:pt x="785351" y="73392"/>
                  </a:lnTo>
                  <a:lnTo>
                    <a:pt x="777508" y="68802"/>
                  </a:lnTo>
                  <a:lnTo>
                    <a:pt x="769586" y="64351"/>
                  </a:lnTo>
                  <a:lnTo>
                    <a:pt x="761587" y="60039"/>
                  </a:lnTo>
                  <a:lnTo>
                    <a:pt x="753514" y="55867"/>
                  </a:lnTo>
                  <a:lnTo>
                    <a:pt x="745368" y="51838"/>
                  </a:lnTo>
                  <a:lnTo>
                    <a:pt x="737154" y="47951"/>
                  </a:lnTo>
                  <a:lnTo>
                    <a:pt x="728873" y="44209"/>
                  </a:lnTo>
                  <a:lnTo>
                    <a:pt x="720528" y="40612"/>
                  </a:lnTo>
                  <a:lnTo>
                    <a:pt x="712121" y="37162"/>
                  </a:lnTo>
                  <a:lnTo>
                    <a:pt x="703655" y="33860"/>
                  </a:lnTo>
                  <a:lnTo>
                    <a:pt x="695132" y="30706"/>
                  </a:lnTo>
                  <a:lnTo>
                    <a:pt x="686556" y="27702"/>
                  </a:lnTo>
                  <a:lnTo>
                    <a:pt x="677928" y="24849"/>
                  </a:lnTo>
                  <a:lnTo>
                    <a:pt x="669251" y="22147"/>
                  </a:lnTo>
                  <a:lnTo>
                    <a:pt x="660529" y="19597"/>
                  </a:lnTo>
                  <a:lnTo>
                    <a:pt x="651764" y="17200"/>
                  </a:lnTo>
                  <a:lnTo>
                    <a:pt x="642957" y="14957"/>
                  </a:lnTo>
                  <a:lnTo>
                    <a:pt x="634113" y="12869"/>
                  </a:lnTo>
                  <a:lnTo>
                    <a:pt x="625234" y="10935"/>
                  </a:lnTo>
                  <a:lnTo>
                    <a:pt x="616322" y="9157"/>
                  </a:lnTo>
                  <a:lnTo>
                    <a:pt x="607381" y="7536"/>
                  </a:lnTo>
                  <a:lnTo>
                    <a:pt x="598412" y="6071"/>
                  </a:lnTo>
                  <a:lnTo>
                    <a:pt x="589419" y="4764"/>
                  </a:lnTo>
                  <a:lnTo>
                    <a:pt x="580405" y="3614"/>
                  </a:lnTo>
                  <a:lnTo>
                    <a:pt x="571372" y="2622"/>
                  </a:lnTo>
                  <a:lnTo>
                    <a:pt x="562323" y="1788"/>
                  </a:lnTo>
                  <a:lnTo>
                    <a:pt x="553261" y="1112"/>
                  </a:lnTo>
                  <a:lnTo>
                    <a:pt x="544188" y="596"/>
                  </a:lnTo>
                  <a:lnTo>
                    <a:pt x="535108" y="238"/>
                  </a:lnTo>
                  <a:lnTo>
                    <a:pt x="526023" y="39"/>
                  </a:lnTo>
                  <a:lnTo>
                    <a:pt x="516935" y="0"/>
                  </a:lnTo>
                  <a:lnTo>
                    <a:pt x="507849" y="119"/>
                  </a:lnTo>
                  <a:lnTo>
                    <a:pt x="498766" y="397"/>
                  </a:lnTo>
                  <a:lnTo>
                    <a:pt x="489689" y="834"/>
                  </a:lnTo>
                  <a:lnTo>
                    <a:pt x="480621" y="1430"/>
                  </a:lnTo>
                  <a:lnTo>
                    <a:pt x="471565" y="2185"/>
                  </a:lnTo>
                  <a:lnTo>
                    <a:pt x="462524" y="3098"/>
                  </a:lnTo>
                  <a:lnTo>
                    <a:pt x="453500" y="4169"/>
                  </a:lnTo>
                  <a:lnTo>
                    <a:pt x="444496" y="5398"/>
                  </a:lnTo>
                  <a:lnTo>
                    <a:pt x="435515" y="6784"/>
                  </a:lnTo>
                  <a:lnTo>
                    <a:pt x="426559" y="8327"/>
                  </a:lnTo>
                  <a:lnTo>
                    <a:pt x="417632" y="10027"/>
                  </a:lnTo>
                  <a:lnTo>
                    <a:pt x="408737" y="11882"/>
                  </a:lnTo>
                  <a:lnTo>
                    <a:pt x="399874" y="13894"/>
                  </a:lnTo>
                  <a:lnTo>
                    <a:pt x="391049" y="16059"/>
                  </a:lnTo>
                  <a:lnTo>
                    <a:pt x="382263" y="18379"/>
                  </a:lnTo>
                  <a:lnTo>
                    <a:pt x="373518" y="20853"/>
                  </a:lnTo>
                  <a:lnTo>
                    <a:pt x="364819" y="23479"/>
                  </a:lnTo>
                  <a:lnTo>
                    <a:pt x="356166" y="26257"/>
                  </a:lnTo>
                  <a:lnTo>
                    <a:pt x="347564" y="29185"/>
                  </a:lnTo>
                  <a:lnTo>
                    <a:pt x="339014" y="32264"/>
                  </a:lnTo>
                  <a:lnTo>
                    <a:pt x="330520" y="35493"/>
                  </a:lnTo>
                  <a:lnTo>
                    <a:pt x="322083" y="38869"/>
                  </a:lnTo>
                  <a:lnTo>
                    <a:pt x="313706" y="42392"/>
                  </a:lnTo>
                  <a:lnTo>
                    <a:pt x="305393" y="46062"/>
                  </a:lnTo>
                  <a:lnTo>
                    <a:pt x="297145" y="49876"/>
                  </a:lnTo>
                  <a:lnTo>
                    <a:pt x="288965" y="53834"/>
                  </a:lnTo>
                  <a:lnTo>
                    <a:pt x="280855" y="57935"/>
                  </a:lnTo>
                  <a:lnTo>
                    <a:pt x="272819" y="62177"/>
                  </a:lnTo>
                  <a:lnTo>
                    <a:pt x="264858" y="66559"/>
                  </a:lnTo>
                  <a:lnTo>
                    <a:pt x="256975" y="71080"/>
                  </a:lnTo>
                  <a:lnTo>
                    <a:pt x="249172" y="75738"/>
                  </a:lnTo>
                  <a:lnTo>
                    <a:pt x="241452" y="80532"/>
                  </a:lnTo>
                  <a:lnTo>
                    <a:pt x="233817" y="85460"/>
                  </a:lnTo>
                  <a:lnTo>
                    <a:pt x="226269" y="90521"/>
                  </a:lnTo>
                  <a:lnTo>
                    <a:pt x="218811" y="95713"/>
                  </a:lnTo>
                  <a:lnTo>
                    <a:pt x="211445" y="101036"/>
                  </a:lnTo>
                  <a:lnTo>
                    <a:pt x="204174" y="106486"/>
                  </a:lnTo>
                  <a:lnTo>
                    <a:pt x="196999" y="112062"/>
                  </a:lnTo>
                  <a:lnTo>
                    <a:pt x="189922" y="117764"/>
                  </a:lnTo>
                  <a:lnTo>
                    <a:pt x="182947" y="123588"/>
                  </a:lnTo>
                  <a:lnTo>
                    <a:pt x="176074" y="129533"/>
                  </a:lnTo>
                  <a:lnTo>
                    <a:pt x="169307" y="135598"/>
                  </a:lnTo>
                  <a:lnTo>
                    <a:pt x="162647" y="141781"/>
                  </a:lnTo>
                  <a:lnTo>
                    <a:pt x="156096" y="148079"/>
                  </a:lnTo>
                  <a:lnTo>
                    <a:pt x="149656" y="154490"/>
                  </a:lnTo>
                  <a:lnTo>
                    <a:pt x="143330" y="161014"/>
                  </a:lnTo>
                  <a:lnTo>
                    <a:pt x="137118" y="167647"/>
                  </a:lnTo>
                  <a:lnTo>
                    <a:pt x="131024" y="174388"/>
                  </a:lnTo>
                  <a:lnTo>
                    <a:pt x="125048" y="181234"/>
                  </a:lnTo>
                  <a:lnTo>
                    <a:pt x="119193" y="188184"/>
                  </a:lnTo>
                  <a:lnTo>
                    <a:pt x="113461" y="195235"/>
                  </a:lnTo>
                  <a:lnTo>
                    <a:pt x="107853" y="202386"/>
                  </a:lnTo>
                  <a:lnTo>
                    <a:pt x="102371" y="209634"/>
                  </a:lnTo>
                  <a:lnTo>
                    <a:pt x="97017" y="216976"/>
                  </a:lnTo>
                  <a:lnTo>
                    <a:pt x="91792" y="224411"/>
                  </a:lnTo>
                  <a:lnTo>
                    <a:pt x="86698" y="231936"/>
                  </a:lnTo>
                  <a:lnTo>
                    <a:pt x="81736" y="239550"/>
                  </a:lnTo>
                  <a:lnTo>
                    <a:pt x="76909" y="247249"/>
                  </a:lnTo>
                  <a:lnTo>
                    <a:pt x="72217" y="255031"/>
                  </a:lnTo>
                  <a:lnTo>
                    <a:pt x="67662" y="262894"/>
                  </a:lnTo>
                  <a:lnTo>
                    <a:pt x="63245" y="270836"/>
                  </a:lnTo>
                  <a:lnTo>
                    <a:pt x="58968" y="278854"/>
                  </a:lnTo>
                  <a:lnTo>
                    <a:pt x="54831" y="286945"/>
                  </a:lnTo>
                  <a:lnTo>
                    <a:pt x="50838" y="295108"/>
                  </a:lnTo>
                  <a:lnTo>
                    <a:pt x="46987" y="303339"/>
                  </a:lnTo>
                  <a:lnTo>
                    <a:pt x="43281" y="311637"/>
                  </a:lnTo>
                  <a:lnTo>
                    <a:pt x="39721" y="319998"/>
                  </a:lnTo>
                  <a:lnTo>
                    <a:pt x="36308" y="328420"/>
                  </a:lnTo>
                  <a:lnTo>
                    <a:pt x="33043" y="336900"/>
                  </a:lnTo>
                  <a:lnTo>
                    <a:pt x="29926" y="345436"/>
                  </a:lnTo>
                  <a:lnTo>
                    <a:pt x="26960" y="354026"/>
                  </a:lnTo>
                  <a:lnTo>
                    <a:pt x="24144" y="362666"/>
                  </a:lnTo>
                  <a:lnTo>
                    <a:pt x="21480" y="371354"/>
                  </a:lnTo>
                  <a:lnTo>
                    <a:pt x="18968" y="380088"/>
                  </a:lnTo>
                  <a:lnTo>
                    <a:pt x="16610" y="388864"/>
                  </a:lnTo>
                  <a:lnTo>
                    <a:pt x="14406" y="397680"/>
                  </a:lnTo>
                  <a:lnTo>
                    <a:pt x="12356" y="406533"/>
                  </a:lnTo>
                  <a:lnTo>
                    <a:pt x="10461" y="415420"/>
                  </a:lnTo>
                  <a:lnTo>
                    <a:pt x="8723" y="424340"/>
                  </a:lnTo>
                  <a:lnTo>
                    <a:pt x="7140" y="433288"/>
                  </a:lnTo>
                  <a:lnTo>
                    <a:pt x="5715" y="442263"/>
                  </a:lnTo>
                  <a:lnTo>
                    <a:pt x="4446" y="451262"/>
                  </a:lnTo>
                  <a:lnTo>
                    <a:pt x="3336" y="460281"/>
                  </a:lnTo>
                  <a:lnTo>
                    <a:pt x="2383" y="469318"/>
                  </a:lnTo>
                  <a:lnTo>
                    <a:pt x="1589" y="478371"/>
                  </a:lnTo>
                  <a:lnTo>
                    <a:pt x="953" y="487436"/>
                  </a:lnTo>
                  <a:lnTo>
                    <a:pt x="477" y="496511"/>
                  </a:lnTo>
                  <a:lnTo>
                    <a:pt x="159" y="505592"/>
                  </a:lnTo>
                  <a:lnTo>
                    <a:pt x="0" y="514678"/>
                  </a:lnTo>
                  <a:lnTo>
                    <a:pt x="0" y="523766"/>
                  </a:lnTo>
                  <a:lnTo>
                    <a:pt x="159" y="532852"/>
                  </a:lnTo>
                  <a:lnTo>
                    <a:pt x="477" y="541934"/>
                  </a:lnTo>
                  <a:lnTo>
                    <a:pt x="953" y="551008"/>
                  </a:lnTo>
                  <a:lnTo>
                    <a:pt x="1589" y="560073"/>
                  </a:lnTo>
                  <a:lnTo>
                    <a:pt x="2383" y="569126"/>
                  </a:lnTo>
                  <a:lnTo>
                    <a:pt x="3336" y="578163"/>
                  </a:lnTo>
                  <a:lnTo>
                    <a:pt x="4446" y="587183"/>
                  </a:lnTo>
                  <a:lnTo>
                    <a:pt x="5715" y="596181"/>
                  </a:lnTo>
                  <a:lnTo>
                    <a:pt x="7140" y="605156"/>
                  </a:lnTo>
                  <a:lnTo>
                    <a:pt x="8723" y="614104"/>
                  </a:lnTo>
                  <a:lnTo>
                    <a:pt x="10461" y="623024"/>
                  </a:lnTo>
                  <a:lnTo>
                    <a:pt x="12356" y="631912"/>
                  </a:lnTo>
                  <a:lnTo>
                    <a:pt x="14406" y="640765"/>
                  </a:lnTo>
                  <a:lnTo>
                    <a:pt x="16610" y="649581"/>
                  </a:lnTo>
                  <a:lnTo>
                    <a:pt x="18968" y="658357"/>
                  </a:lnTo>
                  <a:lnTo>
                    <a:pt x="21480" y="667090"/>
                  </a:lnTo>
                  <a:lnTo>
                    <a:pt x="24144" y="675778"/>
                  </a:lnTo>
                  <a:lnTo>
                    <a:pt x="26960" y="684418"/>
                  </a:lnTo>
                  <a:lnTo>
                    <a:pt x="29926" y="693008"/>
                  </a:lnTo>
                  <a:lnTo>
                    <a:pt x="33043" y="701544"/>
                  </a:lnTo>
                  <a:lnTo>
                    <a:pt x="36308" y="710025"/>
                  </a:lnTo>
                  <a:lnTo>
                    <a:pt x="39721" y="718447"/>
                  </a:lnTo>
                  <a:lnTo>
                    <a:pt x="43281" y="726808"/>
                  </a:lnTo>
                  <a:lnTo>
                    <a:pt x="46987" y="735105"/>
                  </a:lnTo>
                  <a:lnTo>
                    <a:pt x="50838" y="743336"/>
                  </a:lnTo>
                  <a:lnTo>
                    <a:pt x="54831" y="751499"/>
                  </a:lnTo>
                  <a:lnTo>
                    <a:pt x="58968" y="759590"/>
                  </a:lnTo>
                  <a:lnTo>
                    <a:pt x="63245" y="767608"/>
                  </a:lnTo>
                  <a:lnTo>
                    <a:pt x="67662" y="775550"/>
                  </a:lnTo>
                  <a:lnTo>
                    <a:pt x="72217" y="783413"/>
                  </a:lnTo>
                  <a:lnTo>
                    <a:pt x="76909" y="791195"/>
                  </a:lnTo>
                  <a:lnTo>
                    <a:pt x="81736" y="798894"/>
                  </a:lnTo>
                  <a:lnTo>
                    <a:pt x="86698" y="806508"/>
                  </a:lnTo>
                  <a:lnTo>
                    <a:pt x="91792" y="814033"/>
                  </a:lnTo>
                  <a:lnTo>
                    <a:pt x="97017" y="821468"/>
                  </a:lnTo>
                  <a:lnTo>
                    <a:pt x="102371" y="828811"/>
                  </a:lnTo>
                  <a:lnTo>
                    <a:pt x="107853" y="836058"/>
                  </a:lnTo>
                  <a:lnTo>
                    <a:pt x="113461" y="843209"/>
                  </a:lnTo>
                  <a:lnTo>
                    <a:pt x="119193" y="850260"/>
                  </a:lnTo>
                  <a:lnTo>
                    <a:pt x="125048" y="857210"/>
                  </a:lnTo>
                  <a:lnTo>
                    <a:pt x="131024" y="864057"/>
                  </a:lnTo>
                  <a:lnTo>
                    <a:pt x="137118" y="870797"/>
                  </a:lnTo>
                  <a:lnTo>
                    <a:pt x="143330" y="877431"/>
                  </a:lnTo>
                  <a:lnTo>
                    <a:pt x="149656" y="883954"/>
                  </a:lnTo>
                  <a:lnTo>
                    <a:pt x="156096" y="890366"/>
                  </a:lnTo>
                  <a:lnTo>
                    <a:pt x="162647" y="896664"/>
                  </a:lnTo>
                  <a:lnTo>
                    <a:pt x="169307" y="902846"/>
                  </a:lnTo>
                  <a:lnTo>
                    <a:pt x="176074" y="908911"/>
                  </a:lnTo>
                  <a:lnTo>
                    <a:pt x="182947" y="914856"/>
                  </a:lnTo>
                  <a:lnTo>
                    <a:pt x="189922" y="920681"/>
                  </a:lnTo>
                  <a:lnTo>
                    <a:pt x="196999" y="926382"/>
                  </a:lnTo>
                  <a:lnTo>
                    <a:pt x="204174" y="931958"/>
                  </a:lnTo>
                  <a:lnTo>
                    <a:pt x="211445" y="937409"/>
                  </a:lnTo>
                  <a:lnTo>
                    <a:pt x="218811" y="942731"/>
                  </a:lnTo>
                  <a:lnTo>
                    <a:pt x="226269" y="947923"/>
                  </a:lnTo>
                  <a:lnTo>
                    <a:pt x="233817" y="952984"/>
                  </a:lnTo>
                  <a:lnTo>
                    <a:pt x="241452" y="957912"/>
                  </a:lnTo>
                  <a:lnTo>
                    <a:pt x="249172" y="962706"/>
                  </a:lnTo>
                  <a:lnTo>
                    <a:pt x="256975" y="967364"/>
                  </a:lnTo>
                  <a:lnTo>
                    <a:pt x="264858" y="971885"/>
                  </a:lnTo>
                  <a:lnTo>
                    <a:pt x="272819" y="976267"/>
                  </a:lnTo>
                  <a:lnTo>
                    <a:pt x="280855" y="980509"/>
                  </a:lnTo>
                  <a:lnTo>
                    <a:pt x="288965" y="984610"/>
                  </a:lnTo>
                  <a:lnTo>
                    <a:pt x="297145" y="988568"/>
                  </a:lnTo>
                  <a:lnTo>
                    <a:pt x="305393" y="992382"/>
                  </a:lnTo>
                  <a:lnTo>
                    <a:pt x="313706" y="996052"/>
                  </a:lnTo>
                  <a:lnTo>
                    <a:pt x="322083" y="999575"/>
                  </a:lnTo>
                  <a:lnTo>
                    <a:pt x="330520" y="1002952"/>
                  </a:lnTo>
                  <a:lnTo>
                    <a:pt x="339014" y="1006180"/>
                  </a:lnTo>
                  <a:lnTo>
                    <a:pt x="347564" y="1009259"/>
                  </a:lnTo>
                  <a:lnTo>
                    <a:pt x="356166" y="1012188"/>
                  </a:lnTo>
                  <a:lnTo>
                    <a:pt x="364819" y="1014966"/>
                  </a:lnTo>
                  <a:lnTo>
                    <a:pt x="373518" y="1017592"/>
                  </a:lnTo>
                  <a:lnTo>
                    <a:pt x="382263" y="1020065"/>
                  </a:lnTo>
                  <a:lnTo>
                    <a:pt x="391049" y="1022385"/>
                  </a:lnTo>
                  <a:lnTo>
                    <a:pt x="399874" y="1024551"/>
                  </a:lnTo>
                  <a:lnTo>
                    <a:pt x="408737" y="1026562"/>
                  </a:lnTo>
                  <a:lnTo>
                    <a:pt x="417632" y="1028417"/>
                  </a:lnTo>
                  <a:lnTo>
                    <a:pt x="426559" y="1030117"/>
                  </a:lnTo>
                  <a:lnTo>
                    <a:pt x="435515" y="1031660"/>
                  </a:lnTo>
                  <a:lnTo>
                    <a:pt x="444496" y="1033046"/>
                  </a:lnTo>
                  <a:lnTo>
                    <a:pt x="453500" y="1034275"/>
                  </a:lnTo>
                  <a:lnTo>
                    <a:pt x="462524" y="1035346"/>
                  </a:lnTo>
                  <a:lnTo>
                    <a:pt x="471565" y="1036259"/>
                  </a:lnTo>
                  <a:lnTo>
                    <a:pt x="480621" y="1037014"/>
                  </a:lnTo>
                  <a:lnTo>
                    <a:pt x="489689" y="1037610"/>
                  </a:lnTo>
                  <a:lnTo>
                    <a:pt x="498766" y="1038047"/>
                  </a:lnTo>
                  <a:lnTo>
                    <a:pt x="507849" y="1038325"/>
                  </a:lnTo>
                  <a:lnTo>
                    <a:pt x="516935" y="1038445"/>
                  </a:lnTo>
                  <a:lnTo>
                    <a:pt x="526023" y="1038405"/>
                  </a:lnTo>
                  <a:lnTo>
                    <a:pt x="535108" y="1038206"/>
                  </a:lnTo>
                  <a:lnTo>
                    <a:pt x="544188" y="1037848"/>
                  </a:lnTo>
                  <a:lnTo>
                    <a:pt x="553261" y="1037332"/>
                  </a:lnTo>
                  <a:lnTo>
                    <a:pt x="562323" y="1036656"/>
                  </a:lnTo>
                  <a:lnTo>
                    <a:pt x="571372" y="1035823"/>
                  </a:lnTo>
                  <a:lnTo>
                    <a:pt x="580405" y="1034831"/>
                  </a:lnTo>
                  <a:lnTo>
                    <a:pt x="589419" y="1033681"/>
                  </a:lnTo>
                  <a:lnTo>
                    <a:pt x="598412" y="1032373"/>
                  </a:lnTo>
                  <a:lnTo>
                    <a:pt x="607381" y="1030908"/>
                  </a:lnTo>
                  <a:lnTo>
                    <a:pt x="616322" y="1029287"/>
                  </a:lnTo>
                  <a:lnTo>
                    <a:pt x="625234" y="1027509"/>
                  </a:lnTo>
                  <a:lnTo>
                    <a:pt x="634113" y="1025576"/>
                  </a:lnTo>
                  <a:lnTo>
                    <a:pt x="642957" y="1023487"/>
                  </a:lnTo>
                  <a:lnTo>
                    <a:pt x="651764" y="1021244"/>
                  </a:lnTo>
                  <a:lnTo>
                    <a:pt x="660529" y="1018847"/>
                  </a:lnTo>
                  <a:lnTo>
                    <a:pt x="669251" y="1016298"/>
                  </a:lnTo>
                  <a:lnTo>
                    <a:pt x="677928" y="1013596"/>
                  </a:lnTo>
                  <a:lnTo>
                    <a:pt x="686556" y="1010742"/>
                  </a:lnTo>
                  <a:lnTo>
                    <a:pt x="695132" y="1007738"/>
                  </a:lnTo>
                  <a:lnTo>
                    <a:pt x="703655" y="1004584"/>
                  </a:lnTo>
                  <a:lnTo>
                    <a:pt x="712121" y="1001282"/>
                  </a:lnTo>
                  <a:lnTo>
                    <a:pt x="720528" y="997832"/>
                  </a:lnTo>
                  <a:lnTo>
                    <a:pt x="728873" y="994235"/>
                  </a:lnTo>
                  <a:lnTo>
                    <a:pt x="737154" y="990493"/>
                  </a:lnTo>
                  <a:lnTo>
                    <a:pt x="745368" y="986607"/>
                  </a:lnTo>
                  <a:lnTo>
                    <a:pt x="753514" y="982577"/>
                  </a:lnTo>
                  <a:lnTo>
                    <a:pt x="761587" y="978406"/>
                  </a:lnTo>
                  <a:lnTo>
                    <a:pt x="769586" y="974093"/>
                  </a:lnTo>
                  <a:lnTo>
                    <a:pt x="777508" y="969642"/>
                  </a:lnTo>
                  <a:lnTo>
                    <a:pt x="785351" y="965052"/>
                  </a:lnTo>
                  <a:lnTo>
                    <a:pt x="793113" y="960326"/>
                  </a:lnTo>
                  <a:lnTo>
                    <a:pt x="800791" y="955465"/>
                  </a:lnTo>
                  <a:lnTo>
                    <a:pt x="808383" y="950470"/>
                  </a:lnTo>
                  <a:lnTo>
                    <a:pt x="815886" y="945343"/>
                  </a:lnTo>
                  <a:lnTo>
                    <a:pt x="823298" y="940086"/>
                  </a:lnTo>
                  <a:lnTo>
                    <a:pt x="830617" y="934699"/>
                  </a:lnTo>
                  <a:lnTo>
                    <a:pt x="837840" y="929186"/>
                  </a:lnTo>
                  <a:lnTo>
                    <a:pt x="844966" y="923547"/>
                  </a:lnTo>
                  <a:lnTo>
                    <a:pt x="851992" y="917784"/>
                  </a:lnTo>
                  <a:lnTo>
                    <a:pt x="858917" y="911899"/>
                  </a:lnTo>
                  <a:lnTo>
                    <a:pt x="865737" y="905893"/>
                  </a:lnTo>
                  <a:lnTo>
                    <a:pt x="872451" y="899769"/>
                  </a:lnTo>
                  <a:lnTo>
                    <a:pt x="879057" y="893529"/>
                  </a:lnTo>
                  <a:lnTo>
                    <a:pt x="885552" y="887174"/>
                  </a:lnTo>
                  <a:lnTo>
                    <a:pt x="891936" y="880706"/>
                  </a:lnTo>
                  <a:lnTo>
                    <a:pt x="898205" y="874128"/>
                  </a:lnTo>
                  <a:lnTo>
                    <a:pt x="904358" y="867440"/>
                  </a:lnTo>
                  <a:lnTo>
                    <a:pt x="910393" y="860646"/>
                  </a:lnTo>
                  <a:lnTo>
                    <a:pt x="916309" y="853748"/>
                  </a:lnTo>
                  <a:lnTo>
                    <a:pt x="922103" y="846747"/>
                  </a:lnTo>
                  <a:lnTo>
                    <a:pt x="927773" y="839646"/>
                  </a:lnTo>
                  <a:lnTo>
                    <a:pt x="933318" y="832446"/>
                  </a:lnTo>
                  <a:lnTo>
                    <a:pt x="938736" y="825151"/>
                  </a:lnTo>
                  <a:lnTo>
                    <a:pt x="944026" y="817762"/>
                  </a:lnTo>
                  <a:lnTo>
                    <a:pt x="949186" y="810282"/>
                  </a:lnTo>
                  <a:lnTo>
                    <a:pt x="954214" y="802712"/>
                  </a:lnTo>
                  <a:lnTo>
                    <a:pt x="959109" y="795056"/>
                  </a:lnTo>
                  <a:lnTo>
                    <a:pt x="963869" y="787315"/>
                  </a:lnTo>
                  <a:lnTo>
                    <a:pt x="968492" y="779491"/>
                  </a:lnTo>
                  <a:lnTo>
                    <a:pt x="972979" y="771589"/>
                  </a:lnTo>
                  <a:lnTo>
                    <a:pt x="977326" y="763609"/>
                  </a:lnTo>
                  <a:lnTo>
                    <a:pt x="981533" y="755554"/>
                  </a:lnTo>
                  <a:lnTo>
                    <a:pt x="985598" y="747426"/>
                  </a:lnTo>
                  <a:lnTo>
                    <a:pt x="989520" y="739229"/>
                  </a:lnTo>
                  <a:lnTo>
                    <a:pt x="993298" y="730964"/>
                  </a:lnTo>
                  <a:lnTo>
                    <a:pt x="996932" y="722635"/>
                  </a:lnTo>
                  <a:lnTo>
                    <a:pt x="1000418" y="714243"/>
                  </a:lnTo>
                  <a:lnTo>
                    <a:pt x="1003758" y="705791"/>
                  </a:lnTo>
                  <a:lnTo>
                    <a:pt x="1006949" y="697283"/>
                  </a:lnTo>
                  <a:lnTo>
                    <a:pt x="1009990" y="688719"/>
                  </a:lnTo>
                  <a:lnTo>
                    <a:pt x="1012881" y="680104"/>
                  </a:lnTo>
                  <a:lnTo>
                    <a:pt x="1015621" y="671440"/>
                  </a:lnTo>
                  <a:lnTo>
                    <a:pt x="1018209" y="662729"/>
                  </a:lnTo>
                  <a:lnTo>
                    <a:pt x="1020644" y="653974"/>
                  </a:lnTo>
                  <a:lnTo>
                    <a:pt x="1022926" y="645178"/>
                  </a:lnTo>
                  <a:lnTo>
                    <a:pt x="1025053" y="636343"/>
                  </a:lnTo>
                  <a:lnTo>
                    <a:pt x="1027025" y="627472"/>
                  </a:lnTo>
                  <a:lnTo>
                    <a:pt x="1028842" y="618568"/>
                  </a:lnTo>
                  <a:lnTo>
                    <a:pt x="1030503" y="609634"/>
                  </a:lnTo>
                  <a:lnTo>
                    <a:pt x="1032007" y="600672"/>
                  </a:lnTo>
                  <a:lnTo>
                    <a:pt x="1033354" y="591685"/>
                  </a:lnTo>
                  <a:lnTo>
                    <a:pt x="1034543" y="582675"/>
                  </a:lnTo>
                  <a:lnTo>
                    <a:pt x="1035575" y="573647"/>
                  </a:lnTo>
                  <a:lnTo>
                    <a:pt x="1036448" y="564602"/>
                  </a:lnTo>
                  <a:lnTo>
                    <a:pt x="1037163" y="555542"/>
                  </a:lnTo>
                  <a:lnTo>
                    <a:pt x="1037719" y="546472"/>
                  </a:lnTo>
                  <a:lnTo>
                    <a:pt x="1038117" y="537393"/>
                  </a:lnTo>
                  <a:lnTo>
                    <a:pt x="1038355" y="528309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491" name="pl491"/>
            <p:cNvSpPr/>
            <p:nvPr/>
          </p:nvSpPr>
          <p:spPr>
            <a:xfrm>
              <a:off x="1195191" y="5545845"/>
              <a:ext cx="0" cy="467304"/>
            </a:xfrm>
            <a:custGeom>
              <a:avLst/>
              <a:pathLst>
                <a:path w="0" h="467304">
                  <a:moveTo>
                    <a:pt x="0" y="46730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l492"/>
            <p:cNvSpPr/>
            <p:nvPr/>
          </p:nvSpPr>
          <p:spPr>
            <a:xfrm>
              <a:off x="1231906" y="5697923"/>
              <a:ext cx="330434" cy="330434"/>
            </a:xfrm>
            <a:custGeom>
              <a:avLst/>
              <a:pathLst>
                <a:path w="330434" h="330434">
                  <a:moveTo>
                    <a:pt x="0" y="330434"/>
                  </a:moveTo>
                  <a:lnTo>
                    <a:pt x="33043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l493"/>
            <p:cNvSpPr/>
            <p:nvPr/>
          </p:nvSpPr>
          <p:spPr>
            <a:xfrm>
              <a:off x="1247114" y="6065072"/>
              <a:ext cx="467304" cy="0"/>
            </a:xfrm>
            <a:custGeom>
              <a:avLst/>
              <a:pathLst>
                <a:path w="467304" h="0">
                  <a:moveTo>
                    <a:pt x="0" y="0"/>
                  </a:moveTo>
                  <a:lnTo>
                    <a:pt x="46730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l494"/>
            <p:cNvSpPr/>
            <p:nvPr/>
          </p:nvSpPr>
          <p:spPr>
            <a:xfrm>
              <a:off x="1231906" y="6101787"/>
              <a:ext cx="330434" cy="330434"/>
            </a:xfrm>
            <a:custGeom>
              <a:avLst/>
              <a:pathLst>
                <a:path w="330434" h="330434">
                  <a:moveTo>
                    <a:pt x="0" y="0"/>
                  </a:moveTo>
                  <a:lnTo>
                    <a:pt x="330434" y="33043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l495"/>
            <p:cNvSpPr/>
            <p:nvPr/>
          </p:nvSpPr>
          <p:spPr>
            <a:xfrm>
              <a:off x="1195191" y="6116995"/>
              <a:ext cx="0" cy="467304"/>
            </a:xfrm>
            <a:custGeom>
              <a:avLst/>
              <a:pathLst>
                <a:path w="0" h="467304">
                  <a:moveTo>
                    <a:pt x="0" y="0"/>
                  </a:moveTo>
                  <a:lnTo>
                    <a:pt x="0" y="46730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l496"/>
            <p:cNvSpPr/>
            <p:nvPr/>
          </p:nvSpPr>
          <p:spPr>
            <a:xfrm>
              <a:off x="828042" y="6101787"/>
              <a:ext cx="330434" cy="330434"/>
            </a:xfrm>
            <a:custGeom>
              <a:avLst/>
              <a:pathLst>
                <a:path w="330434" h="330434">
                  <a:moveTo>
                    <a:pt x="330434" y="0"/>
                  </a:moveTo>
                  <a:lnTo>
                    <a:pt x="0" y="33043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l497"/>
            <p:cNvSpPr/>
            <p:nvPr/>
          </p:nvSpPr>
          <p:spPr>
            <a:xfrm>
              <a:off x="675964" y="6065072"/>
              <a:ext cx="467304" cy="0"/>
            </a:xfrm>
            <a:custGeom>
              <a:avLst/>
              <a:pathLst>
                <a:path w="467304" h="0">
                  <a:moveTo>
                    <a:pt x="467304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l498"/>
            <p:cNvSpPr/>
            <p:nvPr/>
          </p:nvSpPr>
          <p:spPr>
            <a:xfrm>
              <a:off x="828042" y="5697923"/>
              <a:ext cx="330434" cy="330434"/>
            </a:xfrm>
            <a:custGeom>
              <a:avLst/>
              <a:pathLst>
                <a:path w="330434" h="330434">
                  <a:moveTo>
                    <a:pt x="330434" y="33043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l499"/>
            <p:cNvSpPr/>
            <p:nvPr/>
          </p:nvSpPr>
          <p:spPr>
            <a:xfrm>
              <a:off x="1143269" y="5881498"/>
              <a:ext cx="235497" cy="339342"/>
            </a:xfrm>
            <a:custGeom>
              <a:avLst/>
              <a:pathLst>
                <a:path w="235497" h="339342">
                  <a:moveTo>
                    <a:pt x="51922" y="131651"/>
                  </a:moveTo>
                  <a:lnTo>
                    <a:pt x="235497" y="0"/>
                  </a:lnTo>
                  <a:lnTo>
                    <a:pt x="207691" y="183574"/>
                  </a:lnTo>
                  <a:lnTo>
                    <a:pt x="125352" y="257004"/>
                  </a:lnTo>
                  <a:lnTo>
                    <a:pt x="51922" y="339342"/>
                  </a:lnTo>
                  <a:lnTo>
                    <a:pt x="15207" y="220289"/>
                  </a:lnTo>
                  <a:lnTo>
                    <a:pt x="0" y="183574"/>
                  </a:lnTo>
                  <a:lnTo>
                    <a:pt x="15207" y="146859"/>
                  </a:lnTo>
                  <a:lnTo>
                    <a:pt x="51922" y="131651"/>
                  </a:lnTo>
                </a:path>
              </a:pathLst>
            </a:custGeom>
            <a:ln w="31166" cap="flat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1159921" y="5977879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1343496" y="5846228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1315689" y="6029802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1233351" y="6103232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1159921" y="6185570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1123206" y="6066517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1107998" y="6029802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1123206" y="5993087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1159921" y="5977879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tx509"/>
            <p:cNvSpPr/>
            <p:nvPr/>
          </p:nvSpPr>
          <p:spPr>
            <a:xfrm>
              <a:off x="1055760" y="5991478"/>
              <a:ext cx="87508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510" name="tx510"/>
            <p:cNvSpPr/>
            <p:nvPr/>
          </p:nvSpPr>
          <p:spPr>
            <a:xfrm>
              <a:off x="1022111" y="5757826"/>
              <a:ext cx="12115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511" name="tx511"/>
            <p:cNvSpPr/>
            <p:nvPr/>
          </p:nvSpPr>
          <p:spPr>
            <a:xfrm>
              <a:off x="988461" y="5524174"/>
              <a:ext cx="15480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512" name="rc512"/>
            <p:cNvSpPr/>
            <p:nvPr/>
          </p:nvSpPr>
          <p:spPr>
            <a:xfrm>
              <a:off x="2320794" y="5108705"/>
              <a:ext cx="2251205" cy="233029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513" name="rc513"/>
            <p:cNvSpPr/>
            <p:nvPr/>
          </p:nvSpPr>
          <p:spPr>
            <a:xfrm>
              <a:off x="2320794" y="5341734"/>
              <a:ext cx="2251205" cy="14466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4" name="rc514"/>
            <p:cNvSpPr/>
            <p:nvPr/>
          </p:nvSpPr>
          <p:spPr>
            <a:xfrm>
              <a:off x="2358752" y="5108705"/>
              <a:ext cx="2175290" cy="23302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5" name="tx515"/>
            <p:cNvSpPr/>
            <p:nvPr/>
          </p:nvSpPr>
          <p:spPr>
            <a:xfrm>
              <a:off x="2916182" y="5142672"/>
              <a:ext cx="1060429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Podicipediformes</a:t>
              </a:r>
            </a:p>
          </p:txBody>
        </p:sp>
        <p:sp>
          <p:nvSpPr>
            <p:cNvPr id="516" name="tx516"/>
            <p:cNvSpPr/>
            <p:nvPr/>
          </p:nvSpPr>
          <p:spPr>
            <a:xfrm>
              <a:off x="2869410" y="5244162"/>
              <a:ext cx="1153972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5, species = 3</a:t>
              </a:r>
            </a:p>
          </p:txBody>
        </p:sp>
        <p:sp>
          <p:nvSpPr>
            <p:cNvPr id="517" name="rc517"/>
            <p:cNvSpPr/>
            <p:nvPr/>
          </p:nvSpPr>
          <p:spPr>
            <a:xfrm>
              <a:off x="2589671" y="5379692"/>
              <a:ext cx="1713451" cy="1370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8" name="tx518"/>
            <p:cNvSpPr/>
            <p:nvPr/>
          </p:nvSpPr>
          <p:spPr>
            <a:xfrm>
              <a:off x="2552162" y="6451130"/>
              <a:ext cx="472013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519" name="tx519"/>
            <p:cNvSpPr/>
            <p:nvPr/>
          </p:nvSpPr>
          <p:spPr>
            <a:xfrm>
              <a:off x="2620868" y="6028908"/>
              <a:ext cx="228417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520" name="tx520"/>
            <p:cNvSpPr/>
            <p:nvPr/>
          </p:nvSpPr>
          <p:spPr>
            <a:xfrm>
              <a:off x="2569170" y="5606686"/>
              <a:ext cx="45500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521" name="pl521"/>
            <p:cNvSpPr/>
            <p:nvPr/>
          </p:nvSpPr>
          <p:spPr>
            <a:xfrm>
              <a:off x="3394476" y="6013150"/>
              <a:ext cx="103843" cy="103844"/>
            </a:xfrm>
            <a:custGeom>
              <a:avLst/>
              <a:pathLst>
                <a:path w="103843" h="103844">
                  <a:moveTo>
                    <a:pt x="103843" y="51922"/>
                  </a:moveTo>
                  <a:lnTo>
                    <a:pt x="103835" y="51013"/>
                  </a:lnTo>
                  <a:lnTo>
                    <a:pt x="103811" y="50105"/>
                  </a:lnTo>
                  <a:lnTo>
                    <a:pt x="103771" y="49197"/>
                  </a:lnTo>
                  <a:lnTo>
                    <a:pt x="103716" y="48290"/>
                  </a:lnTo>
                  <a:lnTo>
                    <a:pt x="103644" y="47384"/>
                  </a:lnTo>
                  <a:lnTo>
                    <a:pt x="103557" y="46479"/>
                  </a:lnTo>
                  <a:lnTo>
                    <a:pt x="103454" y="45576"/>
                  </a:lnTo>
                  <a:lnTo>
                    <a:pt x="103335" y="44676"/>
                  </a:lnTo>
                  <a:lnTo>
                    <a:pt x="103200" y="43777"/>
                  </a:lnTo>
                  <a:lnTo>
                    <a:pt x="103050" y="42881"/>
                  </a:lnTo>
                  <a:lnTo>
                    <a:pt x="102884" y="41987"/>
                  </a:lnTo>
                  <a:lnTo>
                    <a:pt x="102702" y="41097"/>
                  </a:lnTo>
                  <a:lnTo>
                    <a:pt x="102505" y="40210"/>
                  </a:lnTo>
                  <a:lnTo>
                    <a:pt x="102292" y="39326"/>
                  </a:lnTo>
                  <a:lnTo>
                    <a:pt x="102064" y="38447"/>
                  </a:lnTo>
                  <a:lnTo>
                    <a:pt x="101820" y="37571"/>
                  </a:lnTo>
                  <a:lnTo>
                    <a:pt x="101562" y="36700"/>
                  </a:lnTo>
                  <a:lnTo>
                    <a:pt x="101288" y="35834"/>
                  </a:lnTo>
                  <a:lnTo>
                    <a:pt x="100999" y="34972"/>
                  </a:lnTo>
                  <a:lnTo>
                    <a:pt x="100694" y="34116"/>
                  </a:lnTo>
                  <a:lnTo>
                    <a:pt x="100375" y="33265"/>
                  </a:lnTo>
                  <a:lnTo>
                    <a:pt x="100041" y="32420"/>
                  </a:lnTo>
                  <a:lnTo>
                    <a:pt x="99693" y="31580"/>
                  </a:lnTo>
                  <a:lnTo>
                    <a:pt x="99329" y="30748"/>
                  </a:lnTo>
                  <a:lnTo>
                    <a:pt x="98952" y="29921"/>
                  </a:lnTo>
                  <a:lnTo>
                    <a:pt x="98559" y="29101"/>
                  </a:lnTo>
                  <a:lnTo>
                    <a:pt x="98153" y="28289"/>
                  </a:lnTo>
                  <a:lnTo>
                    <a:pt x="97732" y="27483"/>
                  </a:lnTo>
                  <a:lnTo>
                    <a:pt x="97297" y="26685"/>
                  </a:lnTo>
                  <a:lnTo>
                    <a:pt x="96849" y="25895"/>
                  </a:lnTo>
                  <a:lnTo>
                    <a:pt x="96386" y="25113"/>
                  </a:lnTo>
                  <a:lnTo>
                    <a:pt x="95910" y="24338"/>
                  </a:lnTo>
                  <a:lnTo>
                    <a:pt x="95421" y="23573"/>
                  </a:lnTo>
                  <a:lnTo>
                    <a:pt x="94918" y="22816"/>
                  </a:lnTo>
                  <a:lnTo>
                    <a:pt x="94402" y="22068"/>
                  </a:lnTo>
                  <a:lnTo>
                    <a:pt x="93873" y="21329"/>
                  </a:lnTo>
                  <a:lnTo>
                    <a:pt x="93331" y="20599"/>
                  </a:lnTo>
                  <a:lnTo>
                    <a:pt x="92777" y="19879"/>
                  </a:lnTo>
                  <a:lnTo>
                    <a:pt x="92210" y="19169"/>
                  </a:lnTo>
                  <a:lnTo>
                    <a:pt x="91630" y="18469"/>
                  </a:lnTo>
                  <a:lnTo>
                    <a:pt x="91039" y="17779"/>
                  </a:lnTo>
                  <a:lnTo>
                    <a:pt x="90435" y="17100"/>
                  </a:lnTo>
                  <a:lnTo>
                    <a:pt x="89820" y="16431"/>
                  </a:lnTo>
                  <a:lnTo>
                    <a:pt x="89193" y="15773"/>
                  </a:lnTo>
                  <a:lnTo>
                    <a:pt x="88555" y="15127"/>
                  </a:lnTo>
                  <a:lnTo>
                    <a:pt x="87905" y="14491"/>
                  </a:lnTo>
                  <a:lnTo>
                    <a:pt x="87245" y="13867"/>
                  </a:lnTo>
                  <a:lnTo>
                    <a:pt x="86573" y="13255"/>
                  </a:lnTo>
                  <a:lnTo>
                    <a:pt x="85891" y="12654"/>
                  </a:lnTo>
                  <a:lnTo>
                    <a:pt x="85199" y="12066"/>
                  </a:lnTo>
                  <a:lnTo>
                    <a:pt x="84496" y="11489"/>
                  </a:lnTo>
                  <a:lnTo>
                    <a:pt x="83784" y="10925"/>
                  </a:lnTo>
                  <a:lnTo>
                    <a:pt x="83061" y="10374"/>
                  </a:lnTo>
                  <a:lnTo>
                    <a:pt x="82329" y="9835"/>
                  </a:lnTo>
                  <a:lnTo>
                    <a:pt x="81588" y="9310"/>
                  </a:lnTo>
                  <a:lnTo>
                    <a:pt x="80838" y="8797"/>
                  </a:lnTo>
                  <a:lnTo>
                    <a:pt x="80079" y="8297"/>
                  </a:lnTo>
                  <a:lnTo>
                    <a:pt x="79311" y="7811"/>
                  </a:lnTo>
                  <a:lnTo>
                    <a:pt x="78535" y="7339"/>
                  </a:lnTo>
                  <a:lnTo>
                    <a:pt x="77750" y="6880"/>
                  </a:lnTo>
                  <a:lnTo>
                    <a:pt x="76958" y="6435"/>
                  </a:lnTo>
                  <a:lnTo>
                    <a:pt x="76158" y="6003"/>
                  </a:lnTo>
                  <a:lnTo>
                    <a:pt x="75351" y="5586"/>
                  </a:lnTo>
                  <a:lnTo>
                    <a:pt x="74536" y="5183"/>
                  </a:lnTo>
                  <a:lnTo>
                    <a:pt x="73715" y="4795"/>
                  </a:lnTo>
                  <a:lnTo>
                    <a:pt x="72887" y="4420"/>
                  </a:lnTo>
                  <a:lnTo>
                    <a:pt x="72052" y="4061"/>
                  </a:lnTo>
                  <a:lnTo>
                    <a:pt x="71212" y="3716"/>
                  </a:lnTo>
                  <a:lnTo>
                    <a:pt x="70365" y="3386"/>
                  </a:lnTo>
                  <a:lnTo>
                    <a:pt x="69513" y="3070"/>
                  </a:lnTo>
                  <a:lnTo>
                    <a:pt x="68655" y="2770"/>
                  </a:lnTo>
                  <a:lnTo>
                    <a:pt x="67792" y="2484"/>
                  </a:lnTo>
                  <a:lnTo>
                    <a:pt x="66925" y="2214"/>
                  </a:lnTo>
                  <a:lnTo>
                    <a:pt x="66052" y="1959"/>
                  </a:lnTo>
                  <a:lnTo>
                    <a:pt x="65176" y="1720"/>
                  </a:lnTo>
                  <a:lnTo>
                    <a:pt x="64295" y="1495"/>
                  </a:lnTo>
                  <a:lnTo>
                    <a:pt x="63411" y="1286"/>
                  </a:lnTo>
                  <a:lnTo>
                    <a:pt x="62523" y="1093"/>
                  </a:lnTo>
                  <a:lnTo>
                    <a:pt x="61632" y="915"/>
                  </a:lnTo>
                  <a:lnTo>
                    <a:pt x="60738" y="753"/>
                  </a:lnTo>
                  <a:lnTo>
                    <a:pt x="59841" y="607"/>
                  </a:lnTo>
                  <a:lnTo>
                    <a:pt x="58941" y="476"/>
                  </a:lnTo>
                  <a:lnTo>
                    <a:pt x="58040" y="361"/>
                  </a:lnTo>
                  <a:lnTo>
                    <a:pt x="57137" y="262"/>
                  </a:lnTo>
                  <a:lnTo>
                    <a:pt x="56232" y="178"/>
                  </a:lnTo>
                  <a:lnTo>
                    <a:pt x="55326" y="111"/>
                  </a:lnTo>
                  <a:lnTo>
                    <a:pt x="54418" y="59"/>
                  </a:lnTo>
                  <a:lnTo>
                    <a:pt x="53510" y="23"/>
                  </a:lnTo>
                  <a:lnTo>
                    <a:pt x="52602" y="3"/>
                  </a:lnTo>
                  <a:lnTo>
                    <a:pt x="51693" y="0"/>
                  </a:lnTo>
                  <a:lnTo>
                    <a:pt x="50784" y="11"/>
                  </a:lnTo>
                  <a:lnTo>
                    <a:pt x="49876" y="39"/>
                  </a:lnTo>
                  <a:lnTo>
                    <a:pt x="48968" y="83"/>
                  </a:lnTo>
                  <a:lnTo>
                    <a:pt x="48062" y="143"/>
                  </a:lnTo>
                  <a:lnTo>
                    <a:pt x="47156" y="218"/>
                  </a:lnTo>
                  <a:lnTo>
                    <a:pt x="46252" y="309"/>
                  </a:lnTo>
                  <a:lnTo>
                    <a:pt x="45350" y="416"/>
                  </a:lnTo>
                  <a:lnTo>
                    <a:pt x="44449" y="539"/>
                  </a:lnTo>
                  <a:lnTo>
                    <a:pt x="43551" y="678"/>
                  </a:lnTo>
                  <a:lnTo>
                    <a:pt x="42655" y="832"/>
                  </a:lnTo>
                  <a:lnTo>
                    <a:pt x="41763" y="1002"/>
                  </a:lnTo>
                  <a:lnTo>
                    <a:pt x="40873" y="1188"/>
                  </a:lnTo>
                  <a:lnTo>
                    <a:pt x="39987" y="1389"/>
                  </a:lnTo>
                  <a:lnTo>
                    <a:pt x="39104" y="1605"/>
                  </a:lnTo>
                  <a:lnTo>
                    <a:pt x="38226" y="1837"/>
                  </a:lnTo>
                  <a:lnTo>
                    <a:pt x="37351" y="2085"/>
                  </a:lnTo>
                  <a:lnTo>
                    <a:pt x="36481" y="2347"/>
                  </a:lnTo>
                  <a:lnTo>
                    <a:pt x="35616" y="2625"/>
                  </a:lnTo>
                  <a:lnTo>
                    <a:pt x="34756" y="2918"/>
                  </a:lnTo>
                  <a:lnTo>
                    <a:pt x="33901" y="3226"/>
                  </a:lnTo>
                  <a:lnTo>
                    <a:pt x="33052" y="3549"/>
                  </a:lnTo>
                  <a:lnTo>
                    <a:pt x="32208" y="3886"/>
                  </a:lnTo>
                  <a:lnTo>
                    <a:pt x="31370" y="4239"/>
                  </a:lnTo>
                  <a:lnTo>
                    <a:pt x="30539" y="4606"/>
                  </a:lnTo>
                  <a:lnTo>
                    <a:pt x="29714" y="4987"/>
                  </a:lnTo>
                  <a:lnTo>
                    <a:pt x="28896" y="5383"/>
                  </a:lnTo>
                  <a:lnTo>
                    <a:pt x="28085" y="5793"/>
                  </a:lnTo>
                  <a:lnTo>
                    <a:pt x="27281" y="6217"/>
                  </a:lnTo>
                  <a:lnTo>
                    <a:pt x="26485" y="6655"/>
                  </a:lnTo>
                  <a:lnTo>
                    <a:pt x="25697" y="7108"/>
                  </a:lnTo>
                  <a:lnTo>
                    <a:pt x="24917" y="7573"/>
                  </a:lnTo>
                  <a:lnTo>
                    <a:pt x="24145" y="8053"/>
                  </a:lnTo>
                  <a:lnTo>
                    <a:pt x="23381" y="8546"/>
                  </a:lnTo>
                  <a:lnTo>
                    <a:pt x="22626" y="9052"/>
                  </a:lnTo>
                  <a:lnTo>
                    <a:pt x="21881" y="9571"/>
                  </a:lnTo>
                  <a:lnTo>
                    <a:pt x="21144" y="10103"/>
                  </a:lnTo>
                  <a:lnTo>
                    <a:pt x="20417" y="10648"/>
                  </a:lnTo>
                  <a:lnTo>
                    <a:pt x="19699" y="11206"/>
                  </a:lnTo>
                  <a:lnTo>
                    <a:pt x="18992" y="11776"/>
                  </a:lnTo>
                  <a:lnTo>
                    <a:pt x="18294" y="12358"/>
                  </a:lnTo>
                  <a:lnTo>
                    <a:pt x="17607" y="12953"/>
                  </a:lnTo>
                  <a:lnTo>
                    <a:pt x="16930" y="13559"/>
                  </a:lnTo>
                  <a:lnTo>
                    <a:pt x="16264" y="14178"/>
                  </a:lnTo>
                  <a:lnTo>
                    <a:pt x="15609" y="14807"/>
                  </a:lnTo>
                  <a:lnTo>
                    <a:pt x="14965" y="15449"/>
                  </a:lnTo>
                  <a:lnTo>
                    <a:pt x="14333" y="16101"/>
                  </a:lnTo>
                  <a:lnTo>
                    <a:pt x="13711" y="16764"/>
                  </a:lnTo>
                  <a:lnTo>
                    <a:pt x="13102" y="17438"/>
                  </a:lnTo>
                  <a:lnTo>
                    <a:pt x="12504" y="18123"/>
                  </a:lnTo>
                  <a:lnTo>
                    <a:pt x="11919" y="18818"/>
                  </a:lnTo>
                  <a:lnTo>
                    <a:pt x="11346" y="19523"/>
                  </a:lnTo>
                  <a:lnTo>
                    <a:pt x="10785" y="20238"/>
                  </a:lnTo>
                  <a:lnTo>
                    <a:pt x="10237" y="20963"/>
                  </a:lnTo>
                  <a:lnTo>
                    <a:pt x="9701" y="21697"/>
                  </a:lnTo>
                  <a:lnTo>
                    <a:pt x="9179" y="22441"/>
                  </a:lnTo>
                  <a:lnTo>
                    <a:pt x="8669" y="23193"/>
                  </a:lnTo>
                  <a:lnTo>
                    <a:pt x="8173" y="23955"/>
                  </a:lnTo>
                  <a:lnTo>
                    <a:pt x="7690" y="24724"/>
                  </a:lnTo>
                  <a:lnTo>
                    <a:pt x="7221" y="25503"/>
                  </a:lnTo>
                  <a:lnTo>
                    <a:pt x="6766" y="26289"/>
                  </a:lnTo>
                  <a:lnTo>
                    <a:pt x="6324" y="27083"/>
                  </a:lnTo>
                  <a:lnTo>
                    <a:pt x="5896" y="27885"/>
                  </a:lnTo>
                  <a:lnTo>
                    <a:pt x="5483" y="28694"/>
                  </a:lnTo>
                  <a:lnTo>
                    <a:pt x="5083" y="29510"/>
                  </a:lnTo>
                  <a:lnTo>
                    <a:pt x="4698" y="30333"/>
                  </a:lnTo>
                  <a:lnTo>
                    <a:pt x="4328" y="31163"/>
                  </a:lnTo>
                  <a:lnTo>
                    <a:pt x="3972" y="31999"/>
                  </a:lnTo>
                  <a:lnTo>
                    <a:pt x="3630" y="32842"/>
                  </a:lnTo>
                  <a:lnTo>
                    <a:pt x="3304" y="33690"/>
                  </a:lnTo>
                  <a:lnTo>
                    <a:pt x="2992" y="34543"/>
                  </a:lnTo>
                  <a:lnTo>
                    <a:pt x="2696" y="35402"/>
                  </a:lnTo>
                  <a:lnTo>
                    <a:pt x="2414" y="36266"/>
                  </a:lnTo>
                  <a:lnTo>
                    <a:pt x="2148" y="37135"/>
                  </a:lnTo>
                  <a:lnTo>
                    <a:pt x="1896" y="38008"/>
                  </a:lnTo>
                  <a:lnTo>
                    <a:pt x="1661" y="38886"/>
                  </a:lnTo>
                  <a:lnTo>
                    <a:pt x="1440" y="39768"/>
                  </a:lnTo>
                  <a:lnTo>
                    <a:pt x="1235" y="40653"/>
                  </a:lnTo>
                  <a:lnTo>
                    <a:pt x="1046" y="41542"/>
                  </a:lnTo>
                  <a:lnTo>
                    <a:pt x="872" y="42434"/>
                  </a:lnTo>
                  <a:lnTo>
                    <a:pt x="714" y="43328"/>
                  </a:lnTo>
                  <a:lnTo>
                    <a:pt x="571" y="44226"/>
                  </a:lnTo>
                  <a:lnTo>
                    <a:pt x="444" y="45126"/>
                  </a:lnTo>
                  <a:lnTo>
                    <a:pt x="333" y="46028"/>
                  </a:lnTo>
                  <a:lnTo>
                    <a:pt x="238" y="46931"/>
                  </a:lnTo>
                  <a:lnTo>
                    <a:pt x="158" y="47837"/>
                  </a:lnTo>
                  <a:lnTo>
                    <a:pt x="95" y="48743"/>
                  </a:lnTo>
                  <a:lnTo>
                    <a:pt x="47" y="49651"/>
                  </a:lnTo>
                  <a:lnTo>
                    <a:pt x="15" y="50559"/>
                  </a:lnTo>
                  <a:lnTo>
                    <a:pt x="0" y="51467"/>
                  </a:lnTo>
                  <a:lnTo>
                    <a:pt x="0" y="52376"/>
                  </a:lnTo>
                  <a:lnTo>
                    <a:pt x="15" y="53285"/>
                  </a:lnTo>
                  <a:lnTo>
                    <a:pt x="47" y="54193"/>
                  </a:lnTo>
                  <a:lnTo>
                    <a:pt x="95" y="55100"/>
                  </a:lnTo>
                  <a:lnTo>
                    <a:pt x="158" y="56007"/>
                  </a:lnTo>
                  <a:lnTo>
                    <a:pt x="238" y="56912"/>
                  </a:lnTo>
                  <a:lnTo>
                    <a:pt x="333" y="57816"/>
                  </a:lnTo>
                  <a:lnTo>
                    <a:pt x="444" y="58718"/>
                  </a:lnTo>
                  <a:lnTo>
                    <a:pt x="571" y="59618"/>
                  </a:lnTo>
                  <a:lnTo>
                    <a:pt x="714" y="60515"/>
                  </a:lnTo>
                  <a:lnTo>
                    <a:pt x="872" y="61410"/>
                  </a:lnTo>
                  <a:lnTo>
                    <a:pt x="1046" y="62302"/>
                  </a:lnTo>
                  <a:lnTo>
                    <a:pt x="1235" y="63191"/>
                  </a:lnTo>
                  <a:lnTo>
                    <a:pt x="1440" y="64076"/>
                  </a:lnTo>
                  <a:lnTo>
                    <a:pt x="1661" y="64958"/>
                  </a:lnTo>
                  <a:lnTo>
                    <a:pt x="1896" y="65835"/>
                  </a:lnTo>
                  <a:lnTo>
                    <a:pt x="2148" y="66709"/>
                  </a:lnTo>
                  <a:lnTo>
                    <a:pt x="2414" y="67577"/>
                  </a:lnTo>
                  <a:lnTo>
                    <a:pt x="2696" y="68441"/>
                  </a:lnTo>
                  <a:lnTo>
                    <a:pt x="2992" y="69300"/>
                  </a:lnTo>
                  <a:lnTo>
                    <a:pt x="3304" y="70154"/>
                  </a:lnTo>
                  <a:lnTo>
                    <a:pt x="3630" y="71002"/>
                  </a:lnTo>
                  <a:lnTo>
                    <a:pt x="3972" y="71844"/>
                  </a:lnTo>
                  <a:lnTo>
                    <a:pt x="4328" y="72680"/>
                  </a:lnTo>
                  <a:lnTo>
                    <a:pt x="4698" y="73510"/>
                  </a:lnTo>
                  <a:lnTo>
                    <a:pt x="5083" y="74333"/>
                  </a:lnTo>
                  <a:lnTo>
                    <a:pt x="5483" y="75149"/>
                  </a:lnTo>
                  <a:lnTo>
                    <a:pt x="5896" y="75959"/>
                  </a:lnTo>
                  <a:lnTo>
                    <a:pt x="6324" y="76760"/>
                  </a:lnTo>
                  <a:lnTo>
                    <a:pt x="6766" y="77555"/>
                  </a:lnTo>
                  <a:lnTo>
                    <a:pt x="7221" y="78341"/>
                  </a:lnTo>
                  <a:lnTo>
                    <a:pt x="7690" y="79119"/>
                  </a:lnTo>
                  <a:lnTo>
                    <a:pt x="8173" y="79889"/>
                  </a:lnTo>
                  <a:lnTo>
                    <a:pt x="8669" y="80650"/>
                  </a:lnTo>
                  <a:lnTo>
                    <a:pt x="9179" y="81403"/>
                  </a:lnTo>
                  <a:lnTo>
                    <a:pt x="9701" y="82146"/>
                  </a:lnTo>
                  <a:lnTo>
                    <a:pt x="10237" y="82881"/>
                  </a:lnTo>
                  <a:lnTo>
                    <a:pt x="10785" y="83605"/>
                  </a:lnTo>
                  <a:lnTo>
                    <a:pt x="11346" y="84320"/>
                  </a:lnTo>
                  <a:lnTo>
                    <a:pt x="11919" y="85026"/>
                  </a:lnTo>
                  <a:lnTo>
                    <a:pt x="12504" y="85721"/>
                  </a:lnTo>
                  <a:lnTo>
                    <a:pt x="13102" y="86405"/>
                  </a:lnTo>
                  <a:lnTo>
                    <a:pt x="13711" y="87079"/>
                  </a:lnTo>
                  <a:lnTo>
                    <a:pt x="14333" y="87743"/>
                  </a:lnTo>
                  <a:lnTo>
                    <a:pt x="14965" y="88395"/>
                  </a:lnTo>
                  <a:lnTo>
                    <a:pt x="15609" y="89036"/>
                  </a:lnTo>
                  <a:lnTo>
                    <a:pt x="16264" y="89666"/>
                  </a:lnTo>
                  <a:lnTo>
                    <a:pt x="16930" y="90284"/>
                  </a:lnTo>
                  <a:lnTo>
                    <a:pt x="17607" y="90891"/>
                  </a:lnTo>
                  <a:lnTo>
                    <a:pt x="18294" y="91485"/>
                  </a:lnTo>
                  <a:lnTo>
                    <a:pt x="18992" y="92068"/>
                  </a:lnTo>
                  <a:lnTo>
                    <a:pt x="19699" y="92638"/>
                  </a:lnTo>
                  <a:lnTo>
                    <a:pt x="20417" y="93195"/>
                  </a:lnTo>
                  <a:lnTo>
                    <a:pt x="21144" y="93740"/>
                  </a:lnTo>
                  <a:lnTo>
                    <a:pt x="21881" y="94273"/>
                  </a:lnTo>
                  <a:lnTo>
                    <a:pt x="22626" y="94792"/>
                  </a:lnTo>
                  <a:lnTo>
                    <a:pt x="23381" y="95298"/>
                  </a:lnTo>
                  <a:lnTo>
                    <a:pt x="24145" y="95791"/>
                  </a:lnTo>
                  <a:lnTo>
                    <a:pt x="24917" y="96270"/>
                  </a:lnTo>
                  <a:lnTo>
                    <a:pt x="25697" y="96736"/>
                  </a:lnTo>
                  <a:lnTo>
                    <a:pt x="26485" y="97188"/>
                  </a:lnTo>
                  <a:lnTo>
                    <a:pt x="27281" y="97626"/>
                  </a:lnTo>
                  <a:lnTo>
                    <a:pt x="28085" y="98050"/>
                  </a:lnTo>
                  <a:lnTo>
                    <a:pt x="28896" y="98461"/>
                  </a:lnTo>
                  <a:lnTo>
                    <a:pt x="29714" y="98856"/>
                  </a:lnTo>
                  <a:lnTo>
                    <a:pt x="30539" y="99238"/>
                  </a:lnTo>
                  <a:lnTo>
                    <a:pt x="31370" y="99605"/>
                  </a:lnTo>
                  <a:lnTo>
                    <a:pt x="32208" y="99957"/>
                  </a:lnTo>
                  <a:lnTo>
                    <a:pt x="33052" y="100295"/>
                  </a:lnTo>
                  <a:lnTo>
                    <a:pt x="33901" y="100618"/>
                  </a:lnTo>
                  <a:lnTo>
                    <a:pt x="34756" y="100925"/>
                  </a:lnTo>
                  <a:lnTo>
                    <a:pt x="35616" y="101218"/>
                  </a:lnTo>
                  <a:lnTo>
                    <a:pt x="36481" y="101496"/>
                  </a:lnTo>
                  <a:lnTo>
                    <a:pt x="37351" y="101759"/>
                  </a:lnTo>
                  <a:lnTo>
                    <a:pt x="38226" y="102006"/>
                  </a:lnTo>
                  <a:lnTo>
                    <a:pt x="39104" y="102238"/>
                  </a:lnTo>
                  <a:lnTo>
                    <a:pt x="39987" y="102455"/>
                  </a:lnTo>
                  <a:lnTo>
                    <a:pt x="40873" y="102656"/>
                  </a:lnTo>
                  <a:lnTo>
                    <a:pt x="41763" y="102841"/>
                  </a:lnTo>
                  <a:lnTo>
                    <a:pt x="42655" y="103011"/>
                  </a:lnTo>
                  <a:lnTo>
                    <a:pt x="43551" y="103166"/>
                  </a:lnTo>
                  <a:lnTo>
                    <a:pt x="44449" y="103304"/>
                  </a:lnTo>
                  <a:lnTo>
                    <a:pt x="45350" y="103427"/>
                  </a:lnTo>
                  <a:lnTo>
                    <a:pt x="46252" y="103534"/>
                  </a:lnTo>
                  <a:lnTo>
                    <a:pt x="47156" y="103625"/>
                  </a:lnTo>
                  <a:lnTo>
                    <a:pt x="48062" y="103701"/>
                  </a:lnTo>
                  <a:lnTo>
                    <a:pt x="48968" y="103761"/>
                  </a:lnTo>
                  <a:lnTo>
                    <a:pt x="49876" y="103804"/>
                  </a:lnTo>
                  <a:lnTo>
                    <a:pt x="50784" y="103832"/>
                  </a:lnTo>
                  <a:lnTo>
                    <a:pt x="51693" y="103844"/>
                  </a:lnTo>
                  <a:lnTo>
                    <a:pt x="52602" y="103840"/>
                  </a:lnTo>
                  <a:lnTo>
                    <a:pt x="53510" y="103820"/>
                  </a:lnTo>
                  <a:lnTo>
                    <a:pt x="54418" y="103784"/>
                  </a:lnTo>
                  <a:lnTo>
                    <a:pt x="55326" y="103733"/>
                  </a:lnTo>
                  <a:lnTo>
                    <a:pt x="56232" y="103665"/>
                  </a:lnTo>
                  <a:lnTo>
                    <a:pt x="57137" y="103582"/>
                  </a:lnTo>
                  <a:lnTo>
                    <a:pt x="58040" y="103483"/>
                  </a:lnTo>
                  <a:lnTo>
                    <a:pt x="58941" y="103368"/>
                  </a:lnTo>
                  <a:lnTo>
                    <a:pt x="59841" y="103237"/>
                  </a:lnTo>
                  <a:lnTo>
                    <a:pt x="60738" y="103090"/>
                  </a:lnTo>
                  <a:lnTo>
                    <a:pt x="61632" y="102928"/>
                  </a:lnTo>
                  <a:lnTo>
                    <a:pt x="62523" y="102750"/>
                  </a:lnTo>
                  <a:lnTo>
                    <a:pt x="63411" y="102557"/>
                  </a:lnTo>
                  <a:lnTo>
                    <a:pt x="64295" y="102348"/>
                  </a:lnTo>
                  <a:lnTo>
                    <a:pt x="65176" y="102124"/>
                  </a:lnTo>
                  <a:lnTo>
                    <a:pt x="66052" y="101884"/>
                  </a:lnTo>
                  <a:lnTo>
                    <a:pt x="66925" y="101629"/>
                  </a:lnTo>
                  <a:lnTo>
                    <a:pt x="67792" y="101359"/>
                  </a:lnTo>
                  <a:lnTo>
                    <a:pt x="68655" y="101074"/>
                  </a:lnTo>
                  <a:lnTo>
                    <a:pt x="69513" y="100773"/>
                  </a:lnTo>
                  <a:lnTo>
                    <a:pt x="70365" y="100458"/>
                  </a:lnTo>
                  <a:lnTo>
                    <a:pt x="71212" y="100128"/>
                  </a:lnTo>
                  <a:lnTo>
                    <a:pt x="72052" y="99783"/>
                  </a:lnTo>
                  <a:lnTo>
                    <a:pt x="72887" y="99423"/>
                  </a:lnTo>
                  <a:lnTo>
                    <a:pt x="73715" y="99049"/>
                  </a:lnTo>
                  <a:lnTo>
                    <a:pt x="74536" y="98660"/>
                  </a:lnTo>
                  <a:lnTo>
                    <a:pt x="75351" y="98257"/>
                  </a:lnTo>
                  <a:lnTo>
                    <a:pt x="76158" y="97840"/>
                  </a:lnTo>
                  <a:lnTo>
                    <a:pt x="76958" y="97409"/>
                  </a:lnTo>
                  <a:lnTo>
                    <a:pt x="77750" y="96964"/>
                  </a:lnTo>
                  <a:lnTo>
                    <a:pt x="78535" y="96505"/>
                  </a:lnTo>
                  <a:lnTo>
                    <a:pt x="79311" y="96032"/>
                  </a:lnTo>
                  <a:lnTo>
                    <a:pt x="80079" y="95546"/>
                  </a:lnTo>
                  <a:lnTo>
                    <a:pt x="80838" y="95047"/>
                  </a:lnTo>
                  <a:lnTo>
                    <a:pt x="81588" y="94534"/>
                  </a:lnTo>
                  <a:lnTo>
                    <a:pt x="82329" y="94008"/>
                  </a:lnTo>
                  <a:lnTo>
                    <a:pt x="83061" y="93469"/>
                  </a:lnTo>
                  <a:lnTo>
                    <a:pt x="83784" y="92918"/>
                  </a:lnTo>
                  <a:lnTo>
                    <a:pt x="84496" y="92354"/>
                  </a:lnTo>
                  <a:lnTo>
                    <a:pt x="85199" y="91778"/>
                  </a:lnTo>
                  <a:lnTo>
                    <a:pt x="85891" y="91189"/>
                  </a:lnTo>
                  <a:lnTo>
                    <a:pt x="86573" y="90589"/>
                  </a:lnTo>
                  <a:lnTo>
                    <a:pt x="87245" y="89976"/>
                  </a:lnTo>
                  <a:lnTo>
                    <a:pt x="87905" y="89352"/>
                  </a:lnTo>
                  <a:lnTo>
                    <a:pt x="88555" y="88717"/>
                  </a:lnTo>
                  <a:lnTo>
                    <a:pt x="89193" y="88070"/>
                  </a:lnTo>
                  <a:lnTo>
                    <a:pt x="89820" y="87412"/>
                  </a:lnTo>
                  <a:lnTo>
                    <a:pt x="90435" y="86744"/>
                  </a:lnTo>
                  <a:lnTo>
                    <a:pt x="91039" y="86064"/>
                  </a:lnTo>
                  <a:lnTo>
                    <a:pt x="91630" y="85374"/>
                  </a:lnTo>
                  <a:lnTo>
                    <a:pt x="92210" y="84674"/>
                  </a:lnTo>
                  <a:lnTo>
                    <a:pt x="92777" y="83964"/>
                  </a:lnTo>
                  <a:lnTo>
                    <a:pt x="93331" y="83244"/>
                  </a:lnTo>
                  <a:lnTo>
                    <a:pt x="93873" y="82515"/>
                  </a:lnTo>
                  <a:lnTo>
                    <a:pt x="94402" y="81776"/>
                  </a:lnTo>
                  <a:lnTo>
                    <a:pt x="94918" y="81028"/>
                  </a:lnTo>
                  <a:lnTo>
                    <a:pt x="95421" y="80271"/>
                  </a:lnTo>
                  <a:lnTo>
                    <a:pt x="95910" y="79505"/>
                  </a:lnTo>
                  <a:lnTo>
                    <a:pt x="96386" y="78731"/>
                  </a:lnTo>
                  <a:lnTo>
                    <a:pt x="96849" y="77949"/>
                  </a:lnTo>
                  <a:lnTo>
                    <a:pt x="97297" y="77158"/>
                  </a:lnTo>
                  <a:lnTo>
                    <a:pt x="97732" y="76360"/>
                  </a:lnTo>
                  <a:lnTo>
                    <a:pt x="98153" y="75555"/>
                  </a:lnTo>
                  <a:lnTo>
                    <a:pt x="98559" y="74742"/>
                  </a:lnTo>
                  <a:lnTo>
                    <a:pt x="98952" y="73922"/>
                  </a:lnTo>
                  <a:lnTo>
                    <a:pt x="99329" y="73096"/>
                  </a:lnTo>
                  <a:lnTo>
                    <a:pt x="99693" y="72263"/>
                  </a:lnTo>
                  <a:lnTo>
                    <a:pt x="100041" y="71424"/>
                  </a:lnTo>
                  <a:lnTo>
                    <a:pt x="100375" y="70579"/>
                  </a:lnTo>
                  <a:lnTo>
                    <a:pt x="100694" y="69728"/>
                  </a:lnTo>
                  <a:lnTo>
                    <a:pt x="100999" y="68871"/>
                  </a:lnTo>
                  <a:lnTo>
                    <a:pt x="101288" y="68010"/>
                  </a:lnTo>
                  <a:lnTo>
                    <a:pt x="101562" y="67144"/>
                  </a:lnTo>
                  <a:lnTo>
                    <a:pt x="101820" y="66272"/>
                  </a:lnTo>
                  <a:lnTo>
                    <a:pt x="102064" y="65397"/>
                  </a:lnTo>
                  <a:lnTo>
                    <a:pt x="102292" y="64517"/>
                  </a:lnTo>
                  <a:lnTo>
                    <a:pt x="102505" y="63634"/>
                  </a:lnTo>
                  <a:lnTo>
                    <a:pt x="102702" y="62747"/>
                  </a:lnTo>
                  <a:lnTo>
                    <a:pt x="102884" y="61856"/>
                  </a:lnTo>
                  <a:lnTo>
                    <a:pt x="103050" y="60963"/>
                  </a:lnTo>
                  <a:lnTo>
                    <a:pt x="103200" y="60067"/>
                  </a:lnTo>
                  <a:lnTo>
                    <a:pt x="103335" y="59168"/>
                  </a:lnTo>
                  <a:lnTo>
                    <a:pt x="103454" y="58267"/>
                  </a:lnTo>
                  <a:lnTo>
                    <a:pt x="103557" y="57364"/>
                  </a:lnTo>
                  <a:lnTo>
                    <a:pt x="103644" y="56460"/>
                  </a:lnTo>
                  <a:lnTo>
                    <a:pt x="103716" y="55554"/>
                  </a:lnTo>
                  <a:lnTo>
                    <a:pt x="103771" y="54647"/>
                  </a:lnTo>
                  <a:lnTo>
                    <a:pt x="103811" y="53739"/>
                  </a:lnTo>
                  <a:lnTo>
                    <a:pt x="103835" y="52830"/>
                  </a:lnTo>
                  <a:lnTo>
                    <a:pt x="103843" y="519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522" name="pl522"/>
            <p:cNvSpPr/>
            <p:nvPr/>
          </p:nvSpPr>
          <p:spPr>
            <a:xfrm>
              <a:off x="3160833" y="5779500"/>
              <a:ext cx="571139" cy="571144"/>
            </a:xfrm>
            <a:custGeom>
              <a:avLst/>
              <a:pathLst>
                <a:path w="571139" h="571144">
                  <a:moveTo>
                    <a:pt x="571139" y="285572"/>
                  </a:moveTo>
                  <a:lnTo>
                    <a:pt x="571095" y="280574"/>
                  </a:lnTo>
                  <a:lnTo>
                    <a:pt x="570964" y="275578"/>
                  </a:lnTo>
                  <a:lnTo>
                    <a:pt x="570745" y="270584"/>
                  </a:lnTo>
                  <a:lnTo>
                    <a:pt x="570439" y="265596"/>
                  </a:lnTo>
                  <a:lnTo>
                    <a:pt x="570046" y="260613"/>
                  </a:lnTo>
                  <a:lnTo>
                    <a:pt x="569566" y="255638"/>
                  </a:lnTo>
                  <a:lnTo>
                    <a:pt x="568998" y="250673"/>
                  </a:lnTo>
                  <a:lnTo>
                    <a:pt x="568344" y="245718"/>
                  </a:lnTo>
                  <a:lnTo>
                    <a:pt x="567603" y="240775"/>
                  </a:lnTo>
                  <a:lnTo>
                    <a:pt x="566776" y="235846"/>
                  </a:lnTo>
                  <a:lnTo>
                    <a:pt x="565863" y="230932"/>
                  </a:lnTo>
                  <a:lnTo>
                    <a:pt x="564864" y="226035"/>
                  </a:lnTo>
                  <a:lnTo>
                    <a:pt x="563779" y="221156"/>
                  </a:lnTo>
                  <a:lnTo>
                    <a:pt x="562609" y="216296"/>
                  </a:lnTo>
                  <a:lnTo>
                    <a:pt x="561354" y="211459"/>
                  </a:lnTo>
                  <a:lnTo>
                    <a:pt x="560015" y="206643"/>
                  </a:lnTo>
                  <a:lnTo>
                    <a:pt x="558592" y="201852"/>
                  </a:lnTo>
                  <a:lnTo>
                    <a:pt x="557085" y="197087"/>
                  </a:lnTo>
                  <a:lnTo>
                    <a:pt x="555494" y="192348"/>
                  </a:lnTo>
                  <a:lnTo>
                    <a:pt x="553822" y="187639"/>
                  </a:lnTo>
                  <a:lnTo>
                    <a:pt x="552067" y="182959"/>
                  </a:lnTo>
                  <a:lnTo>
                    <a:pt x="550230" y="178310"/>
                  </a:lnTo>
                  <a:lnTo>
                    <a:pt x="548312" y="173695"/>
                  </a:lnTo>
                  <a:lnTo>
                    <a:pt x="546314" y="169114"/>
                  </a:lnTo>
                  <a:lnTo>
                    <a:pt x="544236" y="164568"/>
                  </a:lnTo>
                  <a:lnTo>
                    <a:pt x="542079" y="160060"/>
                  </a:lnTo>
                  <a:lnTo>
                    <a:pt x="539843" y="155590"/>
                  </a:lnTo>
                  <a:lnTo>
                    <a:pt x="537529" y="151159"/>
                  </a:lnTo>
                  <a:lnTo>
                    <a:pt x="535138" y="146770"/>
                  </a:lnTo>
                  <a:lnTo>
                    <a:pt x="532671" y="142424"/>
                  </a:lnTo>
                  <a:lnTo>
                    <a:pt x="530127" y="138121"/>
                  </a:lnTo>
                  <a:lnTo>
                    <a:pt x="527509" y="133864"/>
                  </a:lnTo>
                  <a:lnTo>
                    <a:pt x="524817" y="129653"/>
                  </a:lnTo>
                  <a:lnTo>
                    <a:pt x="522052" y="125489"/>
                  </a:lnTo>
                  <a:lnTo>
                    <a:pt x="519214" y="121375"/>
                  </a:lnTo>
                  <a:lnTo>
                    <a:pt x="516305" y="117311"/>
                  </a:lnTo>
                  <a:lnTo>
                    <a:pt x="513325" y="113299"/>
                  </a:lnTo>
                  <a:lnTo>
                    <a:pt x="510275" y="109339"/>
                  </a:lnTo>
                  <a:lnTo>
                    <a:pt x="507156" y="105433"/>
                  </a:lnTo>
                  <a:lnTo>
                    <a:pt x="503970" y="101583"/>
                  </a:lnTo>
                  <a:lnTo>
                    <a:pt x="500716" y="97789"/>
                  </a:lnTo>
                  <a:lnTo>
                    <a:pt x="497397" y="94052"/>
                  </a:lnTo>
                  <a:lnTo>
                    <a:pt x="494013" y="90374"/>
                  </a:lnTo>
                  <a:lnTo>
                    <a:pt x="490565" y="86756"/>
                  </a:lnTo>
                  <a:lnTo>
                    <a:pt x="487054" y="83199"/>
                  </a:lnTo>
                  <a:lnTo>
                    <a:pt x="483481" y="79703"/>
                  </a:lnTo>
                  <a:lnTo>
                    <a:pt x="479848" y="76271"/>
                  </a:lnTo>
                  <a:lnTo>
                    <a:pt x="476155" y="72903"/>
                  </a:lnTo>
                  <a:lnTo>
                    <a:pt x="472404" y="69600"/>
                  </a:lnTo>
                  <a:lnTo>
                    <a:pt x="468596" y="66363"/>
                  </a:lnTo>
                  <a:lnTo>
                    <a:pt x="464731" y="63193"/>
                  </a:lnTo>
                  <a:lnTo>
                    <a:pt x="460812" y="60092"/>
                  </a:lnTo>
                  <a:lnTo>
                    <a:pt x="456839" y="57059"/>
                  </a:lnTo>
                  <a:lnTo>
                    <a:pt x="452813" y="54097"/>
                  </a:lnTo>
                  <a:lnTo>
                    <a:pt x="448737" y="51205"/>
                  </a:lnTo>
                  <a:lnTo>
                    <a:pt x="444610" y="48386"/>
                  </a:lnTo>
                  <a:lnTo>
                    <a:pt x="440435" y="45638"/>
                  </a:lnTo>
                  <a:lnTo>
                    <a:pt x="436212" y="42965"/>
                  </a:lnTo>
                  <a:lnTo>
                    <a:pt x="431943" y="40365"/>
                  </a:lnTo>
                  <a:lnTo>
                    <a:pt x="427629" y="37841"/>
                  </a:lnTo>
                  <a:lnTo>
                    <a:pt x="423272" y="35393"/>
                  </a:lnTo>
                  <a:lnTo>
                    <a:pt x="418873" y="33021"/>
                  </a:lnTo>
                  <a:lnTo>
                    <a:pt x="414432" y="30727"/>
                  </a:lnTo>
                  <a:lnTo>
                    <a:pt x="409952" y="28510"/>
                  </a:lnTo>
                  <a:lnTo>
                    <a:pt x="405435" y="26373"/>
                  </a:lnTo>
                  <a:lnTo>
                    <a:pt x="400880" y="24315"/>
                  </a:lnTo>
                  <a:lnTo>
                    <a:pt x="396290" y="22337"/>
                  </a:lnTo>
                  <a:lnTo>
                    <a:pt x="391666" y="20439"/>
                  </a:lnTo>
                  <a:lnTo>
                    <a:pt x="387010" y="18623"/>
                  </a:lnTo>
                  <a:lnTo>
                    <a:pt x="382322" y="16888"/>
                  </a:lnTo>
                  <a:lnTo>
                    <a:pt x="377605" y="15236"/>
                  </a:lnTo>
                  <a:lnTo>
                    <a:pt x="372860" y="13667"/>
                  </a:lnTo>
                  <a:lnTo>
                    <a:pt x="368088" y="12180"/>
                  </a:lnTo>
                  <a:lnTo>
                    <a:pt x="363291" y="10778"/>
                  </a:lnTo>
                  <a:lnTo>
                    <a:pt x="358470" y="9460"/>
                  </a:lnTo>
                  <a:lnTo>
                    <a:pt x="353626" y="8226"/>
                  </a:lnTo>
                  <a:lnTo>
                    <a:pt x="348762" y="7078"/>
                  </a:lnTo>
                  <a:lnTo>
                    <a:pt x="343878" y="6014"/>
                  </a:lnTo>
                  <a:lnTo>
                    <a:pt x="338977" y="5036"/>
                  </a:lnTo>
                  <a:lnTo>
                    <a:pt x="334059" y="4145"/>
                  </a:lnTo>
                  <a:lnTo>
                    <a:pt x="329126" y="3339"/>
                  </a:lnTo>
                  <a:lnTo>
                    <a:pt x="324180" y="2620"/>
                  </a:lnTo>
                  <a:lnTo>
                    <a:pt x="319223" y="1987"/>
                  </a:lnTo>
                  <a:lnTo>
                    <a:pt x="314254" y="1442"/>
                  </a:lnTo>
                  <a:lnTo>
                    <a:pt x="309277" y="983"/>
                  </a:lnTo>
                  <a:lnTo>
                    <a:pt x="304293" y="612"/>
                  </a:lnTo>
                  <a:lnTo>
                    <a:pt x="299303" y="327"/>
                  </a:lnTo>
                  <a:lnTo>
                    <a:pt x="294309" y="131"/>
                  </a:lnTo>
                  <a:lnTo>
                    <a:pt x="289312" y="21"/>
                  </a:lnTo>
                  <a:lnTo>
                    <a:pt x="284314" y="0"/>
                  </a:lnTo>
                  <a:lnTo>
                    <a:pt x="279317" y="65"/>
                  </a:lnTo>
                  <a:lnTo>
                    <a:pt x="274321" y="218"/>
                  </a:lnTo>
                  <a:lnTo>
                    <a:pt x="269329" y="459"/>
                  </a:lnTo>
                  <a:lnTo>
                    <a:pt x="264341" y="786"/>
                  </a:lnTo>
                  <a:lnTo>
                    <a:pt x="259361" y="1201"/>
                  </a:lnTo>
                  <a:lnTo>
                    <a:pt x="254388" y="1704"/>
                  </a:lnTo>
                  <a:lnTo>
                    <a:pt x="249425" y="2293"/>
                  </a:lnTo>
                  <a:lnTo>
                    <a:pt x="244472" y="2969"/>
                  </a:lnTo>
                  <a:lnTo>
                    <a:pt x="239533" y="3731"/>
                  </a:lnTo>
                  <a:lnTo>
                    <a:pt x="234607" y="4580"/>
                  </a:lnTo>
                  <a:lnTo>
                    <a:pt x="229698" y="5515"/>
                  </a:lnTo>
                  <a:lnTo>
                    <a:pt x="224805" y="6535"/>
                  </a:lnTo>
                  <a:lnTo>
                    <a:pt x="219931" y="7641"/>
                  </a:lnTo>
                  <a:lnTo>
                    <a:pt x="215077" y="8832"/>
                  </a:lnTo>
                  <a:lnTo>
                    <a:pt x="210244" y="10108"/>
                  </a:lnTo>
                  <a:lnTo>
                    <a:pt x="205435" y="11469"/>
                  </a:lnTo>
                  <a:lnTo>
                    <a:pt x="200650" y="12913"/>
                  </a:lnTo>
                  <a:lnTo>
                    <a:pt x="195891" y="14441"/>
                  </a:lnTo>
                  <a:lnTo>
                    <a:pt x="191160" y="16052"/>
                  </a:lnTo>
                  <a:lnTo>
                    <a:pt x="186458" y="17745"/>
                  </a:lnTo>
                  <a:lnTo>
                    <a:pt x="181786" y="19521"/>
                  </a:lnTo>
                  <a:lnTo>
                    <a:pt x="177145" y="21378"/>
                  </a:lnTo>
                  <a:lnTo>
                    <a:pt x="172538" y="23316"/>
                  </a:lnTo>
                  <a:lnTo>
                    <a:pt x="167966" y="25334"/>
                  </a:lnTo>
                  <a:lnTo>
                    <a:pt x="163429" y="27432"/>
                  </a:lnTo>
                  <a:lnTo>
                    <a:pt x="158930" y="29609"/>
                  </a:lnTo>
                  <a:lnTo>
                    <a:pt x="154470" y="31864"/>
                  </a:lnTo>
                  <a:lnTo>
                    <a:pt x="150050" y="34197"/>
                  </a:lnTo>
                  <a:lnTo>
                    <a:pt x="145671" y="36607"/>
                  </a:lnTo>
                  <a:lnTo>
                    <a:pt x="141336" y="39094"/>
                  </a:lnTo>
                  <a:lnTo>
                    <a:pt x="137044" y="41656"/>
                  </a:lnTo>
                  <a:lnTo>
                    <a:pt x="132798" y="44292"/>
                  </a:lnTo>
                  <a:lnTo>
                    <a:pt x="128599" y="47003"/>
                  </a:lnTo>
                  <a:lnTo>
                    <a:pt x="124448" y="49786"/>
                  </a:lnTo>
                  <a:lnTo>
                    <a:pt x="120346" y="52642"/>
                  </a:lnTo>
                  <a:lnTo>
                    <a:pt x="116295" y="55569"/>
                  </a:lnTo>
                  <a:lnTo>
                    <a:pt x="112295" y="58567"/>
                  </a:lnTo>
                  <a:lnTo>
                    <a:pt x="108349" y="61634"/>
                  </a:lnTo>
                  <a:lnTo>
                    <a:pt x="104457" y="64770"/>
                  </a:lnTo>
                  <a:lnTo>
                    <a:pt x="100621" y="67973"/>
                  </a:lnTo>
                  <a:lnTo>
                    <a:pt x="96841" y="71243"/>
                  </a:lnTo>
                  <a:lnTo>
                    <a:pt x="93119" y="74579"/>
                  </a:lnTo>
                  <a:lnTo>
                    <a:pt x="89456" y="77979"/>
                  </a:lnTo>
                  <a:lnTo>
                    <a:pt x="85853" y="81443"/>
                  </a:lnTo>
                  <a:lnTo>
                    <a:pt x="82311" y="84969"/>
                  </a:lnTo>
                  <a:lnTo>
                    <a:pt x="78831" y="88557"/>
                  </a:lnTo>
                  <a:lnTo>
                    <a:pt x="75415" y="92206"/>
                  </a:lnTo>
                  <a:lnTo>
                    <a:pt x="72063" y="95913"/>
                  </a:lnTo>
                  <a:lnTo>
                    <a:pt x="68776" y="99678"/>
                  </a:lnTo>
                  <a:lnTo>
                    <a:pt x="65556" y="103501"/>
                  </a:lnTo>
                  <a:lnTo>
                    <a:pt x="62403" y="107379"/>
                  </a:lnTo>
                  <a:lnTo>
                    <a:pt x="59319" y="111312"/>
                  </a:lnTo>
                  <a:lnTo>
                    <a:pt x="56304" y="115298"/>
                  </a:lnTo>
                  <a:lnTo>
                    <a:pt x="53359" y="119337"/>
                  </a:lnTo>
                  <a:lnTo>
                    <a:pt x="50485" y="123426"/>
                  </a:lnTo>
                  <a:lnTo>
                    <a:pt x="47684" y="127565"/>
                  </a:lnTo>
                  <a:lnTo>
                    <a:pt x="44955" y="131752"/>
                  </a:lnTo>
                  <a:lnTo>
                    <a:pt x="42300" y="135987"/>
                  </a:lnTo>
                  <a:lnTo>
                    <a:pt x="39719" y="140267"/>
                  </a:lnTo>
                  <a:lnTo>
                    <a:pt x="37214" y="144592"/>
                  </a:lnTo>
                  <a:lnTo>
                    <a:pt x="34784" y="148960"/>
                  </a:lnTo>
                  <a:lnTo>
                    <a:pt x="32432" y="153369"/>
                  </a:lnTo>
                  <a:lnTo>
                    <a:pt x="30157" y="157820"/>
                  </a:lnTo>
                  <a:lnTo>
                    <a:pt x="27960" y="162309"/>
                  </a:lnTo>
                  <a:lnTo>
                    <a:pt x="25843" y="166836"/>
                  </a:lnTo>
                  <a:lnTo>
                    <a:pt x="23804" y="171400"/>
                  </a:lnTo>
                  <a:lnTo>
                    <a:pt x="21846" y="175999"/>
                  </a:lnTo>
                  <a:lnTo>
                    <a:pt x="19969" y="180631"/>
                  </a:lnTo>
                  <a:lnTo>
                    <a:pt x="18173" y="185295"/>
                  </a:lnTo>
                  <a:lnTo>
                    <a:pt x="16459" y="189990"/>
                  </a:lnTo>
                  <a:lnTo>
                    <a:pt x="14828" y="194714"/>
                  </a:lnTo>
                  <a:lnTo>
                    <a:pt x="13279" y="199466"/>
                  </a:lnTo>
                  <a:lnTo>
                    <a:pt x="11814" y="204245"/>
                  </a:lnTo>
                  <a:lnTo>
                    <a:pt x="10432" y="209048"/>
                  </a:lnTo>
                  <a:lnTo>
                    <a:pt x="9135" y="213875"/>
                  </a:lnTo>
                  <a:lnTo>
                    <a:pt x="7923" y="218724"/>
                  </a:lnTo>
                  <a:lnTo>
                    <a:pt x="6795" y="223593"/>
                  </a:lnTo>
                  <a:lnTo>
                    <a:pt x="5753" y="228481"/>
                  </a:lnTo>
                  <a:lnTo>
                    <a:pt x="4797" y="233387"/>
                  </a:lnTo>
                  <a:lnTo>
                    <a:pt x="3927" y="238308"/>
                  </a:lnTo>
                  <a:lnTo>
                    <a:pt x="3143" y="243245"/>
                  </a:lnTo>
                  <a:lnTo>
                    <a:pt x="2445" y="248194"/>
                  </a:lnTo>
                  <a:lnTo>
                    <a:pt x="1835" y="253154"/>
                  </a:lnTo>
                  <a:lnTo>
                    <a:pt x="1311" y="258125"/>
                  </a:lnTo>
                  <a:lnTo>
                    <a:pt x="874" y="263104"/>
                  </a:lnTo>
                  <a:lnTo>
                    <a:pt x="524" y="268089"/>
                  </a:lnTo>
                  <a:lnTo>
                    <a:pt x="262" y="273081"/>
                  </a:lnTo>
                  <a:lnTo>
                    <a:pt x="87" y="278076"/>
                  </a:lnTo>
                  <a:lnTo>
                    <a:pt x="0" y="283073"/>
                  </a:lnTo>
                  <a:lnTo>
                    <a:pt x="0" y="288071"/>
                  </a:lnTo>
                  <a:lnTo>
                    <a:pt x="87" y="293068"/>
                  </a:lnTo>
                  <a:lnTo>
                    <a:pt x="262" y="298063"/>
                  </a:lnTo>
                  <a:lnTo>
                    <a:pt x="524" y="303054"/>
                  </a:lnTo>
                  <a:lnTo>
                    <a:pt x="874" y="308040"/>
                  </a:lnTo>
                  <a:lnTo>
                    <a:pt x="1311" y="313019"/>
                  </a:lnTo>
                  <a:lnTo>
                    <a:pt x="1835" y="317990"/>
                  </a:lnTo>
                  <a:lnTo>
                    <a:pt x="2445" y="322950"/>
                  </a:lnTo>
                  <a:lnTo>
                    <a:pt x="3143" y="327899"/>
                  </a:lnTo>
                  <a:lnTo>
                    <a:pt x="3927" y="332836"/>
                  </a:lnTo>
                  <a:lnTo>
                    <a:pt x="4797" y="337757"/>
                  </a:lnTo>
                  <a:lnTo>
                    <a:pt x="5753" y="342663"/>
                  </a:lnTo>
                  <a:lnTo>
                    <a:pt x="6795" y="347551"/>
                  </a:lnTo>
                  <a:lnTo>
                    <a:pt x="7923" y="352420"/>
                  </a:lnTo>
                  <a:lnTo>
                    <a:pt x="9135" y="357269"/>
                  </a:lnTo>
                  <a:lnTo>
                    <a:pt x="10432" y="362096"/>
                  </a:lnTo>
                  <a:lnTo>
                    <a:pt x="11814" y="366899"/>
                  </a:lnTo>
                  <a:lnTo>
                    <a:pt x="13279" y="371678"/>
                  </a:lnTo>
                  <a:lnTo>
                    <a:pt x="14828" y="376430"/>
                  </a:lnTo>
                  <a:lnTo>
                    <a:pt x="16459" y="381154"/>
                  </a:lnTo>
                  <a:lnTo>
                    <a:pt x="18173" y="385849"/>
                  </a:lnTo>
                  <a:lnTo>
                    <a:pt x="19969" y="390513"/>
                  </a:lnTo>
                  <a:lnTo>
                    <a:pt x="21846" y="395145"/>
                  </a:lnTo>
                  <a:lnTo>
                    <a:pt x="23804" y="399744"/>
                  </a:lnTo>
                  <a:lnTo>
                    <a:pt x="25843" y="404307"/>
                  </a:lnTo>
                  <a:lnTo>
                    <a:pt x="27960" y="408835"/>
                  </a:lnTo>
                  <a:lnTo>
                    <a:pt x="30157" y="413324"/>
                  </a:lnTo>
                  <a:lnTo>
                    <a:pt x="32432" y="417774"/>
                  </a:lnTo>
                  <a:lnTo>
                    <a:pt x="34784" y="422184"/>
                  </a:lnTo>
                  <a:lnTo>
                    <a:pt x="37214" y="426552"/>
                  </a:lnTo>
                  <a:lnTo>
                    <a:pt x="39719" y="430877"/>
                  </a:lnTo>
                  <a:lnTo>
                    <a:pt x="42300" y="435157"/>
                  </a:lnTo>
                  <a:lnTo>
                    <a:pt x="44955" y="439392"/>
                  </a:lnTo>
                  <a:lnTo>
                    <a:pt x="47684" y="443579"/>
                  </a:lnTo>
                  <a:lnTo>
                    <a:pt x="50485" y="447718"/>
                  </a:lnTo>
                  <a:lnTo>
                    <a:pt x="53359" y="451807"/>
                  </a:lnTo>
                  <a:lnTo>
                    <a:pt x="56304" y="455846"/>
                  </a:lnTo>
                  <a:lnTo>
                    <a:pt x="59319" y="459832"/>
                  </a:lnTo>
                  <a:lnTo>
                    <a:pt x="62403" y="463765"/>
                  </a:lnTo>
                  <a:lnTo>
                    <a:pt x="65556" y="467643"/>
                  </a:lnTo>
                  <a:lnTo>
                    <a:pt x="68776" y="471465"/>
                  </a:lnTo>
                  <a:lnTo>
                    <a:pt x="72063" y="475231"/>
                  </a:lnTo>
                  <a:lnTo>
                    <a:pt x="75415" y="478938"/>
                  </a:lnTo>
                  <a:lnTo>
                    <a:pt x="78831" y="482587"/>
                  </a:lnTo>
                  <a:lnTo>
                    <a:pt x="82311" y="486174"/>
                  </a:lnTo>
                  <a:lnTo>
                    <a:pt x="85853" y="489701"/>
                  </a:lnTo>
                  <a:lnTo>
                    <a:pt x="89456" y="493165"/>
                  </a:lnTo>
                  <a:lnTo>
                    <a:pt x="93119" y="496565"/>
                  </a:lnTo>
                  <a:lnTo>
                    <a:pt x="96841" y="499901"/>
                  </a:lnTo>
                  <a:lnTo>
                    <a:pt x="100621" y="503171"/>
                  </a:lnTo>
                  <a:lnTo>
                    <a:pt x="104457" y="506374"/>
                  </a:lnTo>
                  <a:lnTo>
                    <a:pt x="108349" y="509510"/>
                  </a:lnTo>
                  <a:lnTo>
                    <a:pt x="112295" y="512577"/>
                  </a:lnTo>
                  <a:lnTo>
                    <a:pt x="116295" y="515575"/>
                  </a:lnTo>
                  <a:lnTo>
                    <a:pt x="120346" y="518502"/>
                  </a:lnTo>
                  <a:lnTo>
                    <a:pt x="124448" y="521357"/>
                  </a:lnTo>
                  <a:lnTo>
                    <a:pt x="128599" y="524141"/>
                  </a:lnTo>
                  <a:lnTo>
                    <a:pt x="132798" y="526852"/>
                  </a:lnTo>
                  <a:lnTo>
                    <a:pt x="137044" y="529488"/>
                  </a:lnTo>
                  <a:lnTo>
                    <a:pt x="141336" y="532050"/>
                  </a:lnTo>
                  <a:lnTo>
                    <a:pt x="145671" y="534536"/>
                  </a:lnTo>
                  <a:lnTo>
                    <a:pt x="150050" y="536947"/>
                  </a:lnTo>
                  <a:lnTo>
                    <a:pt x="154470" y="539280"/>
                  </a:lnTo>
                  <a:lnTo>
                    <a:pt x="158930" y="541535"/>
                  </a:lnTo>
                  <a:lnTo>
                    <a:pt x="163429" y="543712"/>
                  </a:lnTo>
                  <a:lnTo>
                    <a:pt x="167966" y="545810"/>
                  </a:lnTo>
                  <a:lnTo>
                    <a:pt x="172538" y="547828"/>
                  </a:lnTo>
                  <a:lnTo>
                    <a:pt x="177145" y="549766"/>
                  </a:lnTo>
                  <a:lnTo>
                    <a:pt x="181786" y="551623"/>
                  </a:lnTo>
                  <a:lnTo>
                    <a:pt x="186458" y="553399"/>
                  </a:lnTo>
                  <a:lnTo>
                    <a:pt x="191160" y="555092"/>
                  </a:lnTo>
                  <a:lnTo>
                    <a:pt x="195891" y="556703"/>
                  </a:lnTo>
                  <a:lnTo>
                    <a:pt x="200650" y="558231"/>
                  </a:lnTo>
                  <a:lnTo>
                    <a:pt x="205435" y="559675"/>
                  </a:lnTo>
                  <a:lnTo>
                    <a:pt x="210244" y="561035"/>
                  </a:lnTo>
                  <a:lnTo>
                    <a:pt x="215077" y="562311"/>
                  </a:lnTo>
                  <a:lnTo>
                    <a:pt x="219931" y="563503"/>
                  </a:lnTo>
                  <a:lnTo>
                    <a:pt x="224805" y="564609"/>
                  </a:lnTo>
                  <a:lnTo>
                    <a:pt x="229698" y="565629"/>
                  </a:lnTo>
                  <a:lnTo>
                    <a:pt x="234607" y="566564"/>
                  </a:lnTo>
                  <a:lnTo>
                    <a:pt x="239533" y="567413"/>
                  </a:lnTo>
                  <a:lnTo>
                    <a:pt x="244472" y="568175"/>
                  </a:lnTo>
                  <a:lnTo>
                    <a:pt x="249425" y="568851"/>
                  </a:lnTo>
                  <a:lnTo>
                    <a:pt x="254388" y="569440"/>
                  </a:lnTo>
                  <a:lnTo>
                    <a:pt x="259361" y="569942"/>
                  </a:lnTo>
                  <a:lnTo>
                    <a:pt x="264341" y="570357"/>
                  </a:lnTo>
                  <a:lnTo>
                    <a:pt x="269329" y="570685"/>
                  </a:lnTo>
                  <a:lnTo>
                    <a:pt x="274321" y="570926"/>
                  </a:lnTo>
                  <a:lnTo>
                    <a:pt x="279317" y="571079"/>
                  </a:lnTo>
                  <a:lnTo>
                    <a:pt x="284314" y="571144"/>
                  </a:lnTo>
                  <a:lnTo>
                    <a:pt x="289312" y="571123"/>
                  </a:lnTo>
                  <a:lnTo>
                    <a:pt x="294309" y="571013"/>
                  </a:lnTo>
                  <a:lnTo>
                    <a:pt x="299303" y="570816"/>
                  </a:lnTo>
                  <a:lnTo>
                    <a:pt x="304293" y="570532"/>
                  </a:lnTo>
                  <a:lnTo>
                    <a:pt x="309277" y="570161"/>
                  </a:lnTo>
                  <a:lnTo>
                    <a:pt x="314254" y="569702"/>
                  </a:lnTo>
                  <a:lnTo>
                    <a:pt x="319223" y="569157"/>
                  </a:lnTo>
                  <a:lnTo>
                    <a:pt x="324180" y="568524"/>
                  </a:lnTo>
                  <a:lnTo>
                    <a:pt x="329126" y="567805"/>
                  </a:lnTo>
                  <a:lnTo>
                    <a:pt x="334059" y="566999"/>
                  </a:lnTo>
                  <a:lnTo>
                    <a:pt x="338977" y="566108"/>
                  </a:lnTo>
                  <a:lnTo>
                    <a:pt x="343878" y="565130"/>
                  </a:lnTo>
                  <a:lnTo>
                    <a:pt x="348762" y="564066"/>
                  </a:lnTo>
                  <a:lnTo>
                    <a:pt x="353626" y="562918"/>
                  </a:lnTo>
                  <a:lnTo>
                    <a:pt x="358470" y="561684"/>
                  </a:lnTo>
                  <a:lnTo>
                    <a:pt x="363291" y="560366"/>
                  </a:lnTo>
                  <a:lnTo>
                    <a:pt x="368088" y="558963"/>
                  </a:lnTo>
                  <a:lnTo>
                    <a:pt x="372860" y="557477"/>
                  </a:lnTo>
                  <a:lnTo>
                    <a:pt x="377605" y="555908"/>
                  </a:lnTo>
                  <a:lnTo>
                    <a:pt x="382322" y="554256"/>
                  </a:lnTo>
                  <a:lnTo>
                    <a:pt x="387010" y="552521"/>
                  </a:lnTo>
                  <a:lnTo>
                    <a:pt x="391666" y="550705"/>
                  </a:lnTo>
                  <a:lnTo>
                    <a:pt x="396290" y="548807"/>
                  </a:lnTo>
                  <a:lnTo>
                    <a:pt x="400880" y="546829"/>
                  </a:lnTo>
                  <a:lnTo>
                    <a:pt x="405435" y="544771"/>
                  </a:lnTo>
                  <a:lnTo>
                    <a:pt x="409952" y="542633"/>
                  </a:lnTo>
                  <a:lnTo>
                    <a:pt x="414432" y="540417"/>
                  </a:lnTo>
                  <a:lnTo>
                    <a:pt x="418873" y="538123"/>
                  </a:lnTo>
                  <a:lnTo>
                    <a:pt x="423272" y="535751"/>
                  </a:lnTo>
                  <a:lnTo>
                    <a:pt x="427629" y="533303"/>
                  </a:lnTo>
                  <a:lnTo>
                    <a:pt x="431943" y="530779"/>
                  </a:lnTo>
                  <a:lnTo>
                    <a:pt x="436212" y="528179"/>
                  </a:lnTo>
                  <a:lnTo>
                    <a:pt x="440435" y="525506"/>
                  </a:lnTo>
                  <a:lnTo>
                    <a:pt x="444610" y="522758"/>
                  </a:lnTo>
                  <a:lnTo>
                    <a:pt x="448737" y="519939"/>
                  </a:lnTo>
                  <a:lnTo>
                    <a:pt x="452813" y="517047"/>
                  </a:lnTo>
                  <a:lnTo>
                    <a:pt x="456839" y="514084"/>
                  </a:lnTo>
                  <a:lnTo>
                    <a:pt x="460812" y="511052"/>
                  </a:lnTo>
                  <a:lnTo>
                    <a:pt x="464731" y="507950"/>
                  </a:lnTo>
                  <a:lnTo>
                    <a:pt x="468596" y="504781"/>
                  </a:lnTo>
                  <a:lnTo>
                    <a:pt x="472404" y="501544"/>
                  </a:lnTo>
                  <a:lnTo>
                    <a:pt x="476155" y="498241"/>
                  </a:lnTo>
                  <a:lnTo>
                    <a:pt x="479848" y="494873"/>
                  </a:lnTo>
                  <a:lnTo>
                    <a:pt x="483481" y="491441"/>
                  </a:lnTo>
                  <a:lnTo>
                    <a:pt x="487054" y="487945"/>
                  </a:lnTo>
                  <a:lnTo>
                    <a:pt x="490565" y="484388"/>
                  </a:lnTo>
                  <a:lnTo>
                    <a:pt x="494013" y="480770"/>
                  </a:lnTo>
                  <a:lnTo>
                    <a:pt x="497397" y="477092"/>
                  </a:lnTo>
                  <a:lnTo>
                    <a:pt x="500716" y="473355"/>
                  </a:lnTo>
                  <a:lnTo>
                    <a:pt x="503970" y="469561"/>
                  </a:lnTo>
                  <a:lnTo>
                    <a:pt x="507156" y="465711"/>
                  </a:lnTo>
                  <a:lnTo>
                    <a:pt x="510275" y="461805"/>
                  </a:lnTo>
                  <a:lnTo>
                    <a:pt x="513325" y="457845"/>
                  </a:lnTo>
                  <a:lnTo>
                    <a:pt x="516305" y="453833"/>
                  </a:lnTo>
                  <a:lnTo>
                    <a:pt x="519214" y="449769"/>
                  </a:lnTo>
                  <a:lnTo>
                    <a:pt x="522052" y="445655"/>
                  </a:lnTo>
                  <a:lnTo>
                    <a:pt x="524817" y="441491"/>
                  </a:lnTo>
                  <a:lnTo>
                    <a:pt x="527509" y="437280"/>
                  </a:lnTo>
                  <a:lnTo>
                    <a:pt x="530127" y="433023"/>
                  </a:lnTo>
                  <a:lnTo>
                    <a:pt x="532671" y="428720"/>
                  </a:lnTo>
                  <a:lnTo>
                    <a:pt x="535138" y="424374"/>
                  </a:lnTo>
                  <a:lnTo>
                    <a:pt x="537529" y="419984"/>
                  </a:lnTo>
                  <a:lnTo>
                    <a:pt x="539843" y="415554"/>
                  </a:lnTo>
                  <a:lnTo>
                    <a:pt x="542079" y="411084"/>
                  </a:lnTo>
                  <a:lnTo>
                    <a:pt x="544236" y="406576"/>
                  </a:lnTo>
                  <a:lnTo>
                    <a:pt x="546314" y="402030"/>
                  </a:lnTo>
                  <a:lnTo>
                    <a:pt x="548312" y="397449"/>
                  </a:lnTo>
                  <a:lnTo>
                    <a:pt x="550230" y="392833"/>
                  </a:lnTo>
                  <a:lnTo>
                    <a:pt x="552067" y="388185"/>
                  </a:lnTo>
                  <a:lnTo>
                    <a:pt x="553822" y="383505"/>
                  </a:lnTo>
                  <a:lnTo>
                    <a:pt x="555494" y="378795"/>
                  </a:lnTo>
                  <a:lnTo>
                    <a:pt x="557085" y="374057"/>
                  </a:lnTo>
                  <a:lnTo>
                    <a:pt x="558592" y="369292"/>
                  </a:lnTo>
                  <a:lnTo>
                    <a:pt x="560015" y="364501"/>
                  </a:lnTo>
                  <a:lnTo>
                    <a:pt x="561354" y="359685"/>
                  </a:lnTo>
                  <a:lnTo>
                    <a:pt x="562609" y="354847"/>
                  </a:lnTo>
                  <a:lnTo>
                    <a:pt x="563779" y="349988"/>
                  </a:lnTo>
                  <a:lnTo>
                    <a:pt x="564864" y="345109"/>
                  </a:lnTo>
                  <a:lnTo>
                    <a:pt x="565863" y="340212"/>
                  </a:lnTo>
                  <a:lnTo>
                    <a:pt x="566776" y="335298"/>
                  </a:lnTo>
                  <a:lnTo>
                    <a:pt x="567603" y="330369"/>
                  </a:lnTo>
                  <a:lnTo>
                    <a:pt x="568344" y="325426"/>
                  </a:lnTo>
                  <a:lnTo>
                    <a:pt x="568998" y="320471"/>
                  </a:lnTo>
                  <a:lnTo>
                    <a:pt x="569566" y="315506"/>
                  </a:lnTo>
                  <a:lnTo>
                    <a:pt x="570046" y="310531"/>
                  </a:lnTo>
                  <a:lnTo>
                    <a:pt x="570439" y="305548"/>
                  </a:lnTo>
                  <a:lnTo>
                    <a:pt x="570745" y="300559"/>
                  </a:lnTo>
                  <a:lnTo>
                    <a:pt x="570964" y="295566"/>
                  </a:lnTo>
                  <a:lnTo>
                    <a:pt x="571095" y="290570"/>
                  </a:lnTo>
                  <a:lnTo>
                    <a:pt x="571139" y="28557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523" name="pl523"/>
            <p:cNvSpPr/>
            <p:nvPr/>
          </p:nvSpPr>
          <p:spPr>
            <a:xfrm>
              <a:off x="2927189" y="5545850"/>
              <a:ext cx="1038435" cy="1038445"/>
            </a:xfrm>
            <a:custGeom>
              <a:avLst/>
              <a:pathLst>
                <a:path w="1038435" h="1038445">
                  <a:moveTo>
                    <a:pt x="1038435" y="519222"/>
                  </a:moveTo>
                  <a:lnTo>
                    <a:pt x="1038355" y="510135"/>
                  </a:lnTo>
                  <a:lnTo>
                    <a:pt x="1038117" y="501051"/>
                  </a:lnTo>
                  <a:lnTo>
                    <a:pt x="1037719" y="491972"/>
                  </a:lnTo>
                  <a:lnTo>
                    <a:pt x="1037163" y="482902"/>
                  </a:lnTo>
                  <a:lnTo>
                    <a:pt x="1036448" y="473843"/>
                  </a:lnTo>
                  <a:lnTo>
                    <a:pt x="1035575" y="464797"/>
                  </a:lnTo>
                  <a:lnTo>
                    <a:pt x="1034543" y="455769"/>
                  </a:lnTo>
                  <a:lnTo>
                    <a:pt x="1033354" y="446760"/>
                  </a:lnTo>
                  <a:lnTo>
                    <a:pt x="1032007" y="437773"/>
                  </a:lnTo>
                  <a:lnTo>
                    <a:pt x="1030503" y="428811"/>
                  </a:lnTo>
                  <a:lnTo>
                    <a:pt x="1028842" y="419876"/>
                  </a:lnTo>
                  <a:lnTo>
                    <a:pt x="1027025" y="410972"/>
                  </a:lnTo>
                  <a:lnTo>
                    <a:pt x="1025053" y="402102"/>
                  </a:lnTo>
                  <a:lnTo>
                    <a:pt x="1022926" y="393267"/>
                  </a:lnTo>
                  <a:lnTo>
                    <a:pt x="1020644" y="384470"/>
                  </a:lnTo>
                  <a:lnTo>
                    <a:pt x="1018209" y="375715"/>
                  </a:lnTo>
                  <a:lnTo>
                    <a:pt x="1015621" y="367004"/>
                  </a:lnTo>
                  <a:lnTo>
                    <a:pt x="1012881" y="358340"/>
                  </a:lnTo>
                  <a:lnTo>
                    <a:pt x="1009990" y="349725"/>
                  </a:lnTo>
                  <a:lnTo>
                    <a:pt x="1006949" y="341161"/>
                  </a:lnTo>
                  <a:lnTo>
                    <a:pt x="1003758" y="332653"/>
                  </a:lnTo>
                  <a:lnTo>
                    <a:pt x="1000418" y="324201"/>
                  </a:lnTo>
                  <a:lnTo>
                    <a:pt x="996932" y="315809"/>
                  </a:lnTo>
                  <a:lnTo>
                    <a:pt x="993298" y="307480"/>
                  </a:lnTo>
                  <a:lnTo>
                    <a:pt x="989520" y="299215"/>
                  </a:lnTo>
                  <a:lnTo>
                    <a:pt x="985598" y="291018"/>
                  </a:lnTo>
                  <a:lnTo>
                    <a:pt x="981533" y="282891"/>
                  </a:lnTo>
                  <a:lnTo>
                    <a:pt x="977326" y="274836"/>
                  </a:lnTo>
                  <a:lnTo>
                    <a:pt x="972979" y="266856"/>
                  </a:lnTo>
                  <a:lnTo>
                    <a:pt x="968492" y="258953"/>
                  </a:lnTo>
                  <a:lnTo>
                    <a:pt x="963869" y="251130"/>
                  </a:lnTo>
                  <a:lnTo>
                    <a:pt x="959109" y="243389"/>
                  </a:lnTo>
                  <a:lnTo>
                    <a:pt x="954214" y="235732"/>
                  </a:lnTo>
                  <a:lnTo>
                    <a:pt x="949186" y="228163"/>
                  </a:lnTo>
                  <a:lnTo>
                    <a:pt x="944026" y="220682"/>
                  </a:lnTo>
                  <a:lnTo>
                    <a:pt x="938736" y="213293"/>
                  </a:lnTo>
                  <a:lnTo>
                    <a:pt x="933318" y="205998"/>
                  </a:lnTo>
                  <a:lnTo>
                    <a:pt x="927773" y="198798"/>
                  </a:lnTo>
                  <a:lnTo>
                    <a:pt x="922103" y="191697"/>
                  </a:lnTo>
                  <a:lnTo>
                    <a:pt x="916309" y="184696"/>
                  </a:lnTo>
                  <a:lnTo>
                    <a:pt x="910393" y="177798"/>
                  </a:lnTo>
                  <a:lnTo>
                    <a:pt x="904358" y="171004"/>
                  </a:lnTo>
                  <a:lnTo>
                    <a:pt x="898205" y="164317"/>
                  </a:lnTo>
                  <a:lnTo>
                    <a:pt x="891936" y="157738"/>
                  </a:lnTo>
                  <a:lnTo>
                    <a:pt x="885552" y="151270"/>
                  </a:lnTo>
                  <a:lnTo>
                    <a:pt x="879057" y="144915"/>
                  </a:lnTo>
                  <a:lnTo>
                    <a:pt x="872451" y="138675"/>
                  </a:lnTo>
                  <a:lnTo>
                    <a:pt x="865737" y="132551"/>
                  </a:lnTo>
                  <a:lnTo>
                    <a:pt x="858917" y="126546"/>
                  </a:lnTo>
                  <a:lnTo>
                    <a:pt x="851992" y="120661"/>
                  </a:lnTo>
                  <a:lnTo>
                    <a:pt x="844966" y="114898"/>
                  </a:lnTo>
                  <a:lnTo>
                    <a:pt x="837840" y="109258"/>
                  </a:lnTo>
                  <a:lnTo>
                    <a:pt x="830617" y="103745"/>
                  </a:lnTo>
                  <a:lnTo>
                    <a:pt x="823298" y="98358"/>
                  </a:lnTo>
                  <a:lnTo>
                    <a:pt x="815886" y="93101"/>
                  </a:lnTo>
                  <a:lnTo>
                    <a:pt x="808383" y="87974"/>
                  </a:lnTo>
                  <a:lnTo>
                    <a:pt x="800791" y="82979"/>
                  </a:lnTo>
                  <a:lnTo>
                    <a:pt x="793113" y="78118"/>
                  </a:lnTo>
                  <a:lnTo>
                    <a:pt x="785351" y="73392"/>
                  </a:lnTo>
                  <a:lnTo>
                    <a:pt x="777508" y="68802"/>
                  </a:lnTo>
                  <a:lnTo>
                    <a:pt x="769586" y="64351"/>
                  </a:lnTo>
                  <a:lnTo>
                    <a:pt x="761587" y="60039"/>
                  </a:lnTo>
                  <a:lnTo>
                    <a:pt x="753514" y="55867"/>
                  </a:lnTo>
                  <a:lnTo>
                    <a:pt x="745368" y="51838"/>
                  </a:lnTo>
                  <a:lnTo>
                    <a:pt x="737154" y="47951"/>
                  </a:lnTo>
                  <a:lnTo>
                    <a:pt x="728873" y="44209"/>
                  </a:lnTo>
                  <a:lnTo>
                    <a:pt x="720528" y="40612"/>
                  </a:lnTo>
                  <a:lnTo>
                    <a:pt x="712121" y="37162"/>
                  </a:lnTo>
                  <a:lnTo>
                    <a:pt x="703655" y="33860"/>
                  </a:lnTo>
                  <a:lnTo>
                    <a:pt x="695132" y="30706"/>
                  </a:lnTo>
                  <a:lnTo>
                    <a:pt x="686556" y="27702"/>
                  </a:lnTo>
                  <a:lnTo>
                    <a:pt x="677928" y="24849"/>
                  </a:lnTo>
                  <a:lnTo>
                    <a:pt x="669251" y="22147"/>
                  </a:lnTo>
                  <a:lnTo>
                    <a:pt x="660529" y="19597"/>
                  </a:lnTo>
                  <a:lnTo>
                    <a:pt x="651764" y="17200"/>
                  </a:lnTo>
                  <a:lnTo>
                    <a:pt x="642957" y="14957"/>
                  </a:lnTo>
                  <a:lnTo>
                    <a:pt x="634113" y="12869"/>
                  </a:lnTo>
                  <a:lnTo>
                    <a:pt x="625234" y="10935"/>
                  </a:lnTo>
                  <a:lnTo>
                    <a:pt x="616322" y="9157"/>
                  </a:lnTo>
                  <a:lnTo>
                    <a:pt x="607381" y="7536"/>
                  </a:lnTo>
                  <a:lnTo>
                    <a:pt x="598412" y="6071"/>
                  </a:lnTo>
                  <a:lnTo>
                    <a:pt x="589419" y="4764"/>
                  </a:lnTo>
                  <a:lnTo>
                    <a:pt x="580405" y="3614"/>
                  </a:lnTo>
                  <a:lnTo>
                    <a:pt x="571372" y="2622"/>
                  </a:lnTo>
                  <a:lnTo>
                    <a:pt x="562323" y="1788"/>
                  </a:lnTo>
                  <a:lnTo>
                    <a:pt x="553261" y="1112"/>
                  </a:lnTo>
                  <a:lnTo>
                    <a:pt x="544188" y="596"/>
                  </a:lnTo>
                  <a:lnTo>
                    <a:pt x="535108" y="238"/>
                  </a:lnTo>
                  <a:lnTo>
                    <a:pt x="526023" y="39"/>
                  </a:lnTo>
                  <a:lnTo>
                    <a:pt x="516935" y="0"/>
                  </a:lnTo>
                  <a:lnTo>
                    <a:pt x="507849" y="119"/>
                  </a:lnTo>
                  <a:lnTo>
                    <a:pt x="498766" y="397"/>
                  </a:lnTo>
                  <a:lnTo>
                    <a:pt x="489689" y="834"/>
                  </a:lnTo>
                  <a:lnTo>
                    <a:pt x="480621" y="1430"/>
                  </a:lnTo>
                  <a:lnTo>
                    <a:pt x="471565" y="2185"/>
                  </a:lnTo>
                  <a:lnTo>
                    <a:pt x="462524" y="3098"/>
                  </a:lnTo>
                  <a:lnTo>
                    <a:pt x="453500" y="4169"/>
                  </a:lnTo>
                  <a:lnTo>
                    <a:pt x="444496" y="5398"/>
                  </a:lnTo>
                  <a:lnTo>
                    <a:pt x="435515" y="6784"/>
                  </a:lnTo>
                  <a:lnTo>
                    <a:pt x="426559" y="8327"/>
                  </a:lnTo>
                  <a:lnTo>
                    <a:pt x="417632" y="10027"/>
                  </a:lnTo>
                  <a:lnTo>
                    <a:pt x="408737" y="11882"/>
                  </a:lnTo>
                  <a:lnTo>
                    <a:pt x="399874" y="13894"/>
                  </a:lnTo>
                  <a:lnTo>
                    <a:pt x="391049" y="16059"/>
                  </a:lnTo>
                  <a:lnTo>
                    <a:pt x="382263" y="18379"/>
                  </a:lnTo>
                  <a:lnTo>
                    <a:pt x="373518" y="20853"/>
                  </a:lnTo>
                  <a:lnTo>
                    <a:pt x="364819" y="23479"/>
                  </a:lnTo>
                  <a:lnTo>
                    <a:pt x="356166" y="26257"/>
                  </a:lnTo>
                  <a:lnTo>
                    <a:pt x="347564" y="29185"/>
                  </a:lnTo>
                  <a:lnTo>
                    <a:pt x="339014" y="32264"/>
                  </a:lnTo>
                  <a:lnTo>
                    <a:pt x="330520" y="35493"/>
                  </a:lnTo>
                  <a:lnTo>
                    <a:pt x="322083" y="38869"/>
                  </a:lnTo>
                  <a:lnTo>
                    <a:pt x="313706" y="42392"/>
                  </a:lnTo>
                  <a:lnTo>
                    <a:pt x="305393" y="46062"/>
                  </a:lnTo>
                  <a:lnTo>
                    <a:pt x="297145" y="49876"/>
                  </a:lnTo>
                  <a:lnTo>
                    <a:pt x="288965" y="53834"/>
                  </a:lnTo>
                  <a:lnTo>
                    <a:pt x="280855" y="57935"/>
                  </a:lnTo>
                  <a:lnTo>
                    <a:pt x="272819" y="62177"/>
                  </a:lnTo>
                  <a:lnTo>
                    <a:pt x="264858" y="66559"/>
                  </a:lnTo>
                  <a:lnTo>
                    <a:pt x="256975" y="71080"/>
                  </a:lnTo>
                  <a:lnTo>
                    <a:pt x="249172" y="75738"/>
                  </a:lnTo>
                  <a:lnTo>
                    <a:pt x="241452" y="80532"/>
                  </a:lnTo>
                  <a:lnTo>
                    <a:pt x="233817" y="85460"/>
                  </a:lnTo>
                  <a:lnTo>
                    <a:pt x="226269" y="90521"/>
                  </a:lnTo>
                  <a:lnTo>
                    <a:pt x="218811" y="95713"/>
                  </a:lnTo>
                  <a:lnTo>
                    <a:pt x="211445" y="101036"/>
                  </a:lnTo>
                  <a:lnTo>
                    <a:pt x="204174" y="106486"/>
                  </a:lnTo>
                  <a:lnTo>
                    <a:pt x="196999" y="112062"/>
                  </a:lnTo>
                  <a:lnTo>
                    <a:pt x="189922" y="117764"/>
                  </a:lnTo>
                  <a:lnTo>
                    <a:pt x="182947" y="123588"/>
                  </a:lnTo>
                  <a:lnTo>
                    <a:pt x="176074" y="129533"/>
                  </a:lnTo>
                  <a:lnTo>
                    <a:pt x="169307" y="135598"/>
                  </a:lnTo>
                  <a:lnTo>
                    <a:pt x="162647" y="141781"/>
                  </a:lnTo>
                  <a:lnTo>
                    <a:pt x="156096" y="148079"/>
                  </a:lnTo>
                  <a:lnTo>
                    <a:pt x="149656" y="154490"/>
                  </a:lnTo>
                  <a:lnTo>
                    <a:pt x="143330" y="161014"/>
                  </a:lnTo>
                  <a:lnTo>
                    <a:pt x="137118" y="167647"/>
                  </a:lnTo>
                  <a:lnTo>
                    <a:pt x="131024" y="174388"/>
                  </a:lnTo>
                  <a:lnTo>
                    <a:pt x="125048" y="181234"/>
                  </a:lnTo>
                  <a:lnTo>
                    <a:pt x="119193" y="188184"/>
                  </a:lnTo>
                  <a:lnTo>
                    <a:pt x="113461" y="195235"/>
                  </a:lnTo>
                  <a:lnTo>
                    <a:pt x="107853" y="202386"/>
                  </a:lnTo>
                  <a:lnTo>
                    <a:pt x="102371" y="209634"/>
                  </a:lnTo>
                  <a:lnTo>
                    <a:pt x="97017" y="216976"/>
                  </a:lnTo>
                  <a:lnTo>
                    <a:pt x="91792" y="224411"/>
                  </a:lnTo>
                  <a:lnTo>
                    <a:pt x="86698" y="231936"/>
                  </a:lnTo>
                  <a:lnTo>
                    <a:pt x="81736" y="239550"/>
                  </a:lnTo>
                  <a:lnTo>
                    <a:pt x="76909" y="247249"/>
                  </a:lnTo>
                  <a:lnTo>
                    <a:pt x="72217" y="255031"/>
                  </a:lnTo>
                  <a:lnTo>
                    <a:pt x="67662" y="262894"/>
                  </a:lnTo>
                  <a:lnTo>
                    <a:pt x="63245" y="270836"/>
                  </a:lnTo>
                  <a:lnTo>
                    <a:pt x="58968" y="278854"/>
                  </a:lnTo>
                  <a:lnTo>
                    <a:pt x="54831" y="286945"/>
                  </a:lnTo>
                  <a:lnTo>
                    <a:pt x="50838" y="295108"/>
                  </a:lnTo>
                  <a:lnTo>
                    <a:pt x="46987" y="303339"/>
                  </a:lnTo>
                  <a:lnTo>
                    <a:pt x="43281" y="311637"/>
                  </a:lnTo>
                  <a:lnTo>
                    <a:pt x="39721" y="319998"/>
                  </a:lnTo>
                  <a:lnTo>
                    <a:pt x="36308" y="328420"/>
                  </a:lnTo>
                  <a:lnTo>
                    <a:pt x="33043" y="336900"/>
                  </a:lnTo>
                  <a:lnTo>
                    <a:pt x="29926" y="345436"/>
                  </a:lnTo>
                  <a:lnTo>
                    <a:pt x="26960" y="354026"/>
                  </a:lnTo>
                  <a:lnTo>
                    <a:pt x="24144" y="362666"/>
                  </a:lnTo>
                  <a:lnTo>
                    <a:pt x="21480" y="371354"/>
                  </a:lnTo>
                  <a:lnTo>
                    <a:pt x="18968" y="380088"/>
                  </a:lnTo>
                  <a:lnTo>
                    <a:pt x="16610" y="388864"/>
                  </a:lnTo>
                  <a:lnTo>
                    <a:pt x="14406" y="397680"/>
                  </a:lnTo>
                  <a:lnTo>
                    <a:pt x="12356" y="406533"/>
                  </a:lnTo>
                  <a:lnTo>
                    <a:pt x="10461" y="415420"/>
                  </a:lnTo>
                  <a:lnTo>
                    <a:pt x="8723" y="424340"/>
                  </a:lnTo>
                  <a:lnTo>
                    <a:pt x="7140" y="433288"/>
                  </a:lnTo>
                  <a:lnTo>
                    <a:pt x="5715" y="442263"/>
                  </a:lnTo>
                  <a:lnTo>
                    <a:pt x="4446" y="451262"/>
                  </a:lnTo>
                  <a:lnTo>
                    <a:pt x="3336" y="460281"/>
                  </a:lnTo>
                  <a:lnTo>
                    <a:pt x="2383" y="469318"/>
                  </a:lnTo>
                  <a:lnTo>
                    <a:pt x="1589" y="478371"/>
                  </a:lnTo>
                  <a:lnTo>
                    <a:pt x="953" y="487436"/>
                  </a:lnTo>
                  <a:lnTo>
                    <a:pt x="477" y="496511"/>
                  </a:lnTo>
                  <a:lnTo>
                    <a:pt x="159" y="505592"/>
                  </a:lnTo>
                  <a:lnTo>
                    <a:pt x="0" y="514678"/>
                  </a:lnTo>
                  <a:lnTo>
                    <a:pt x="0" y="523766"/>
                  </a:lnTo>
                  <a:lnTo>
                    <a:pt x="159" y="532852"/>
                  </a:lnTo>
                  <a:lnTo>
                    <a:pt x="477" y="541934"/>
                  </a:lnTo>
                  <a:lnTo>
                    <a:pt x="953" y="551008"/>
                  </a:lnTo>
                  <a:lnTo>
                    <a:pt x="1589" y="560073"/>
                  </a:lnTo>
                  <a:lnTo>
                    <a:pt x="2383" y="569126"/>
                  </a:lnTo>
                  <a:lnTo>
                    <a:pt x="3336" y="578163"/>
                  </a:lnTo>
                  <a:lnTo>
                    <a:pt x="4446" y="587183"/>
                  </a:lnTo>
                  <a:lnTo>
                    <a:pt x="5715" y="596181"/>
                  </a:lnTo>
                  <a:lnTo>
                    <a:pt x="7140" y="605156"/>
                  </a:lnTo>
                  <a:lnTo>
                    <a:pt x="8723" y="614104"/>
                  </a:lnTo>
                  <a:lnTo>
                    <a:pt x="10461" y="623024"/>
                  </a:lnTo>
                  <a:lnTo>
                    <a:pt x="12356" y="631912"/>
                  </a:lnTo>
                  <a:lnTo>
                    <a:pt x="14406" y="640765"/>
                  </a:lnTo>
                  <a:lnTo>
                    <a:pt x="16610" y="649581"/>
                  </a:lnTo>
                  <a:lnTo>
                    <a:pt x="18968" y="658357"/>
                  </a:lnTo>
                  <a:lnTo>
                    <a:pt x="21480" y="667090"/>
                  </a:lnTo>
                  <a:lnTo>
                    <a:pt x="24144" y="675778"/>
                  </a:lnTo>
                  <a:lnTo>
                    <a:pt x="26960" y="684418"/>
                  </a:lnTo>
                  <a:lnTo>
                    <a:pt x="29926" y="693008"/>
                  </a:lnTo>
                  <a:lnTo>
                    <a:pt x="33043" y="701544"/>
                  </a:lnTo>
                  <a:lnTo>
                    <a:pt x="36308" y="710025"/>
                  </a:lnTo>
                  <a:lnTo>
                    <a:pt x="39721" y="718447"/>
                  </a:lnTo>
                  <a:lnTo>
                    <a:pt x="43281" y="726808"/>
                  </a:lnTo>
                  <a:lnTo>
                    <a:pt x="46987" y="735105"/>
                  </a:lnTo>
                  <a:lnTo>
                    <a:pt x="50838" y="743336"/>
                  </a:lnTo>
                  <a:lnTo>
                    <a:pt x="54831" y="751499"/>
                  </a:lnTo>
                  <a:lnTo>
                    <a:pt x="58968" y="759590"/>
                  </a:lnTo>
                  <a:lnTo>
                    <a:pt x="63245" y="767608"/>
                  </a:lnTo>
                  <a:lnTo>
                    <a:pt x="67662" y="775550"/>
                  </a:lnTo>
                  <a:lnTo>
                    <a:pt x="72217" y="783413"/>
                  </a:lnTo>
                  <a:lnTo>
                    <a:pt x="76909" y="791195"/>
                  </a:lnTo>
                  <a:lnTo>
                    <a:pt x="81736" y="798894"/>
                  </a:lnTo>
                  <a:lnTo>
                    <a:pt x="86698" y="806508"/>
                  </a:lnTo>
                  <a:lnTo>
                    <a:pt x="91792" y="814033"/>
                  </a:lnTo>
                  <a:lnTo>
                    <a:pt x="97017" y="821468"/>
                  </a:lnTo>
                  <a:lnTo>
                    <a:pt x="102371" y="828811"/>
                  </a:lnTo>
                  <a:lnTo>
                    <a:pt x="107853" y="836058"/>
                  </a:lnTo>
                  <a:lnTo>
                    <a:pt x="113461" y="843209"/>
                  </a:lnTo>
                  <a:lnTo>
                    <a:pt x="119193" y="850260"/>
                  </a:lnTo>
                  <a:lnTo>
                    <a:pt x="125048" y="857210"/>
                  </a:lnTo>
                  <a:lnTo>
                    <a:pt x="131024" y="864057"/>
                  </a:lnTo>
                  <a:lnTo>
                    <a:pt x="137118" y="870797"/>
                  </a:lnTo>
                  <a:lnTo>
                    <a:pt x="143330" y="877431"/>
                  </a:lnTo>
                  <a:lnTo>
                    <a:pt x="149656" y="883954"/>
                  </a:lnTo>
                  <a:lnTo>
                    <a:pt x="156096" y="890366"/>
                  </a:lnTo>
                  <a:lnTo>
                    <a:pt x="162647" y="896664"/>
                  </a:lnTo>
                  <a:lnTo>
                    <a:pt x="169307" y="902846"/>
                  </a:lnTo>
                  <a:lnTo>
                    <a:pt x="176074" y="908911"/>
                  </a:lnTo>
                  <a:lnTo>
                    <a:pt x="182947" y="914856"/>
                  </a:lnTo>
                  <a:lnTo>
                    <a:pt x="189922" y="920681"/>
                  </a:lnTo>
                  <a:lnTo>
                    <a:pt x="196999" y="926382"/>
                  </a:lnTo>
                  <a:lnTo>
                    <a:pt x="204174" y="931958"/>
                  </a:lnTo>
                  <a:lnTo>
                    <a:pt x="211445" y="937409"/>
                  </a:lnTo>
                  <a:lnTo>
                    <a:pt x="218811" y="942731"/>
                  </a:lnTo>
                  <a:lnTo>
                    <a:pt x="226269" y="947923"/>
                  </a:lnTo>
                  <a:lnTo>
                    <a:pt x="233817" y="952984"/>
                  </a:lnTo>
                  <a:lnTo>
                    <a:pt x="241452" y="957912"/>
                  </a:lnTo>
                  <a:lnTo>
                    <a:pt x="249172" y="962706"/>
                  </a:lnTo>
                  <a:lnTo>
                    <a:pt x="256975" y="967364"/>
                  </a:lnTo>
                  <a:lnTo>
                    <a:pt x="264858" y="971885"/>
                  </a:lnTo>
                  <a:lnTo>
                    <a:pt x="272819" y="976267"/>
                  </a:lnTo>
                  <a:lnTo>
                    <a:pt x="280855" y="980509"/>
                  </a:lnTo>
                  <a:lnTo>
                    <a:pt x="288965" y="984610"/>
                  </a:lnTo>
                  <a:lnTo>
                    <a:pt x="297145" y="988568"/>
                  </a:lnTo>
                  <a:lnTo>
                    <a:pt x="305393" y="992382"/>
                  </a:lnTo>
                  <a:lnTo>
                    <a:pt x="313706" y="996052"/>
                  </a:lnTo>
                  <a:lnTo>
                    <a:pt x="322083" y="999575"/>
                  </a:lnTo>
                  <a:lnTo>
                    <a:pt x="330520" y="1002952"/>
                  </a:lnTo>
                  <a:lnTo>
                    <a:pt x="339014" y="1006180"/>
                  </a:lnTo>
                  <a:lnTo>
                    <a:pt x="347564" y="1009259"/>
                  </a:lnTo>
                  <a:lnTo>
                    <a:pt x="356166" y="1012188"/>
                  </a:lnTo>
                  <a:lnTo>
                    <a:pt x="364819" y="1014966"/>
                  </a:lnTo>
                  <a:lnTo>
                    <a:pt x="373518" y="1017592"/>
                  </a:lnTo>
                  <a:lnTo>
                    <a:pt x="382263" y="1020065"/>
                  </a:lnTo>
                  <a:lnTo>
                    <a:pt x="391049" y="1022385"/>
                  </a:lnTo>
                  <a:lnTo>
                    <a:pt x="399874" y="1024551"/>
                  </a:lnTo>
                  <a:lnTo>
                    <a:pt x="408737" y="1026562"/>
                  </a:lnTo>
                  <a:lnTo>
                    <a:pt x="417632" y="1028417"/>
                  </a:lnTo>
                  <a:lnTo>
                    <a:pt x="426559" y="1030117"/>
                  </a:lnTo>
                  <a:lnTo>
                    <a:pt x="435515" y="1031660"/>
                  </a:lnTo>
                  <a:lnTo>
                    <a:pt x="444496" y="1033046"/>
                  </a:lnTo>
                  <a:lnTo>
                    <a:pt x="453500" y="1034275"/>
                  </a:lnTo>
                  <a:lnTo>
                    <a:pt x="462524" y="1035346"/>
                  </a:lnTo>
                  <a:lnTo>
                    <a:pt x="471565" y="1036259"/>
                  </a:lnTo>
                  <a:lnTo>
                    <a:pt x="480621" y="1037014"/>
                  </a:lnTo>
                  <a:lnTo>
                    <a:pt x="489689" y="1037610"/>
                  </a:lnTo>
                  <a:lnTo>
                    <a:pt x="498766" y="1038047"/>
                  </a:lnTo>
                  <a:lnTo>
                    <a:pt x="507849" y="1038325"/>
                  </a:lnTo>
                  <a:lnTo>
                    <a:pt x="516935" y="1038445"/>
                  </a:lnTo>
                  <a:lnTo>
                    <a:pt x="526023" y="1038405"/>
                  </a:lnTo>
                  <a:lnTo>
                    <a:pt x="535108" y="1038206"/>
                  </a:lnTo>
                  <a:lnTo>
                    <a:pt x="544188" y="1037848"/>
                  </a:lnTo>
                  <a:lnTo>
                    <a:pt x="553261" y="1037332"/>
                  </a:lnTo>
                  <a:lnTo>
                    <a:pt x="562323" y="1036656"/>
                  </a:lnTo>
                  <a:lnTo>
                    <a:pt x="571372" y="1035823"/>
                  </a:lnTo>
                  <a:lnTo>
                    <a:pt x="580405" y="1034831"/>
                  </a:lnTo>
                  <a:lnTo>
                    <a:pt x="589419" y="1033681"/>
                  </a:lnTo>
                  <a:lnTo>
                    <a:pt x="598412" y="1032373"/>
                  </a:lnTo>
                  <a:lnTo>
                    <a:pt x="607381" y="1030908"/>
                  </a:lnTo>
                  <a:lnTo>
                    <a:pt x="616322" y="1029287"/>
                  </a:lnTo>
                  <a:lnTo>
                    <a:pt x="625234" y="1027509"/>
                  </a:lnTo>
                  <a:lnTo>
                    <a:pt x="634113" y="1025576"/>
                  </a:lnTo>
                  <a:lnTo>
                    <a:pt x="642957" y="1023487"/>
                  </a:lnTo>
                  <a:lnTo>
                    <a:pt x="651764" y="1021244"/>
                  </a:lnTo>
                  <a:lnTo>
                    <a:pt x="660529" y="1018847"/>
                  </a:lnTo>
                  <a:lnTo>
                    <a:pt x="669251" y="1016298"/>
                  </a:lnTo>
                  <a:lnTo>
                    <a:pt x="677928" y="1013596"/>
                  </a:lnTo>
                  <a:lnTo>
                    <a:pt x="686556" y="1010742"/>
                  </a:lnTo>
                  <a:lnTo>
                    <a:pt x="695132" y="1007738"/>
                  </a:lnTo>
                  <a:lnTo>
                    <a:pt x="703655" y="1004584"/>
                  </a:lnTo>
                  <a:lnTo>
                    <a:pt x="712121" y="1001282"/>
                  </a:lnTo>
                  <a:lnTo>
                    <a:pt x="720528" y="997832"/>
                  </a:lnTo>
                  <a:lnTo>
                    <a:pt x="728873" y="994235"/>
                  </a:lnTo>
                  <a:lnTo>
                    <a:pt x="737154" y="990493"/>
                  </a:lnTo>
                  <a:lnTo>
                    <a:pt x="745368" y="986607"/>
                  </a:lnTo>
                  <a:lnTo>
                    <a:pt x="753514" y="982577"/>
                  </a:lnTo>
                  <a:lnTo>
                    <a:pt x="761587" y="978406"/>
                  </a:lnTo>
                  <a:lnTo>
                    <a:pt x="769586" y="974093"/>
                  </a:lnTo>
                  <a:lnTo>
                    <a:pt x="777508" y="969642"/>
                  </a:lnTo>
                  <a:lnTo>
                    <a:pt x="785351" y="965052"/>
                  </a:lnTo>
                  <a:lnTo>
                    <a:pt x="793113" y="960326"/>
                  </a:lnTo>
                  <a:lnTo>
                    <a:pt x="800791" y="955465"/>
                  </a:lnTo>
                  <a:lnTo>
                    <a:pt x="808383" y="950470"/>
                  </a:lnTo>
                  <a:lnTo>
                    <a:pt x="815886" y="945343"/>
                  </a:lnTo>
                  <a:lnTo>
                    <a:pt x="823298" y="940086"/>
                  </a:lnTo>
                  <a:lnTo>
                    <a:pt x="830617" y="934699"/>
                  </a:lnTo>
                  <a:lnTo>
                    <a:pt x="837840" y="929186"/>
                  </a:lnTo>
                  <a:lnTo>
                    <a:pt x="844966" y="923547"/>
                  </a:lnTo>
                  <a:lnTo>
                    <a:pt x="851992" y="917784"/>
                  </a:lnTo>
                  <a:lnTo>
                    <a:pt x="858917" y="911899"/>
                  </a:lnTo>
                  <a:lnTo>
                    <a:pt x="865737" y="905893"/>
                  </a:lnTo>
                  <a:lnTo>
                    <a:pt x="872451" y="899769"/>
                  </a:lnTo>
                  <a:lnTo>
                    <a:pt x="879057" y="893529"/>
                  </a:lnTo>
                  <a:lnTo>
                    <a:pt x="885552" y="887174"/>
                  </a:lnTo>
                  <a:lnTo>
                    <a:pt x="891936" y="880706"/>
                  </a:lnTo>
                  <a:lnTo>
                    <a:pt x="898205" y="874128"/>
                  </a:lnTo>
                  <a:lnTo>
                    <a:pt x="904358" y="867440"/>
                  </a:lnTo>
                  <a:lnTo>
                    <a:pt x="910393" y="860646"/>
                  </a:lnTo>
                  <a:lnTo>
                    <a:pt x="916309" y="853748"/>
                  </a:lnTo>
                  <a:lnTo>
                    <a:pt x="922103" y="846747"/>
                  </a:lnTo>
                  <a:lnTo>
                    <a:pt x="927773" y="839646"/>
                  </a:lnTo>
                  <a:lnTo>
                    <a:pt x="933318" y="832446"/>
                  </a:lnTo>
                  <a:lnTo>
                    <a:pt x="938736" y="825151"/>
                  </a:lnTo>
                  <a:lnTo>
                    <a:pt x="944026" y="817762"/>
                  </a:lnTo>
                  <a:lnTo>
                    <a:pt x="949186" y="810282"/>
                  </a:lnTo>
                  <a:lnTo>
                    <a:pt x="954214" y="802712"/>
                  </a:lnTo>
                  <a:lnTo>
                    <a:pt x="959109" y="795056"/>
                  </a:lnTo>
                  <a:lnTo>
                    <a:pt x="963869" y="787315"/>
                  </a:lnTo>
                  <a:lnTo>
                    <a:pt x="968492" y="779491"/>
                  </a:lnTo>
                  <a:lnTo>
                    <a:pt x="972979" y="771589"/>
                  </a:lnTo>
                  <a:lnTo>
                    <a:pt x="977326" y="763609"/>
                  </a:lnTo>
                  <a:lnTo>
                    <a:pt x="981533" y="755554"/>
                  </a:lnTo>
                  <a:lnTo>
                    <a:pt x="985598" y="747426"/>
                  </a:lnTo>
                  <a:lnTo>
                    <a:pt x="989520" y="739229"/>
                  </a:lnTo>
                  <a:lnTo>
                    <a:pt x="993298" y="730964"/>
                  </a:lnTo>
                  <a:lnTo>
                    <a:pt x="996932" y="722635"/>
                  </a:lnTo>
                  <a:lnTo>
                    <a:pt x="1000418" y="714243"/>
                  </a:lnTo>
                  <a:lnTo>
                    <a:pt x="1003758" y="705791"/>
                  </a:lnTo>
                  <a:lnTo>
                    <a:pt x="1006949" y="697283"/>
                  </a:lnTo>
                  <a:lnTo>
                    <a:pt x="1009990" y="688719"/>
                  </a:lnTo>
                  <a:lnTo>
                    <a:pt x="1012881" y="680104"/>
                  </a:lnTo>
                  <a:lnTo>
                    <a:pt x="1015621" y="671440"/>
                  </a:lnTo>
                  <a:lnTo>
                    <a:pt x="1018209" y="662729"/>
                  </a:lnTo>
                  <a:lnTo>
                    <a:pt x="1020644" y="653974"/>
                  </a:lnTo>
                  <a:lnTo>
                    <a:pt x="1022926" y="645178"/>
                  </a:lnTo>
                  <a:lnTo>
                    <a:pt x="1025053" y="636343"/>
                  </a:lnTo>
                  <a:lnTo>
                    <a:pt x="1027025" y="627472"/>
                  </a:lnTo>
                  <a:lnTo>
                    <a:pt x="1028842" y="618568"/>
                  </a:lnTo>
                  <a:lnTo>
                    <a:pt x="1030503" y="609634"/>
                  </a:lnTo>
                  <a:lnTo>
                    <a:pt x="1032007" y="600672"/>
                  </a:lnTo>
                  <a:lnTo>
                    <a:pt x="1033354" y="591685"/>
                  </a:lnTo>
                  <a:lnTo>
                    <a:pt x="1034543" y="582675"/>
                  </a:lnTo>
                  <a:lnTo>
                    <a:pt x="1035575" y="573647"/>
                  </a:lnTo>
                  <a:lnTo>
                    <a:pt x="1036448" y="564602"/>
                  </a:lnTo>
                  <a:lnTo>
                    <a:pt x="1037163" y="555542"/>
                  </a:lnTo>
                  <a:lnTo>
                    <a:pt x="1037719" y="546472"/>
                  </a:lnTo>
                  <a:lnTo>
                    <a:pt x="1038117" y="537393"/>
                  </a:lnTo>
                  <a:lnTo>
                    <a:pt x="1038355" y="528309"/>
                  </a:lnTo>
                  <a:lnTo>
                    <a:pt x="1038435" y="5192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524" name="tx524"/>
            <p:cNvSpPr/>
            <p:nvPr/>
          </p:nvSpPr>
          <p:spPr>
            <a:xfrm>
              <a:off x="3322816" y="5431796"/>
              <a:ext cx="247162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525" name="tx525"/>
            <p:cNvSpPr/>
            <p:nvPr/>
          </p:nvSpPr>
          <p:spPr>
            <a:xfrm>
              <a:off x="3314312" y="6626020"/>
              <a:ext cx="264170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526" name="tx526"/>
            <p:cNvSpPr/>
            <p:nvPr/>
          </p:nvSpPr>
          <p:spPr>
            <a:xfrm>
              <a:off x="3868619" y="5606686"/>
              <a:ext cx="438271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527" name="tx527"/>
            <p:cNvSpPr/>
            <p:nvPr/>
          </p:nvSpPr>
          <p:spPr>
            <a:xfrm>
              <a:off x="4043508" y="6028908"/>
              <a:ext cx="20226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528" name="tx528"/>
            <p:cNvSpPr/>
            <p:nvPr/>
          </p:nvSpPr>
          <p:spPr>
            <a:xfrm>
              <a:off x="3868619" y="6451130"/>
              <a:ext cx="455279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529" name="pg529"/>
            <p:cNvSpPr/>
            <p:nvPr/>
          </p:nvSpPr>
          <p:spPr>
            <a:xfrm>
              <a:off x="2927189" y="5545850"/>
              <a:ext cx="1038435" cy="1038445"/>
            </a:xfrm>
            <a:custGeom>
              <a:avLst/>
              <a:pathLst>
                <a:path w="1038435" h="1038445">
                  <a:moveTo>
                    <a:pt x="1038435" y="519222"/>
                  </a:moveTo>
                  <a:lnTo>
                    <a:pt x="1038355" y="510135"/>
                  </a:lnTo>
                  <a:lnTo>
                    <a:pt x="1038117" y="501051"/>
                  </a:lnTo>
                  <a:lnTo>
                    <a:pt x="1037719" y="491972"/>
                  </a:lnTo>
                  <a:lnTo>
                    <a:pt x="1037163" y="482902"/>
                  </a:lnTo>
                  <a:lnTo>
                    <a:pt x="1036448" y="473843"/>
                  </a:lnTo>
                  <a:lnTo>
                    <a:pt x="1035575" y="464797"/>
                  </a:lnTo>
                  <a:lnTo>
                    <a:pt x="1034543" y="455769"/>
                  </a:lnTo>
                  <a:lnTo>
                    <a:pt x="1033354" y="446760"/>
                  </a:lnTo>
                  <a:lnTo>
                    <a:pt x="1032007" y="437773"/>
                  </a:lnTo>
                  <a:lnTo>
                    <a:pt x="1030503" y="428811"/>
                  </a:lnTo>
                  <a:lnTo>
                    <a:pt x="1028842" y="419876"/>
                  </a:lnTo>
                  <a:lnTo>
                    <a:pt x="1027025" y="410972"/>
                  </a:lnTo>
                  <a:lnTo>
                    <a:pt x="1025053" y="402102"/>
                  </a:lnTo>
                  <a:lnTo>
                    <a:pt x="1022926" y="393267"/>
                  </a:lnTo>
                  <a:lnTo>
                    <a:pt x="1020644" y="384470"/>
                  </a:lnTo>
                  <a:lnTo>
                    <a:pt x="1018209" y="375715"/>
                  </a:lnTo>
                  <a:lnTo>
                    <a:pt x="1015621" y="367004"/>
                  </a:lnTo>
                  <a:lnTo>
                    <a:pt x="1012881" y="358340"/>
                  </a:lnTo>
                  <a:lnTo>
                    <a:pt x="1009990" y="349725"/>
                  </a:lnTo>
                  <a:lnTo>
                    <a:pt x="1006949" y="341161"/>
                  </a:lnTo>
                  <a:lnTo>
                    <a:pt x="1003758" y="332653"/>
                  </a:lnTo>
                  <a:lnTo>
                    <a:pt x="1000418" y="324201"/>
                  </a:lnTo>
                  <a:lnTo>
                    <a:pt x="996932" y="315809"/>
                  </a:lnTo>
                  <a:lnTo>
                    <a:pt x="993298" y="307480"/>
                  </a:lnTo>
                  <a:lnTo>
                    <a:pt x="989520" y="299215"/>
                  </a:lnTo>
                  <a:lnTo>
                    <a:pt x="985598" y="291018"/>
                  </a:lnTo>
                  <a:lnTo>
                    <a:pt x="981533" y="282891"/>
                  </a:lnTo>
                  <a:lnTo>
                    <a:pt x="977326" y="274836"/>
                  </a:lnTo>
                  <a:lnTo>
                    <a:pt x="972979" y="266856"/>
                  </a:lnTo>
                  <a:lnTo>
                    <a:pt x="968492" y="258953"/>
                  </a:lnTo>
                  <a:lnTo>
                    <a:pt x="963869" y="251130"/>
                  </a:lnTo>
                  <a:lnTo>
                    <a:pt x="959109" y="243389"/>
                  </a:lnTo>
                  <a:lnTo>
                    <a:pt x="954214" y="235732"/>
                  </a:lnTo>
                  <a:lnTo>
                    <a:pt x="949186" y="228163"/>
                  </a:lnTo>
                  <a:lnTo>
                    <a:pt x="944026" y="220682"/>
                  </a:lnTo>
                  <a:lnTo>
                    <a:pt x="938736" y="213293"/>
                  </a:lnTo>
                  <a:lnTo>
                    <a:pt x="933318" y="205998"/>
                  </a:lnTo>
                  <a:lnTo>
                    <a:pt x="927773" y="198798"/>
                  </a:lnTo>
                  <a:lnTo>
                    <a:pt x="922103" y="191697"/>
                  </a:lnTo>
                  <a:lnTo>
                    <a:pt x="916309" y="184696"/>
                  </a:lnTo>
                  <a:lnTo>
                    <a:pt x="910393" y="177798"/>
                  </a:lnTo>
                  <a:lnTo>
                    <a:pt x="904358" y="171004"/>
                  </a:lnTo>
                  <a:lnTo>
                    <a:pt x="898205" y="164317"/>
                  </a:lnTo>
                  <a:lnTo>
                    <a:pt x="891936" y="157738"/>
                  </a:lnTo>
                  <a:lnTo>
                    <a:pt x="885552" y="151270"/>
                  </a:lnTo>
                  <a:lnTo>
                    <a:pt x="879057" y="144915"/>
                  </a:lnTo>
                  <a:lnTo>
                    <a:pt x="872451" y="138675"/>
                  </a:lnTo>
                  <a:lnTo>
                    <a:pt x="865737" y="132551"/>
                  </a:lnTo>
                  <a:lnTo>
                    <a:pt x="858917" y="126546"/>
                  </a:lnTo>
                  <a:lnTo>
                    <a:pt x="851992" y="120661"/>
                  </a:lnTo>
                  <a:lnTo>
                    <a:pt x="844966" y="114898"/>
                  </a:lnTo>
                  <a:lnTo>
                    <a:pt x="837840" y="109258"/>
                  </a:lnTo>
                  <a:lnTo>
                    <a:pt x="830617" y="103745"/>
                  </a:lnTo>
                  <a:lnTo>
                    <a:pt x="823298" y="98358"/>
                  </a:lnTo>
                  <a:lnTo>
                    <a:pt x="815886" y="93101"/>
                  </a:lnTo>
                  <a:lnTo>
                    <a:pt x="808383" y="87974"/>
                  </a:lnTo>
                  <a:lnTo>
                    <a:pt x="800791" y="82979"/>
                  </a:lnTo>
                  <a:lnTo>
                    <a:pt x="793113" y="78118"/>
                  </a:lnTo>
                  <a:lnTo>
                    <a:pt x="785351" y="73392"/>
                  </a:lnTo>
                  <a:lnTo>
                    <a:pt x="777508" y="68802"/>
                  </a:lnTo>
                  <a:lnTo>
                    <a:pt x="769586" y="64351"/>
                  </a:lnTo>
                  <a:lnTo>
                    <a:pt x="761587" y="60039"/>
                  </a:lnTo>
                  <a:lnTo>
                    <a:pt x="753514" y="55867"/>
                  </a:lnTo>
                  <a:lnTo>
                    <a:pt x="745368" y="51838"/>
                  </a:lnTo>
                  <a:lnTo>
                    <a:pt x="737154" y="47951"/>
                  </a:lnTo>
                  <a:lnTo>
                    <a:pt x="728873" y="44209"/>
                  </a:lnTo>
                  <a:lnTo>
                    <a:pt x="720528" y="40612"/>
                  </a:lnTo>
                  <a:lnTo>
                    <a:pt x="712121" y="37162"/>
                  </a:lnTo>
                  <a:lnTo>
                    <a:pt x="703655" y="33860"/>
                  </a:lnTo>
                  <a:lnTo>
                    <a:pt x="695132" y="30706"/>
                  </a:lnTo>
                  <a:lnTo>
                    <a:pt x="686556" y="27702"/>
                  </a:lnTo>
                  <a:lnTo>
                    <a:pt x="677928" y="24849"/>
                  </a:lnTo>
                  <a:lnTo>
                    <a:pt x="669251" y="22147"/>
                  </a:lnTo>
                  <a:lnTo>
                    <a:pt x="660529" y="19597"/>
                  </a:lnTo>
                  <a:lnTo>
                    <a:pt x="651764" y="17200"/>
                  </a:lnTo>
                  <a:lnTo>
                    <a:pt x="642957" y="14957"/>
                  </a:lnTo>
                  <a:lnTo>
                    <a:pt x="634113" y="12869"/>
                  </a:lnTo>
                  <a:lnTo>
                    <a:pt x="625234" y="10935"/>
                  </a:lnTo>
                  <a:lnTo>
                    <a:pt x="616322" y="9157"/>
                  </a:lnTo>
                  <a:lnTo>
                    <a:pt x="607381" y="7536"/>
                  </a:lnTo>
                  <a:lnTo>
                    <a:pt x="598412" y="6071"/>
                  </a:lnTo>
                  <a:lnTo>
                    <a:pt x="589419" y="4764"/>
                  </a:lnTo>
                  <a:lnTo>
                    <a:pt x="580405" y="3614"/>
                  </a:lnTo>
                  <a:lnTo>
                    <a:pt x="571372" y="2622"/>
                  </a:lnTo>
                  <a:lnTo>
                    <a:pt x="562323" y="1788"/>
                  </a:lnTo>
                  <a:lnTo>
                    <a:pt x="553261" y="1112"/>
                  </a:lnTo>
                  <a:lnTo>
                    <a:pt x="544188" y="596"/>
                  </a:lnTo>
                  <a:lnTo>
                    <a:pt x="535108" y="238"/>
                  </a:lnTo>
                  <a:lnTo>
                    <a:pt x="526023" y="39"/>
                  </a:lnTo>
                  <a:lnTo>
                    <a:pt x="516935" y="0"/>
                  </a:lnTo>
                  <a:lnTo>
                    <a:pt x="507849" y="119"/>
                  </a:lnTo>
                  <a:lnTo>
                    <a:pt x="498766" y="397"/>
                  </a:lnTo>
                  <a:lnTo>
                    <a:pt x="489689" y="834"/>
                  </a:lnTo>
                  <a:lnTo>
                    <a:pt x="480621" y="1430"/>
                  </a:lnTo>
                  <a:lnTo>
                    <a:pt x="471565" y="2185"/>
                  </a:lnTo>
                  <a:lnTo>
                    <a:pt x="462524" y="3098"/>
                  </a:lnTo>
                  <a:lnTo>
                    <a:pt x="453500" y="4169"/>
                  </a:lnTo>
                  <a:lnTo>
                    <a:pt x="444496" y="5398"/>
                  </a:lnTo>
                  <a:lnTo>
                    <a:pt x="435515" y="6784"/>
                  </a:lnTo>
                  <a:lnTo>
                    <a:pt x="426559" y="8327"/>
                  </a:lnTo>
                  <a:lnTo>
                    <a:pt x="417632" y="10027"/>
                  </a:lnTo>
                  <a:lnTo>
                    <a:pt x="408737" y="11882"/>
                  </a:lnTo>
                  <a:lnTo>
                    <a:pt x="399874" y="13894"/>
                  </a:lnTo>
                  <a:lnTo>
                    <a:pt x="391049" y="16059"/>
                  </a:lnTo>
                  <a:lnTo>
                    <a:pt x="382263" y="18379"/>
                  </a:lnTo>
                  <a:lnTo>
                    <a:pt x="373518" y="20853"/>
                  </a:lnTo>
                  <a:lnTo>
                    <a:pt x="364819" y="23479"/>
                  </a:lnTo>
                  <a:lnTo>
                    <a:pt x="356166" y="26257"/>
                  </a:lnTo>
                  <a:lnTo>
                    <a:pt x="347564" y="29185"/>
                  </a:lnTo>
                  <a:lnTo>
                    <a:pt x="339014" y="32264"/>
                  </a:lnTo>
                  <a:lnTo>
                    <a:pt x="330520" y="35493"/>
                  </a:lnTo>
                  <a:lnTo>
                    <a:pt x="322083" y="38869"/>
                  </a:lnTo>
                  <a:lnTo>
                    <a:pt x="313706" y="42392"/>
                  </a:lnTo>
                  <a:lnTo>
                    <a:pt x="305393" y="46062"/>
                  </a:lnTo>
                  <a:lnTo>
                    <a:pt x="297145" y="49876"/>
                  </a:lnTo>
                  <a:lnTo>
                    <a:pt x="288965" y="53834"/>
                  </a:lnTo>
                  <a:lnTo>
                    <a:pt x="280855" y="57935"/>
                  </a:lnTo>
                  <a:lnTo>
                    <a:pt x="272819" y="62177"/>
                  </a:lnTo>
                  <a:lnTo>
                    <a:pt x="264858" y="66559"/>
                  </a:lnTo>
                  <a:lnTo>
                    <a:pt x="256975" y="71080"/>
                  </a:lnTo>
                  <a:lnTo>
                    <a:pt x="249172" y="75738"/>
                  </a:lnTo>
                  <a:lnTo>
                    <a:pt x="241452" y="80532"/>
                  </a:lnTo>
                  <a:lnTo>
                    <a:pt x="233817" y="85460"/>
                  </a:lnTo>
                  <a:lnTo>
                    <a:pt x="226269" y="90521"/>
                  </a:lnTo>
                  <a:lnTo>
                    <a:pt x="218811" y="95713"/>
                  </a:lnTo>
                  <a:lnTo>
                    <a:pt x="211445" y="101036"/>
                  </a:lnTo>
                  <a:lnTo>
                    <a:pt x="204174" y="106486"/>
                  </a:lnTo>
                  <a:lnTo>
                    <a:pt x="196999" y="112062"/>
                  </a:lnTo>
                  <a:lnTo>
                    <a:pt x="189922" y="117764"/>
                  </a:lnTo>
                  <a:lnTo>
                    <a:pt x="182947" y="123588"/>
                  </a:lnTo>
                  <a:lnTo>
                    <a:pt x="176074" y="129533"/>
                  </a:lnTo>
                  <a:lnTo>
                    <a:pt x="169307" y="135598"/>
                  </a:lnTo>
                  <a:lnTo>
                    <a:pt x="162647" y="141781"/>
                  </a:lnTo>
                  <a:lnTo>
                    <a:pt x="156096" y="148079"/>
                  </a:lnTo>
                  <a:lnTo>
                    <a:pt x="149656" y="154490"/>
                  </a:lnTo>
                  <a:lnTo>
                    <a:pt x="143330" y="161014"/>
                  </a:lnTo>
                  <a:lnTo>
                    <a:pt x="137118" y="167647"/>
                  </a:lnTo>
                  <a:lnTo>
                    <a:pt x="131024" y="174388"/>
                  </a:lnTo>
                  <a:lnTo>
                    <a:pt x="125048" y="181234"/>
                  </a:lnTo>
                  <a:lnTo>
                    <a:pt x="119193" y="188184"/>
                  </a:lnTo>
                  <a:lnTo>
                    <a:pt x="113461" y="195235"/>
                  </a:lnTo>
                  <a:lnTo>
                    <a:pt x="107853" y="202386"/>
                  </a:lnTo>
                  <a:lnTo>
                    <a:pt x="102371" y="209634"/>
                  </a:lnTo>
                  <a:lnTo>
                    <a:pt x="97017" y="216976"/>
                  </a:lnTo>
                  <a:lnTo>
                    <a:pt x="91792" y="224411"/>
                  </a:lnTo>
                  <a:lnTo>
                    <a:pt x="86698" y="231936"/>
                  </a:lnTo>
                  <a:lnTo>
                    <a:pt x="81736" y="239550"/>
                  </a:lnTo>
                  <a:lnTo>
                    <a:pt x="76909" y="247249"/>
                  </a:lnTo>
                  <a:lnTo>
                    <a:pt x="72217" y="255031"/>
                  </a:lnTo>
                  <a:lnTo>
                    <a:pt x="67662" y="262894"/>
                  </a:lnTo>
                  <a:lnTo>
                    <a:pt x="63245" y="270836"/>
                  </a:lnTo>
                  <a:lnTo>
                    <a:pt x="58968" y="278854"/>
                  </a:lnTo>
                  <a:lnTo>
                    <a:pt x="54831" y="286945"/>
                  </a:lnTo>
                  <a:lnTo>
                    <a:pt x="50838" y="295108"/>
                  </a:lnTo>
                  <a:lnTo>
                    <a:pt x="46987" y="303339"/>
                  </a:lnTo>
                  <a:lnTo>
                    <a:pt x="43281" y="311637"/>
                  </a:lnTo>
                  <a:lnTo>
                    <a:pt x="39721" y="319998"/>
                  </a:lnTo>
                  <a:lnTo>
                    <a:pt x="36308" y="328420"/>
                  </a:lnTo>
                  <a:lnTo>
                    <a:pt x="33043" y="336900"/>
                  </a:lnTo>
                  <a:lnTo>
                    <a:pt x="29926" y="345436"/>
                  </a:lnTo>
                  <a:lnTo>
                    <a:pt x="26960" y="354026"/>
                  </a:lnTo>
                  <a:lnTo>
                    <a:pt x="24144" y="362666"/>
                  </a:lnTo>
                  <a:lnTo>
                    <a:pt x="21480" y="371354"/>
                  </a:lnTo>
                  <a:lnTo>
                    <a:pt x="18968" y="380088"/>
                  </a:lnTo>
                  <a:lnTo>
                    <a:pt x="16610" y="388864"/>
                  </a:lnTo>
                  <a:lnTo>
                    <a:pt x="14406" y="397680"/>
                  </a:lnTo>
                  <a:lnTo>
                    <a:pt x="12356" y="406533"/>
                  </a:lnTo>
                  <a:lnTo>
                    <a:pt x="10461" y="415420"/>
                  </a:lnTo>
                  <a:lnTo>
                    <a:pt x="8723" y="424340"/>
                  </a:lnTo>
                  <a:lnTo>
                    <a:pt x="7140" y="433288"/>
                  </a:lnTo>
                  <a:lnTo>
                    <a:pt x="5715" y="442263"/>
                  </a:lnTo>
                  <a:lnTo>
                    <a:pt x="4446" y="451262"/>
                  </a:lnTo>
                  <a:lnTo>
                    <a:pt x="3336" y="460281"/>
                  </a:lnTo>
                  <a:lnTo>
                    <a:pt x="2383" y="469318"/>
                  </a:lnTo>
                  <a:lnTo>
                    <a:pt x="1589" y="478371"/>
                  </a:lnTo>
                  <a:lnTo>
                    <a:pt x="953" y="487436"/>
                  </a:lnTo>
                  <a:lnTo>
                    <a:pt x="477" y="496511"/>
                  </a:lnTo>
                  <a:lnTo>
                    <a:pt x="159" y="505592"/>
                  </a:lnTo>
                  <a:lnTo>
                    <a:pt x="0" y="514678"/>
                  </a:lnTo>
                  <a:lnTo>
                    <a:pt x="0" y="523766"/>
                  </a:lnTo>
                  <a:lnTo>
                    <a:pt x="159" y="532852"/>
                  </a:lnTo>
                  <a:lnTo>
                    <a:pt x="477" y="541934"/>
                  </a:lnTo>
                  <a:lnTo>
                    <a:pt x="953" y="551008"/>
                  </a:lnTo>
                  <a:lnTo>
                    <a:pt x="1589" y="560073"/>
                  </a:lnTo>
                  <a:lnTo>
                    <a:pt x="2383" y="569126"/>
                  </a:lnTo>
                  <a:lnTo>
                    <a:pt x="3336" y="578163"/>
                  </a:lnTo>
                  <a:lnTo>
                    <a:pt x="4446" y="587183"/>
                  </a:lnTo>
                  <a:lnTo>
                    <a:pt x="5715" y="596181"/>
                  </a:lnTo>
                  <a:lnTo>
                    <a:pt x="7140" y="605156"/>
                  </a:lnTo>
                  <a:lnTo>
                    <a:pt x="8723" y="614104"/>
                  </a:lnTo>
                  <a:lnTo>
                    <a:pt x="10461" y="623024"/>
                  </a:lnTo>
                  <a:lnTo>
                    <a:pt x="12356" y="631912"/>
                  </a:lnTo>
                  <a:lnTo>
                    <a:pt x="14406" y="640765"/>
                  </a:lnTo>
                  <a:lnTo>
                    <a:pt x="16610" y="649581"/>
                  </a:lnTo>
                  <a:lnTo>
                    <a:pt x="18968" y="658357"/>
                  </a:lnTo>
                  <a:lnTo>
                    <a:pt x="21480" y="667090"/>
                  </a:lnTo>
                  <a:lnTo>
                    <a:pt x="24144" y="675778"/>
                  </a:lnTo>
                  <a:lnTo>
                    <a:pt x="26960" y="684418"/>
                  </a:lnTo>
                  <a:lnTo>
                    <a:pt x="29926" y="693008"/>
                  </a:lnTo>
                  <a:lnTo>
                    <a:pt x="33043" y="701544"/>
                  </a:lnTo>
                  <a:lnTo>
                    <a:pt x="36308" y="710025"/>
                  </a:lnTo>
                  <a:lnTo>
                    <a:pt x="39721" y="718447"/>
                  </a:lnTo>
                  <a:lnTo>
                    <a:pt x="43281" y="726808"/>
                  </a:lnTo>
                  <a:lnTo>
                    <a:pt x="46987" y="735105"/>
                  </a:lnTo>
                  <a:lnTo>
                    <a:pt x="50838" y="743336"/>
                  </a:lnTo>
                  <a:lnTo>
                    <a:pt x="54831" y="751499"/>
                  </a:lnTo>
                  <a:lnTo>
                    <a:pt x="58968" y="759590"/>
                  </a:lnTo>
                  <a:lnTo>
                    <a:pt x="63245" y="767608"/>
                  </a:lnTo>
                  <a:lnTo>
                    <a:pt x="67662" y="775550"/>
                  </a:lnTo>
                  <a:lnTo>
                    <a:pt x="72217" y="783413"/>
                  </a:lnTo>
                  <a:lnTo>
                    <a:pt x="76909" y="791195"/>
                  </a:lnTo>
                  <a:lnTo>
                    <a:pt x="81736" y="798894"/>
                  </a:lnTo>
                  <a:lnTo>
                    <a:pt x="86698" y="806508"/>
                  </a:lnTo>
                  <a:lnTo>
                    <a:pt x="91792" y="814033"/>
                  </a:lnTo>
                  <a:lnTo>
                    <a:pt x="97017" y="821468"/>
                  </a:lnTo>
                  <a:lnTo>
                    <a:pt x="102371" y="828811"/>
                  </a:lnTo>
                  <a:lnTo>
                    <a:pt x="107853" y="836058"/>
                  </a:lnTo>
                  <a:lnTo>
                    <a:pt x="113461" y="843209"/>
                  </a:lnTo>
                  <a:lnTo>
                    <a:pt x="119193" y="850260"/>
                  </a:lnTo>
                  <a:lnTo>
                    <a:pt x="125048" y="857210"/>
                  </a:lnTo>
                  <a:lnTo>
                    <a:pt x="131024" y="864057"/>
                  </a:lnTo>
                  <a:lnTo>
                    <a:pt x="137118" y="870797"/>
                  </a:lnTo>
                  <a:lnTo>
                    <a:pt x="143330" y="877431"/>
                  </a:lnTo>
                  <a:lnTo>
                    <a:pt x="149656" y="883954"/>
                  </a:lnTo>
                  <a:lnTo>
                    <a:pt x="156096" y="890366"/>
                  </a:lnTo>
                  <a:lnTo>
                    <a:pt x="162647" y="896664"/>
                  </a:lnTo>
                  <a:lnTo>
                    <a:pt x="169307" y="902846"/>
                  </a:lnTo>
                  <a:lnTo>
                    <a:pt x="176074" y="908911"/>
                  </a:lnTo>
                  <a:lnTo>
                    <a:pt x="182947" y="914856"/>
                  </a:lnTo>
                  <a:lnTo>
                    <a:pt x="189922" y="920681"/>
                  </a:lnTo>
                  <a:lnTo>
                    <a:pt x="196999" y="926382"/>
                  </a:lnTo>
                  <a:lnTo>
                    <a:pt x="204174" y="931958"/>
                  </a:lnTo>
                  <a:lnTo>
                    <a:pt x="211445" y="937409"/>
                  </a:lnTo>
                  <a:lnTo>
                    <a:pt x="218811" y="942731"/>
                  </a:lnTo>
                  <a:lnTo>
                    <a:pt x="226269" y="947923"/>
                  </a:lnTo>
                  <a:lnTo>
                    <a:pt x="233817" y="952984"/>
                  </a:lnTo>
                  <a:lnTo>
                    <a:pt x="241452" y="957912"/>
                  </a:lnTo>
                  <a:lnTo>
                    <a:pt x="249172" y="962706"/>
                  </a:lnTo>
                  <a:lnTo>
                    <a:pt x="256975" y="967364"/>
                  </a:lnTo>
                  <a:lnTo>
                    <a:pt x="264858" y="971885"/>
                  </a:lnTo>
                  <a:lnTo>
                    <a:pt x="272819" y="976267"/>
                  </a:lnTo>
                  <a:lnTo>
                    <a:pt x="280855" y="980509"/>
                  </a:lnTo>
                  <a:lnTo>
                    <a:pt x="288965" y="984610"/>
                  </a:lnTo>
                  <a:lnTo>
                    <a:pt x="297145" y="988568"/>
                  </a:lnTo>
                  <a:lnTo>
                    <a:pt x="305393" y="992382"/>
                  </a:lnTo>
                  <a:lnTo>
                    <a:pt x="313706" y="996052"/>
                  </a:lnTo>
                  <a:lnTo>
                    <a:pt x="322083" y="999575"/>
                  </a:lnTo>
                  <a:lnTo>
                    <a:pt x="330520" y="1002952"/>
                  </a:lnTo>
                  <a:lnTo>
                    <a:pt x="339014" y="1006180"/>
                  </a:lnTo>
                  <a:lnTo>
                    <a:pt x="347564" y="1009259"/>
                  </a:lnTo>
                  <a:lnTo>
                    <a:pt x="356166" y="1012188"/>
                  </a:lnTo>
                  <a:lnTo>
                    <a:pt x="364819" y="1014966"/>
                  </a:lnTo>
                  <a:lnTo>
                    <a:pt x="373518" y="1017592"/>
                  </a:lnTo>
                  <a:lnTo>
                    <a:pt x="382263" y="1020065"/>
                  </a:lnTo>
                  <a:lnTo>
                    <a:pt x="391049" y="1022385"/>
                  </a:lnTo>
                  <a:lnTo>
                    <a:pt x="399874" y="1024551"/>
                  </a:lnTo>
                  <a:lnTo>
                    <a:pt x="408737" y="1026562"/>
                  </a:lnTo>
                  <a:lnTo>
                    <a:pt x="417632" y="1028417"/>
                  </a:lnTo>
                  <a:lnTo>
                    <a:pt x="426559" y="1030117"/>
                  </a:lnTo>
                  <a:lnTo>
                    <a:pt x="435515" y="1031660"/>
                  </a:lnTo>
                  <a:lnTo>
                    <a:pt x="444496" y="1033046"/>
                  </a:lnTo>
                  <a:lnTo>
                    <a:pt x="453500" y="1034275"/>
                  </a:lnTo>
                  <a:lnTo>
                    <a:pt x="462524" y="1035346"/>
                  </a:lnTo>
                  <a:lnTo>
                    <a:pt x="471565" y="1036259"/>
                  </a:lnTo>
                  <a:lnTo>
                    <a:pt x="480621" y="1037014"/>
                  </a:lnTo>
                  <a:lnTo>
                    <a:pt x="489689" y="1037610"/>
                  </a:lnTo>
                  <a:lnTo>
                    <a:pt x="498766" y="1038047"/>
                  </a:lnTo>
                  <a:lnTo>
                    <a:pt x="507849" y="1038325"/>
                  </a:lnTo>
                  <a:lnTo>
                    <a:pt x="516935" y="1038445"/>
                  </a:lnTo>
                  <a:lnTo>
                    <a:pt x="526023" y="1038405"/>
                  </a:lnTo>
                  <a:lnTo>
                    <a:pt x="535108" y="1038206"/>
                  </a:lnTo>
                  <a:lnTo>
                    <a:pt x="544188" y="1037848"/>
                  </a:lnTo>
                  <a:lnTo>
                    <a:pt x="553261" y="1037332"/>
                  </a:lnTo>
                  <a:lnTo>
                    <a:pt x="562323" y="1036656"/>
                  </a:lnTo>
                  <a:lnTo>
                    <a:pt x="571372" y="1035823"/>
                  </a:lnTo>
                  <a:lnTo>
                    <a:pt x="580405" y="1034831"/>
                  </a:lnTo>
                  <a:lnTo>
                    <a:pt x="589419" y="1033681"/>
                  </a:lnTo>
                  <a:lnTo>
                    <a:pt x="598412" y="1032373"/>
                  </a:lnTo>
                  <a:lnTo>
                    <a:pt x="607381" y="1030908"/>
                  </a:lnTo>
                  <a:lnTo>
                    <a:pt x="616322" y="1029287"/>
                  </a:lnTo>
                  <a:lnTo>
                    <a:pt x="625234" y="1027509"/>
                  </a:lnTo>
                  <a:lnTo>
                    <a:pt x="634113" y="1025576"/>
                  </a:lnTo>
                  <a:lnTo>
                    <a:pt x="642957" y="1023487"/>
                  </a:lnTo>
                  <a:lnTo>
                    <a:pt x="651764" y="1021244"/>
                  </a:lnTo>
                  <a:lnTo>
                    <a:pt x="660529" y="1018847"/>
                  </a:lnTo>
                  <a:lnTo>
                    <a:pt x="669251" y="1016298"/>
                  </a:lnTo>
                  <a:lnTo>
                    <a:pt x="677928" y="1013596"/>
                  </a:lnTo>
                  <a:lnTo>
                    <a:pt x="686556" y="1010742"/>
                  </a:lnTo>
                  <a:lnTo>
                    <a:pt x="695132" y="1007738"/>
                  </a:lnTo>
                  <a:lnTo>
                    <a:pt x="703655" y="1004584"/>
                  </a:lnTo>
                  <a:lnTo>
                    <a:pt x="712121" y="1001282"/>
                  </a:lnTo>
                  <a:lnTo>
                    <a:pt x="720528" y="997832"/>
                  </a:lnTo>
                  <a:lnTo>
                    <a:pt x="728873" y="994235"/>
                  </a:lnTo>
                  <a:lnTo>
                    <a:pt x="737154" y="990493"/>
                  </a:lnTo>
                  <a:lnTo>
                    <a:pt x="745368" y="986607"/>
                  </a:lnTo>
                  <a:lnTo>
                    <a:pt x="753514" y="982577"/>
                  </a:lnTo>
                  <a:lnTo>
                    <a:pt x="761587" y="978406"/>
                  </a:lnTo>
                  <a:lnTo>
                    <a:pt x="769586" y="974093"/>
                  </a:lnTo>
                  <a:lnTo>
                    <a:pt x="777508" y="969642"/>
                  </a:lnTo>
                  <a:lnTo>
                    <a:pt x="785351" y="965052"/>
                  </a:lnTo>
                  <a:lnTo>
                    <a:pt x="793113" y="960326"/>
                  </a:lnTo>
                  <a:lnTo>
                    <a:pt x="800791" y="955465"/>
                  </a:lnTo>
                  <a:lnTo>
                    <a:pt x="808383" y="950470"/>
                  </a:lnTo>
                  <a:lnTo>
                    <a:pt x="815886" y="945343"/>
                  </a:lnTo>
                  <a:lnTo>
                    <a:pt x="823298" y="940086"/>
                  </a:lnTo>
                  <a:lnTo>
                    <a:pt x="830617" y="934699"/>
                  </a:lnTo>
                  <a:lnTo>
                    <a:pt x="837840" y="929186"/>
                  </a:lnTo>
                  <a:lnTo>
                    <a:pt x="844966" y="923547"/>
                  </a:lnTo>
                  <a:lnTo>
                    <a:pt x="851992" y="917784"/>
                  </a:lnTo>
                  <a:lnTo>
                    <a:pt x="858917" y="911899"/>
                  </a:lnTo>
                  <a:lnTo>
                    <a:pt x="865737" y="905893"/>
                  </a:lnTo>
                  <a:lnTo>
                    <a:pt x="872451" y="899769"/>
                  </a:lnTo>
                  <a:lnTo>
                    <a:pt x="879057" y="893529"/>
                  </a:lnTo>
                  <a:lnTo>
                    <a:pt x="885552" y="887174"/>
                  </a:lnTo>
                  <a:lnTo>
                    <a:pt x="891936" y="880706"/>
                  </a:lnTo>
                  <a:lnTo>
                    <a:pt x="898205" y="874128"/>
                  </a:lnTo>
                  <a:lnTo>
                    <a:pt x="904358" y="867440"/>
                  </a:lnTo>
                  <a:lnTo>
                    <a:pt x="910393" y="860646"/>
                  </a:lnTo>
                  <a:lnTo>
                    <a:pt x="916309" y="853748"/>
                  </a:lnTo>
                  <a:lnTo>
                    <a:pt x="922103" y="846747"/>
                  </a:lnTo>
                  <a:lnTo>
                    <a:pt x="927773" y="839646"/>
                  </a:lnTo>
                  <a:lnTo>
                    <a:pt x="933318" y="832446"/>
                  </a:lnTo>
                  <a:lnTo>
                    <a:pt x="938736" y="825151"/>
                  </a:lnTo>
                  <a:lnTo>
                    <a:pt x="944026" y="817762"/>
                  </a:lnTo>
                  <a:lnTo>
                    <a:pt x="949186" y="810282"/>
                  </a:lnTo>
                  <a:lnTo>
                    <a:pt x="954214" y="802712"/>
                  </a:lnTo>
                  <a:lnTo>
                    <a:pt x="959109" y="795056"/>
                  </a:lnTo>
                  <a:lnTo>
                    <a:pt x="963869" y="787315"/>
                  </a:lnTo>
                  <a:lnTo>
                    <a:pt x="968492" y="779491"/>
                  </a:lnTo>
                  <a:lnTo>
                    <a:pt x="972979" y="771589"/>
                  </a:lnTo>
                  <a:lnTo>
                    <a:pt x="977326" y="763609"/>
                  </a:lnTo>
                  <a:lnTo>
                    <a:pt x="981533" y="755554"/>
                  </a:lnTo>
                  <a:lnTo>
                    <a:pt x="985598" y="747426"/>
                  </a:lnTo>
                  <a:lnTo>
                    <a:pt x="989520" y="739229"/>
                  </a:lnTo>
                  <a:lnTo>
                    <a:pt x="993298" y="730964"/>
                  </a:lnTo>
                  <a:lnTo>
                    <a:pt x="996932" y="722635"/>
                  </a:lnTo>
                  <a:lnTo>
                    <a:pt x="1000418" y="714243"/>
                  </a:lnTo>
                  <a:lnTo>
                    <a:pt x="1003758" y="705791"/>
                  </a:lnTo>
                  <a:lnTo>
                    <a:pt x="1006949" y="697283"/>
                  </a:lnTo>
                  <a:lnTo>
                    <a:pt x="1009990" y="688719"/>
                  </a:lnTo>
                  <a:lnTo>
                    <a:pt x="1012881" y="680104"/>
                  </a:lnTo>
                  <a:lnTo>
                    <a:pt x="1015621" y="671440"/>
                  </a:lnTo>
                  <a:lnTo>
                    <a:pt x="1018209" y="662729"/>
                  </a:lnTo>
                  <a:lnTo>
                    <a:pt x="1020644" y="653974"/>
                  </a:lnTo>
                  <a:lnTo>
                    <a:pt x="1022926" y="645178"/>
                  </a:lnTo>
                  <a:lnTo>
                    <a:pt x="1025053" y="636343"/>
                  </a:lnTo>
                  <a:lnTo>
                    <a:pt x="1027025" y="627472"/>
                  </a:lnTo>
                  <a:lnTo>
                    <a:pt x="1028842" y="618568"/>
                  </a:lnTo>
                  <a:lnTo>
                    <a:pt x="1030503" y="609634"/>
                  </a:lnTo>
                  <a:lnTo>
                    <a:pt x="1032007" y="600672"/>
                  </a:lnTo>
                  <a:lnTo>
                    <a:pt x="1033354" y="591685"/>
                  </a:lnTo>
                  <a:lnTo>
                    <a:pt x="1034543" y="582675"/>
                  </a:lnTo>
                  <a:lnTo>
                    <a:pt x="1035575" y="573647"/>
                  </a:lnTo>
                  <a:lnTo>
                    <a:pt x="1036448" y="564602"/>
                  </a:lnTo>
                  <a:lnTo>
                    <a:pt x="1037163" y="555542"/>
                  </a:lnTo>
                  <a:lnTo>
                    <a:pt x="1037719" y="546472"/>
                  </a:lnTo>
                  <a:lnTo>
                    <a:pt x="1038117" y="537393"/>
                  </a:lnTo>
                  <a:lnTo>
                    <a:pt x="1038355" y="528309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530" name="pl530"/>
            <p:cNvSpPr/>
            <p:nvPr/>
          </p:nvSpPr>
          <p:spPr>
            <a:xfrm>
              <a:off x="3446397" y="5545845"/>
              <a:ext cx="0" cy="467304"/>
            </a:xfrm>
            <a:custGeom>
              <a:avLst/>
              <a:pathLst>
                <a:path w="0" h="467304">
                  <a:moveTo>
                    <a:pt x="0" y="46730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l531"/>
            <p:cNvSpPr/>
            <p:nvPr/>
          </p:nvSpPr>
          <p:spPr>
            <a:xfrm>
              <a:off x="3483112" y="5697923"/>
              <a:ext cx="330434" cy="330434"/>
            </a:xfrm>
            <a:custGeom>
              <a:avLst/>
              <a:pathLst>
                <a:path w="330434" h="330434">
                  <a:moveTo>
                    <a:pt x="0" y="330434"/>
                  </a:moveTo>
                  <a:lnTo>
                    <a:pt x="33043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l532"/>
            <p:cNvSpPr/>
            <p:nvPr/>
          </p:nvSpPr>
          <p:spPr>
            <a:xfrm>
              <a:off x="3498320" y="6065072"/>
              <a:ext cx="467304" cy="0"/>
            </a:xfrm>
            <a:custGeom>
              <a:avLst/>
              <a:pathLst>
                <a:path w="467304" h="0">
                  <a:moveTo>
                    <a:pt x="0" y="0"/>
                  </a:moveTo>
                  <a:lnTo>
                    <a:pt x="46730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l533"/>
            <p:cNvSpPr/>
            <p:nvPr/>
          </p:nvSpPr>
          <p:spPr>
            <a:xfrm>
              <a:off x="3483112" y="6101787"/>
              <a:ext cx="330434" cy="330434"/>
            </a:xfrm>
            <a:custGeom>
              <a:avLst/>
              <a:pathLst>
                <a:path w="330434" h="330434">
                  <a:moveTo>
                    <a:pt x="0" y="0"/>
                  </a:moveTo>
                  <a:lnTo>
                    <a:pt x="330434" y="33043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l534"/>
            <p:cNvSpPr/>
            <p:nvPr/>
          </p:nvSpPr>
          <p:spPr>
            <a:xfrm>
              <a:off x="3446397" y="6116995"/>
              <a:ext cx="0" cy="467304"/>
            </a:xfrm>
            <a:custGeom>
              <a:avLst/>
              <a:pathLst>
                <a:path w="0" h="467304">
                  <a:moveTo>
                    <a:pt x="0" y="0"/>
                  </a:moveTo>
                  <a:lnTo>
                    <a:pt x="0" y="46730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l535"/>
            <p:cNvSpPr/>
            <p:nvPr/>
          </p:nvSpPr>
          <p:spPr>
            <a:xfrm>
              <a:off x="3079247" y="6101787"/>
              <a:ext cx="330434" cy="330434"/>
            </a:xfrm>
            <a:custGeom>
              <a:avLst/>
              <a:pathLst>
                <a:path w="330434" h="330434">
                  <a:moveTo>
                    <a:pt x="330434" y="0"/>
                  </a:moveTo>
                  <a:lnTo>
                    <a:pt x="0" y="33043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l536"/>
            <p:cNvSpPr/>
            <p:nvPr/>
          </p:nvSpPr>
          <p:spPr>
            <a:xfrm>
              <a:off x="2927169" y="6065072"/>
              <a:ext cx="467304" cy="0"/>
            </a:xfrm>
            <a:custGeom>
              <a:avLst/>
              <a:pathLst>
                <a:path w="467304" h="0">
                  <a:moveTo>
                    <a:pt x="467304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l537"/>
            <p:cNvSpPr/>
            <p:nvPr/>
          </p:nvSpPr>
          <p:spPr>
            <a:xfrm>
              <a:off x="3079247" y="5697923"/>
              <a:ext cx="330434" cy="330434"/>
            </a:xfrm>
            <a:custGeom>
              <a:avLst/>
              <a:pathLst>
                <a:path w="330434" h="330434">
                  <a:moveTo>
                    <a:pt x="330434" y="33043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l538"/>
            <p:cNvSpPr/>
            <p:nvPr/>
          </p:nvSpPr>
          <p:spPr>
            <a:xfrm>
              <a:off x="3394474" y="6013150"/>
              <a:ext cx="571150" cy="103845"/>
            </a:xfrm>
            <a:custGeom>
              <a:avLst/>
              <a:pathLst>
                <a:path w="571150" h="103845">
                  <a:moveTo>
                    <a:pt x="51922" y="0"/>
                  </a:moveTo>
                  <a:lnTo>
                    <a:pt x="88637" y="15207"/>
                  </a:lnTo>
                  <a:lnTo>
                    <a:pt x="571150" y="51922"/>
                  </a:lnTo>
                  <a:lnTo>
                    <a:pt x="88637" y="88637"/>
                  </a:lnTo>
                  <a:lnTo>
                    <a:pt x="51922" y="103845"/>
                  </a:lnTo>
                  <a:lnTo>
                    <a:pt x="15207" y="88637"/>
                  </a:lnTo>
                  <a:lnTo>
                    <a:pt x="0" y="51922"/>
                  </a:lnTo>
                  <a:lnTo>
                    <a:pt x="15207" y="15207"/>
                  </a:lnTo>
                  <a:lnTo>
                    <a:pt x="51922" y="0"/>
                  </a:lnTo>
                </a:path>
              </a:pathLst>
            </a:custGeom>
            <a:ln w="31166" cap="flat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3411127" y="5977879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3447841" y="5993087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3930354" y="6029802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3447841" y="6066517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3411127" y="6081725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3374412" y="6066517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3359204" y="6029802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3374412" y="5993087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3411127" y="5977879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tx548"/>
            <p:cNvSpPr/>
            <p:nvPr/>
          </p:nvSpPr>
          <p:spPr>
            <a:xfrm>
              <a:off x="3306966" y="5991478"/>
              <a:ext cx="87508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549" name="tx549"/>
            <p:cNvSpPr/>
            <p:nvPr/>
          </p:nvSpPr>
          <p:spPr>
            <a:xfrm>
              <a:off x="3273316" y="5757826"/>
              <a:ext cx="12115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550" name="tx550"/>
            <p:cNvSpPr/>
            <p:nvPr/>
          </p:nvSpPr>
          <p:spPr>
            <a:xfrm>
              <a:off x="3239666" y="5524174"/>
              <a:ext cx="15480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551" name="rc551"/>
            <p:cNvSpPr/>
            <p:nvPr/>
          </p:nvSpPr>
          <p:spPr>
            <a:xfrm>
              <a:off x="4571999" y="5108705"/>
              <a:ext cx="2251205" cy="233029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552" name="rc552"/>
            <p:cNvSpPr/>
            <p:nvPr/>
          </p:nvSpPr>
          <p:spPr>
            <a:xfrm>
              <a:off x="4571999" y="5341734"/>
              <a:ext cx="2251205" cy="14466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3" name="rc553"/>
            <p:cNvSpPr/>
            <p:nvPr/>
          </p:nvSpPr>
          <p:spPr>
            <a:xfrm>
              <a:off x="4609957" y="5108705"/>
              <a:ext cx="2175290" cy="23302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4" name="tx554"/>
            <p:cNvSpPr/>
            <p:nvPr/>
          </p:nvSpPr>
          <p:spPr>
            <a:xfrm>
              <a:off x="5156872" y="5142672"/>
              <a:ext cx="1081460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Caprimulgiformes</a:t>
              </a:r>
            </a:p>
          </p:txBody>
        </p:sp>
        <p:sp>
          <p:nvSpPr>
            <p:cNvPr id="555" name="tx555"/>
            <p:cNvSpPr/>
            <p:nvPr/>
          </p:nvSpPr>
          <p:spPr>
            <a:xfrm>
              <a:off x="5120616" y="5244162"/>
              <a:ext cx="1153972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3, species = 3</a:t>
              </a:r>
            </a:p>
          </p:txBody>
        </p:sp>
        <p:sp>
          <p:nvSpPr>
            <p:cNvPr id="556" name="rc556"/>
            <p:cNvSpPr/>
            <p:nvPr/>
          </p:nvSpPr>
          <p:spPr>
            <a:xfrm>
              <a:off x="4840877" y="5379692"/>
              <a:ext cx="1713451" cy="1370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7" name="tx557"/>
            <p:cNvSpPr/>
            <p:nvPr/>
          </p:nvSpPr>
          <p:spPr>
            <a:xfrm>
              <a:off x="4803367" y="6451130"/>
              <a:ext cx="472013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558" name="tx558"/>
            <p:cNvSpPr/>
            <p:nvPr/>
          </p:nvSpPr>
          <p:spPr>
            <a:xfrm>
              <a:off x="4872073" y="6028908"/>
              <a:ext cx="228417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559" name="tx559"/>
            <p:cNvSpPr/>
            <p:nvPr/>
          </p:nvSpPr>
          <p:spPr>
            <a:xfrm>
              <a:off x="4820375" y="5606686"/>
              <a:ext cx="45500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560" name="pl560"/>
            <p:cNvSpPr/>
            <p:nvPr/>
          </p:nvSpPr>
          <p:spPr>
            <a:xfrm>
              <a:off x="5645681" y="6013150"/>
              <a:ext cx="103843" cy="103844"/>
            </a:xfrm>
            <a:custGeom>
              <a:avLst/>
              <a:pathLst>
                <a:path w="103843" h="103844">
                  <a:moveTo>
                    <a:pt x="103843" y="51922"/>
                  </a:moveTo>
                  <a:lnTo>
                    <a:pt x="103835" y="51013"/>
                  </a:lnTo>
                  <a:lnTo>
                    <a:pt x="103811" y="50105"/>
                  </a:lnTo>
                  <a:lnTo>
                    <a:pt x="103771" y="49197"/>
                  </a:lnTo>
                  <a:lnTo>
                    <a:pt x="103716" y="48290"/>
                  </a:lnTo>
                  <a:lnTo>
                    <a:pt x="103644" y="47384"/>
                  </a:lnTo>
                  <a:lnTo>
                    <a:pt x="103557" y="46479"/>
                  </a:lnTo>
                  <a:lnTo>
                    <a:pt x="103454" y="45576"/>
                  </a:lnTo>
                  <a:lnTo>
                    <a:pt x="103335" y="44676"/>
                  </a:lnTo>
                  <a:lnTo>
                    <a:pt x="103200" y="43777"/>
                  </a:lnTo>
                  <a:lnTo>
                    <a:pt x="103050" y="42881"/>
                  </a:lnTo>
                  <a:lnTo>
                    <a:pt x="102884" y="41987"/>
                  </a:lnTo>
                  <a:lnTo>
                    <a:pt x="102702" y="41097"/>
                  </a:lnTo>
                  <a:lnTo>
                    <a:pt x="102505" y="40210"/>
                  </a:lnTo>
                  <a:lnTo>
                    <a:pt x="102292" y="39326"/>
                  </a:lnTo>
                  <a:lnTo>
                    <a:pt x="102064" y="38447"/>
                  </a:lnTo>
                  <a:lnTo>
                    <a:pt x="101820" y="37571"/>
                  </a:lnTo>
                  <a:lnTo>
                    <a:pt x="101562" y="36700"/>
                  </a:lnTo>
                  <a:lnTo>
                    <a:pt x="101288" y="35834"/>
                  </a:lnTo>
                  <a:lnTo>
                    <a:pt x="100999" y="34972"/>
                  </a:lnTo>
                  <a:lnTo>
                    <a:pt x="100694" y="34116"/>
                  </a:lnTo>
                  <a:lnTo>
                    <a:pt x="100375" y="33265"/>
                  </a:lnTo>
                  <a:lnTo>
                    <a:pt x="100041" y="32420"/>
                  </a:lnTo>
                  <a:lnTo>
                    <a:pt x="99693" y="31580"/>
                  </a:lnTo>
                  <a:lnTo>
                    <a:pt x="99329" y="30748"/>
                  </a:lnTo>
                  <a:lnTo>
                    <a:pt x="98952" y="29921"/>
                  </a:lnTo>
                  <a:lnTo>
                    <a:pt x="98559" y="29101"/>
                  </a:lnTo>
                  <a:lnTo>
                    <a:pt x="98153" y="28289"/>
                  </a:lnTo>
                  <a:lnTo>
                    <a:pt x="97732" y="27483"/>
                  </a:lnTo>
                  <a:lnTo>
                    <a:pt x="97297" y="26685"/>
                  </a:lnTo>
                  <a:lnTo>
                    <a:pt x="96849" y="25895"/>
                  </a:lnTo>
                  <a:lnTo>
                    <a:pt x="96386" y="25113"/>
                  </a:lnTo>
                  <a:lnTo>
                    <a:pt x="95910" y="24338"/>
                  </a:lnTo>
                  <a:lnTo>
                    <a:pt x="95421" y="23573"/>
                  </a:lnTo>
                  <a:lnTo>
                    <a:pt x="94918" y="22816"/>
                  </a:lnTo>
                  <a:lnTo>
                    <a:pt x="94402" y="22068"/>
                  </a:lnTo>
                  <a:lnTo>
                    <a:pt x="93873" y="21329"/>
                  </a:lnTo>
                  <a:lnTo>
                    <a:pt x="93331" y="20599"/>
                  </a:lnTo>
                  <a:lnTo>
                    <a:pt x="92777" y="19879"/>
                  </a:lnTo>
                  <a:lnTo>
                    <a:pt x="92210" y="19169"/>
                  </a:lnTo>
                  <a:lnTo>
                    <a:pt x="91630" y="18469"/>
                  </a:lnTo>
                  <a:lnTo>
                    <a:pt x="91039" y="17779"/>
                  </a:lnTo>
                  <a:lnTo>
                    <a:pt x="90435" y="17100"/>
                  </a:lnTo>
                  <a:lnTo>
                    <a:pt x="89820" y="16431"/>
                  </a:lnTo>
                  <a:lnTo>
                    <a:pt x="89193" y="15773"/>
                  </a:lnTo>
                  <a:lnTo>
                    <a:pt x="88555" y="15127"/>
                  </a:lnTo>
                  <a:lnTo>
                    <a:pt x="87905" y="14491"/>
                  </a:lnTo>
                  <a:lnTo>
                    <a:pt x="87245" y="13867"/>
                  </a:lnTo>
                  <a:lnTo>
                    <a:pt x="86573" y="13255"/>
                  </a:lnTo>
                  <a:lnTo>
                    <a:pt x="85891" y="12654"/>
                  </a:lnTo>
                  <a:lnTo>
                    <a:pt x="85199" y="12066"/>
                  </a:lnTo>
                  <a:lnTo>
                    <a:pt x="84496" y="11489"/>
                  </a:lnTo>
                  <a:lnTo>
                    <a:pt x="83784" y="10925"/>
                  </a:lnTo>
                  <a:lnTo>
                    <a:pt x="83061" y="10374"/>
                  </a:lnTo>
                  <a:lnTo>
                    <a:pt x="82329" y="9835"/>
                  </a:lnTo>
                  <a:lnTo>
                    <a:pt x="81588" y="9310"/>
                  </a:lnTo>
                  <a:lnTo>
                    <a:pt x="80838" y="8797"/>
                  </a:lnTo>
                  <a:lnTo>
                    <a:pt x="80079" y="8297"/>
                  </a:lnTo>
                  <a:lnTo>
                    <a:pt x="79311" y="7811"/>
                  </a:lnTo>
                  <a:lnTo>
                    <a:pt x="78535" y="7339"/>
                  </a:lnTo>
                  <a:lnTo>
                    <a:pt x="77750" y="6880"/>
                  </a:lnTo>
                  <a:lnTo>
                    <a:pt x="76958" y="6435"/>
                  </a:lnTo>
                  <a:lnTo>
                    <a:pt x="76158" y="6003"/>
                  </a:lnTo>
                  <a:lnTo>
                    <a:pt x="75351" y="5586"/>
                  </a:lnTo>
                  <a:lnTo>
                    <a:pt x="74536" y="5183"/>
                  </a:lnTo>
                  <a:lnTo>
                    <a:pt x="73715" y="4795"/>
                  </a:lnTo>
                  <a:lnTo>
                    <a:pt x="72887" y="4420"/>
                  </a:lnTo>
                  <a:lnTo>
                    <a:pt x="72052" y="4061"/>
                  </a:lnTo>
                  <a:lnTo>
                    <a:pt x="71212" y="3716"/>
                  </a:lnTo>
                  <a:lnTo>
                    <a:pt x="70365" y="3386"/>
                  </a:lnTo>
                  <a:lnTo>
                    <a:pt x="69513" y="3070"/>
                  </a:lnTo>
                  <a:lnTo>
                    <a:pt x="68655" y="2770"/>
                  </a:lnTo>
                  <a:lnTo>
                    <a:pt x="67792" y="2484"/>
                  </a:lnTo>
                  <a:lnTo>
                    <a:pt x="66925" y="2214"/>
                  </a:lnTo>
                  <a:lnTo>
                    <a:pt x="66052" y="1959"/>
                  </a:lnTo>
                  <a:lnTo>
                    <a:pt x="65176" y="1720"/>
                  </a:lnTo>
                  <a:lnTo>
                    <a:pt x="64295" y="1495"/>
                  </a:lnTo>
                  <a:lnTo>
                    <a:pt x="63411" y="1286"/>
                  </a:lnTo>
                  <a:lnTo>
                    <a:pt x="62523" y="1093"/>
                  </a:lnTo>
                  <a:lnTo>
                    <a:pt x="61632" y="915"/>
                  </a:lnTo>
                  <a:lnTo>
                    <a:pt x="60738" y="753"/>
                  </a:lnTo>
                  <a:lnTo>
                    <a:pt x="59841" y="607"/>
                  </a:lnTo>
                  <a:lnTo>
                    <a:pt x="58941" y="476"/>
                  </a:lnTo>
                  <a:lnTo>
                    <a:pt x="58040" y="361"/>
                  </a:lnTo>
                  <a:lnTo>
                    <a:pt x="57137" y="262"/>
                  </a:lnTo>
                  <a:lnTo>
                    <a:pt x="56232" y="178"/>
                  </a:lnTo>
                  <a:lnTo>
                    <a:pt x="55326" y="111"/>
                  </a:lnTo>
                  <a:lnTo>
                    <a:pt x="54418" y="59"/>
                  </a:lnTo>
                  <a:lnTo>
                    <a:pt x="53510" y="23"/>
                  </a:lnTo>
                  <a:lnTo>
                    <a:pt x="52602" y="3"/>
                  </a:lnTo>
                  <a:lnTo>
                    <a:pt x="51693" y="0"/>
                  </a:lnTo>
                  <a:lnTo>
                    <a:pt x="50784" y="11"/>
                  </a:lnTo>
                  <a:lnTo>
                    <a:pt x="49876" y="39"/>
                  </a:lnTo>
                  <a:lnTo>
                    <a:pt x="48968" y="83"/>
                  </a:lnTo>
                  <a:lnTo>
                    <a:pt x="48062" y="143"/>
                  </a:lnTo>
                  <a:lnTo>
                    <a:pt x="47156" y="218"/>
                  </a:lnTo>
                  <a:lnTo>
                    <a:pt x="46252" y="309"/>
                  </a:lnTo>
                  <a:lnTo>
                    <a:pt x="45350" y="416"/>
                  </a:lnTo>
                  <a:lnTo>
                    <a:pt x="44449" y="539"/>
                  </a:lnTo>
                  <a:lnTo>
                    <a:pt x="43551" y="678"/>
                  </a:lnTo>
                  <a:lnTo>
                    <a:pt x="42655" y="832"/>
                  </a:lnTo>
                  <a:lnTo>
                    <a:pt x="41763" y="1002"/>
                  </a:lnTo>
                  <a:lnTo>
                    <a:pt x="40873" y="1188"/>
                  </a:lnTo>
                  <a:lnTo>
                    <a:pt x="39987" y="1389"/>
                  </a:lnTo>
                  <a:lnTo>
                    <a:pt x="39104" y="1605"/>
                  </a:lnTo>
                  <a:lnTo>
                    <a:pt x="38226" y="1837"/>
                  </a:lnTo>
                  <a:lnTo>
                    <a:pt x="37351" y="2085"/>
                  </a:lnTo>
                  <a:lnTo>
                    <a:pt x="36481" y="2347"/>
                  </a:lnTo>
                  <a:lnTo>
                    <a:pt x="35616" y="2625"/>
                  </a:lnTo>
                  <a:lnTo>
                    <a:pt x="34756" y="2918"/>
                  </a:lnTo>
                  <a:lnTo>
                    <a:pt x="33901" y="3226"/>
                  </a:lnTo>
                  <a:lnTo>
                    <a:pt x="33052" y="3549"/>
                  </a:lnTo>
                  <a:lnTo>
                    <a:pt x="32208" y="3886"/>
                  </a:lnTo>
                  <a:lnTo>
                    <a:pt x="31370" y="4239"/>
                  </a:lnTo>
                  <a:lnTo>
                    <a:pt x="30539" y="4606"/>
                  </a:lnTo>
                  <a:lnTo>
                    <a:pt x="29714" y="4987"/>
                  </a:lnTo>
                  <a:lnTo>
                    <a:pt x="28896" y="5383"/>
                  </a:lnTo>
                  <a:lnTo>
                    <a:pt x="28085" y="5793"/>
                  </a:lnTo>
                  <a:lnTo>
                    <a:pt x="27281" y="6217"/>
                  </a:lnTo>
                  <a:lnTo>
                    <a:pt x="26485" y="6655"/>
                  </a:lnTo>
                  <a:lnTo>
                    <a:pt x="25697" y="7108"/>
                  </a:lnTo>
                  <a:lnTo>
                    <a:pt x="24917" y="7573"/>
                  </a:lnTo>
                  <a:lnTo>
                    <a:pt x="24145" y="8053"/>
                  </a:lnTo>
                  <a:lnTo>
                    <a:pt x="23381" y="8546"/>
                  </a:lnTo>
                  <a:lnTo>
                    <a:pt x="22626" y="9052"/>
                  </a:lnTo>
                  <a:lnTo>
                    <a:pt x="21881" y="9571"/>
                  </a:lnTo>
                  <a:lnTo>
                    <a:pt x="21144" y="10103"/>
                  </a:lnTo>
                  <a:lnTo>
                    <a:pt x="20417" y="10648"/>
                  </a:lnTo>
                  <a:lnTo>
                    <a:pt x="19699" y="11206"/>
                  </a:lnTo>
                  <a:lnTo>
                    <a:pt x="18992" y="11776"/>
                  </a:lnTo>
                  <a:lnTo>
                    <a:pt x="18294" y="12358"/>
                  </a:lnTo>
                  <a:lnTo>
                    <a:pt x="17607" y="12953"/>
                  </a:lnTo>
                  <a:lnTo>
                    <a:pt x="16930" y="13559"/>
                  </a:lnTo>
                  <a:lnTo>
                    <a:pt x="16264" y="14178"/>
                  </a:lnTo>
                  <a:lnTo>
                    <a:pt x="15609" y="14807"/>
                  </a:lnTo>
                  <a:lnTo>
                    <a:pt x="14965" y="15449"/>
                  </a:lnTo>
                  <a:lnTo>
                    <a:pt x="14333" y="16101"/>
                  </a:lnTo>
                  <a:lnTo>
                    <a:pt x="13711" y="16764"/>
                  </a:lnTo>
                  <a:lnTo>
                    <a:pt x="13102" y="17438"/>
                  </a:lnTo>
                  <a:lnTo>
                    <a:pt x="12504" y="18123"/>
                  </a:lnTo>
                  <a:lnTo>
                    <a:pt x="11919" y="18818"/>
                  </a:lnTo>
                  <a:lnTo>
                    <a:pt x="11346" y="19523"/>
                  </a:lnTo>
                  <a:lnTo>
                    <a:pt x="10785" y="20238"/>
                  </a:lnTo>
                  <a:lnTo>
                    <a:pt x="10237" y="20963"/>
                  </a:lnTo>
                  <a:lnTo>
                    <a:pt x="9701" y="21697"/>
                  </a:lnTo>
                  <a:lnTo>
                    <a:pt x="9179" y="22441"/>
                  </a:lnTo>
                  <a:lnTo>
                    <a:pt x="8669" y="23193"/>
                  </a:lnTo>
                  <a:lnTo>
                    <a:pt x="8173" y="23955"/>
                  </a:lnTo>
                  <a:lnTo>
                    <a:pt x="7690" y="24724"/>
                  </a:lnTo>
                  <a:lnTo>
                    <a:pt x="7221" y="25503"/>
                  </a:lnTo>
                  <a:lnTo>
                    <a:pt x="6766" y="26289"/>
                  </a:lnTo>
                  <a:lnTo>
                    <a:pt x="6324" y="27083"/>
                  </a:lnTo>
                  <a:lnTo>
                    <a:pt x="5896" y="27885"/>
                  </a:lnTo>
                  <a:lnTo>
                    <a:pt x="5483" y="28694"/>
                  </a:lnTo>
                  <a:lnTo>
                    <a:pt x="5083" y="29510"/>
                  </a:lnTo>
                  <a:lnTo>
                    <a:pt x="4698" y="30333"/>
                  </a:lnTo>
                  <a:lnTo>
                    <a:pt x="4328" y="31163"/>
                  </a:lnTo>
                  <a:lnTo>
                    <a:pt x="3972" y="31999"/>
                  </a:lnTo>
                  <a:lnTo>
                    <a:pt x="3630" y="32842"/>
                  </a:lnTo>
                  <a:lnTo>
                    <a:pt x="3304" y="33690"/>
                  </a:lnTo>
                  <a:lnTo>
                    <a:pt x="2992" y="34543"/>
                  </a:lnTo>
                  <a:lnTo>
                    <a:pt x="2696" y="35402"/>
                  </a:lnTo>
                  <a:lnTo>
                    <a:pt x="2414" y="36266"/>
                  </a:lnTo>
                  <a:lnTo>
                    <a:pt x="2148" y="37135"/>
                  </a:lnTo>
                  <a:lnTo>
                    <a:pt x="1896" y="38008"/>
                  </a:lnTo>
                  <a:lnTo>
                    <a:pt x="1661" y="38886"/>
                  </a:lnTo>
                  <a:lnTo>
                    <a:pt x="1440" y="39768"/>
                  </a:lnTo>
                  <a:lnTo>
                    <a:pt x="1235" y="40653"/>
                  </a:lnTo>
                  <a:lnTo>
                    <a:pt x="1046" y="41542"/>
                  </a:lnTo>
                  <a:lnTo>
                    <a:pt x="872" y="42434"/>
                  </a:lnTo>
                  <a:lnTo>
                    <a:pt x="714" y="43328"/>
                  </a:lnTo>
                  <a:lnTo>
                    <a:pt x="571" y="44226"/>
                  </a:lnTo>
                  <a:lnTo>
                    <a:pt x="444" y="45126"/>
                  </a:lnTo>
                  <a:lnTo>
                    <a:pt x="333" y="46028"/>
                  </a:lnTo>
                  <a:lnTo>
                    <a:pt x="238" y="46931"/>
                  </a:lnTo>
                  <a:lnTo>
                    <a:pt x="158" y="47837"/>
                  </a:lnTo>
                  <a:lnTo>
                    <a:pt x="95" y="48743"/>
                  </a:lnTo>
                  <a:lnTo>
                    <a:pt x="47" y="49651"/>
                  </a:lnTo>
                  <a:lnTo>
                    <a:pt x="15" y="50559"/>
                  </a:lnTo>
                  <a:lnTo>
                    <a:pt x="0" y="51467"/>
                  </a:lnTo>
                  <a:lnTo>
                    <a:pt x="0" y="52376"/>
                  </a:lnTo>
                  <a:lnTo>
                    <a:pt x="15" y="53285"/>
                  </a:lnTo>
                  <a:lnTo>
                    <a:pt x="47" y="54193"/>
                  </a:lnTo>
                  <a:lnTo>
                    <a:pt x="95" y="55100"/>
                  </a:lnTo>
                  <a:lnTo>
                    <a:pt x="158" y="56007"/>
                  </a:lnTo>
                  <a:lnTo>
                    <a:pt x="238" y="56912"/>
                  </a:lnTo>
                  <a:lnTo>
                    <a:pt x="333" y="57816"/>
                  </a:lnTo>
                  <a:lnTo>
                    <a:pt x="444" y="58718"/>
                  </a:lnTo>
                  <a:lnTo>
                    <a:pt x="571" y="59618"/>
                  </a:lnTo>
                  <a:lnTo>
                    <a:pt x="714" y="60515"/>
                  </a:lnTo>
                  <a:lnTo>
                    <a:pt x="872" y="61410"/>
                  </a:lnTo>
                  <a:lnTo>
                    <a:pt x="1046" y="62302"/>
                  </a:lnTo>
                  <a:lnTo>
                    <a:pt x="1235" y="63191"/>
                  </a:lnTo>
                  <a:lnTo>
                    <a:pt x="1440" y="64076"/>
                  </a:lnTo>
                  <a:lnTo>
                    <a:pt x="1661" y="64958"/>
                  </a:lnTo>
                  <a:lnTo>
                    <a:pt x="1896" y="65835"/>
                  </a:lnTo>
                  <a:lnTo>
                    <a:pt x="2148" y="66709"/>
                  </a:lnTo>
                  <a:lnTo>
                    <a:pt x="2414" y="67577"/>
                  </a:lnTo>
                  <a:lnTo>
                    <a:pt x="2696" y="68441"/>
                  </a:lnTo>
                  <a:lnTo>
                    <a:pt x="2992" y="69300"/>
                  </a:lnTo>
                  <a:lnTo>
                    <a:pt x="3304" y="70154"/>
                  </a:lnTo>
                  <a:lnTo>
                    <a:pt x="3630" y="71002"/>
                  </a:lnTo>
                  <a:lnTo>
                    <a:pt x="3972" y="71844"/>
                  </a:lnTo>
                  <a:lnTo>
                    <a:pt x="4328" y="72680"/>
                  </a:lnTo>
                  <a:lnTo>
                    <a:pt x="4698" y="73510"/>
                  </a:lnTo>
                  <a:lnTo>
                    <a:pt x="5083" y="74333"/>
                  </a:lnTo>
                  <a:lnTo>
                    <a:pt x="5483" y="75149"/>
                  </a:lnTo>
                  <a:lnTo>
                    <a:pt x="5896" y="75959"/>
                  </a:lnTo>
                  <a:lnTo>
                    <a:pt x="6324" y="76760"/>
                  </a:lnTo>
                  <a:lnTo>
                    <a:pt x="6766" y="77555"/>
                  </a:lnTo>
                  <a:lnTo>
                    <a:pt x="7221" y="78341"/>
                  </a:lnTo>
                  <a:lnTo>
                    <a:pt x="7690" y="79119"/>
                  </a:lnTo>
                  <a:lnTo>
                    <a:pt x="8173" y="79889"/>
                  </a:lnTo>
                  <a:lnTo>
                    <a:pt x="8669" y="80650"/>
                  </a:lnTo>
                  <a:lnTo>
                    <a:pt x="9179" y="81403"/>
                  </a:lnTo>
                  <a:lnTo>
                    <a:pt x="9701" y="82146"/>
                  </a:lnTo>
                  <a:lnTo>
                    <a:pt x="10237" y="82881"/>
                  </a:lnTo>
                  <a:lnTo>
                    <a:pt x="10785" y="83605"/>
                  </a:lnTo>
                  <a:lnTo>
                    <a:pt x="11346" y="84320"/>
                  </a:lnTo>
                  <a:lnTo>
                    <a:pt x="11919" y="85026"/>
                  </a:lnTo>
                  <a:lnTo>
                    <a:pt x="12504" y="85721"/>
                  </a:lnTo>
                  <a:lnTo>
                    <a:pt x="13102" y="86405"/>
                  </a:lnTo>
                  <a:lnTo>
                    <a:pt x="13711" y="87079"/>
                  </a:lnTo>
                  <a:lnTo>
                    <a:pt x="14333" y="87743"/>
                  </a:lnTo>
                  <a:lnTo>
                    <a:pt x="14965" y="88395"/>
                  </a:lnTo>
                  <a:lnTo>
                    <a:pt x="15609" y="89036"/>
                  </a:lnTo>
                  <a:lnTo>
                    <a:pt x="16264" y="89666"/>
                  </a:lnTo>
                  <a:lnTo>
                    <a:pt x="16930" y="90284"/>
                  </a:lnTo>
                  <a:lnTo>
                    <a:pt x="17607" y="90891"/>
                  </a:lnTo>
                  <a:lnTo>
                    <a:pt x="18294" y="91485"/>
                  </a:lnTo>
                  <a:lnTo>
                    <a:pt x="18992" y="92068"/>
                  </a:lnTo>
                  <a:lnTo>
                    <a:pt x="19699" y="92638"/>
                  </a:lnTo>
                  <a:lnTo>
                    <a:pt x="20417" y="93195"/>
                  </a:lnTo>
                  <a:lnTo>
                    <a:pt x="21144" y="93740"/>
                  </a:lnTo>
                  <a:lnTo>
                    <a:pt x="21881" y="94273"/>
                  </a:lnTo>
                  <a:lnTo>
                    <a:pt x="22626" y="94792"/>
                  </a:lnTo>
                  <a:lnTo>
                    <a:pt x="23381" y="95298"/>
                  </a:lnTo>
                  <a:lnTo>
                    <a:pt x="24145" y="95791"/>
                  </a:lnTo>
                  <a:lnTo>
                    <a:pt x="24917" y="96270"/>
                  </a:lnTo>
                  <a:lnTo>
                    <a:pt x="25697" y="96736"/>
                  </a:lnTo>
                  <a:lnTo>
                    <a:pt x="26485" y="97188"/>
                  </a:lnTo>
                  <a:lnTo>
                    <a:pt x="27281" y="97626"/>
                  </a:lnTo>
                  <a:lnTo>
                    <a:pt x="28085" y="98050"/>
                  </a:lnTo>
                  <a:lnTo>
                    <a:pt x="28896" y="98461"/>
                  </a:lnTo>
                  <a:lnTo>
                    <a:pt x="29714" y="98856"/>
                  </a:lnTo>
                  <a:lnTo>
                    <a:pt x="30539" y="99238"/>
                  </a:lnTo>
                  <a:lnTo>
                    <a:pt x="31370" y="99605"/>
                  </a:lnTo>
                  <a:lnTo>
                    <a:pt x="32208" y="99957"/>
                  </a:lnTo>
                  <a:lnTo>
                    <a:pt x="33052" y="100295"/>
                  </a:lnTo>
                  <a:lnTo>
                    <a:pt x="33901" y="100618"/>
                  </a:lnTo>
                  <a:lnTo>
                    <a:pt x="34756" y="100925"/>
                  </a:lnTo>
                  <a:lnTo>
                    <a:pt x="35616" y="101218"/>
                  </a:lnTo>
                  <a:lnTo>
                    <a:pt x="36481" y="101496"/>
                  </a:lnTo>
                  <a:lnTo>
                    <a:pt x="37351" y="101759"/>
                  </a:lnTo>
                  <a:lnTo>
                    <a:pt x="38226" y="102006"/>
                  </a:lnTo>
                  <a:lnTo>
                    <a:pt x="39104" y="102238"/>
                  </a:lnTo>
                  <a:lnTo>
                    <a:pt x="39987" y="102455"/>
                  </a:lnTo>
                  <a:lnTo>
                    <a:pt x="40873" y="102656"/>
                  </a:lnTo>
                  <a:lnTo>
                    <a:pt x="41763" y="102841"/>
                  </a:lnTo>
                  <a:lnTo>
                    <a:pt x="42655" y="103011"/>
                  </a:lnTo>
                  <a:lnTo>
                    <a:pt x="43551" y="103166"/>
                  </a:lnTo>
                  <a:lnTo>
                    <a:pt x="44449" y="103304"/>
                  </a:lnTo>
                  <a:lnTo>
                    <a:pt x="45350" y="103427"/>
                  </a:lnTo>
                  <a:lnTo>
                    <a:pt x="46252" y="103534"/>
                  </a:lnTo>
                  <a:lnTo>
                    <a:pt x="47156" y="103625"/>
                  </a:lnTo>
                  <a:lnTo>
                    <a:pt x="48062" y="103701"/>
                  </a:lnTo>
                  <a:lnTo>
                    <a:pt x="48968" y="103761"/>
                  </a:lnTo>
                  <a:lnTo>
                    <a:pt x="49876" y="103804"/>
                  </a:lnTo>
                  <a:lnTo>
                    <a:pt x="50784" y="103832"/>
                  </a:lnTo>
                  <a:lnTo>
                    <a:pt x="51693" y="103844"/>
                  </a:lnTo>
                  <a:lnTo>
                    <a:pt x="52602" y="103840"/>
                  </a:lnTo>
                  <a:lnTo>
                    <a:pt x="53510" y="103820"/>
                  </a:lnTo>
                  <a:lnTo>
                    <a:pt x="54418" y="103784"/>
                  </a:lnTo>
                  <a:lnTo>
                    <a:pt x="55326" y="103733"/>
                  </a:lnTo>
                  <a:lnTo>
                    <a:pt x="56232" y="103665"/>
                  </a:lnTo>
                  <a:lnTo>
                    <a:pt x="57137" y="103582"/>
                  </a:lnTo>
                  <a:lnTo>
                    <a:pt x="58040" y="103483"/>
                  </a:lnTo>
                  <a:lnTo>
                    <a:pt x="58941" y="103368"/>
                  </a:lnTo>
                  <a:lnTo>
                    <a:pt x="59841" y="103237"/>
                  </a:lnTo>
                  <a:lnTo>
                    <a:pt x="60738" y="103090"/>
                  </a:lnTo>
                  <a:lnTo>
                    <a:pt x="61632" y="102928"/>
                  </a:lnTo>
                  <a:lnTo>
                    <a:pt x="62523" y="102750"/>
                  </a:lnTo>
                  <a:lnTo>
                    <a:pt x="63411" y="102557"/>
                  </a:lnTo>
                  <a:lnTo>
                    <a:pt x="64295" y="102348"/>
                  </a:lnTo>
                  <a:lnTo>
                    <a:pt x="65176" y="102124"/>
                  </a:lnTo>
                  <a:lnTo>
                    <a:pt x="66052" y="101884"/>
                  </a:lnTo>
                  <a:lnTo>
                    <a:pt x="66925" y="101629"/>
                  </a:lnTo>
                  <a:lnTo>
                    <a:pt x="67792" y="101359"/>
                  </a:lnTo>
                  <a:lnTo>
                    <a:pt x="68655" y="101074"/>
                  </a:lnTo>
                  <a:lnTo>
                    <a:pt x="69513" y="100773"/>
                  </a:lnTo>
                  <a:lnTo>
                    <a:pt x="70365" y="100458"/>
                  </a:lnTo>
                  <a:lnTo>
                    <a:pt x="71212" y="100128"/>
                  </a:lnTo>
                  <a:lnTo>
                    <a:pt x="72052" y="99783"/>
                  </a:lnTo>
                  <a:lnTo>
                    <a:pt x="72887" y="99423"/>
                  </a:lnTo>
                  <a:lnTo>
                    <a:pt x="73715" y="99049"/>
                  </a:lnTo>
                  <a:lnTo>
                    <a:pt x="74536" y="98660"/>
                  </a:lnTo>
                  <a:lnTo>
                    <a:pt x="75351" y="98257"/>
                  </a:lnTo>
                  <a:lnTo>
                    <a:pt x="76158" y="97840"/>
                  </a:lnTo>
                  <a:lnTo>
                    <a:pt x="76958" y="97409"/>
                  </a:lnTo>
                  <a:lnTo>
                    <a:pt x="77750" y="96964"/>
                  </a:lnTo>
                  <a:lnTo>
                    <a:pt x="78535" y="96505"/>
                  </a:lnTo>
                  <a:lnTo>
                    <a:pt x="79311" y="96032"/>
                  </a:lnTo>
                  <a:lnTo>
                    <a:pt x="80079" y="95546"/>
                  </a:lnTo>
                  <a:lnTo>
                    <a:pt x="80838" y="95047"/>
                  </a:lnTo>
                  <a:lnTo>
                    <a:pt x="81588" y="94534"/>
                  </a:lnTo>
                  <a:lnTo>
                    <a:pt x="82329" y="94008"/>
                  </a:lnTo>
                  <a:lnTo>
                    <a:pt x="83061" y="93469"/>
                  </a:lnTo>
                  <a:lnTo>
                    <a:pt x="83784" y="92918"/>
                  </a:lnTo>
                  <a:lnTo>
                    <a:pt x="84496" y="92354"/>
                  </a:lnTo>
                  <a:lnTo>
                    <a:pt x="85199" y="91778"/>
                  </a:lnTo>
                  <a:lnTo>
                    <a:pt x="85891" y="91189"/>
                  </a:lnTo>
                  <a:lnTo>
                    <a:pt x="86573" y="90589"/>
                  </a:lnTo>
                  <a:lnTo>
                    <a:pt x="87245" y="89976"/>
                  </a:lnTo>
                  <a:lnTo>
                    <a:pt x="87905" y="89352"/>
                  </a:lnTo>
                  <a:lnTo>
                    <a:pt x="88555" y="88717"/>
                  </a:lnTo>
                  <a:lnTo>
                    <a:pt x="89193" y="88070"/>
                  </a:lnTo>
                  <a:lnTo>
                    <a:pt x="89820" y="87412"/>
                  </a:lnTo>
                  <a:lnTo>
                    <a:pt x="90435" y="86744"/>
                  </a:lnTo>
                  <a:lnTo>
                    <a:pt x="91039" y="86064"/>
                  </a:lnTo>
                  <a:lnTo>
                    <a:pt x="91630" y="85374"/>
                  </a:lnTo>
                  <a:lnTo>
                    <a:pt x="92210" y="84674"/>
                  </a:lnTo>
                  <a:lnTo>
                    <a:pt x="92777" y="83964"/>
                  </a:lnTo>
                  <a:lnTo>
                    <a:pt x="93331" y="83244"/>
                  </a:lnTo>
                  <a:lnTo>
                    <a:pt x="93873" y="82515"/>
                  </a:lnTo>
                  <a:lnTo>
                    <a:pt x="94402" y="81776"/>
                  </a:lnTo>
                  <a:lnTo>
                    <a:pt x="94918" y="81028"/>
                  </a:lnTo>
                  <a:lnTo>
                    <a:pt x="95421" y="80271"/>
                  </a:lnTo>
                  <a:lnTo>
                    <a:pt x="95910" y="79505"/>
                  </a:lnTo>
                  <a:lnTo>
                    <a:pt x="96386" y="78731"/>
                  </a:lnTo>
                  <a:lnTo>
                    <a:pt x="96849" y="77949"/>
                  </a:lnTo>
                  <a:lnTo>
                    <a:pt x="97297" y="77158"/>
                  </a:lnTo>
                  <a:lnTo>
                    <a:pt x="97732" y="76360"/>
                  </a:lnTo>
                  <a:lnTo>
                    <a:pt x="98153" y="75555"/>
                  </a:lnTo>
                  <a:lnTo>
                    <a:pt x="98559" y="74742"/>
                  </a:lnTo>
                  <a:lnTo>
                    <a:pt x="98952" y="73922"/>
                  </a:lnTo>
                  <a:lnTo>
                    <a:pt x="99329" y="73096"/>
                  </a:lnTo>
                  <a:lnTo>
                    <a:pt x="99693" y="72263"/>
                  </a:lnTo>
                  <a:lnTo>
                    <a:pt x="100041" y="71424"/>
                  </a:lnTo>
                  <a:lnTo>
                    <a:pt x="100375" y="70579"/>
                  </a:lnTo>
                  <a:lnTo>
                    <a:pt x="100694" y="69728"/>
                  </a:lnTo>
                  <a:lnTo>
                    <a:pt x="100999" y="68871"/>
                  </a:lnTo>
                  <a:lnTo>
                    <a:pt x="101288" y="68010"/>
                  </a:lnTo>
                  <a:lnTo>
                    <a:pt x="101562" y="67144"/>
                  </a:lnTo>
                  <a:lnTo>
                    <a:pt x="101820" y="66272"/>
                  </a:lnTo>
                  <a:lnTo>
                    <a:pt x="102064" y="65397"/>
                  </a:lnTo>
                  <a:lnTo>
                    <a:pt x="102292" y="64517"/>
                  </a:lnTo>
                  <a:lnTo>
                    <a:pt x="102505" y="63634"/>
                  </a:lnTo>
                  <a:lnTo>
                    <a:pt x="102702" y="62747"/>
                  </a:lnTo>
                  <a:lnTo>
                    <a:pt x="102884" y="61856"/>
                  </a:lnTo>
                  <a:lnTo>
                    <a:pt x="103050" y="60963"/>
                  </a:lnTo>
                  <a:lnTo>
                    <a:pt x="103200" y="60067"/>
                  </a:lnTo>
                  <a:lnTo>
                    <a:pt x="103335" y="59168"/>
                  </a:lnTo>
                  <a:lnTo>
                    <a:pt x="103454" y="58267"/>
                  </a:lnTo>
                  <a:lnTo>
                    <a:pt x="103557" y="57364"/>
                  </a:lnTo>
                  <a:lnTo>
                    <a:pt x="103644" y="56460"/>
                  </a:lnTo>
                  <a:lnTo>
                    <a:pt x="103716" y="55554"/>
                  </a:lnTo>
                  <a:lnTo>
                    <a:pt x="103771" y="54647"/>
                  </a:lnTo>
                  <a:lnTo>
                    <a:pt x="103811" y="53739"/>
                  </a:lnTo>
                  <a:lnTo>
                    <a:pt x="103835" y="52830"/>
                  </a:lnTo>
                  <a:lnTo>
                    <a:pt x="103843" y="519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561" name="pl561"/>
            <p:cNvSpPr/>
            <p:nvPr/>
          </p:nvSpPr>
          <p:spPr>
            <a:xfrm>
              <a:off x="5412038" y="5779500"/>
              <a:ext cx="571139" cy="571144"/>
            </a:xfrm>
            <a:custGeom>
              <a:avLst/>
              <a:pathLst>
                <a:path w="571139" h="571144">
                  <a:moveTo>
                    <a:pt x="571139" y="285572"/>
                  </a:moveTo>
                  <a:lnTo>
                    <a:pt x="571095" y="280574"/>
                  </a:lnTo>
                  <a:lnTo>
                    <a:pt x="570964" y="275578"/>
                  </a:lnTo>
                  <a:lnTo>
                    <a:pt x="570745" y="270584"/>
                  </a:lnTo>
                  <a:lnTo>
                    <a:pt x="570439" y="265596"/>
                  </a:lnTo>
                  <a:lnTo>
                    <a:pt x="570046" y="260613"/>
                  </a:lnTo>
                  <a:lnTo>
                    <a:pt x="569566" y="255638"/>
                  </a:lnTo>
                  <a:lnTo>
                    <a:pt x="568998" y="250673"/>
                  </a:lnTo>
                  <a:lnTo>
                    <a:pt x="568344" y="245718"/>
                  </a:lnTo>
                  <a:lnTo>
                    <a:pt x="567603" y="240775"/>
                  </a:lnTo>
                  <a:lnTo>
                    <a:pt x="566776" y="235846"/>
                  </a:lnTo>
                  <a:lnTo>
                    <a:pt x="565863" y="230932"/>
                  </a:lnTo>
                  <a:lnTo>
                    <a:pt x="564864" y="226035"/>
                  </a:lnTo>
                  <a:lnTo>
                    <a:pt x="563779" y="221156"/>
                  </a:lnTo>
                  <a:lnTo>
                    <a:pt x="562609" y="216296"/>
                  </a:lnTo>
                  <a:lnTo>
                    <a:pt x="561354" y="211459"/>
                  </a:lnTo>
                  <a:lnTo>
                    <a:pt x="560015" y="206643"/>
                  </a:lnTo>
                  <a:lnTo>
                    <a:pt x="558592" y="201852"/>
                  </a:lnTo>
                  <a:lnTo>
                    <a:pt x="557085" y="197087"/>
                  </a:lnTo>
                  <a:lnTo>
                    <a:pt x="555494" y="192348"/>
                  </a:lnTo>
                  <a:lnTo>
                    <a:pt x="553822" y="187639"/>
                  </a:lnTo>
                  <a:lnTo>
                    <a:pt x="552067" y="182959"/>
                  </a:lnTo>
                  <a:lnTo>
                    <a:pt x="550230" y="178310"/>
                  </a:lnTo>
                  <a:lnTo>
                    <a:pt x="548312" y="173695"/>
                  </a:lnTo>
                  <a:lnTo>
                    <a:pt x="546314" y="169114"/>
                  </a:lnTo>
                  <a:lnTo>
                    <a:pt x="544236" y="164568"/>
                  </a:lnTo>
                  <a:lnTo>
                    <a:pt x="542079" y="160060"/>
                  </a:lnTo>
                  <a:lnTo>
                    <a:pt x="539843" y="155590"/>
                  </a:lnTo>
                  <a:lnTo>
                    <a:pt x="537529" y="151159"/>
                  </a:lnTo>
                  <a:lnTo>
                    <a:pt x="535138" y="146770"/>
                  </a:lnTo>
                  <a:lnTo>
                    <a:pt x="532671" y="142424"/>
                  </a:lnTo>
                  <a:lnTo>
                    <a:pt x="530127" y="138121"/>
                  </a:lnTo>
                  <a:lnTo>
                    <a:pt x="527509" y="133864"/>
                  </a:lnTo>
                  <a:lnTo>
                    <a:pt x="524817" y="129653"/>
                  </a:lnTo>
                  <a:lnTo>
                    <a:pt x="522052" y="125489"/>
                  </a:lnTo>
                  <a:lnTo>
                    <a:pt x="519214" y="121375"/>
                  </a:lnTo>
                  <a:lnTo>
                    <a:pt x="516305" y="117311"/>
                  </a:lnTo>
                  <a:lnTo>
                    <a:pt x="513325" y="113299"/>
                  </a:lnTo>
                  <a:lnTo>
                    <a:pt x="510275" y="109339"/>
                  </a:lnTo>
                  <a:lnTo>
                    <a:pt x="507156" y="105433"/>
                  </a:lnTo>
                  <a:lnTo>
                    <a:pt x="503970" y="101583"/>
                  </a:lnTo>
                  <a:lnTo>
                    <a:pt x="500716" y="97789"/>
                  </a:lnTo>
                  <a:lnTo>
                    <a:pt x="497397" y="94052"/>
                  </a:lnTo>
                  <a:lnTo>
                    <a:pt x="494013" y="90374"/>
                  </a:lnTo>
                  <a:lnTo>
                    <a:pt x="490565" y="86756"/>
                  </a:lnTo>
                  <a:lnTo>
                    <a:pt x="487054" y="83199"/>
                  </a:lnTo>
                  <a:lnTo>
                    <a:pt x="483481" y="79703"/>
                  </a:lnTo>
                  <a:lnTo>
                    <a:pt x="479848" y="76271"/>
                  </a:lnTo>
                  <a:lnTo>
                    <a:pt x="476155" y="72903"/>
                  </a:lnTo>
                  <a:lnTo>
                    <a:pt x="472404" y="69600"/>
                  </a:lnTo>
                  <a:lnTo>
                    <a:pt x="468596" y="66363"/>
                  </a:lnTo>
                  <a:lnTo>
                    <a:pt x="464731" y="63193"/>
                  </a:lnTo>
                  <a:lnTo>
                    <a:pt x="460812" y="60092"/>
                  </a:lnTo>
                  <a:lnTo>
                    <a:pt x="456839" y="57059"/>
                  </a:lnTo>
                  <a:lnTo>
                    <a:pt x="452813" y="54097"/>
                  </a:lnTo>
                  <a:lnTo>
                    <a:pt x="448737" y="51205"/>
                  </a:lnTo>
                  <a:lnTo>
                    <a:pt x="444610" y="48386"/>
                  </a:lnTo>
                  <a:lnTo>
                    <a:pt x="440435" y="45638"/>
                  </a:lnTo>
                  <a:lnTo>
                    <a:pt x="436212" y="42965"/>
                  </a:lnTo>
                  <a:lnTo>
                    <a:pt x="431943" y="40365"/>
                  </a:lnTo>
                  <a:lnTo>
                    <a:pt x="427629" y="37841"/>
                  </a:lnTo>
                  <a:lnTo>
                    <a:pt x="423272" y="35393"/>
                  </a:lnTo>
                  <a:lnTo>
                    <a:pt x="418873" y="33021"/>
                  </a:lnTo>
                  <a:lnTo>
                    <a:pt x="414432" y="30727"/>
                  </a:lnTo>
                  <a:lnTo>
                    <a:pt x="409952" y="28510"/>
                  </a:lnTo>
                  <a:lnTo>
                    <a:pt x="405435" y="26373"/>
                  </a:lnTo>
                  <a:lnTo>
                    <a:pt x="400880" y="24315"/>
                  </a:lnTo>
                  <a:lnTo>
                    <a:pt x="396290" y="22337"/>
                  </a:lnTo>
                  <a:lnTo>
                    <a:pt x="391666" y="20439"/>
                  </a:lnTo>
                  <a:lnTo>
                    <a:pt x="387010" y="18623"/>
                  </a:lnTo>
                  <a:lnTo>
                    <a:pt x="382322" y="16888"/>
                  </a:lnTo>
                  <a:lnTo>
                    <a:pt x="377605" y="15236"/>
                  </a:lnTo>
                  <a:lnTo>
                    <a:pt x="372860" y="13667"/>
                  </a:lnTo>
                  <a:lnTo>
                    <a:pt x="368088" y="12180"/>
                  </a:lnTo>
                  <a:lnTo>
                    <a:pt x="363291" y="10778"/>
                  </a:lnTo>
                  <a:lnTo>
                    <a:pt x="358470" y="9460"/>
                  </a:lnTo>
                  <a:lnTo>
                    <a:pt x="353626" y="8226"/>
                  </a:lnTo>
                  <a:lnTo>
                    <a:pt x="348762" y="7078"/>
                  </a:lnTo>
                  <a:lnTo>
                    <a:pt x="343878" y="6014"/>
                  </a:lnTo>
                  <a:lnTo>
                    <a:pt x="338977" y="5036"/>
                  </a:lnTo>
                  <a:lnTo>
                    <a:pt x="334059" y="4145"/>
                  </a:lnTo>
                  <a:lnTo>
                    <a:pt x="329126" y="3339"/>
                  </a:lnTo>
                  <a:lnTo>
                    <a:pt x="324180" y="2620"/>
                  </a:lnTo>
                  <a:lnTo>
                    <a:pt x="319223" y="1987"/>
                  </a:lnTo>
                  <a:lnTo>
                    <a:pt x="314254" y="1442"/>
                  </a:lnTo>
                  <a:lnTo>
                    <a:pt x="309277" y="983"/>
                  </a:lnTo>
                  <a:lnTo>
                    <a:pt x="304293" y="612"/>
                  </a:lnTo>
                  <a:lnTo>
                    <a:pt x="299303" y="327"/>
                  </a:lnTo>
                  <a:lnTo>
                    <a:pt x="294309" y="131"/>
                  </a:lnTo>
                  <a:lnTo>
                    <a:pt x="289312" y="21"/>
                  </a:lnTo>
                  <a:lnTo>
                    <a:pt x="284314" y="0"/>
                  </a:lnTo>
                  <a:lnTo>
                    <a:pt x="279317" y="65"/>
                  </a:lnTo>
                  <a:lnTo>
                    <a:pt x="274321" y="218"/>
                  </a:lnTo>
                  <a:lnTo>
                    <a:pt x="269329" y="459"/>
                  </a:lnTo>
                  <a:lnTo>
                    <a:pt x="264341" y="786"/>
                  </a:lnTo>
                  <a:lnTo>
                    <a:pt x="259361" y="1201"/>
                  </a:lnTo>
                  <a:lnTo>
                    <a:pt x="254388" y="1704"/>
                  </a:lnTo>
                  <a:lnTo>
                    <a:pt x="249425" y="2293"/>
                  </a:lnTo>
                  <a:lnTo>
                    <a:pt x="244472" y="2969"/>
                  </a:lnTo>
                  <a:lnTo>
                    <a:pt x="239533" y="3731"/>
                  </a:lnTo>
                  <a:lnTo>
                    <a:pt x="234607" y="4580"/>
                  </a:lnTo>
                  <a:lnTo>
                    <a:pt x="229698" y="5515"/>
                  </a:lnTo>
                  <a:lnTo>
                    <a:pt x="224805" y="6535"/>
                  </a:lnTo>
                  <a:lnTo>
                    <a:pt x="219931" y="7641"/>
                  </a:lnTo>
                  <a:lnTo>
                    <a:pt x="215077" y="8832"/>
                  </a:lnTo>
                  <a:lnTo>
                    <a:pt x="210244" y="10108"/>
                  </a:lnTo>
                  <a:lnTo>
                    <a:pt x="205435" y="11469"/>
                  </a:lnTo>
                  <a:lnTo>
                    <a:pt x="200650" y="12913"/>
                  </a:lnTo>
                  <a:lnTo>
                    <a:pt x="195891" y="14441"/>
                  </a:lnTo>
                  <a:lnTo>
                    <a:pt x="191160" y="16052"/>
                  </a:lnTo>
                  <a:lnTo>
                    <a:pt x="186458" y="17745"/>
                  </a:lnTo>
                  <a:lnTo>
                    <a:pt x="181786" y="19521"/>
                  </a:lnTo>
                  <a:lnTo>
                    <a:pt x="177145" y="21378"/>
                  </a:lnTo>
                  <a:lnTo>
                    <a:pt x="172538" y="23316"/>
                  </a:lnTo>
                  <a:lnTo>
                    <a:pt x="167966" y="25334"/>
                  </a:lnTo>
                  <a:lnTo>
                    <a:pt x="163429" y="27432"/>
                  </a:lnTo>
                  <a:lnTo>
                    <a:pt x="158930" y="29609"/>
                  </a:lnTo>
                  <a:lnTo>
                    <a:pt x="154470" y="31864"/>
                  </a:lnTo>
                  <a:lnTo>
                    <a:pt x="150050" y="34197"/>
                  </a:lnTo>
                  <a:lnTo>
                    <a:pt x="145671" y="36607"/>
                  </a:lnTo>
                  <a:lnTo>
                    <a:pt x="141336" y="39094"/>
                  </a:lnTo>
                  <a:lnTo>
                    <a:pt x="137044" y="41656"/>
                  </a:lnTo>
                  <a:lnTo>
                    <a:pt x="132798" y="44292"/>
                  </a:lnTo>
                  <a:lnTo>
                    <a:pt x="128599" y="47003"/>
                  </a:lnTo>
                  <a:lnTo>
                    <a:pt x="124448" y="49786"/>
                  </a:lnTo>
                  <a:lnTo>
                    <a:pt x="120346" y="52642"/>
                  </a:lnTo>
                  <a:lnTo>
                    <a:pt x="116295" y="55569"/>
                  </a:lnTo>
                  <a:lnTo>
                    <a:pt x="112295" y="58567"/>
                  </a:lnTo>
                  <a:lnTo>
                    <a:pt x="108349" y="61634"/>
                  </a:lnTo>
                  <a:lnTo>
                    <a:pt x="104457" y="64770"/>
                  </a:lnTo>
                  <a:lnTo>
                    <a:pt x="100621" y="67973"/>
                  </a:lnTo>
                  <a:lnTo>
                    <a:pt x="96841" y="71243"/>
                  </a:lnTo>
                  <a:lnTo>
                    <a:pt x="93119" y="74579"/>
                  </a:lnTo>
                  <a:lnTo>
                    <a:pt x="89456" y="77979"/>
                  </a:lnTo>
                  <a:lnTo>
                    <a:pt x="85853" y="81443"/>
                  </a:lnTo>
                  <a:lnTo>
                    <a:pt x="82311" y="84969"/>
                  </a:lnTo>
                  <a:lnTo>
                    <a:pt x="78831" y="88557"/>
                  </a:lnTo>
                  <a:lnTo>
                    <a:pt x="75415" y="92206"/>
                  </a:lnTo>
                  <a:lnTo>
                    <a:pt x="72063" y="95913"/>
                  </a:lnTo>
                  <a:lnTo>
                    <a:pt x="68776" y="99678"/>
                  </a:lnTo>
                  <a:lnTo>
                    <a:pt x="65556" y="103501"/>
                  </a:lnTo>
                  <a:lnTo>
                    <a:pt x="62403" y="107379"/>
                  </a:lnTo>
                  <a:lnTo>
                    <a:pt x="59319" y="111312"/>
                  </a:lnTo>
                  <a:lnTo>
                    <a:pt x="56304" y="115298"/>
                  </a:lnTo>
                  <a:lnTo>
                    <a:pt x="53359" y="119337"/>
                  </a:lnTo>
                  <a:lnTo>
                    <a:pt x="50485" y="123426"/>
                  </a:lnTo>
                  <a:lnTo>
                    <a:pt x="47684" y="127565"/>
                  </a:lnTo>
                  <a:lnTo>
                    <a:pt x="44955" y="131752"/>
                  </a:lnTo>
                  <a:lnTo>
                    <a:pt x="42300" y="135987"/>
                  </a:lnTo>
                  <a:lnTo>
                    <a:pt x="39719" y="140267"/>
                  </a:lnTo>
                  <a:lnTo>
                    <a:pt x="37214" y="144592"/>
                  </a:lnTo>
                  <a:lnTo>
                    <a:pt x="34784" y="148960"/>
                  </a:lnTo>
                  <a:lnTo>
                    <a:pt x="32432" y="153369"/>
                  </a:lnTo>
                  <a:lnTo>
                    <a:pt x="30157" y="157820"/>
                  </a:lnTo>
                  <a:lnTo>
                    <a:pt x="27960" y="162309"/>
                  </a:lnTo>
                  <a:lnTo>
                    <a:pt x="25843" y="166836"/>
                  </a:lnTo>
                  <a:lnTo>
                    <a:pt x="23804" y="171400"/>
                  </a:lnTo>
                  <a:lnTo>
                    <a:pt x="21846" y="175999"/>
                  </a:lnTo>
                  <a:lnTo>
                    <a:pt x="19969" y="180631"/>
                  </a:lnTo>
                  <a:lnTo>
                    <a:pt x="18173" y="185295"/>
                  </a:lnTo>
                  <a:lnTo>
                    <a:pt x="16459" y="189990"/>
                  </a:lnTo>
                  <a:lnTo>
                    <a:pt x="14828" y="194714"/>
                  </a:lnTo>
                  <a:lnTo>
                    <a:pt x="13279" y="199466"/>
                  </a:lnTo>
                  <a:lnTo>
                    <a:pt x="11814" y="204245"/>
                  </a:lnTo>
                  <a:lnTo>
                    <a:pt x="10432" y="209048"/>
                  </a:lnTo>
                  <a:lnTo>
                    <a:pt x="9135" y="213875"/>
                  </a:lnTo>
                  <a:lnTo>
                    <a:pt x="7923" y="218724"/>
                  </a:lnTo>
                  <a:lnTo>
                    <a:pt x="6795" y="223593"/>
                  </a:lnTo>
                  <a:lnTo>
                    <a:pt x="5753" y="228481"/>
                  </a:lnTo>
                  <a:lnTo>
                    <a:pt x="4797" y="233387"/>
                  </a:lnTo>
                  <a:lnTo>
                    <a:pt x="3927" y="238308"/>
                  </a:lnTo>
                  <a:lnTo>
                    <a:pt x="3143" y="243245"/>
                  </a:lnTo>
                  <a:lnTo>
                    <a:pt x="2445" y="248194"/>
                  </a:lnTo>
                  <a:lnTo>
                    <a:pt x="1835" y="253154"/>
                  </a:lnTo>
                  <a:lnTo>
                    <a:pt x="1311" y="258125"/>
                  </a:lnTo>
                  <a:lnTo>
                    <a:pt x="874" y="263104"/>
                  </a:lnTo>
                  <a:lnTo>
                    <a:pt x="524" y="268089"/>
                  </a:lnTo>
                  <a:lnTo>
                    <a:pt x="262" y="273081"/>
                  </a:lnTo>
                  <a:lnTo>
                    <a:pt x="87" y="278076"/>
                  </a:lnTo>
                  <a:lnTo>
                    <a:pt x="0" y="283073"/>
                  </a:lnTo>
                  <a:lnTo>
                    <a:pt x="0" y="288071"/>
                  </a:lnTo>
                  <a:lnTo>
                    <a:pt x="87" y="293068"/>
                  </a:lnTo>
                  <a:lnTo>
                    <a:pt x="262" y="298063"/>
                  </a:lnTo>
                  <a:lnTo>
                    <a:pt x="524" y="303054"/>
                  </a:lnTo>
                  <a:lnTo>
                    <a:pt x="874" y="308040"/>
                  </a:lnTo>
                  <a:lnTo>
                    <a:pt x="1311" y="313019"/>
                  </a:lnTo>
                  <a:lnTo>
                    <a:pt x="1835" y="317990"/>
                  </a:lnTo>
                  <a:lnTo>
                    <a:pt x="2445" y="322950"/>
                  </a:lnTo>
                  <a:lnTo>
                    <a:pt x="3143" y="327899"/>
                  </a:lnTo>
                  <a:lnTo>
                    <a:pt x="3927" y="332836"/>
                  </a:lnTo>
                  <a:lnTo>
                    <a:pt x="4797" y="337757"/>
                  </a:lnTo>
                  <a:lnTo>
                    <a:pt x="5753" y="342663"/>
                  </a:lnTo>
                  <a:lnTo>
                    <a:pt x="6795" y="347551"/>
                  </a:lnTo>
                  <a:lnTo>
                    <a:pt x="7923" y="352420"/>
                  </a:lnTo>
                  <a:lnTo>
                    <a:pt x="9135" y="357269"/>
                  </a:lnTo>
                  <a:lnTo>
                    <a:pt x="10432" y="362096"/>
                  </a:lnTo>
                  <a:lnTo>
                    <a:pt x="11814" y="366899"/>
                  </a:lnTo>
                  <a:lnTo>
                    <a:pt x="13279" y="371678"/>
                  </a:lnTo>
                  <a:lnTo>
                    <a:pt x="14828" y="376430"/>
                  </a:lnTo>
                  <a:lnTo>
                    <a:pt x="16459" y="381154"/>
                  </a:lnTo>
                  <a:lnTo>
                    <a:pt x="18173" y="385849"/>
                  </a:lnTo>
                  <a:lnTo>
                    <a:pt x="19969" y="390513"/>
                  </a:lnTo>
                  <a:lnTo>
                    <a:pt x="21846" y="395145"/>
                  </a:lnTo>
                  <a:lnTo>
                    <a:pt x="23804" y="399744"/>
                  </a:lnTo>
                  <a:lnTo>
                    <a:pt x="25843" y="404307"/>
                  </a:lnTo>
                  <a:lnTo>
                    <a:pt x="27960" y="408835"/>
                  </a:lnTo>
                  <a:lnTo>
                    <a:pt x="30157" y="413324"/>
                  </a:lnTo>
                  <a:lnTo>
                    <a:pt x="32432" y="417774"/>
                  </a:lnTo>
                  <a:lnTo>
                    <a:pt x="34784" y="422184"/>
                  </a:lnTo>
                  <a:lnTo>
                    <a:pt x="37214" y="426552"/>
                  </a:lnTo>
                  <a:lnTo>
                    <a:pt x="39719" y="430877"/>
                  </a:lnTo>
                  <a:lnTo>
                    <a:pt x="42300" y="435157"/>
                  </a:lnTo>
                  <a:lnTo>
                    <a:pt x="44955" y="439392"/>
                  </a:lnTo>
                  <a:lnTo>
                    <a:pt x="47684" y="443579"/>
                  </a:lnTo>
                  <a:lnTo>
                    <a:pt x="50485" y="447718"/>
                  </a:lnTo>
                  <a:lnTo>
                    <a:pt x="53359" y="451807"/>
                  </a:lnTo>
                  <a:lnTo>
                    <a:pt x="56304" y="455846"/>
                  </a:lnTo>
                  <a:lnTo>
                    <a:pt x="59319" y="459832"/>
                  </a:lnTo>
                  <a:lnTo>
                    <a:pt x="62403" y="463765"/>
                  </a:lnTo>
                  <a:lnTo>
                    <a:pt x="65556" y="467643"/>
                  </a:lnTo>
                  <a:lnTo>
                    <a:pt x="68776" y="471465"/>
                  </a:lnTo>
                  <a:lnTo>
                    <a:pt x="72063" y="475231"/>
                  </a:lnTo>
                  <a:lnTo>
                    <a:pt x="75415" y="478938"/>
                  </a:lnTo>
                  <a:lnTo>
                    <a:pt x="78831" y="482587"/>
                  </a:lnTo>
                  <a:lnTo>
                    <a:pt x="82311" y="486174"/>
                  </a:lnTo>
                  <a:lnTo>
                    <a:pt x="85853" y="489701"/>
                  </a:lnTo>
                  <a:lnTo>
                    <a:pt x="89456" y="493165"/>
                  </a:lnTo>
                  <a:lnTo>
                    <a:pt x="93119" y="496565"/>
                  </a:lnTo>
                  <a:lnTo>
                    <a:pt x="96841" y="499901"/>
                  </a:lnTo>
                  <a:lnTo>
                    <a:pt x="100621" y="503171"/>
                  </a:lnTo>
                  <a:lnTo>
                    <a:pt x="104457" y="506374"/>
                  </a:lnTo>
                  <a:lnTo>
                    <a:pt x="108349" y="509510"/>
                  </a:lnTo>
                  <a:lnTo>
                    <a:pt x="112295" y="512577"/>
                  </a:lnTo>
                  <a:lnTo>
                    <a:pt x="116295" y="515575"/>
                  </a:lnTo>
                  <a:lnTo>
                    <a:pt x="120346" y="518502"/>
                  </a:lnTo>
                  <a:lnTo>
                    <a:pt x="124448" y="521357"/>
                  </a:lnTo>
                  <a:lnTo>
                    <a:pt x="128599" y="524141"/>
                  </a:lnTo>
                  <a:lnTo>
                    <a:pt x="132798" y="526852"/>
                  </a:lnTo>
                  <a:lnTo>
                    <a:pt x="137044" y="529488"/>
                  </a:lnTo>
                  <a:lnTo>
                    <a:pt x="141336" y="532050"/>
                  </a:lnTo>
                  <a:lnTo>
                    <a:pt x="145671" y="534536"/>
                  </a:lnTo>
                  <a:lnTo>
                    <a:pt x="150050" y="536947"/>
                  </a:lnTo>
                  <a:lnTo>
                    <a:pt x="154470" y="539280"/>
                  </a:lnTo>
                  <a:lnTo>
                    <a:pt x="158930" y="541535"/>
                  </a:lnTo>
                  <a:lnTo>
                    <a:pt x="163429" y="543712"/>
                  </a:lnTo>
                  <a:lnTo>
                    <a:pt x="167966" y="545810"/>
                  </a:lnTo>
                  <a:lnTo>
                    <a:pt x="172538" y="547828"/>
                  </a:lnTo>
                  <a:lnTo>
                    <a:pt x="177145" y="549766"/>
                  </a:lnTo>
                  <a:lnTo>
                    <a:pt x="181786" y="551623"/>
                  </a:lnTo>
                  <a:lnTo>
                    <a:pt x="186458" y="553399"/>
                  </a:lnTo>
                  <a:lnTo>
                    <a:pt x="191160" y="555092"/>
                  </a:lnTo>
                  <a:lnTo>
                    <a:pt x="195891" y="556703"/>
                  </a:lnTo>
                  <a:lnTo>
                    <a:pt x="200650" y="558231"/>
                  </a:lnTo>
                  <a:lnTo>
                    <a:pt x="205435" y="559675"/>
                  </a:lnTo>
                  <a:lnTo>
                    <a:pt x="210244" y="561035"/>
                  </a:lnTo>
                  <a:lnTo>
                    <a:pt x="215077" y="562311"/>
                  </a:lnTo>
                  <a:lnTo>
                    <a:pt x="219931" y="563503"/>
                  </a:lnTo>
                  <a:lnTo>
                    <a:pt x="224805" y="564609"/>
                  </a:lnTo>
                  <a:lnTo>
                    <a:pt x="229698" y="565629"/>
                  </a:lnTo>
                  <a:lnTo>
                    <a:pt x="234607" y="566564"/>
                  </a:lnTo>
                  <a:lnTo>
                    <a:pt x="239533" y="567413"/>
                  </a:lnTo>
                  <a:lnTo>
                    <a:pt x="244472" y="568175"/>
                  </a:lnTo>
                  <a:lnTo>
                    <a:pt x="249425" y="568851"/>
                  </a:lnTo>
                  <a:lnTo>
                    <a:pt x="254388" y="569440"/>
                  </a:lnTo>
                  <a:lnTo>
                    <a:pt x="259361" y="569942"/>
                  </a:lnTo>
                  <a:lnTo>
                    <a:pt x="264341" y="570357"/>
                  </a:lnTo>
                  <a:lnTo>
                    <a:pt x="269329" y="570685"/>
                  </a:lnTo>
                  <a:lnTo>
                    <a:pt x="274321" y="570926"/>
                  </a:lnTo>
                  <a:lnTo>
                    <a:pt x="279317" y="571079"/>
                  </a:lnTo>
                  <a:lnTo>
                    <a:pt x="284314" y="571144"/>
                  </a:lnTo>
                  <a:lnTo>
                    <a:pt x="289312" y="571123"/>
                  </a:lnTo>
                  <a:lnTo>
                    <a:pt x="294309" y="571013"/>
                  </a:lnTo>
                  <a:lnTo>
                    <a:pt x="299303" y="570816"/>
                  </a:lnTo>
                  <a:lnTo>
                    <a:pt x="304293" y="570532"/>
                  </a:lnTo>
                  <a:lnTo>
                    <a:pt x="309277" y="570161"/>
                  </a:lnTo>
                  <a:lnTo>
                    <a:pt x="314254" y="569702"/>
                  </a:lnTo>
                  <a:lnTo>
                    <a:pt x="319223" y="569157"/>
                  </a:lnTo>
                  <a:lnTo>
                    <a:pt x="324180" y="568524"/>
                  </a:lnTo>
                  <a:lnTo>
                    <a:pt x="329126" y="567805"/>
                  </a:lnTo>
                  <a:lnTo>
                    <a:pt x="334059" y="566999"/>
                  </a:lnTo>
                  <a:lnTo>
                    <a:pt x="338977" y="566108"/>
                  </a:lnTo>
                  <a:lnTo>
                    <a:pt x="343878" y="565130"/>
                  </a:lnTo>
                  <a:lnTo>
                    <a:pt x="348762" y="564066"/>
                  </a:lnTo>
                  <a:lnTo>
                    <a:pt x="353626" y="562918"/>
                  </a:lnTo>
                  <a:lnTo>
                    <a:pt x="358470" y="561684"/>
                  </a:lnTo>
                  <a:lnTo>
                    <a:pt x="363291" y="560366"/>
                  </a:lnTo>
                  <a:lnTo>
                    <a:pt x="368088" y="558963"/>
                  </a:lnTo>
                  <a:lnTo>
                    <a:pt x="372860" y="557477"/>
                  </a:lnTo>
                  <a:lnTo>
                    <a:pt x="377605" y="555908"/>
                  </a:lnTo>
                  <a:lnTo>
                    <a:pt x="382322" y="554256"/>
                  </a:lnTo>
                  <a:lnTo>
                    <a:pt x="387010" y="552521"/>
                  </a:lnTo>
                  <a:lnTo>
                    <a:pt x="391666" y="550705"/>
                  </a:lnTo>
                  <a:lnTo>
                    <a:pt x="396290" y="548807"/>
                  </a:lnTo>
                  <a:lnTo>
                    <a:pt x="400880" y="546829"/>
                  </a:lnTo>
                  <a:lnTo>
                    <a:pt x="405435" y="544771"/>
                  </a:lnTo>
                  <a:lnTo>
                    <a:pt x="409952" y="542633"/>
                  </a:lnTo>
                  <a:lnTo>
                    <a:pt x="414432" y="540417"/>
                  </a:lnTo>
                  <a:lnTo>
                    <a:pt x="418873" y="538123"/>
                  </a:lnTo>
                  <a:lnTo>
                    <a:pt x="423272" y="535751"/>
                  </a:lnTo>
                  <a:lnTo>
                    <a:pt x="427629" y="533303"/>
                  </a:lnTo>
                  <a:lnTo>
                    <a:pt x="431943" y="530779"/>
                  </a:lnTo>
                  <a:lnTo>
                    <a:pt x="436212" y="528179"/>
                  </a:lnTo>
                  <a:lnTo>
                    <a:pt x="440435" y="525506"/>
                  </a:lnTo>
                  <a:lnTo>
                    <a:pt x="444610" y="522758"/>
                  </a:lnTo>
                  <a:lnTo>
                    <a:pt x="448737" y="519939"/>
                  </a:lnTo>
                  <a:lnTo>
                    <a:pt x="452813" y="517047"/>
                  </a:lnTo>
                  <a:lnTo>
                    <a:pt x="456839" y="514084"/>
                  </a:lnTo>
                  <a:lnTo>
                    <a:pt x="460812" y="511052"/>
                  </a:lnTo>
                  <a:lnTo>
                    <a:pt x="464731" y="507950"/>
                  </a:lnTo>
                  <a:lnTo>
                    <a:pt x="468596" y="504781"/>
                  </a:lnTo>
                  <a:lnTo>
                    <a:pt x="472404" y="501544"/>
                  </a:lnTo>
                  <a:lnTo>
                    <a:pt x="476155" y="498241"/>
                  </a:lnTo>
                  <a:lnTo>
                    <a:pt x="479848" y="494873"/>
                  </a:lnTo>
                  <a:lnTo>
                    <a:pt x="483481" y="491441"/>
                  </a:lnTo>
                  <a:lnTo>
                    <a:pt x="487054" y="487945"/>
                  </a:lnTo>
                  <a:lnTo>
                    <a:pt x="490565" y="484388"/>
                  </a:lnTo>
                  <a:lnTo>
                    <a:pt x="494013" y="480770"/>
                  </a:lnTo>
                  <a:lnTo>
                    <a:pt x="497397" y="477092"/>
                  </a:lnTo>
                  <a:lnTo>
                    <a:pt x="500716" y="473355"/>
                  </a:lnTo>
                  <a:lnTo>
                    <a:pt x="503970" y="469561"/>
                  </a:lnTo>
                  <a:lnTo>
                    <a:pt x="507156" y="465711"/>
                  </a:lnTo>
                  <a:lnTo>
                    <a:pt x="510275" y="461805"/>
                  </a:lnTo>
                  <a:lnTo>
                    <a:pt x="513325" y="457845"/>
                  </a:lnTo>
                  <a:lnTo>
                    <a:pt x="516305" y="453833"/>
                  </a:lnTo>
                  <a:lnTo>
                    <a:pt x="519214" y="449769"/>
                  </a:lnTo>
                  <a:lnTo>
                    <a:pt x="522052" y="445655"/>
                  </a:lnTo>
                  <a:lnTo>
                    <a:pt x="524817" y="441491"/>
                  </a:lnTo>
                  <a:lnTo>
                    <a:pt x="527509" y="437280"/>
                  </a:lnTo>
                  <a:lnTo>
                    <a:pt x="530127" y="433023"/>
                  </a:lnTo>
                  <a:lnTo>
                    <a:pt x="532671" y="428720"/>
                  </a:lnTo>
                  <a:lnTo>
                    <a:pt x="535138" y="424374"/>
                  </a:lnTo>
                  <a:lnTo>
                    <a:pt x="537529" y="419984"/>
                  </a:lnTo>
                  <a:lnTo>
                    <a:pt x="539843" y="415554"/>
                  </a:lnTo>
                  <a:lnTo>
                    <a:pt x="542079" y="411084"/>
                  </a:lnTo>
                  <a:lnTo>
                    <a:pt x="544236" y="406576"/>
                  </a:lnTo>
                  <a:lnTo>
                    <a:pt x="546314" y="402030"/>
                  </a:lnTo>
                  <a:lnTo>
                    <a:pt x="548312" y="397449"/>
                  </a:lnTo>
                  <a:lnTo>
                    <a:pt x="550230" y="392833"/>
                  </a:lnTo>
                  <a:lnTo>
                    <a:pt x="552067" y="388185"/>
                  </a:lnTo>
                  <a:lnTo>
                    <a:pt x="553822" y="383505"/>
                  </a:lnTo>
                  <a:lnTo>
                    <a:pt x="555494" y="378795"/>
                  </a:lnTo>
                  <a:lnTo>
                    <a:pt x="557085" y="374057"/>
                  </a:lnTo>
                  <a:lnTo>
                    <a:pt x="558592" y="369292"/>
                  </a:lnTo>
                  <a:lnTo>
                    <a:pt x="560015" y="364501"/>
                  </a:lnTo>
                  <a:lnTo>
                    <a:pt x="561354" y="359685"/>
                  </a:lnTo>
                  <a:lnTo>
                    <a:pt x="562609" y="354847"/>
                  </a:lnTo>
                  <a:lnTo>
                    <a:pt x="563779" y="349988"/>
                  </a:lnTo>
                  <a:lnTo>
                    <a:pt x="564864" y="345109"/>
                  </a:lnTo>
                  <a:lnTo>
                    <a:pt x="565863" y="340212"/>
                  </a:lnTo>
                  <a:lnTo>
                    <a:pt x="566776" y="335298"/>
                  </a:lnTo>
                  <a:lnTo>
                    <a:pt x="567603" y="330369"/>
                  </a:lnTo>
                  <a:lnTo>
                    <a:pt x="568344" y="325426"/>
                  </a:lnTo>
                  <a:lnTo>
                    <a:pt x="568998" y="320471"/>
                  </a:lnTo>
                  <a:lnTo>
                    <a:pt x="569566" y="315506"/>
                  </a:lnTo>
                  <a:lnTo>
                    <a:pt x="570046" y="310531"/>
                  </a:lnTo>
                  <a:lnTo>
                    <a:pt x="570439" y="305548"/>
                  </a:lnTo>
                  <a:lnTo>
                    <a:pt x="570745" y="300559"/>
                  </a:lnTo>
                  <a:lnTo>
                    <a:pt x="570964" y="295566"/>
                  </a:lnTo>
                  <a:lnTo>
                    <a:pt x="571095" y="290570"/>
                  </a:lnTo>
                  <a:lnTo>
                    <a:pt x="571139" y="28557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562" name="pl562"/>
            <p:cNvSpPr/>
            <p:nvPr/>
          </p:nvSpPr>
          <p:spPr>
            <a:xfrm>
              <a:off x="5178395" y="5545850"/>
              <a:ext cx="1038435" cy="1038445"/>
            </a:xfrm>
            <a:custGeom>
              <a:avLst/>
              <a:pathLst>
                <a:path w="1038435" h="1038445">
                  <a:moveTo>
                    <a:pt x="1038435" y="519222"/>
                  </a:moveTo>
                  <a:lnTo>
                    <a:pt x="1038355" y="510135"/>
                  </a:lnTo>
                  <a:lnTo>
                    <a:pt x="1038117" y="501051"/>
                  </a:lnTo>
                  <a:lnTo>
                    <a:pt x="1037719" y="491972"/>
                  </a:lnTo>
                  <a:lnTo>
                    <a:pt x="1037163" y="482902"/>
                  </a:lnTo>
                  <a:lnTo>
                    <a:pt x="1036448" y="473843"/>
                  </a:lnTo>
                  <a:lnTo>
                    <a:pt x="1035575" y="464797"/>
                  </a:lnTo>
                  <a:lnTo>
                    <a:pt x="1034543" y="455769"/>
                  </a:lnTo>
                  <a:lnTo>
                    <a:pt x="1033354" y="446760"/>
                  </a:lnTo>
                  <a:lnTo>
                    <a:pt x="1032007" y="437773"/>
                  </a:lnTo>
                  <a:lnTo>
                    <a:pt x="1030503" y="428811"/>
                  </a:lnTo>
                  <a:lnTo>
                    <a:pt x="1028842" y="419876"/>
                  </a:lnTo>
                  <a:lnTo>
                    <a:pt x="1027025" y="410972"/>
                  </a:lnTo>
                  <a:lnTo>
                    <a:pt x="1025053" y="402102"/>
                  </a:lnTo>
                  <a:lnTo>
                    <a:pt x="1022926" y="393267"/>
                  </a:lnTo>
                  <a:lnTo>
                    <a:pt x="1020644" y="384470"/>
                  </a:lnTo>
                  <a:lnTo>
                    <a:pt x="1018209" y="375715"/>
                  </a:lnTo>
                  <a:lnTo>
                    <a:pt x="1015621" y="367004"/>
                  </a:lnTo>
                  <a:lnTo>
                    <a:pt x="1012881" y="358340"/>
                  </a:lnTo>
                  <a:lnTo>
                    <a:pt x="1009990" y="349725"/>
                  </a:lnTo>
                  <a:lnTo>
                    <a:pt x="1006949" y="341161"/>
                  </a:lnTo>
                  <a:lnTo>
                    <a:pt x="1003758" y="332653"/>
                  </a:lnTo>
                  <a:lnTo>
                    <a:pt x="1000418" y="324201"/>
                  </a:lnTo>
                  <a:lnTo>
                    <a:pt x="996932" y="315809"/>
                  </a:lnTo>
                  <a:lnTo>
                    <a:pt x="993298" y="307480"/>
                  </a:lnTo>
                  <a:lnTo>
                    <a:pt x="989520" y="299215"/>
                  </a:lnTo>
                  <a:lnTo>
                    <a:pt x="985598" y="291018"/>
                  </a:lnTo>
                  <a:lnTo>
                    <a:pt x="981533" y="282891"/>
                  </a:lnTo>
                  <a:lnTo>
                    <a:pt x="977326" y="274836"/>
                  </a:lnTo>
                  <a:lnTo>
                    <a:pt x="972979" y="266856"/>
                  </a:lnTo>
                  <a:lnTo>
                    <a:pt x="968492" y="258953"/>
                  </a:lnTo>
                  <a:lnTo>
                    <a:pt x="963869" y="251130"/>
                  </a:lnTo>
                  <a:lnTo>
                    <a:pt x="959109" y="243389"/>
                  </a:lnTo>
                  <a:lnTo>
                    <a:pt x="954214" y="235732"/>
                  </a:lnTo>
                  <a:lnTo>
                    <a:pt x="949186" y="228163"/>
                  </a:lnTo>
                  <a:lnTo>
                    <a:pt x="944026" y="220682"/>
                  </a:lnTo>
                  <a:lnTo>
                    <a:pt x="938736" y="213293"/>
                  </a:lnTo>
                  <a:lnTo>
                    <a:pt x="933318" y="205998"/>
                  </a:lnTo>
                  <a:lnTo>
                    <a:pt x="927773" y="198798"/>
                  </a:lnTo>
                  <a:lnTo>
                    <a:pt x="922103" y="191697"/>
                  </a:lnTo>
                  <a:lnTo>
                    <a:pt x="916309" y="184696"/>
                  </a:lnTo>
                  <a:lnTo>
                    <a:pt x="910393" y="177798"/>
                  </a:lnTo>
                  <a:lnTo>
                    <a:pt x="904358" y="171004"/>
                  </a:lnTo>
                  <a:lnTo>
                    <a:pt x="898205" y="164317"/>
                  </a:lnTo>
                  <a:lnTo>
                    <a:pt x="891936" y="157738"/>
                  </a:lnTo>
                  <a:lnTo>
                    <a:pt x="885552" y="151270"/>
                  </a:lnTo>
                  <a:lnTo>
                    <a:pt x="879057" y="144915"/>
                  </a:lnTo>
                  <a:lnTo>
                    <a:pt x="872451" y="138675"/>
                  </a:lnTo>
                  <a:lnTo>
                    <a:pt x="865737" y="132551"/>
                  </a:lnTo>
                  <a:lnTo>
                    <a:pt x="858917" y="126546"/>
                  </a:lnTo>
                  <a:lnTo>
                    <a:pt x="851992" y="120661"/>
                  </a:lnTo>
                  <a:lnTo>
                    <a:pt x="844966" y="114898"/>
                  </a:lnTo>
                  <a:lnTo>
                    <a:pt x="837840" y="109258"/>
                  </a:lnTo>
                  <a:lnTo>
                    <a:pt x="830617" y="103745"/>
                  </a:lnTo>
                  <a:lnTo>
                    <a:pt x="823298" y="98358"/>
                  </a:lnTo>
                  <a:lnTo>
                    <a:pt x="815886" y="93101"/>
                  </a:lnTo>
                  <a:lnTo>
                    <a:pt x="808383" y="87974"/>
                  </a:lnTo>
                  <a:lnTo>
                    <a:pt x="800791" y="82979"/>
                  </a:lnTo>
                  <a:lnTo>
                    <a:pt x="793113" y="78118"/>
                  </a:lnTo>
                  <a:lnTo>
                    <a:pt x="785351" y="73392"/>
                  </a:lnTo>
                  <a:lnTo>
                    <a:pt x="777508" y="68802"/>
                  </a:lnTo>
                  <a:lnTo>
                    <a:pt x="769586" y="64351"/>
                  </a:lnTo>
                  <a:lnTo>
                    <a:pt x="761587" y="60039"/>
                  </a:lnTo>
                  <a:lnTo>
                    <a:pt x="753514" y="55867"/>
                  </a:lnTo>
                  <a:lnTo>
                    <a:pt x="745368" y="51838"/>
                  </a:lnTo>
                  <a:lnTo>
                    <a:pt x="737154" y="47951"/>
                  </a:lnTo>
                  <a:lnTo>
                    <a:pt x="728873" y="44209"/>
                  </a:lnTo>
                  <a:lnTo>
                    <a:pt x="720528" y="40612"/>
                  </a:lnTo>
                  <a:lnTo>
                    <a:pt x="712121" y="37162"/>
                  </a:lnTo>
                  <a:lnTo>
                    <a:pt x="703655" y="33860"/>
                  </a:lnTo>
                  <a:lnTo>
                    <a:pt x="695132" y="30706"/>
                  </a:lnTo>
                  <a:lnTo>
                    <a:pt x="686556" y="27702"/>
                  </a:lnTo>
                  <a:lnTo>
                    <a:pt x="677928" y="24849"/>
                  </a:lnTo>
                  <a:lnTo>
                    <a:pt x="669251" y="22147"/>
                  </a:lnTo>
                  <a:lnTo>
                    <a:pt x="660529" y="19597"/>
                  </a:lnTo>
                  <a:lnTo>
                    <a:pt x="651764" y="17200"/>
                  </a:lnTo>
                  <a:lnTo>
                    <a:pt x="642957" y="14957"/>
                  </a:lnTo>
                  <a:lnTo>
                    <a:pt x="634113" y="12869"/>
                  </a:lnTo>
                  <a:lnTo>
                    <a:pt x="625234" y="10935"/>
                  </a:lnTo>
                  <a:lnTo>
                    <a:pt x="616322" y="9157"/>
                  </a:lnTo>
                  <a:lnTo>
                    <a:pt x="607381" y="7536"/>
                  </a:lnTo>
                  <a:lnTo>
                    <a:pt x="598412" y="6071"/>
                  </a:lnTo>
                  <a:lnTo>
                    <a:pt x="589419" y="4764"/>
                  </a:lnTo>
                  <a:lnTo>
                    <a:pt x="580405" y="3614"/>
                  </a:lnTo>
                  <a:lnTo>
                    <a:pt x="571372" y="2622"/>
                  </a:lnTo>
                  <a:lnTo>
                    <a:pt x="562323" y="1788"/>
                  </a:lnTo>
                  <a:lnTo>
                    <a:pt x="553261" y="1112"/>
                  </a:lnTo>
                  <a:lnTo>
                    <a:pt x="544188" y="596"/>
                  </a:lnTo>
                  <a:lnTo>
                    <a:pt x="535108" y="238"/>
                  </a:lnTo>
                  <a:lnTo>
                    <a:pt x="526023" y="39"/>
                  </a:lnTo>
                  <a:lnTo>
                    <a:pt x="516935" y="0"/>
                  </a:lnTo>
                  <a:lnTo>
                    <a:pt x="507849" y="119"/>
                  </a:lnTo>
                  <a:lnTo>
                    <a:pt x="498766" y="397"/>
                  </a:lnTo>
                  <a:lnTo>
                    <a:pt x="489689" y="834"/>
                  </a:lnTo>
                  <a:lnTo>
                    <a:pt x="480621" y="1430"/>
                  </a:lnTo>
                  <a:lnTo>
                    <a:pt x="471565" y="2185"/>
                  </a:lnTo>
                  <a:lnTo>
                    <a:pt x="462524" y="3098"/>
                  </a:lnTo>
                  <a:lnTo>
                    <a:pt x="453500" y="4169"/>
                  </a:lnTo>
                  <a:lnTo>
                    <a:pt x="444496" y="5398"/>
                  </a:lnTo>
                  <a:lnTo>
                    <a:pt x="435515" y="6784"/>
                  </a:lnTo>
                  <a:lnTo>
                    <a:pt x="426559" y="8327"/>
                  </a:lnTo>
                  <a:lnTo>
                    <a:pt x="417632" y="10027"/>
                  </a:lnTo>
                  <a:lnTo>
                    <a:pt x="408737" y="11882"/>
                  </a:lnTo>
                  <a:lnTo>
                    <a:pt x="399874" y="13894"/>
                  </a:lnTo>
                  <a:lnTo>
                    <a:pt x="391049" y="16059"/>
                  </a:lnTo>
                  <a:lnTo>
                    <a:pt x="382263" y="18379"/>
                  </a:lnTo>
                  <a:lnTo>
                    <a:pt x="373518" y="20853"/>
                  </a:lnTo>
                  <a:lnTo>
                    <a:pt x="364819" y="23479"/>
                  </a:lnTo>
                  <a:lnTo>
                    <a:pt x="356166" y="26257"/>
                  </a:lnTo>
                  <a:lnTo>
                    <a:pt x="347564" y="29185"/>
                  </a:lnTo>
                  <a:lnTo>
                    <a:pt x="339014" y="32264"/>
                  </a:lnTo>
                  <a:lnTo>
                    <a:pt x="330520" y="35493"/>
                  </a:lnTo>
                  <a:lnTo>
                    <a:pt x="322083" y="38869"/>
                  </a:lnTo>
                  <a:lnTo>
                    <a:pt x="313706" y="42392"/>
                  </a:lnTo>
                  <a:lnTo>
                    <a:pt x="305393" y="46062"/>
                  </a:lnTo>
                  <a:lnTo>
                    <a:pt x="297145" y="49876"/>
                  </a:lnTo>
                  <a:lnTo>
                    <a:pt x="288965" y="53834"/>
                  </a:lnTo>
                  <a:lnTo>
                    <a:pt x="280855" y="57935"/>
                  </a:lnTo>
                  <a:lnTo>
                    <a:pt x="272819" y="62177"/>
                  </a:lnTo>
                  <a:lnTo>
                    <a:pt x="264858" y="66559"/>
                  </a:lnTo>
                  <a:lnTo>
                    <a:pt x="256975" y="71080"/>
                  </a:lnTo>
                  <a:lnTo>
                    <a:pt x="249172" y="75738"/>
                  </a:lnTo>
                  <a:lnTo>
                    <a:pt x="241452" y="80532"/>
                  </a:lnTo>
                  <a:lnTo>
                    <a:pt x="233817" y="85460"/>
                  </a:lnTo>
                  <a:lnTo>
                    <a:pt x="226269" y="90521"/>
                  </a:lnTo>
                  <a:lnTo>
                    <a:pt x="218811" y="95713"/>
                  </a:lnTo>
                  <a:lnTo>
                    <a:pt x="211445" y="101036"/>
                  </a:lnTo>
                  <a:lnTo>
                    <a:pt x="204174" y="106486"/>
                  </a:lnTo>
                  <a:lnTo>
                    <a:pt x="196999" y="112062"/>
                  </a:lnTo>
                  <a:lnTo>
                    <a:pt x="189922" y="117764"/>
                  </a:lnTo>
                  <a:lnTo>
                    <a:pt x="182947" y="123588"/>
                  </a:lnTo>
                  <a:lnTo>
                    <a:pt x="176074" y="129533"/>
                  </a:lnTo>
                  <a:lnTo>
                    <a:pt x="169307" y="135598"/>
                  </a:lnTo>
                  <a:lnTo>
                    <a:pt x="162647" y="141781"/>
                  </a:lnTo>
                  <a:lnTo>
                    <a:pt x="156096" y="148079"/>
                  </a:lnTo>
                  <a:lnTo>
                    <a:pt x="149656" y="154490"/>
                  </a:lnTo>
                  <a:lnTo>
                    <a:pt x="143330" y="161014"/>
                  </a:lnTo>
                  <a:lnTo>
                    <a:pt x="137118" y="167647"/>
                  </a:lnTo>
                  <a:lnTo>
                    <a:pt x="131024" y="174388"/>
                  </a:lnTo>
                  <a:lnTo>
                    <a:pt x="125048" y="181234"/>
                  </a:lnTo>
                  <a:lnTo>
                    <a:pt x="119193" y="188184"/>
                  </a:lnTo>
                  <a:lnTo>
                    <a:pt x="113461" y="195235"/>
                  </a:lnTo>
                  <a:lnTo>
                    <a:pt x="107853" y="202386"/>
                  </a:lnTo>
                  <a:lnTo>
                    <a:pt x="102371" y="209634"/>
                  </a:lnTo>
                  <a:lnTo>
                    <a:pt x="97017" y="216976"/>
                  </a:lnTo>
                  <a:lnTo>
                    <a:pt x="91792" y="224411"/>
                  </a:lnTo>
                  <a:lnTo>
                    <a:pt x="86698" y="231936"/>
                  </a:lnTo>
                  <a:lnTo>
                    <a:pt x="81736" y="239550"/>
                  </a:lnTo>
                  <a:lnTo>
                    <a:pt x="76909" y="247249"/>
                  </a:lnTo>
                  <a:lnTo>
                    <a:pt x="72217" y="255031"/>
                  </a:lnTo>
                  <a:lnTo>
                    <a:pt x="67662" y="262894"/>
                  </a:lnTo>
                  <a:lnTo>
                    <a:pt x="63245" y="270836"/>
                  </a:lnTo>
                  <a:lnTo>
                    <a:pt x="58968" y="278854"/>
                  </a:lnTo>
                  <a:lnTo>
                    <a:pt x="54831" y="286945"/>
                  </a:lnTo>
                  <a:lnTo>
                    <a:pt x="50838" y="295108"/>
                  </a:lnTo>
                  <a:lnTo>
                    <a:pt x="46987" y="303339"/>
                  </a:lnTo>
                  <a:lnTo>
                    <a:pt x="43281" y="311637"/>
                  </a:lnTo>
                  <a:lnTo>
                    <a:pt x="39721" y="319998"/>
                  </a:lnTo>
                  <a:lnTo>
                    <a:pt x="36308" y="328420"/>
                  </a:lnTo>
                  <a:lnTo>
                    <a:pt x="33043" y="336900"/>
                  </a:lnTo>
                  <a:lnTo>
                    <a:pt x="29926" y="345436"/>
                  </a:lnTo>
                  <a:lnTo>
                    <a:pt x="26960" y="354026"/>
                  </a:lnTo>
                  <a:lnTo>
                    <a:pt x="24144" y="362666"/>
                  </a:lnTo>
                  <a:lnTo>
                    <a:pt x="21480" y="371354"/>
                  </a:lnTo>
                  <a:lnTo>
                    <a:pt x="18968" y="380088"/>
                  </a:lnTo>
                  <a:lnTo>
                    <a:pt x="16610" y="388864"/>
                  </a:lnTo>
                  <a:lnTo>
                    <a:pt x="14406" y="397680"/>
                  </a:lnTo>
                  <a:lnTo>
                    <a:pt x="12356" y="406533"/>
                  </a:lnTo>
                  <a:lnTo>
                    <a:pt x="10461" y="415420"/>
                  </a:lnTo>
                  <a:lnTo>
                    <a:pt x="8723" y="424340"/>
                  </a:lnTo>
                  <a:lnTo>
                    <a:pt x="7140" y="433288"/>
                  </a:lnTo>
                  <a:lnTo>
                    <a:pt x="5715" y="442263"/>
                  </a:lnTo>
                  <a:lnTo>
                    <a:pt x="4446" y="451262"/>
                  </a:lnTo>
                  <a:lnTo>
                    <a:pt x="3336" y="460281"/>
                  </a:lnTo>
                  <a:lnTo>
                    <a:pt x="2383" y="469318"/>
                  </a:lnTo>
                  <a:lnTo>
                    <a:pt x="1589" y="478371"/>
                  </a:lnTo>
                  <a:lnTo>
                    <a:pt x="953" y="487436"/>
                  </a:lnTo>
                  <a:lnTo>
                    <a:pt x="477" y="496511"/>
                  </a:lnTo>
                  <a:lnTo>
                    <a:pt x="159" y="505592"/>
                  </a:lnTo>
                  <a:lnTo>
                    <a:pt x="0" y="514678"/>
                  </a:lnTo>
                  <a:lnTo>
                    <a:pt x="0" y="523766"/>
                  </a:lnTo>
                  <a:lnTo>
                    <a:pt x="159" y="532852"/>
                  </a:lnTo>
                  <a:lnTo>
                    <a:pt x="477" y="541934"/>
                  </a:lnTo>
                  <a:lnTo>
                    <a:pt x="953" y="551008"/>
                  </a:lnTo>
                  <a:lnTo>
                    <a:pt x="1589" y="560073"/>
                  </a:lnTo>
                  <a:lnTo>
                    <a:pt x="2383" y="569126"/>
                  </a:lnTo>
                  <a:lnTo>
                    <a:pt x="3336" y="578163"/>
                  </a:lnTo>
                  <a:lnTo>
                    <a:pt x="4446" y="587183"/>
                  </a:lnTo>
                  <a:lnTo>
                    <a:pt x="5715" y="596181"/>
                  </a:lnTo>
                  <a:lnTo>
                    <a:pt x="7140" y="605156"/>
                  </a:lnTo>
                  <a:lnTo>
                    <a:pt x="8723" y="614104"/>
                  </a:lnTo>
                  <a:lnTo>
                    <a:pt x="10461" y="623024"/>
                  </a:lnTo>
                  <a:lnTo>
                    <a:pt x="12356" y="631912"/>
                  </a:lnTo>
                  <a:lnTo>
                    <a:pt x="14406" y="640765"/>
                  </a:lnTo>
                  <a:lnTo>
                    <a:pt x="16610" y="649581"/>
                  </a:lnTo>
                  <a:lnTo>
                    <a:pt x="18968" y="658357"/>
                  </a:lnTo>
                  <a:lnTo>
                    <a:pt x="21480" y="667090"/>
                  </a:lnTo>
                  <a:lnTo>
                    <a:pt x="24144" y="675778"/>
                  </a:lnTo>
                  <a:lnTo>
                    <a:pt x="26960" y="684418"/>
                  </a:lnTo>
                  <a:lnTo>
                    <a:pt x="29926" y="693008"/>
                  </a:lnTo>
                  <a:lnTo>
                    <a:pt x="33043" y="701544"/>
                  </a:lnTo>
                  <a:lnTo>
                    <a:pt x="36308" y="710025"/>
                  </a:lnTo>
                  <a:lnTo>
                    <a:pt x="39721" y="718447"/>
                  </a:lnTo>
                  <a:lnTo>
                    <a:pt x="43281" y="726808"/>
                  </a:lnTo>
                  <a:lnTo>
                    <a:pt x="46987" y="735105"/>
                  </a:lnTo>
                  <a:lnTo>
                    <a:pt x="50838" y="743336"/>
                  </a:lnTo>
                  <a:lnTo>
                    <a:pt x="54831" y="751499"/>
                  </a:lnTo>
                  <a:lnTo>
                    <a:pt x="58968" y="759590"/>
                  </a:lnTo>
                  <a:lnTo>
                    <a:pt x="63245" y="767608"/>
                  </a:lnTo>
                  <a:lnTo>
                    <a:pt x="67662" y="775550"/>
                  </a:lnTo>
                  <a:lnTo>
                    <a:pt x="72217" y="783413"/>
                  </a:lnTo>
                  <a:lnTo>
                    <a:pt x="76909" y="791195"/>
                  </a:lnTo>
                  <a:lnTo>
                    <a:pt x="81736" y="798894"/>
                  </a:lnTo>
                  <a:lnTo>
                    <a:pt x="86698" y="806508"/>
                  </a:lnTo>
                  <a:lnTo>
                    <a:pt x="91792" y="814033"/>
                  </a:lnTo>
                  <a:lnTo>
                    <a:pt x="97017" y="821468"/>
                  </a:lnTo>
                  <a:lnTo>
                    <a:pt x="102371" y="828811"/>
                  </a:lnTo>
                  <a:lnTo>
                    <a:pt x="107853" y="836058"/>
                  </a:lnTo>
                  <a:lnTo>
                    <a:pt x="113461" y="843209"/>
                  </a:lnTo>
                  <a:lnTo>
                    <a:pt x="119193" y="850260"/>
                  </a:lnTo>
                  <a:lnTo>
                    <a:pt x="125048" y="857210"/>
                  </a:lnTo>
                  <a:lnTo>
                    <a:pt x="131024" y="864057"/>
                  </a:lnTo>
                  <a:lnTo>
                    <a:pt x="137118" y="870797"/>
                  </a:lnTo>
                  <a:lnTo>
                    <a:pt x="143330" y="877431"/>
                  </a:lnTo>
                  <a:lnTo>
                    <a:pt x="149656" y="883954"/>
                  </a:lnTo>
                  <a:lnTo>
                    <a:pt x="156096" y="890366"/>
                  </a:lnTo>
                  <a:lnTo>
                    <a:pt x="162647" y="896664"/>
                  </a:lnTo>
                  <a:lnTo>
                    <a:pt x="169307" y="902846"/>
                  </a:lnTo>
                  <a:lnTo>
                    <a:pt x="176074" y="908911"/>
                  </a:lnTo>
                  <a:lnTo>
                    <a:pt x="182947" y="914856"/>
                  </a:lnTo>
                  <a:lnTo>
                    <a:pt x="189922" y="920681"/>
                  </a:lnTo>
                  <a:lnTo>
                    <a:pt x="196999" y="926382"/>
                  </a:lnTo>
                  <a:lnTo>
                    <a:pt x="204174" y="931958"/>
                  </a:lnTo>
                  <a:lnTo>
                    <a:pt x="211445" y="937409"/>
                  </a:lnTo>
                  <a:lnTo>
                    <a:pt x="218811" y="942731"/>
                  </a:lnTo>
                  <a:lnTo>
                    <a:pt x="226269" y="947923"/>
                  </a:lnTo>
                  <a:lnTo>
                    <a:pt x="233817" y="952984"/>
                  </a:lnTo>
                  <a:lnTo>
                    <a:pt x="241452" y="957912"/>
                  </a:lnTo>
                  <a:lnTo>
                    <a:pt x="249172" y="962706"/>
                  </a:lnTo>
                  <a:lnTo>
                    <a:pt x="256975" y="967364"/>
                  </a:lnTo>
                  <a:lnTo>
                    <a:pt x="264858" y="971885"/>
                  </a:lnTo>
                  <a:lnTo>
                    <a:pt x="272819" y="976267"/>
                  </a:lnTo>
                  <a:lnTo>
                    <a:pt x="280855" y="980509"/>
                  </a:lnTo>
                  <a:lnTo>
                    <a:pt x="288965" y="984610"/>
                  </a:lnTo>
                  <a:lnTo>
                    <a:pt x="297145" y="988568"/>
                  </a:lnTo>
                  <a:lnTo>
                    <a:pt x="305393" y="992382"/>
                  </a:lnTo>
                  <a:lnTo>
                    <a:pt x="313706" y="996052"/>
                  </a:lnTo>
                  <a:lnTo>
                    <a:pt x="322083" y="999575"/>
                  </a:lnTo>
                  <a:lnTo>
                    <a:pt x="330520" y="1002952"/>
                  </a:lnTo>
                  <a:lnTo>
                    <a:pt x="339014" y="1006180"/>
                  </a:lnTo>
                  <a:lnTo>
                    <a:pt x="347564" y="1009259"/>
                  </a:lnTo>
                  <a:lnTo>
                    <a:pt x="356166" y="1012188"/>
                  </a:lnTo>
                  <a:lnTo>
                    <a:pt x="364819" y="1014966"/>
                  </a:lnTo>
                  <a:lnTo>
                    <a:pt x="373518" y="1017592"/>
                  </a:lnTo>
                  <a:lnTo>
                    <a:pt x="382263" y="1020065"/>
                  </a:lnTo>
                  <a:lnTo>
                    <a:pt x="391049" y="1022385"/>
                  </a:lnTo>
                  <a:lnTo>
                    <a:pt x="399874" y="1024551"/>
                  </a:lnTo>
                  <a:lnTo>
                    <a:pt x="408737" y="1026562"/>
                  </a:lnTo>
                  <a:lnTo>
                    <a:pt x="417632" y="1028417"/>
                  </a:lnTo>
                  <a:lnTo>
                    <a:pt x="426559" y="1030117"/>
                  </a:lnTo>
                  <a:lnTo>
                    <a:pt x="435515" y="1031660"/>
                  </a:lnTo>
                  <a:lnTo>
                    <a:pt x="444496" y="1033046"/>
                  </a:lnTo>
                  <a:lnTo>
                    <a:pt x="453500" y="1034275"/>
                  </a:lnTo>
                  <a:lnTo>
                    <a:pt x="462524" y="1035346"/>
                  </a:lnTo>
                  <a:lnTo>
                    <a:pt x="471565" y="1036259"/>
                  </a:lnTo>
                  <a:lnTo>
                    <a:pt x="480621" y="1037014"/>
                  </a:lnTo>
                  <a:lnTo>
                    <a:pt x="489689" y="1037610"/>
                  </a:lnTo>
                  <a:lnTo>
                    <a:pt x="498766" y="1038047"/>
                  </a:lnTo>
                  <a:lnTo>
                    <a:pt x="507849" y="1038325"/>
                  </a:lnTo>
                  <a:lnTo>
                    <a:pt x="516935" y="1038445"/>
                  </a:lnTo>
                  <a:lnTo>
                    <a:pt x="526023" y="1038405"/>
                  </a:lnTo>
                  <a:lnTo>
                    <a:pt x="535108" y="1038206"/>
                  </a:lnTo>
                  <a:lnTo>
                    <a:pt x="544188" y="1037848"/>
                  </a:lnTo>
                  <a:lnTo>
                    <a:pt x="553261" y="1037332"/>
                  </a:lnTo>
                  <a:lnTo>
                    <a:pt x="562323" y="1036656"/>
                  </a:lnTo>
                  <a:lnTo>
                    <a:pt x="571372" y="1035823"/>
                  </a:lnTo>
                  <a:lnTo>
                    <a:pt x="580405" y="1034831"/>
                  </a:lnTo>
                  <a:lnTo>
                    <a:pt x="589419" y="1033681"/>
                  </a:lnTo>
                  <a:lnTo>
                    <a:pt x="598412" y="1032373"/>
                  </a:lnTo>
                  <a:lnTo>
                    <a:pt x="607381" y="1030908"/>
                  </a:lnTo>
                  <a:lnTo>
                    <a:pt x="616322" y="1029287"/>
                  </a:lnTo>
                  <a:lnTo>
                    <a:pt x="625234" y="1027509"/>
                  </a:lnTo>
                  <a:lnTo>
                    <a:pt x="634113" y="1025576"/>
                  </a:lnTo>
                  <a:lnTo>
                    <a:pt x="642957" y="1023487"/>
                  </a:lnTo>
                  <a:lnTo>
                    <a:pt x="651764" y="1021244"/>
                  </a:lnTo>
                  <a:lnTo>
                    <a:pt x="660529" y="1018847"/>
                  </a:lnTo>
                  <a:lnTo>
                    <a:pt x="669251" y="1016298"/>
                  </a:lnTo>
                  <a:lnTo>
                    <a:pt x="677928" y="1013596"/>
                  </a:lnTo>
                  <a:lnTo>
                    <a:pt x="686556" y="1010742"/>
                  </a:lnTo>
                  <a:lnTo>
                    <a:pt x="695132" y="1007738"/>
                  </a:lnTo>
                  <a:lnTo>
                    <a:pt x="703655" y="1004584"/>
                  </a:lnTo>
                  <a:lnTo>
                    <a:pt x="712121" y="1001282"/>
                  </a:lnTo>
                  <a:lnTo>
                    <a:pt x="720528" y="997832"/>
                  </a:lnTo>
                  <a:lnTo>
                    <a:pt x="728873" y="994235"/>
                  </a:lnTo>
                  <a:lnTo>
                    <a:pt x="737154" y="990493"/>
                  </a:lnTo>
                  <a:lnTo>
                    <a:pt x="745368" y="986607"/>
                  </a:lnTo>
                  <a:lnTo>
                    <a:pt x="753514" y="982577"/>
                  </a:lnTo>
                  <a:lnTo>
                    <a:pt x="761587" y="978406"/>
                  </a:lnTo>
                  <a:lnTo>
                    <a:pt x="769586" y="974093"/>
                  </a:lnTo>
                  <a:lnTo>
                    <a:pt x="777508" y="969642"/>
                  </a:lnTo>
                  <a:lnTo>
                    <a:pt x="785351" y="965052"/>
                  </a:lnTo>
                  <a:lnTo>
                    <a:pt x="793113" y="960326"/>
                  </a:lnTo>
                  <a:lnTo>
                    <a:pt x="800791" y="955465"/>
                  </a:lnTo>
                  <a:lnTo>
                    <a:pt x="808383" y="950470"/>
                  </a:lnTo>
                  <a:lnTo>
                    <a:pt x="815886" y="945343"/>
                  </a:lnTo>
                  <a:lnTo>
                    <a:pt x="823298" y="940086"/>
                  </a:lnTo>
                  <a:lnTo>
                    <a:pt x="830617" y="934699"/>
                  </a:lnTo>
                  <a:lnTo>
                    <a:pt x="837840" y="929186"/>
                  </a:lnTo>
                  <a:lnTo>
                    <a:pt x="844966" y="923547"/>
                  </a:lnTo>
                  <a:lnTo>
                    <a:pt x="851992" y="917784"/>
                  </a:lnTo>
                  <a:lnTo>
                    <a:pt x="858917" y="911899"/>
                  </a:lnTo>
                  <a:lnTo>
                    <a:pt x="865737" y="905893"/>
                  </a:lnTo>
                  <a:lnTo>
                    <a:pt x="872451" y="899769"/>
                  </a:lnTo>
                  <a:lnTo>
                    <a:pt x="879057" y="893529"/>
                  </a:lnTo>
                  <a:lnTo>
                    <a:pt x="885552" y="887174"/>
                  </a:lnTo>
                  <a:lnTo>
                    <a:pt x="891936" y="880706"/>
                  </a:lnTo>
                  <a:lnTo>
                    <a:pt x="898205" y="874128"/>
                  </a:lnTo>
                  <a:lnTo>
                    <a:pt x="904358" y="867440"/>
                  </a:lnTo>
                  <a:lnTo>
                    <a:pt x="910393" y="860646"/>
                  </a:lnTo>
                  <a:lnTo>
                    <a:pt x="916309" y="853748"/>
                  </a:lnTo>
                  <a:lnTo>
                    <a:pt x="922103" y="846747"/>
                  </a:lnTo>
                  <a:lnTo>
                    <a:pt x="927773" y="839646"/>
                  </a:lnTo>
                  <a:lnTo>
                    <a:pt x="933318" y="832446"/>
                  </a:lnTo>
                  <a:lnTo>
                    <a:pt x="938736" y="825151"/>
                  </a:lnTo>
                  <a:lnTo>
                    <a:pt x="944026" y="817762"/>
                  </a:lnTo>
                  <a:lnTo>
                    <a:pt x="949186" y="810282"/>
                  </a:lnTo>
                  <a:lnTo>
                    <a:pt x="954214" y="802712"/>
                  </a:lnTo>
                  <a:lnTo>
                    <a:pt x="959109" y="795056"/>
                  </a:lnTo>
                  <a:lnTo>
                    <a:pt x="963869" y="787315"/>
                  </a:lnTo>
                  <a:lnTo>
                    <a:pt x="968492" y="779491"/>
                  </a:lnTo>
                  <a:lnTo>
                    <a:pt x="972979" y="771589"/>
                  </a:lnTo>
                  <a:lnTo>
                    <a:pt x="977326" y="763609"/>
                  </a:lnTo>
                  <a:lnTo>
                    <a:pt x="981533" y="755554"/>
                  </a:lnTo>
                  <a:lnTo>
                    <a:pt x="985598" y="747426"/>
                  </a:lnTo>
                  <a:lnTo>
                    <a:pt x="989520" y="739229"/>
                  </a:lnTo>
                  <a:lnTo>
                    <a:pt x="993298" y="730964"/>
                  </a:lnTo>
                  <a:lnTo>
                    <a:pt x="996932" y="722635"/>
                  </a:lnTo>
                  <a:lnTo>
                    <a:pt x="1000418" y="714243"/>
                  </a:lnTo>
                  <a:lnTo>
                    <a:pt x="1003758" y="705791"/>
                  </a:lnTo>
                  <a:lnTo>
                    <a:pt x="1006949" y="697283"/>
                  </a:lnTo>
                  <a:lnTo>
                    <a:pt x="1009990" y="688719"/>
                  </a:lnTo>
                  <a:lnTo>
                    <a:pt x="1012881" y="680104"/>
                  </a:lnTo>
                  <a:lnTo>
                    <a:pt x="1015621" y="671440"/>
                  </a:lnTo>
                  <a:lnTo>
                    <a:pt x="1018209" y="662729"/>
                  </a:lnTo>
                  <a:lnTo>
                    <a:pt x="1020644" y="653974"/>
                  </a:lnTo>
                  <a:lnTo>
                    <a:pt x="1022926" y="645178"/>
                  </a:lnTo>
                  <a:lnTo>
                    <a:pt x="1025053" y="636343"/>
                  </a:lnTo>
                  <a:lnTo>
                    <a:pt x="1027025" y="627472"/>
                  </a:lnTo>
                  <a:lnTo>
                    <a:pt x="1028842" y="618568"/>
                  </a:lnTo>
                  <a:lnTo>
                    <a:pt x="1030503" y="609634"/>
                  </a:lnTo>
                  <a:lnTo>
                    <a:pt x="1032007" y="600672"/>
                  </a:lnTo>
                  <a:lnTo>
                    <a:pt x="1033354" y="591685"/>
                  </a:lnTo>
                  <a:lnTo>
                    <a:pt x="1034543" y="582675"/>
                  </a:lnTo>
                  <a:lnTo>
                    <a:pt x="1035575" y="573647"/>
                  </a:lnTo>
                  <a:lnTo>
                    <a:pt x="1036448" y="564602"/>
                  </a:lnTo>
                  <a:lnTo>
                    <a:pt x="1037163" y="555542"/>
                  </a:lnTo>
                  <a:lnTo>
                    <a:pt x="1037719" y="546472"/>
                  </a:lnTo>
                  <a:lnTo>
                    <a:pt x="1038117" y="537393"/>
                  </a:lnTo>
                  <a:lnTo>
                    <a:pt x="1038355" y="528309"/>
                  </a:lnTo>
                  <a:lnTo>
                    <a:pt x="1038435" y="5192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563" name="tx563"/>
            <p:cNvSpPr/>
            <p:nvPr/>
          </p:nvSpPr>
          <p:spPr>
            <a:xfrm>
              <a:off x="5574021" y="5431796"/>
              <a:ext cx="247162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564" name="tx564"/>
            <p:cNvSpPr/>
            <p:nvPr/>
          </p:nvSpPr>
          <p:spPr>
            <a:xfrm>
              <a:off x="5565517" y="6626020"/>
              <a:ext cx="264170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565" name="tx565"/>
            <p:cNvSpPr/>
            <p:nvPr/>
          </p:nvSpPr>
          <p:spPr>
            <a:xfrm>
              <a:off x="6119824" y="5606686"/>
              <a:ext cx="438271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566" name="tx566"/>
            <p:cNvSpPr/>
            <p:nvPr/>
          </p:nvSpPr>
          <p:spPr>
            <a:xfrm>
              <a:off x="6294714" y="6028908"/>
              <a:ext cx="20226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567" name="tx567"/>
            <p:cNvSpPr/>
            <p:nvPr/>
          </p:nvSpPr>
          <p:spPr>
            <a:xfrm>
              <a:off x="6119824" y="6451130"/>
              <a:ext cx="455279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568" name="pg568"/>
            <p:cNvSpPr/>
            <p:nvPr/>
          </p:nvSpPr>
          <p:spPr>
            <a:xfrm>
              <a:off x="5178395" y="5545850"/>
              <a:ext cx="1038435" cy="1038445"/>
            </a:xfrm>
            <a:custGeom>
              <a:avLst/>
              <a:pathLst>
                <a:path w="1038435" h="1038445">
                  <a:moveTo>
                    <a:pt x="1038435" y="519222"/>
                  </a:moveTo>
                  <a:lnTo>
                    <a:pt x="1038355" y="510135"/>
                  </a:lnTo>
                  <a:lnTo>
                    <a:pt x="1038117" y="501051"/>
                  </a:lnTo>
                  <a:lnTo>
                    <a:pt x="1037719" y="491972"/>
                  </a:lnTo>
                  <a:lnTo>
                    <a:pt x="1037163" y="482902"/>
                  </a:lnTo>
                  <a:lnTo>
                    <a:pt x="1036448" y="473843"/>
                  </a:lnTo>
                  <a:lnTo>
                    <a:pt x="1035575" y="464797"/>
                  </a:lnTo>
                  <a:lnTo>
                    <a:pt x="1034543" y="455769"/>
                  </a:lnTo>
                  <a:lnTo>
                    <a:pt x="1033354" y="446760"/>
                  </a:lnTo>
                  <a:lnTo>
                    <a:pt x="1032007" y="437773"/>
                  </a:lnTo>
                  <a:lnTo>
                    <a:pt x="1030503" y="428811"/>
                  </a:lnTo>
                  <a:lnTo>
                    <a:pt x="1028842" y="419876"/>
                  </a:lnTo>
                  <a:lnTo>
                    <a:pt x="1027025" y="410972"/>
                  </a:lnTo>
                  <a:lnTo>
                    <a:pt x="1025053" y="402102"/>
                  </a:lnTo>
                  <a:lnTo>
                    <a:pt x="1022926" y="393267"/>
                  </a:lnTo>
                  <a:lnTo>
                    <a:pt x="1020644" y="384470"/>
                  </a:lnTo>
                  <a:lnTo>
                    <a:pt x="1018209" y="375715"/>
                  </a:lnTo>
                  <a:lnTo>
                    <a:pt x="1015621" y="367004"/>
                  </a:lnTo>
                  <a:lnTo>
                    <a:pt x="1012881" y="358340"/>
                  </a:lnTo>
                  <a:lnTo>
                    <a:pt x="1009990" y="349725"/>
                  </a:lnTo>
                  <a:lnTo>
                    <a:pt x="1006949" y="341161"/>
                  </a:lnTo>
                  <a:lnTo>
                    <a:pt x="1003758" y="332653"/>
                  </a:lnTo>
                  <a:lnTo>
                    <a:pt x="1000418" y="324201"/>
                  </a:lnTo>
                  <a:lnTo>
                    <a:pt x="996932" y="315809"/>
                  </a:lnTo>
                  <a:lnTo>
                    <a:pt x="993298" y="307480"/>
                  </a:lnTo>
                  <a:lnTo>
                    <a:pt x="989520" y="299215"/>
                  </a:lnTo>
                  <a:lnTo>
                    <a:pt x="985598" y="291018"/>
                  </a:lnTo>
                  <a:lnTo>
                    <a:pt x="981533" y="282891"/>
                  </a:lnTo>
                  <a:lnTo>
                    <a:pt x="977326" y="274836"/>
                  </a:lnTo>
                  <a:lnTo>
                    <a:pt x="972979" y="266856"/>
                  </a:lnTo>
                  <a:lnTo>
                    <a:pt x="968492" y="258953"/>
                  </a:lnTo>
                  <a:lnTo>
                    <a:pt x="963869" y="251130"/>
                  </a:lnTo>
                  <a:lnTo>
                    <a:pt x="959109" y="243389"/>
                  </a:lnTo>
                  <a:lnTo>
                    <a:pt x="954214" y="235732"/>
                  </a:lnTo>
                  <a:lnTo>
                    <a:pt x="949186" y="228163"/>
                  </a:lnTo>
                  <a:lnTo>
                    <a:pt x="944026" y="220682"/>
                  </a:lnTo>
                  <a:lnTo>
                    <a:pt x="938736" y="213293"/>
                  </a:lnTo>
                  <a:lnTo>
                    <a:pt x="933318" y="205998"/>
                  </a:lnTo>
                  <a:lnTo>
                    <a:pt x="927773" y="198798"/>
                  </a:lnTo>
                  <a:lnTo>
                    <a:pt x="922103" y="191697"/>
                  </a:lnTo>
                  <a:lnTo>
                    <a:pt x="916309" y="184696"/>
                  </a:lnTo>
                  <a:lnTo>
                    <a:pt x="910393" y="177798"/>
                  </a:lnTo>
                  <a:lnTo>
                    <a:pt x="904358" y="171004"/>
                  </a:lnTo>
                  <a:lnTo>
                    <a:pt x="898205" y="164317"/>
                  </a:lnTo>
                  <a:lnTo>
                    <a:pt x="891936" y="157738"/>
                  </a:lnTo>
                  <a:lnTo>
                    <a:pt x="885552" y="151270"/>
                  </a:lnTo>
                  <a:lnTo>
                    <a:pt x="879057" y="144915"/>
                  </a:lnTo>
                  <a:lnTo>
                    <a:pt x="872451" y="138675"/>
                  </a:lnTo>
                  <a:lnTo>
                    <a:pt x="865737" y="132551"/>
                  </a:lnTo>
                  <a:lnTo>
                    <a:pt x="858917" y="126546"/>
                  </a:lnTo>
                  <a:lnTo>
                    <a:pt x="851992" y="120661"/>
                  </a:lnTo>
                  <a:lnTo>
                    <a:pt x="844966" y="114898"/>
                  </a:lnTo>
                  <a:lnTo>
                    <a:pt x="837840" y="109258"/>
                  </a:lnTo>
                  <a:lnTo>
                    <a:pt x="830617" y="103745"/>
                  </a:lnTo>
                  <a:lnTo>
                    <a:pt x="823298" y="98358"/>
                  </a:lnTo>
                  <a:lnTo>
                    <a:pt x="815886" y="93101"/>
                  </a:lnTo>
                  <a:lnTo>
                    <a:pt x="808383" y="87974"/>
                  </a:lnTo>
                  <a:lnTo>
                    <a:pt x="800791" y="82979"/>
                  </a:lnTo>
                  <a:lnTo>
                    <a:pt x="793113" y="78118"/>
                  </a:lnTo>
                  <a:lnTo>
                    <a:pt x="785351" y="73392"/>
                  </a:lnTo>
                  <a:lnTo>
                    <a:pt x="777508" y="68802"/>
                  </a:lnTo>
                  <a:lnTo>
                    <a:pt x="769586" y="64351"/>
                  </a:lnTo>
                  <a:lnTo>
                    <a:pt x="761587" y="60039"/>
                  </a:lnTo>
                  <a:lnTo>
                    <a:pt x="753514" y="55867"/>
                  </a:lnTo>
                  <a:lnTo>
                    <a:pt x="745368" y="51838"/>
                  </a:lnTo>
                  <a:lnTo>
                    <a:pt x="737154" y="47951"/>
                  </a:lnTo>
                  <a:lnTo>
                    <a:pt x="728873" y="44209"/>
                  </a:lnTo>
                  <a:lnTo>
                    <a:pt x="720528" y="40612"/>
                  </a:lnTo>
                  <a:lnTo>
                    <a:pt x="712121" y="37162"/>
                  </a:lnTo>
                  <a:lnTo>
                    <a:pt x="703655" y="33860"/>
                  </a:lnTo>
                  <a:lnTo>
                    <a:pt x="695132" y="30706"/>
                  </a:lnTo>
                  <a:lnTo>
                    <a:pt x="686556" y="27702"/>
                  </a:lnTo>
                  <a:lnTo>
                    <a:pt x="677928" y="24849"/>
                  </a:lnTo>
                  <a:lnTo>
                    <a:pt x="669251" y="22147"/>
                  </a:lnTo>
                  <a:lnTo>
                    <a:pt x="660529" y="19597"/>
                  </a:lnTo>
                  <a:lnTo>
                    <a:pt x="651764" y="17200"/>
                  </a:lnTo>
                  <a:lnTo>
                    <a:pt x="642957" y="14957"/>
                  </a:lnTo>
                  <a:lnTo>
                    <a:pt x="634113" y="12869"/>
                  </a:lnTo>
                  <a:lnTo>
                    <a:pt x="625234" y="10935"/>
                  </a:lnTo>
                  <a:lnTo>
                    <a:pt x="616322" y="9157"/>
                  </a:lnTo>
                  <a:lnTo>
                    <a:pt x="607381" y="7536"/>
                  </a:lnTo>
                  <a:lnTo>
                    <a:pt x="598412" y="6071"/>
                  </a:lnTo>
                  <a:lnTo>
                    <a:pt x="589419" y="4764"/>
                  </a:lnTo>
                  <a:lnTo>
                    <a:pt x="580405" y="3614"/>
                  </a:lnTo>
                  <a:lnTo>
                    <a:pt x="571372" y="2622"/>
                  </a:lnTo>
                  <a:lnTo>
                    <a:pt x="562323" y="1788"/>
                  </a:lnTo>
                  <a:lnTo>
                    <a:pt x="553261" y="1112"/>
                  </a:lnTo>
                  <a:lnTo>
                    <a:pt x="544188" y="596"/>
                  </a:lnTo>
                  <a:lnTo>
                    <a:pt x="535108" y="238"/>
                  </a:lnTo>
                  <a:lnTo>
                    <a:pt x="526023" y="39"/>
                  </a:lnTo>
                  <a:lnTo>
                    <a:pt x="516935" y="0"/>
                  </a:lnTo>
                  <a:lnTo>
                    <a:pt x="507849" y="119"/>
                  </a:lnTo>
                  <a:lnTo>
                    <a:pt x="498766" y="397"/>
                  </a:lnTo>
                  <a:lnTo>
                    <a:pt x="489689" y="834"/>
                  </a:lnTo>
                  <a:lnTo>
                    <a:pt x="480621" y="1430"/>
                  </a:lnTo>
                  <a:lnTo>
                    <a:pt x="471565" y="2185"/>
                  </a:lnTo>
                  <a:lnTo>
                    <a:pt x="462524" y="3098"/>
                  </a:lnTo>
                  <a:lnTo>
                    <a:pt x="453500" y="4169"/>
                  </a:lnTo>
                  <a:lnTo>
                    <a:pt x="444496" y="5398"/>
                  </a:lnTo>
                  <a:lnTo>
                    <a:pt x="435515" y="6784"/>
                  </a:lnTo>
                  <a:lnTo>
                    <a:pt x="426559" y="8327"/>
                  </a:lnTo>
                  <a:lnTo>
                    <a:pt x="417632" y="10027"/>
                  </a:lnTo>
                  <a:lnTo>
                    <a:pt x="408737" y="11882"/>
                  </a:lnTo>
                  <a:lnTo>
                    <a:pt x="399874" y="13894"/>
                  </a:lnTo>
                  <a:lnTo>
                    <a:pt x="391049" y="16059"/>
                  </a:lnTo>
                  <a:lnTo>
                    <a:pt x="382263" y="18379"/>
                  </a:lnTo>
                  <a:lnTo>
                    <a:pt x="373518" y="20853"/>
                  </a:lnTo>
                  <a:lnTo>
                    <a:pt x="364819" y="23479"/>
                  </a:lnTo>
                  <a:lnTo>
                    <a:pt x="356166" y="26257"/>
                  </a:lnTo>
                  <a:lnTo>
                    <a:pt x="347564" y="29185"/>
                  </a:lnTo>
                  <a:lnTo>
                    <a:pt x="339014" y="32264"/>
                  </a:lnTo>
                  <a:lnTo>
                    <a:pt x="330520" y="35493"/>
                  </a:lnTo>
                  <a:lnTo>
                    <a:pt x="322083" y="38869"/>
                  </a:lnTo>
                  <a:lnTo>
                    <a:pt x="313706" y="42392"/>
                  </a:lnTo>
                  <a:lnTo>
                    <a:pt x="305393" y="46062"/>
                  </a:lnTo>
                  <a:lnTo>
                    <a:pt x="297145" y="49876"/>
                  </a:lnTo>
                  <a:lnTo>
                    <a:pt x="288965" y="53834"/>
                  </a:lnTo>
                  <a:lnTo>
                    <a:pt x="280855" y="57935"/>
                  </a:lnTo>
                  <a:lnTo>
                    <a:pt x="272819" y="62177"/>
                  </a:lnTo>
                  <a:lnTo>
                    <a:pt x="264858" y="66559"/>
                  </a:lnTo>
                  <a:lnTo>
                    <a:pt x="256975" y="71080"/>
                  </a:lnTo>
                  <a:lnTo>
                    <a:pt x="249172" y="75738"/>
                  </a:lnTo>
                  <a:lnTo>
                    <a:pt x="241452" y="80532"/>
                  </a:lnTo>
                  <a:lnTo>
                    <a:pt x="233817" y="85460"/>
                  </a:lnTo>
                  <a:lnTo>
                    <a:pt x="226269" y="90521"/>
                  </a:lnTo>
                  <a:lnTo>
                    <a:pt x="218811" y="95713"/>
                  </a:lnTo>
                  <a:lnTo>
                    <a:pt x="211445" y="101036"/>
                  </a:lnTo>
                  <a:lnTo>
                    <a:pt x="204174" y="106486"/>
                  </a:lnTo>
                  <a:lnTo>
                    <a:pt x="196999" y="112062"/>
                  </a:lnTo>
                  <a:lnTo>
                    <a:pt x="189922" y="117764"/>
                  </a:lnTo>
                  <a:lnTo>
                    <a:pt x="182947" y="123588"/>
                  </a:lnTo>
                  <a:lnTo>
                    <a:pt x="176074" y="129533"/>
                  </a:lnTo>
                  <a:lnTo>
                    <a:pt x="169307" y="135598"/>
                  </a:lnTo>
                  <a:lnTo>
                    <a:pt x="162647" y="141781"/>
                  </a:lnTo>
                  <a:lnTo>
                    <a:pt x="156096" y="148079"/>
                  </a:lnTo>
                  <a:lnTo>
                    <a:pt x="149656" y="154490"/>
                  </a:lnTo>
                  <a:lnTo>
                    <a:pt x="143330" y="161014"/>
                  </a:lnTo>
                  <a:lnTo>
                    <a:pt x="137118" y="167647"/>
                  </a:lnTo>
                  <a:lnTo>
                    <a:pt x="131024" y="174388"/>
                  </a:lnTo>
                  <a:lnTo>
                    <a:pt x="125048" y="181234"/>
                  </a:lnTo>
                  <a:lnTo>
                    <a:pt x="119193" y="188184"/>
                  </a:lnTo>
                  <a:lnTo>
                    <a:pt x="113461" y="195235"/>
                  </a:lnTo>
                  <a:lnTo>
                    <a:pt x="107853" y="202386"/>
                  </a:lnTo>
                  <a:lnTo>
                    <a:pt x="102371" y="209634"/>
                  </a:lnTo>
                  <a:lnTo>
                    <a:pt x="97017" y="216976"/>
                  </a:lnTo>
                  <a:lnTo>
                    <a:pt x="91792" y="224411"/>
                  </a:lnTo>
                  <a:lnTo>
                    <a:pt x="86698" y="231936"/>
                  </a:lnTo>
                  <a:lnTo>
                    <a:pt x="81736" y="239550"/>
                  </a:lnTo>
                  <a:lnTo>
                    <a:pt x="76909" y="247249"/>
                  </a:lnTo>
                  <a:lnTo>
                    <a:pt x="72217" y="255031"/>
                  </a:lnTo>
                  <a:lnTo>
                    <a:pt x="67662" y="262894"/>
                  </a:lnTo>
                  <a:lnTo>
                    <a:pt x="63245" y="270836"/>
                  </a:lnTo>
                  <a:lnTo>
                    <a:pt x="58968" y="278854"/>
                  </a:lnTo>
                  <a:lnTo>
                    <a:pt x="54831" y="286945"/>
                  </a:lnTo>
                  <a:lnTo>
                    <a:pt x="50838" y="295108"/>
                  </a:lnTo>
                  <a:lnTo>
                    <a:pt x="46987" y="303339"/>
                  </a:lnTo>
                  <a:lnTo>
                    <a:pt x="43281" y="311637"/>
                  </a:lnTo>
                  <a:lnTo>
                    <a:pt x="39721" y="319998"/>
                  </a:lnTo>
                  <a:lnTo>
                    <a:pt x="36308" y="328420"/>
                  </a:lnTo>
                  <a:lnTo>
                    <a:pt x="33043" y="336900"/>
                  </a:lnTo>
                  <a:lnTo>
                    <a:pt x="29926" y="345436"/>
                  </a:lnTo>
                  <a:lnTo>
                    <a:pt x="26960" y="354026"/>
                  </a:lnTo>
                  <a:lnTo>
                    <a:pt x="24144" y="362666"/>
                  </a:lnTo>
                  <a:lnTo>
                    <a:pt x="21480" y="371354"/>
                  </a:lnTo>
                  <a:lnTo>
                    <a:pt x="18968" y="380088"/>
                  </a:lnTo>
                  <a:lnTo>
                    <a:pt x="16610" y="388864"/>
                  </a:lnTo>
                  <a:lnTo>
                    <a:pt x="14406" y="397680"/>
                  </a:lnTo>
                  <a:lnTo>
                    <a:pt x="12356" y="406533"/>
                  </a:lnTo>
                  <a:lnTo>
                    <a:pt x="10461" y="415420"/>
                  </a:lnTo>
                  <a:lnTo>
                    <a:pt x="8723" y="424340"/>
                  </a:lnTo>
                  <a:lnTo>
                    <a:pt x="7140" y="433288"/>
                  </a:lnTo>
                  <a:lnTo>
                    <a:pt x="5715" y="442263"/>
                  </a:lnTo>
                  <a:lnTo>
                    <a:pt x="4446" y="451262"/>
                  </a:lnTo>
                  <a:lnTo>
                    <a:pt x="3336" y="460281"/>
                  </a:lnTo>
                  <a:lnTo>
                    <a:pt x="2383" y="469318"/>
                  </a:lnTo>
                  <a:lnTo>
                    <a:pt x="1589" y="478371"/>
                  </a:lnTo>
                  <a:lnTo>
                    <a:pt x="953" y="487436"/>
                  </a:lnTo>
                  <a:lnTo>
                    <a:pt x="477" y="496511"/>
                  </a:lnTo>
                  <a:lnTo>
                    <a:pt x="159" y="505592"/>
                  </a:lnTo>
                  <a:lnTo>
                    <a:pt x="0" y="514678"/>
                  </a:lnTo>
                  <a:lnTo>
                    <a:pt x="0" y="523766"/>
                  </a:lnTo>
                  <a:lnTo>
                    <a:pt x="159" y="532852"/>
                  </a:lnTo>
                  <a:lnTo>
                    <a:pt x="477" y="541934"/>
                  </a:lnTo>
                  <a:lnTo>
                    <a:pt x="953" y="551008"/>
                  </a:lnTo>
                  <a:lnTo>
                    <a:pt x="1589" y="560073"/>
                  </a:lnTo>
                  <a:lnTo>
                    <a:pt x="2383" y="569126"/>
                  </a:lnTo>
                  <a:lnTo>
                    <a:pt x="3336" y="578163"/>
                  </a:lnTo>
                  <a:lnTo>
                    <a:pt x="4446" y="587183"/>
                  </a:lnTo>
                  <a:lnTo>
                    <a:pt x="5715" y="596181"/>
                  </a:lnTo>
                  <a:lnTo>
                    <a:pt x="7140" y="605156"/>
                  </a:lnTo>
                  <a:lnTo>
                    <a:pt x="8723" y="614104"/>
                  </a:lnTo>
                  <a:lnTo>
                    <a:pt x="10461" y="623024"/>
                  </a:lnTo>
                  <a:lnTo>
                    <a:pt x="12356" y="631912"/>
                  </a:lnTo>
                  <a:lnTo>
                    <a:pt x="14406" y="640765"/>
                  </a:lnTo>
                  <a:lnTo>
                    <a:pt x="16610" y="649581"/>
                  </a:lnTo>
                  <a:lnTo>
                    <a:pt x="18968" y="658357"/>
                  </a:lnTo>
                  <a:lnTo>
                    <a:pt x="21480" y="667090"/>
                  </a:lnTo>
                  <a:lnTo>
                    <a:pt x="24144" y="675778"/>
                  </a:lnTo>
                  <a:lnTo>
                    <a:pt x="26960" y="684418"/>
                  </a:lnTo>
                  <a:lnTo>
                    <a:pt x="29926" y="693008"/>
                  </a:lnTo>
                  <a:lnTo>
                    <a:pt x="33043" y="701544"/>
                  </a:lnTo>
                  <a:lnTo>
                    <a:pt x="36308" y="710025"/>
                  </a:lnTo>
                  <a:lnTo>
                    <a:pt x="39721" y="718447"/>
                  </a:lnTo>
                  <a:lnTo>
                    <a:pt x="43281" y="726808"/>
                  </a:lnTo>
                  <a:lnTo>
                    <a:pt x="46987" y="735105"/>
                  </a:lnTo>
                  <a:lnTo>
                    <a:pt x="50838" y="743336"/>
                  </a:lnTo>
                  <a:lnTo>
                    <a:pt x="54831" y="751499"/>
                  </a:lnTo>
                  <a:lnTo>
                    <a:pt x="58968" y="759590"/>
                  </a:lnTo>
                  <a:lnTo>
                    <a:pt x="63245" y="767608"/>
                  </a:lnTo>
                  <a:lnTo>
                    <a:pt x="67662" y="775550"/>
                  </a:lnTo>
                  <a:lnTo>
                    <a:pt x="72217" y="783413"/>
                  </a:lnTo>
                  <a:lnTo>
                    <a:pt x="76909" y="791195"/>
                  </a:lnTo>
                  <a:lnTo>
                    <a:pt x="81736" y="798894"/>
                  </a:lnTo>
                  <a:lnTo>
                    <a:pt x="86698" y="806508"/>
                  </a:lnTo>
                  <a:lnTo>
                    <a:pt x="91792" y="814033"/>
                  </a:lnTo>
                  <a:lnTo>
                    <a:pt x="97017" y="821468"/>
                  </a:lnTo>
                  <a:lnTo>
                    <a:pt x="102371" y="828811"/>
                  </a:lnTo>
                  <a:lnTo>
                    <a:pt x="107853" y="836058"/>
                  </a:lnTo>
                  <a:lnTo>
                    <a:pt x="113461" y="843209"/>
                  </a:lnTo>
                  <a:lnTo>
                    <a:pt x="119193" y="850260"/>
                  </a:lnTo>
                  <a:lnTo>
                    <a:pt x="125048" y="857210"/>
                  </a:lnTo>
                  <a:lnTo>
                    <a:pt x="131024" y="864057"/>
                  </a:lnTo>
                  <a:lnTo>
                    <a:pt x="137118" y="870797"/>
                  </a:lnTo>
                  <a:lnTo>
                    <a:pt x="143330" y="877431"/>
                  </a:lnTo>
                  <a:lnTo>
                    <a:pt x="149656" y="883954"/>
                  </a:lnTo>
                  <a:lnTo>
                    <a:pt x="156096" y="890366"/>
                  </a:lnTo>
                  <a:lnTo>
                    <a:pt x="162647" y="896664"/>
                  </a:lnTo>
                  <a:lnTo>
                    <a:pt x="169307" y="902846"/>
                  </a:lnTo>
                  <a:lnTo>
                    <a:pt x="176074" y="908911"/>
                  </a:lnTo>
                  <a:lnTo>
                    <a:pt x="182947" y="914856"/>
                  </a:lnTo>
                  <a:lnTo>
                    <a:pt x="189922" y="920681"/>
                  </a:lnTo>
                  <a:lnTo>
                    <a:pt x="196999" y="926382"/>
                  </a:lnTo>
                  <a:lnTo>
                    <a:pt x="204174" y="931958"/>
                  </a:lnTo>
                  <a:lnTo>
                    <a:pt x="211445" y="937409"/>
                  </a:lnTo>
                  <a:lnTo>
                    <a:pt x="218811" y="942731"/>
                  </a:lnTo>
                  <a:lnTo>
                    <a:pt x="226269" y="947923"/>
                  </a:lnTo>
                  <a:lnTo>
                    <a:pt x="233817" y="952984"/>
                  </a:lnTo>
                  <a:lnTo>
                    <a:pt x="241452" y="957912"/>
                  </a:lnTo>
                  <a:lnTo>
                    <a:pt x="249172" y="962706"/>
                  </a:lnTo>
                  <a:lnTo>
                    <a:pt x="256975" y="967364"/>
                  </a:lnTo>
                  <a:lnTo>
                    <a:pt x="264858" y="971885"/>
                  </a:lnTo>
                  <a:lnTo>
                    <a:pt x="272819" y="976267"/>
                  </a:lnTo>
                  <a:lnTo>
                    <a:pt x="280855" y="980509"/>
                  </a:lnTo>
                  <a:lnTo>
                    <a:pt x="288965" y="984610"/>
                  </a:lnTo>
                  <a:lnTo>
                    <a:pt x="297145" y="988568"/>
                  </a:lnTo>
                  <a:lnTo>
                    <a:pt x="305393" y="992382"/>
                  </a:lnTo>
                  <a:lnTo>
                    <a:pt x="313706" y="996052"/>
                  </a:lnTo>
                  <a:lnTo>
                    <a:pt x="322083" y="999575"/>
                  </a:lnTo>
                  <a:lnTo>
                    <a:pt x="330520" y="1002952"/>
                  </a:lnTo>
                  <a:lnTo>
                    <a:pt x="339014" y="1006180"/>
                  </a:lnTo>
                  <a:lnTo>
                    <a:pt x="347564" y="1009259"/>
                  </a:lnTo>
                  <a:lnTo>
                    <a:pt x="356166" y="1012188"/>
                  </a:lnTo>
                  <a:lnTo>
                    <a:pt x="364819" y="1014966"/>
                  </a:lnTo>
                  <a:lnTo>
                    <a:pt x="373518" y="1017592"/>
                  </a:lnTo>
                  <a:lnTo>
                    <a:pt x="382263" y="1020065"/>
                  </a:lnTo>
                  <a:lnTo>
                    <a:pt x="391049" y="1022385"/>
                  </a:lnTo>
                  <a:lnTo>
                    <a:pt x="399874" y="1024551"/>
                  </a:lnTo>
                  <a:lnTo>
                    <a:pt x="408737" y="1026562"/>
                  </a:lnTo>
                  <a:lnTo>
                    <a:pt x="417632" y="1028417"/>
                  </a:lnTo>
                  <a:lnTo>
                    <a:pt x="426559" y="1030117"/>
                  </a:lnTo>
                  <a:lnTo>
                    <a:pt x="435515" y="1031660"/>
                  </a:lnTo>
                  <a:lnTo>
                    <a:pt x="444496" y="1033046"/>
                  </a:lnTo>
                  <a:lnTo>
                    <a:pt x="453500" y="1034275"/>
                  </a:lnTo>
                  <a:lnTo>
                    <a:pt x="462524" y="1035346"/>
                  </a:lnTo>
                  <a:lnTo>
                    <a:pt x="471565" y="1036259"/>
                  </a:lnTo>
                  <a:lnTo>
                    <a:pt x="480621" y="1037014"/>
                  </a:lnTo>
                  <a:lnTo>
                    <a:pt x="489689" y="1037610"/>
                  </a:lnTo>
                  <a:lnTo>
                    <a:pt x="498766" y="1038047"/>
                  </a:lnTo>
                  <a:lnTo>
                    <a:pt x="507849" y="1038325"/>
                  </a:lnTo>
                  <a:lnTo>
                    <a:pt x="516935" y="1038445"/>
                  </a:lnTo>
                  <a:lnTo>
                    <a:pt x="526023" y="1038405"/>
                  </a:lnTo>
                  <a:lnTo>
                    <a:pt x="535108" y="1038206"/>
                  </a:lnTo>
                  <a:lnTo>
                    <a:pt x="544188" y="1037848"/>
                  </a:lnTo>
                  <a:lnTo>
                    <a:pt x="553261" y="1037332"/>
                  </a:lnTo>
                  <a:lnTo>
                    <a:pt x="562323" y="1036656"/>
                  </a:lnTo>
                  <a:lnTo>
                    <a:pt x="571372" y="1035823"/>
                  </a:lnTo>
                  <a:lnTo>
                    <a:pt x="580405" y="1034831"/>
                  </a:lnTo>
                  <a:lnTo>
                    <a:pt x="589419" y="1033681"/>
                  </a:lnTo>
                  <a:lnTo>
                    <a:pt x="598412" y="1032373"/>
                  </a:lnTo>
                  <a:lnTo>
                    <a:pt x="607381" y="1030908"/>
                  </a:lnTo>
                  <a:lnTo>
                    <a:pt x="616322" y="1029287"/>
                  </a:lnTo>
                  <a:lnTo>
                    <a:pt x="625234" y="1027509"/>
                  </a:lnTo>
                  <a:lnTo>
                    <a:pt x="634113" y="1025576"/>
                  </a:lnTo>
                  <a:lnTo>
                    <a:pt x="642957" y="1023487"/>
                  </a:lnTo>
                  <a:lnTo>
                    <a:pt x="651764" y="1021244"/>
                  </a:lnTo>
                  <a:lnTo>
                    <a:pt x="660529" y="1018847"/>
                  </a:lnTo>
                  <a:lnTo>
                    <a:pt x="669251" y="1016298"/>
                  </a:lnTo>
                  <a:lnTo>
                    <a:pt x="677928" y="1013596"/>
                  </a:lnTo>
                  <a:lnTo>
                    <a:pt x="686556" y="1010742"/>
                  </a:lnTo>
                  <a:lnTo>
                    <a:pt x="695132" y="1007738"/>
                  </a:lnTo>
                  <a:lnTo>
                    <a:pt x="703655" y="1004584"/>
                  </a:lnTo>
                  <a:lnTo>
                    <a:pt x="712121" y="1001282"/>
                  </a:lnTo>
                  <a:lnTo>
                    <a:pt x="720528" y="997832"/>
                  </a:lnTo>
                  <a:lnTo>
                    <a:pt x="728873" y="994235"/>
                  </a:lnTo>
                  <a:lnTo>
                    <a:pt x="737154" y="990493"/>
                  </a:lnTo>
                  <a:lnTo>
                    <a:pt x="745368" y="986607"/>
                  </a:lnTo>
                  <a:lnTo>
                    <a:pt x="753514" y="982577"/>
                  </a:lnTo>
                  <a:lnTo>
                    <a:pt x="761587" y="978406"/>
                  </a:lnTo>
                  <a:lnTo>
                    <a:pt x="769586" y="974093"/>
                  </a:lnTo>
                  <a:lnTo>
                    <a:pt x="777508" y="969642"/>
                  </a:lnTo>
                  <a:lnTo>
                    <a:pt x="785351" y="965052"/>
                  </a:lnTo>
                  <a:lnTo>
                    <a:pt x="793113" y="960326"/>
                  </a:lnTo>
                  <a:lnTo>
                    <a:pt x="800791" y="955465"/>
                  </a:lnTo>
                  <a:lnTo>
                    <a:pt x="808383" y="950470"/>
                  </a:lnTo>
                  <a:lnTo>
                    <a:pt x="815886" y="945343"/>
                  </a:lnTo>
                  <a:lnTo>
                    <a:pt x="823298" y="940086"/>
                  </a:lnTo>
                  <a:lnTo>
                    <a:pt x="830617" y="934699"/>
                  </a:lnTo>
                  <a:lnTo>
                    <a:pt x="837840" y="929186"/>
                  </a:lnTo>
                  <a:lnTo>
                    <a:pt x="844966" y="923547"/>
                  </a:lnTo>
                  <a:lnTo>
                    <a:pt x="851992" y="917784"/>
                  </a:lnTo>
                  <a:lnTo>
                    <a:pt x="858917" y="911899"/>
                  </a:lnTo>
                  <a:lnTo>
                    <a:pt x="865737" y="905893"/>
                  </a:lnTo>
                  <a:lnTo>
                    <a:pt x="872451" y="899769"/>
                  </a:lnTo>
                  <a:lnTo>
                    <a:pt x="879057" y="893529"/>
                  </a:lnTo>
                  <a:lnTo>
                    <a:pt x="885552" y="887174"/>
                  </a:lnTo>
                  <a:lnTo>
                    <a:pt x="891936" y="880706"/>
                  </a:lnTo>
                  <a:lnTo>
                    <a:pt x="898205" y="874128"/>
                  </a:lnTo>
                  <a:lnTo>
                    <a:pt x="904358" y="867440"/>
                  </a:lnTo>
                  <a:lnTo>
                    <a:pt x="910393" y="860646"/>
                  </a:lnTo>
                  <a:lnTo>
                    <a:pt x="916309" y="853748"/>
                  </a:lnTo>
                  <a:lnTo>
                    <a:pt x="922103" y="846747"/>
                  </a:lnTo>
                  <a:lnTo>
                    <a:pt x="927773" y="839646"/>
                  </a:lnTo>
                  <a:lnTo>
                    <a:pt x="933318" y="832446"/>
                  </a:lnTo>
                  <a:lnTo>
                    <a:pt x="938736" y="825151"/>
                  </a:lnTo>
                  <a:lnTo>
                    <a:pt x="944026" y="817762"/>
                  </a:lnTo>
                  <a:lnTo>
                    <a:pt x="949186" y="810282"/>
                  </a:lnTo>
                  <a:lnTo>
                    <a:pt x="954214" y="802712"/>
                  </a:lnTo>
                  <a:lnTo>
                    <a:pt x="959109" y="795056"/>
                  </a:lnTo>
                  <a:lnTo>
                    <a:pt x="963869" y="787315"/>
                  </a:lnTo>
                  <a:lnTo>
                    <a:pt x="968492" y="779491"/>
                  </a:lnTo>
                  <a:lnTo>
                    <a:pt x="972979" y="771589"/>
                  </a:lnTo>
                  <a:lnTo>
                    <a:pt x="977326" y="763609"/>
                  </a:lnTo>
                  <a:lnTo>
                    <a:pt x="981533" y="755554"/>
                  </a:lnTo>
                  <a:lnTo>
                    <a:pt x="985598" y="747426"/>
                  </a:lnTo>
                  <a:lnTo>
                    <a:pt x="989520" y="739229"/>
                  </a:lnTo>
                  <a:lnTo>
                    <a:pt x="993298" y="730964"/>
                  </a:lnTo>
                  <a:lnTo>
                    <a:pt x="996932" y="722635"/>
                  </a:lnTo>
                  <a:lnTo>
                    <a:pt x="1000418" y="714243"/>
                  </a:lnTo>
                  <a:lnTo>
                    <a:pt x="1003758" y="705791"/>
                  </a:lnTo>
                  <a:lnTo>
                    <a:pt x="1006949" y="697283"/>
                  </a:lnTo>
                  <a:lnTo>
                    <a:pt x="1009990" y="688719"/>
                  </a:lnTo>
                  <a:lnTo>
                    <a:pt x="1012881" y="680104"/>
                  </a:lnTo>
                  <a:lnTo>
                    <a:pt x="1015621" y="671440"/>
                  </a:lnTo>
                  <a:lnTo>
                    <a:pt x="1018209" y="662729"/>
                  </a:lnTo>
                  <a:lnTo>
                    <a:pt x="1020644" y="653974"/>
                  </a:lnTo>
                  <a:lnTo>
                    <a:pt x="1022926" y="645178"/>
                  </a:lnTo>
                  <a:lnTo>
                    <a:pt x="1025053" y="636343"/>
                  </a:lnTo>
                  <a:lnTo>
                    <a:pt x="1027025" y="627472"/>
                  </a:lnTo>
                  <a:lnTo>
                    <a:pt x="1028842" y="618568"/>
                  </a:lnTo>
                  <a:lnTo>
                    <a:pt x="1030503" y="609634"/>
                  </a:lnTo>
                  <a:lnTo>
                    <a:pt x="1032007" y="600672"/>
                  </a:lnTo>
                  <a:lnTo>
                    <a:pt x="1033354" y="591685"/>
                  </a:lnTo>
                  <a:lnTo>
                    <a:pt x="1034543" y="582675"/>
                  </a:lnTo>
                  <a:lnTo>
                    <a:pt x="1035575" y="573647"/>
                  </a:lnTo>
                  <a:lnTo>
                    <a:pt x="1036448" y="564602"/>
                  </a:lnTo>
                  <a:lnTo>
                    <a:pt x="1037163" y="555542"/>
                  </a:lnTo>
                  <a:lnTo>
                    <a:pt x="1037719" y="546472"/>
                  </a:lnTo>
                  <a:lnTo>
                    <a:pt x="1038117" y="537393"/>
                  </a:lnTo>
                  <a:lnTo>
                    <a:pt x="1038355" y="528309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569" name="pl569"/>
            <p:cNvSpPr/>
            <p:nvPr/>
          </p:nvSpPr>
          <p:spPr>
            <a:xfrm>
              <a:off x="5697602" y="5545845"/>
              <a:ext cx="0" cy="467304"/>
            </a:xfrm>
            <a:custGeom>
              <a:avLst/>
              <a:pathLst>
                <a:path w="0" h="467304">
                  <a:moveTo>
                    <a:pt x="0" y="46730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l570"/>
            <p:cNvSpPr/>
            <p:nvPr/>
          </p:nvSpPr>
          <p:spPr>
            <a:xfrm>
              <a:off x="5734317" y="5697923"/>
              <a:ext cx="330434" cy="330434"/>
            </a:xfrm>
            <a:custGeom>
              <a:avLst/>
              <a:pathLst>
                <a:path w="330434" h="330434">
                  <a:moveTo>
                    <a:pt x="0" y="330434"/>
                  </a:moveTo>
                  <a:lnTo>
                    <a:pt x="33043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l571"/>
            <p:cNvSpPr/>
            <p:nvPr/>
          </p:nvSpPr>
          <p:spPr>
            <a:xfrm>
              <a:off x="5749525" y="6065072"/>
              <a:ext cx="467304" cy="0"/>
            </a:xfrm>
            <a:custGeom>
              <a:avLst/>
              <a:pathLst>
                <a:path w="467304" h="0">
                  <a:moveTo>
                    <a:pt x="0" y="0"/>
                  </a:moveTo>
                  <a:lnTo>
                    <a:pt x="46730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l572"/>
            <p:cNvSpPr/>
            <p:nvPr/>
          </p:nvSpPr>
          <p:spPr>
            <a:xfrm>
              <a:off x="5734317" y="6101787"/>
              <a:ext cx="330434" cy="330434"/>
            </a:xfrm>
            <a:custGeom>
              <a:avLst/>
              <a:pathLst>
                <a:path w="330434" h="330434">
                  <a:moveTo>
                    <a:pt x="0" y="0"/>
                  </a:moveTo>
                  <a:lnTo>
                    <a:pt x="330434" y="33043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l573"/>
            <p:cNvSpPr/>
            <p:nvPr/>
          </p:nvSpPr>
          <p:spPr>
            <a:xfrm>
              <a:off x="5697602" y="6116995"/>
              <a:ext cx="0" cy="467304"/>
            </a:xfrm>
            <a:custGeom>
              <a:avLst/>
              <a:pathLst>
                <a:path w="0" h="467304">
                  <a:moveTo>
                    <a:pt x="0" y="0"/>
                  </a:moveTo>
                  <a:lnTo>
                    <a:pt x="0" y="46730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l574"/>
            <p:cNvSpPr/>
            <p:nvPr/>
          </p:nvSpPr>
          <p:spPr>
            <a:xfrm>
              <a:off x="5330453" y="6101787"/>
              <a:ext cx="330434" cy="330434"/>
            </a:xfrm>
            <a:custGeom>
              <a:avLst/>
              <a:pathLst>
                <a:path w="330434" h="330434">
                  <a:moveTo>
                    <a:pt x="330434" y="0"/>
                  </a:moveTo>
                  <a:lnTo>
                    <a:pt x="0" y="33043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l575"/>
            <p:cNvSpPr/>
            <p:nvPr/>
          </p:nvSpPr>
          <p:spPr>
            <a:xfrm>
              <a:off x="5178375" y="6065072"/>
              <a:ext cx="467304" cy="0"/>
            </a:xfrm>
            <a:custGeom>
              <a:avLst/>
              <a:pathLst>
                <a:path w="467304" h="0">
                  <a:moveTo>
                    <a:pt x="467304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l576"/>
            <p:cNvSpPr/>
            <p:nvPr/>
          </p:nvSpPr>
          <p:spPr>
            <a:xfrm>
              <a:off x="5330453" y="5697923"/>
              <a:ext cx="330434" cy="330434"/>
            </a:xfrm>
            <a:custGeom>
              <a:avLst/>
              <a:pathLst>
                <a:path w="330434" h="330434">
                  <a:moveTo>
                    <a:pt x="330434" y="33043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l577"/>
            <p:cNvSpPr/>
            <p:nvPr/>
          </p:nvSpPr>
          <p:spPr>
            <a:xfrm>
              <a:off x="5645679" y="5857381"/>
              <a:ext cx="198782" cy="415382"/>
            </a:xfrm>
            <a:custGeom>
              <a:avLst/>
              <a:pathLst>
                <a:path w="198782" h="415382">
                  <a:moveTo>
                    <a:pt x="51922" y="0"/>
                  </a:moveTo>
                  <a:lnTo>
                    <a:pt x="198782" y="60831"/>
                  </a:lnTo>
                  <a:lnTo>
                    <a:pt x="103845" y="207691"/>
                  </a:lnTo>
                  <a:lnTo>
                    <a:pt x="88637" y="244405"/>
                  </a:lnTo>
                  <a:lnTo>
                    <a:pt x="51922" y="415382"/>
                  </a:lnTo>
                  <a:lnTo>
                    <a:pt x="15207" y="244405"/>
                  </a:lnTo>
                  <a:lnTo>
                    <a:pt x="0" y="207691"/>
                  </a:lnTo>
                  <a:lnTo>
                    <a:pt x="15207" y="170976"/>
                  </a:lnTo>
                  <a:lnTo>
                    <a:pt x="51922" y="0"/>
                  </a:lnTo>
                </a:path>
              </a:pathLst>
            </a:custGeom>
            <a:ln w="31166" cap="flat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5662332" y="5822111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5809192" y="5882942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5714255" y="6029802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5699047" y="6066517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5662332" y="6237493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5625617" y="6066517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5610409" y="6029802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5625617" y="5993087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5662332" y="5822111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tx587"/>
            <p:cNvSpPr/>
            <p:nvPr/>
          </p:nvSpPr>
          <p:spPr>
            <a:xfrm>
              <a:off x="5558171" y="5991478"/>
              <a:ext cx="87508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588" name="tx588"/>
            <p:cNvSpPr/>
            <p:nvPr/>
          </p:nvSpPr>
          <p:spPr>
            <a:xfrm>
              <a:off x="5524521" y="5757826"/>
              <a:ext cx="12115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589" name="tx589"/>
            <p:cNvSpPr/>
            <p:nvPr/>
          </p:nvSpPr>
          <p:spPr>
            <a:xfrm>
              <a:off x="5490872" y="5524174"/>
              <a:ext cx="15480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590" name="rc590"/>
            <p:cNvSpPr/>
            <p:nvPr/>
          </p:nvSpPr>
          <p:spPr>
            <a:xfrm>
              <a:off x="6823205" y="5108705"/>
              <a:ext cx="2251205" cy="233029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591" name="rc591"/>
            <p:cNvSpPr/>
            <p:nvPr/>
          </p:nvSpPr>
          <p:spPr>
            <a:xfrm>
              <a:off x="6823205" y="5341734"/>
              <a:ext cx="2251205" cy="14466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2" name="rc592"/>
            <p:cNvSpPr/>
            <p:nvPr/>
          </p:nvSpPr>
          <p:spPr>
            <a:xfrm>
              <a:off x="6861163" y="5108705"/>
              <a:ext cx="2175290" cy="233029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3" name="tx593"/>
            <p:cNvSpPr/>
            <p:nvPr/>
          </p:nvSpPr>
          <p:spPr>
            <a:xfrm>
              <a:off x="7583505" y="5142672"/>
              <a:ext cx="730605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Gaviiformes</a:t>
              </a:r>
            </a:p>
          </p:txBody>
        </p:sp>
        <p:sp>
          <p:nvSpPr>
            <p:cNvPr id="594" name="tx594"/>
            <p:cNvSpPr/>
            <p:nvPr/>
          </p:nvSpPr>
          <p:spPr>
            <a:xfrm>
              <a:off x="7371821" y="5244162"/>
              <a:ext cx="1153972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3, species = 1</a:t>
              </a:r>
            </a:p>
          </p:txBody>
        </p:sp>
        <p:sp>
          <p:nvSpPr>
            <p:cNvPr id="595" name="rc595"/>
            <p:cNvSpPr/>
            <p:nvPr/>
          </p:nvSpPr>
          <p:spPr>
            <a:xfrm>
              <a:off x="7092082" y="5379692"/>
              <a:ext cx="1713451" cy="1370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6" name="tx596"/>
            <p:cNvSpPr/>
            <p:nvPr/>
          </p:nvSpPr>
          <p:spPr>
            <a:xfrm>
              <a:off x="7054573" y="6451130"/>
              <a:ext cx="472013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597" name="tx597"/>
            <p:cNvSpPr/>
            <p:nvPr/>
          </p:nvSpPr>
          <p:spPr>
            <a:xfrm>
              <a:off x="7123279" y="6028908"/>
              <a:ext cx="228417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598" name="tx598"/>
            <p:cNvSpPr/>
            <p:nvPr/>
          </p:nvSpPr>
          <p:spPr>
            <a:xfrm>
              <a:off x="7071581" y="5606686"/>
              <a:ext cx="45500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599" name="pl599"/>
            <p:cNvSpPr/>
            <p:nvPr/>
          </p:nvSpPr>
          <p:spPr>
            <a:xfrm>
              <a:off x="7896887" y="6013150"/>
              <a:ext cx="103843" cy="103844"/>
            </a:xfrm>
            <a:custGeom>
              <a:avLst/>
              <a:pathLst>
                <a:path w="103843" h="103844">
                  <a:moveTo>
                    <a:pt x="103843" y="51922"/>
                  </a:moveTo>
                  <a:lnTo>
                    <a:pt x="103835" y="51013"/>
                  </a:lnTo>
                  <a:lnTo>
                    <a:pt x="103811" y="50105"/>
                  </a:lnTo>
                  <a:lnTo>
                    <a:pt x="103771" y="49197"/>
                  </a:lnTo>
                  <a:lnTo>
                    <a:pt x="103716" y="48290"/>
                  </a:lnTo>
                  <a:lnTo>
                    <a:pt x="103644" y="47384"/>
                  </a:lnTo>
                  <a:lnTo>
                    <a:pt x="103557" y="46479"/>
                  </a:lnTo>
                  <a:lnTo>
                    <a:pt x="103454" y="45576"/>
                  </a:lnTo>
                  <a:lnTo>
                    <a:pt x="103335" y="44676"/>
                  </a:lnTo>
                  <a:lnTo>
                    <a:pt x="103200" y="43777"/>
                  </a:lnTo>
                  <a:lnTo>
                    <a:pt x="103050" y="42881"/>
                  </a:lnTo>
                  <a:lnTo>
                    <a:pt x="102884" y="41987"/>
                  </a:lnTo>
                  <a:lnTo>
                    <a:pt x="102702" y="41097"/>
                  </a:lnTo>
                  <a:lnTo>
                    <a:pt x="102505" y="40210"/>
                  </a:lnTo>
                  <a:lnTo>
                    <a:pt x="102292" y="39326"/>
                  </a:lnTo>
                  <a:lnTo>
                    <a:pt x="102064" y="38447"/>
                  </a:lnTo>
                  <a:lnTo>
                    <a:pt x="101820" y="37571"/>
                  </a:lnTo>
                  <a:lnTo>
                    <a:pt x="101562" y="36700"/>
                  </a:lnTo>
                  <a:lnTo>
                    <a:pt x="101288" y="35834"/>
                  </a:lnTo>
                  <a:lnTo>
                    <a:pt x="100999" y="34972"/>
                  </a:lnTo>
                  <a:lnTo>
                    <a:pt x="100694" y="34116"/>
                  </a:lnTo>
                  <a:lnTo>
                    <a:pt x="100375" y="33265"/>
                  </a:lnTo>
                  <a:lnTo>
                    <a:pt x="100041" y="32420"/>
                  </a:lnTo>
                  <a:lnTo>
                    <a:pt x="99693" y="31580"/>
                  </a:lnTo>
                  <a:lnTo>
                    <a:pt x="99329" y="30748"/>
                  </a:lnTo>
                  <a:lnTo>
                    <a:pt x="98952" y="29921"/>
                  </a:lnTo>
                  <a:lnTo>
                    <a:pt x="98559" y="29101"/>
                  </a:lnTo>
                  <a:lnTo>
                    <a:pt x="98153" y="28289"/>
                  </a:lnTo>
                  <a:lnTo>
                    <a:pt x="97732" y="27483"/>
                  </a:lnTo>
                  <a:lnTo>
                    <a:pt x="97297" y="26685"/>
                  </a:lnTo>
                  <a:lnTo>
                    <a:pt x="96849" y="25895"/>
                  </a:lnTo>
                  <a:lnTo>
                    <a:pt x="96386" y="25113"/>
                  </a:lnTo>
                  <a:lnTo>
                    <a:pt x="95910" y="24338"/>
                  </a:lnTo>
                  <a:lnTo>
                    <a:pt x="95421" y="23573"/>
                  </a:lnTo>
                  <a:lnTo>
                    <a:pt x="94918" y="22816"/>
                  </a:lnTo>
                  <a:lnTo>
                    <a:pt x="94402" y="22068"/>
                  </a:lnTo>
                  <a:lnTo>
                    <a:pt x="93873" y="21329"/>
                  </a:lnTo>
                  <a:lnTo>
                    <a:pt x="93331" y="20599"/>
                  </a:lnTo>
                  <a:lnTo>
                    <a:pt x="92777" y="19879"/>
                  </a:lnTo>
                  <a:lnTo>
                    <a:pt x="92210" y="19169"/>
                  </a:lnTo>
                  <a:lnTo>
                    <a:pt x="91630" y="18469"/>
                  </a:lnTo>
                  <a:lnTo>
                    <a:pt x="91039" y="17779"/>
                  </a:lnTo>
                  <a:lnTo>
                    <a:pt x="90435" y="17100"/>
                  </a:lnTo>
                  <a:lnTo>
                    <a:pt x="89820" y="16431"/>
                  </a:lnTo>
                  <a:lnTo>
                    <a:pt x="89193" y="15773"/>
                  </a:lnTo>
                  <a:lnTo>
                    <a:pt x="88555" y="15127"/>
                  </a:lnTo>
                  <a:lnTo>
                    <a:pt x="87905" y="14491"/>
                  </a:lnTo>
                  <a:lnTo>
                    <a:pt x="87245" y="13867"/>
                  </a:lnTo>
                  <a:lnTo>
                    <a:pt x="86573" y="13255"/>
                  </a:lnTo>
                  <a:lnTo>
                    <a:pt x="85891" y="12654"/>
                  </a:lnTo>
                  <a:lnTo>
                    <a:pt x="85199" y="12066"/>
                  </a:lnTo>
                  <a:lnTo>
                    <a:pt x="84496" y="11489"/>
                  </a:lnTo>
                  <a:lnTo>
                    <a:pt x="83784" y="10925"/>
                  </a:lnTo>
                  <a:lnTo>
                    <a:pt x="83061" y="10374"/>
                  </a:lnTo>
                  <a:lnTo>
                    <a:pt x="82329" y="9835"/>
                  </a:lnTo>
                  <a:lnTo>
                    <a:pt x="81588" y="9310"/>
                  </a:lnTo>
                  <a:lnTo>
                    <a:pt x="80838" y="8797"/>
                  </a:lnTo>
                  <a:lnTo>
                    <a:pt x="80079" y="8297"/>
                  </a:lnTo>
                  <a:lnTo>
                    <a:pt x="79311" y="7811"/>
                  </a:lnTo>
                  <a:lnTo>
                    <a:pt x="78535" y="7339"/>
                  </a:lnTo>
                  <a:lnTo>
                    <a:pt x="77750" y="6880"/>
                  </a:lnTo>
                  <a:lnTo>
                    <a:pt x="76958" y="6435"/>
                  </a:lnTo>
                  <a:lnTo>
                    <a:pt x="76158" y="6003"/>
                  </a:lnTo>
                  <a:lnTo>
                    <a:pt x="75351" y="5586"/>
                  </a:lnTo>
                  <a:lnTo>
                    <a:pt x="74536" y="5183"/>
                  </a:lnTo>
                  <a:lnTo>
                    <a:pt x="73715" y="4795"/>
                  </a:lnTo>
                  <a:lnTo>
                    <a:pt x="72887" y="4420"/>
                  </a:lnTo>
                  <a:lnTo>
                    <a:pt x="72052" y="4061"/>
                  </a:lnTo>
                  <a:lnTo>
                    <a:pt x="71212" y="3716"/>
                  </a:lnTo>
                  <a:lnTo>
                    <a:pt x="70365" y="3386"/>
                  </a:lnTo>
                  <a:lnTo>
                    <a:pt x="69513" y="3070"/>
                  </a:lnTo>
                  <a:lnTo>
                    <a:pt x="68655" y="2770"/>
                  </a:lnTo>
                  <a:lnTo>
                    <a:pt x="67792" y="2484"/>
                  </a:lnTo>
                  <a:lnTo>
                    <a:pt x="66925" y="2214"/>
                  </a:lnTo>
                  <a:lnTo>
                    <a:pt x="66052" y="1959"/>
                  </a:lnTo>
                  <a:lnTo>
                    <a:pt x="65176" y="1720"/>
                  </a:lnTo>
                  <a:lnTo>
                    <a:pt x="64295" y="1495"/>
                  </a:lnTo>
                  <a:lnTo>
                    <a:pt x="63411" y="1286"/>
                  </a:lnTo>
                  <a:lnTo>
                    <a:pt x="62523" y="1093"/>
                  </a:lnTo>
                  <a:lnTo>
                    <a:pt x="61632" y="915"/>
                  </a:lnTo>
                  <a:lnTo>
                    <a:pt x="60738" y="753"/>
                  </a:lnTo>
                  <a:lnTo>
                    <a:pt x="59841" y="607"/>
                  </a:lnTo>
                  <a:lnTo>
                    <a:pt x="58941" y="476"/>
                  </a:lnTo>
                  <a:lnTo>
                    <a:pt x="58040" y="361"/>
                  </a:lnTo>
                  <a:lnTo>
                    <a:pt x="57137" y="262"/>
                  </a:lnTo>
                  <a:lnTo>
                    <a:pt x="56232" y="178"/>
                  </a:lnTo>
                  <a:lnTo>
                    <a:pt x="55326" y="111"/>
                  </a:lnTo>
                  <a:lnTo>
                    <a:pt x="54418" y="59"/>
                  </a:lnTo>
                  <a:lnTo>
                    <a:pt x="53510" y="23"/>
                  </a:lnTo>
                  <a:lnTo>
                    <a:pt x="52602" y="3"/>
                  </a:lnTo>
                  <a:lnTo>
                    <a:pt x="51693" y="0"/>
                  </a:lnTo>
                  <a:lnTo>
                    <a:pt x="50784" y="11"/>
                  </a:lnTo>
                  <a:lnTo>
                    <a:pt x="49876" y="39"/>
                  </a:lnTo>
                  <a:lnTo>
                    <a:pt x="48968" y="83"/>
                  </a:lnTo>
                  <a:lnTo>
                    <a:pt x="48062" y="143"/>
                  </a:lnTo>
                  <a:lnTo>
                    <a:pt x="47156" y="218"/>
                  </a:lnTo>
                  <a:lnTo>
                    <a:pt x="46252" y="309"/>
                  </a:lnTo>
                  <a:lnTo>
                    <a:pt x="45350" y="416"/>
                  </a:lnTo>
                  <a:lnTo>
                    <a:pt x="44449" y="539"/>
                  </a:lnTo>
                  <a:lnTo>
                    <a:pt x="43551" y="678"/>
                  </a:lnTo>
                  <a:lnTo>
                    <a:pt x="42655" y="832"/>
                  </a:lnTo>
                  <a:lnTo>
                    <a:pt x="41763" y="1002"/>
                  </a:lnTo>
                  <a:lnTo>
                    <a:pt x="40873" y="1188"/>
                  </a:lnTo>
                  <a:lnTo>
                    <a:pt x="39987" y="1389"/>
                  </a:lnTo>
                  <a:lnTo>
                    <a:pt x="39104" y="1605"/>
                  </a:lnTo>
                  <a:lnTo>
                    <a:pt x="38226" y="1837"/>
                  </a:lnTo>
                  <a:lnTo>
                    <a:pt x="37351" y="2085"/>
                  </a:lnTo>
                  <a:lnTo>
                    <a:pt x="36481" y="2347"/>
                  </a:lnTo>
                  <a:lnTo>
                    <a:pt x="35616" y="2625"/>
                  </a:lnTo>
                  <a:lnTo>
                    <a:pt x="34756" y="2918"/>
                  </a:lnTo>
                  <a:lnTo>
                    <a:pt x="33901" y="3226"/>
                  </a:lnTo>
                  <a:lnTo>
                    <a:pt x="33052" y="3549"/>
                  </a:lnTo>
                  <a:lnTo>
                    <a:pt x="32208" y="3886"/>
                  </a:lnTo>
                  <a:lnTo>
                    <a:pt x="31370" y="4239"/>
                  </a:lnTo>
                  <a:lnTo>
                    <a:pt x="30539" y="4606"/>
                  </a:lnTo>
                  <a:lnTo>
                    <a:pt x="29714" y="4987"/>
                  </a:lnTo>
                  <a:lnTo>
                    <a:pt x="28896" y="5383"/>
                  </a:lnTo>
                  <a:lnTo>
                    <a:pt x="28085" y="5793"/>
                  </a:lnTo>
                  <a:lnTo>
                    <a:pt x="27281" y="6217"/>
                  </a:lnTo>
                  <a:lnTo>
                    <a:pt x="26485" y="6655"/>
                  </a:lnTo>
                  <a:lnTo>
                    <a:pt x="25697" y="7108"/>
                  </a:lnTo>
                  <a:lnTo>
                    <a:pt x="24917" y="7573"/>
                  </a:lnTo>
                  <a:lnTo>
                    <a:pt x="24145" y="8053"/>
                  </a:lnTo>
                  <a:lnTo>
                    <a:pt x="23381" y="8546"/>
                  </a:lnTo>
                  <a:lnTo>
                    <a:pt x="22626" y="9052"/>
                  </a:lnTo>
                  <a:lnTo>
                    <a:pt x="21881" y="9571"/>
                  </a:lnTo>
                  <a:lnTo>
                    <a:pt x="21144" y="10103"/>
                  </a:lnTo>
                  <a:lnTo>
                    <a:pt x="20417" y="10648"/>
                  </a:lnTo>
                  <a:lnTo>
                    <a:pt x="19699" y="11206"/>
                  </a:lnTo>
                  <a:lnTo>
                    <a:pt x="18992" y="11776"/>
                  </a:lnTo>
                  <a:lnTo>
                    <a:pt x="18294" y="12358"/>
                  </a:lnTo>
                  <a:lnTo>
                    <a:pt x="17607" y="12953"/>
                  </a:lnTo>
                  <a:lnTo>
                    <a:pt x="16930" y="13559"/>
                  </a:lnTo>
                  <a:lnTo>
                    <a:pt x="16264" y="14178"/>
                  </a:lnTo>
                  <a:lnTo>
                    <a:pt x="15609" y="14807"/>
                  </a:lnTo>
                  <a:lnTo>
                    <a:pt x="14965" y="15449"/>
                  </a:lnTo>
                  <a:lnTo>
                    <a:pt x="14333" y="16101"/>
                  </a:lnTo>
                  <a:lnTo>
                    <a:pt x="13711" y="16764"/>
                  </a:lnTo>
                  <a:lnTo>
                    <a:pt x="13102" y="17438"/>
                  </a:lnTo>
                  <a:lnTo>
                    <a:pt x="12504" y="18123"/>
                  </a:lnTo>
                  <a:lnTo>
                    <a:pt x="11919" y="18818"/>
                  </a:lnTo>
                  <a:lnTo>
                    <a:pt x="11346" y="19523"/>
                  </a:lnTo>
                  <a:lnTo>
                    <a:pt x="10785" y="20238"/>
                  </a:lnTo>
                  <a:lnTo>
                    <a:pt x="10237" y="20963"/>
                  </a:lnTo>
                  <a:lnTo>
                    <a:pt x="9701" y="21697"/>
                  </a:lnTo>
                  <a:lnTo>
                    <a:pt x="9179" y="22441"/>
                  </a:lnTo>
                  <a:lnTo>
                    <a:pt x="8669" y="23193"/>
                  </a:lnTo>
                  <a:lnTo>
                    <a:pt x="8173" y="23955"/>
                  </a:lnTo>
                  <a:lnTo>
                    <a:pt x="7690" y="24724"/>
                  </a:lnTo>
                  <a:lnTo>
                    <a:pt x="7221" y="25503"/>
                  </a:lnTo>
                  <a:lnTo>
                    <a:pt x="6766" y="26289"/>
                  </a:lnTo>
                  <a:lnTo>
                    <a:pt x="6324" y="27083"/>
                  </a:lnTo>
                  <a:lnTo>
                    <a:pt x="5896" y="27885"/>
                  </a:lnTo>
                  <a:lnTo>
                    <a:pt x="5483" y="28694"/>
                  </a:lnTo>
                  <a:lnTo>
                    <a:pt x="5083" y="29510"/>
                  </a:lnTo>
                  <a:lnTo>
                    <a:pt x="4698" y="30333"/>
                  </a:lnTo>
                  <a:lnTo>
                    <a:pt x="4328" y="31163"/>
                  </a:lnTo>
                  <a:lnTo>
                    <a:pt x="3972" y="31999"/>
                  </a:lnTo>
                  <a:lnTo>
                    <a:pt x="3630" y="32842"/>
                  </a:lnTo>
                  <a:lnTo>
                    <a:pt x="3304" y="33690"/>
                  </a:lnTo>
                  <a:lnTo>
                    <a:pt x="2992" y="34543"/>
                  </a:lnTo>
                  <a:lnTo>
                    <a:pt x="2696" y="35402"/>
                  </a:lnTo>
                  <a:lnTo>
                    <a:pt x="2414" y="36266"/>
                  </a:lnTo>
                  <a:lnTo>
                    <a:pt x="2148" y="37135"/>
                  </a:lnTo>
                  <a:lnTo>
                    <a:pt x="1896" y="38008"/>
                  </a:lnTo>
                  <a:lnTo>
                    <a:pt x="1661" y="38886"/>
                  </a:lnTo>
                  <a:lnTo>
                    <a:pt x="1440" y="39768"/>
                  </a:lnTo>
                  <a:lnTo>
                    <a:pt x="1235" y="40653"/>
                  </a:lnTo>
                  <a:lnTo>
                    <a:pt x="1046" y="41542"/>
                  </a:lnTo>
                  <a:lnTo>
                    <a:pt x="872" y="42434"/>
                  </a:lnTo>
                  <a:lnTo>
                    <a:pt x="714" y="43328"/>
                  </a:lnTo>
                  <a:lnTo>
                    <a:pt x="571" y="44226"/>
                  </a:lnTo>
                  <a:lnTo>
                    <a:pt x="444" y="45126"/>
                  </a:lnTo>
                  <a:lnTo>
                    <a:pt x="333" y="46028"/>
                  </a:lnTo>
                  <a:lnTo>
                    <a:pt x="238" y="46931"/>
                  </a:lnTo>
                  <a:lnTo>
                    <a:pt x="158" y="47837"/>
                  </a:lnTo>
                  <a:lnTo>
                    <a:pt x="95" y="48743"/>
                  </a:lnTo>
                  <a:lnTo>
                    <a:pt x="47" y="49651"/>
                  </a:lnTo>
                  <a:lnTo>
                    <a:pt x="15" y="50559"/>
                  </a:lnTo>
                  <a:lnTo>
                    <a:pt x="0" y="51467"/>
                  </a:lnTo>
                  <a:lnTo>
                    <a:pt x="0" y="52376"/>
                  </a:lnTo>
                  <a:lnTo>
                    <a:pt x="15" y="53285"/>
                  </a:lnTo>
                  <a:lnTo>
                    <a:pt x="47" y="54193"/>
                  </a:lnTo>
                  <a:lnTo>
                    <a:pt x="95" y="55100"/>
                  </a:lnTo>
                  <a:lnTo>
                    <a:pt x="158" y="56007"/>
                  </a:lnTo>
                  <a:lnTo>
                    <a:pt x="238" y="56912"/>
                  </a:lnTo>
                  <a:lnTo>
                    <a:pt x="333" y="57816"/>
                  </a:lnTo>
                  <a:lnTo>
                    <a:pt x="444" y="58718"/>
                  </a:lnTo>
                  <a:lnTo>
                    <a:pt x="571" y="59618"/>
                  </a:lnTo>
                  <a:lnTo>
                    <a:pt x="714" y="60515"/>
                  </a:lnTo>
                  <a:lnTo>
                    <a:pt x="872" y="61410"/>
                  </a:lnTo>
                  <a:lnTo>
                    <a:pt x="1046" y="62302"/>
                  </a:lnTo>
                  <a:lnTo>
                    <a:pt x="1235" y="63191"/>
                  </a:lnTo>
                  <a:lnTo>
                    <a:pt x="1440" y="64076"/>
                  </a:lnTo>
                  <a:lnTo>
                    <a:pt x="1661" y="64958"/>
                  </a:lnTo>
                  <a:lnTo>
                    <a:pt x="1896" y="65835"/>
                  </a:lnTo>
                  <a:lnTo>
                    <a:pt x="2148" y="66709"/>
                  </a:lnTo>
                  <a:lnTo>
                    <a:pt x="2414" y="67577"/>
                  </a:lnTo>
                  <a:lnTo>
                    <a:pt x="2696" y="68441"/>
                  </a:lnTo>
                  <a:lnTo>
                    <a:pt x="2992" y="69300"/>
                  </a:lnTo>
                  <a:lnTo>
                    <a:pt x="3304" y="70154"/>
                  </a:lnTo>
                  <a:lnTo>
                    <a:pt x="3630" y="71002"/>
                  </a:lnTo>
                  <a:lnTo>
                    <a:pt x="3972" y="71844"/>
                  </a:lnTo>
                  <a:lnTo>
                    <a:pt x="4328" y="72680"/>
                  </a:lnTo>
                  <a:lnTo>
                    <a:pt x="4698" y="73510"/>
                  </a:lnTo>
                  <a:lnTo>
                    <a:pt x="5083" y="74333"/>
                  </a:lnTo>
                  <a:lnTo>
                    <a:pt x="5483" y="75149"/>
                  </a:lnTo>
                  <a:lnTo>
                    <a:pt x="5896" y="75959"/>
                  </a:lnTo>
                  <a:lnTo>
                    <a:pt x="6324" y="76760"/>
                  </a:lnTo>
                  <a:lnTo>
                    <a:pt x="6766" y="77555"/>
                  </a:lnTo>
                  <a:lnTo>
                    <a:pt x="7221" y="78341"/>
                  </a:lnTo>
                  <a:lnTo>
                    <a:pt x="7690" y="79119"/>
                  </a:lnTo>
                  <a:lnTo>
                    <a:pt x="8173" y="79889"/>
                  </a:lnTo>
                  <a:lnTo>
                    <a:pt x="8669" y="80650"/>
                  </a:lnTo>
                  <a:lnTo>
                    <a:pt x="9179" y="81403"/>
                  </a:lnTo>
                  <a:lnTo>
                    <a:pt x="9701" y="82146"/>
                  </a:lnTo>
                  <a:lnTo>
                    <a:pt x="10237" y="82881"/>
                  </a:lnTo>
                  <a:lnTo>
                    <a:pt x="10785" y="83605"/>
                  </a:lnTo>
                  <a:lnTo>
                    <a:pt x="11346" y="84320"/>
                  </a:lnTo>
                  <a:lnTo>
                    <a:pt x="11919" y="85026"/>
                  </a:lnTo>
                  <a:lnTo>
                    <a:pt x="12504" y="85721"/>
                  </a:lnTo>
                  <a:lnTo>
                    <a:pt x="13102" y="86405"/>
                  </a:lnTo>
                  <a:lnTo>
                    <a:pt x="13711" y="87079"/>
                  </a:lnTo>
                  <a:lnTo>
                    <a:pt x="14333" y="87743"/>
                  </a:lnTo>
                  <a:lnTo>
                    <a:pt x="14965" y="88395"/>
                  </a:lnTo>
                  <a:lnTo>
                    <a:pt x="15609" y="89036"/>
                  </a:lnTo>
                  <a:lnTo>
                    <a:pt x="16264" y="89666"/>
                  </a:lnTo>
                  <a:lnTo>
                    <a:pt x="16930" y="90284"/>
                  </a:lnTo>
                  <a:lnTo>
                    <a:pt x="17607" y="90891"/>
                  </a:lnTo>
                  <a:lnTo>
                    <a:pt x="18294" y="91485"/>
                  </a:lnTo>
                  <a:lnTo>
                    <a:pt x="18992" y="92068"/>
                  </a:lnTo>
                  <a:lnTo>
                    <a:pt x="19699" y="92638"/>
                  </a:lnTo>
                  <a:lnTo>
                    <a:pt x="20417" y="93195"/>
                  </a:lnTo>
                  <a:lnTo>
                    <a:pt x="21144" y="93740"/>
                  </a:lnTo>
                  <a:lnTo>
                    <a:pt x="21881" y="94273"/>
                  </a:lnTo>
                  <a:lnTo>
                    <a:pt x="22626" y="94792"/>
                  </a:lnTo>
                  <a:lnTo>
                    <a:pt x="23381" y="95298"/>
                  </a:lnTo>
                  <a:lnTo>
                    <a:pt x="24145" y="95791"/>
                  </a:lnTo>
                  <a:lnTo>
                    <a:pt x="24917" y="96270"/>
                  </a:lnTo>
                  <a:lnTo>
                    <a:pt x="25697" y="96736"/>
                  </a:lnTo>
                  <a:lnTo>
                    <a:pt x="26485" y="97188"/>
                  </a:lnTo>
                  <a:lnTo>
                    <a:pt x="27281" y="97626"/>
                  </a:lnTo>
                  <a:lnTo>
                    <a:pt x="28085" y="98050"/>
                  </a:lnTo>
                  <a:lnTo>
                    <a:pt x="28896" y="98461"/>
                  </a:lnTo>
                  <a:lnTo>
                    <a:pt x="29714" y="98856"/>
                  </a:lnTo>
                  <a:lnTo>
                    <a:pt x="30539" y="99238"/>
                  </a:lnTo>
                  <a:lnTo>
                    <a:pt x="31370" y="99605"/>
                  </a:lnTo>
                  <a:lnTo>
                    <a:pt x="32208" y="99957"/>
                  </a:lnTo>
                  <a:lnTo>
                    <a:pt x="33052" y="100295"/>
                  </a:lnTo>
                  <a:lnTo>
                    <a:pt x="33901" y="100618"/>
                  </a:lnTo>
                  <a:lnTo>
                    <a:pt x="34756" y="100925"/>
                  </a:lnTo>
                  <a:lnTo>
                    <a:pt x="35616" y="101218"/>
                  </a:lnTo>
                  <a:lnTo>
                    <a:pt x="36481" y="101496"/>
                  </a:lnTo>
                  <a:lnTo>
                    <a:pt x="37351" y="101759"/>
                  </a:lnTo>
                  <a:lnTo>
                    <a:pt x="38226" y="102006"/>
                  </a:lnTo>
                  <a:lnTo>
                    <a:pt x="39104" y="102238"/>
                  </a:lnTo>
                  <a:lnTo>
                    <a:pt x="39987" y="102455"/>
                  </a:lnTo>
                  <a:lnTo>
                    <a:pt x="40873" y="102656"/>
                  </a:lnTo>
                  <a:lnTo>
                    <a:pt x="41763" y="102841"/>
                  </a:lnTo>
                  <a:lnTo>
                    <a:pt x="42655" y="103011"/>
                  </a:lnTo>
                  <a:lnTo>
                    <a:pt x="43551" y="103166"/>
                  </a:lnTo>
                  <a:lnTo>
                    <a:pt x="44449" y="103304"/>
                  </a:lnTo>
                  <a:lnTo>
                    <a:pt x="45350" y="103427"/>
                  </a:lnTo>
                  <a:lnTo>
                    <a:pt x="46252" y="103534"/>
                  </a:lnTo>
                  <a:lnTo>
                    <a:pt x="47156" y="103625"/>
                  </a:lnTo>
                  <a:lnTo>
                    <a:pt x="48062" y="103701"/>
                  </a:lnTo>
                  <a:lnTo>
                    <a:pt x="48968" y="103761"/>
                  </a:lnTo>
                  <a:lnTo>
                    <a:pt x="49876" y="103804"/>
                  </a:lnTo>
                  <a:lnTo>
                    <a:pt x="50784" y="103832"/>
                  </a:lnTo>
                  <a:lnTo>
                    <a:pt x="51693" y="103844"/>
                  </a:lnTo>
                  <a:lnTo>
                    <a:pt x="52602" y="103840"/>
                  </a:lnTo>
                  <a:lnTo>
                    <a:pt x="53510" y="103820"/>
                  </a:lnTo>
                  <a:lnTo>
                    <a:pt x="54418" y="103784"/>
                  </a:lnTo>
                  <a:lnTo>
                    <a:pt x="55326" y="103733"/>
                  </a:lnTo>
                  <a:lnTo>
                    <a:pt x="56232" y="103665"/>
                  </a:lnTo>
                  <a:lnTo>
                    <a:pt x="57137" y="103582"/>
                  </a:lnTo>
                  <a:lnTo>
                    <a:pt x="58040" y="103483"/>
                  </a:lnTo>
                  <a:lnTo>
                    <a:pt x="58941" y="103368"/>
                  </a:lnTo>
                  <a:lnTo>
                    <a:pt x="59841" y="103237"/>
                  </a:lnTo>
                  <a:lnTo>
                    <a:pt x="60738" y="103090"/>
                  </a:lnTo>
                  <a:lnTo>
                    <a:pt x="61632" y="102928"/>
                  </a:lnTo>
                  <a:lnTo>
                    <a:pt x="62523" y="102750"/>
                  </a:lnTo>
                  <a:lnTo>
                    <a:pt x="63411" y="102557"/>
                  </a:lnTo>
                  <a:lnTo>
                    <a:pt x="64295" y="102348"/>
                  </a:lnTo>
                  <a:lnTo>
                    <a:pt x="65176" y="102124"/>
                  </a:lnTo>
                  <a:lnTo>
                    <a:pt x="66052" y="101884"/>
                  </a:lnTo>
                  <a:lnTo>
                    <a:pt x="66925" y="101629"/>
                  </a:lnTo>
                  <a:lnTo>
                    <a:pt x="67792" y="101359"/>
                  </a:lnTo>
                  <a:lnTo>
                    <a:pt x="68655" y="101074"/>
                  </a:lnTo>
                  <a:lnTo>
                    <a:pt x="69513" y="100773"/>
                  </a:lnTo>
                  <a:lnTo>
                    <a:pt x="70365" y="100458"/>
                  </a:lnTo>
                  <a:lnTo>
                    <a:pt x="71212" y="100128"/>
                  </a:lnTo>
                  <a:lnTo>
                    <a:pt x="72052" y="99783"/>
                  </a:lnTo>
                  <a:lnTo>
                    <a:pt x="72887" y="99423"/>
                  </a:lnTo>
                  <a:lnTo>
                    <a:pt x="73715" y="99049"/>
                  </a:lnTo>
                  <a:lnTo>
                    <a:pt x="74536" y="98660"/>
                  </a:lnTo>
                  <a:lnTo>
                    <a:pt x="75351" y="98257"/>
                  </a:lnTo>
                  <a:lnTo>
                    <a:pt x="76158" y="97840"/>
                  </a:lnTo>
                  <a:lnTo>
                    <a:pt x="76958" y="97409"/>
                  </a:lnTo>
                  <a:lnTo>
                    <a:pt x="77750" y="96964"/>
                  </a:lnTo>
                  <a:lnTo>
                    <a:pt x="78535" y="96505"/>
                  </a:lnTo>
                  <a:lnTo>
                    <a:pt x="79311" y="96032"/>
                  </a:lnTo>
                  <a:lnTo>
                    <a:pt x="80079" y="95546"/>
                  </a:lnTo>
                  <a:lnTo>
                    <a:pt x="80838" y="95047"/>
                  </a:lnTo>
                  <a:lnTo>
                    <a:pt x="81588" y="94534"/>
                  </a:lnTo>
                  <a:lnTo>
                    <a:pt x="82329" y="94008"/>
                  </a:lnTo>
                  <a:lnTo>
                    <a:pt x="83061" y="93469"/>
                  </a:lnTo>
                  <a:lnTo>
                    <a:pt x="83784" y="92918"/>
                  </a:lnTo>
                  <a:lnTo>
                    <a:pt x="84496" y="92354"/>
                  </a:lnTo>
                  <a:lnTo>
                    <a:pt x="85199" y="91778"/>
                  </a:lnTo>
                  <a:lnTo>
                    <a:pt x="85891" y="91189"/>
                  </a:lnTo>
                  <a:lnTo>
                    <a:pt x="86573" y="90589"/>
                  </a:lnTo>
                  <a:lnTo>
                    <a:pt x="87245" y="89976"/>
                  </a:lnTo>
                  <a:lnTo>
                    <a:pt x="87905" y="89352"/>
                  </a:lnTo>
                  <a:lnTo>
                    <a:pt x="88555" y="88717"/>
                  </a:lnTo>
                  <a:lnTo>
                    <a:pt x="89193" y="88070"/>
                  </a:lnTo>
                  <a:lnTo>
                    <a:pt x="89820" y="87412"/>
                  </a:lnTo>
                  <a:lnTo>
                    <a:pt x="90435" y="86744"/>
                  </a:lnTo>
                  <a:lnTo>
                    <a:pt x="91039" y="86064"/>
                  </a:lnTo>
                  <a:lnTo>
                    <a:pt x="91630" y="85374"/>
                  </a:lnTo>
                  <a:lnTo>
                    <a:pt x="92210" y="84674"/>
                  </a:lnTo>
                  <a:lnTo>
                    <a:pt x="92777" y="83964"/>
                  </a:lnTo>
                  <a:lnTo>
                    <a:pt x="93331" y="83244"/>
                  </a:lnTo>
                  <a:lnTo>
                    <a:pt x="93873" y="82515"/>
                  </a:lnTo>
                  <a:lnTo>
                    <a:pt x="94402" y="81776"/>
                  </a:lnTo>
                  <a:lnTo>
                    <a:pt x="94918" y="81028"/>
                  </a:lnTo>
                  <a:lnTo>
                    <a:pt x="95421" y="80271"/>
                  </a:lnTo>
                  <a:lnTo>
                    <a:pt x="95910" y="79505"/>
                  </a:lnTo>
                  <a:lnTo>
                    <a:pt x="96386" y="78731"/>
                  </a:lnTo>
                  <a:lnTo>
                    <a:pt x="96849" y="77949"/>
                  </a:lnTo>
                  <a:lnTo>
                    <a:pt x="97297" y="77158"/>
                  </a:lnTo>
                  <a:lnTo>
                    <a:pt x="97732" y="76360"/>
                  </a:lnTo>
                  <a:lnTo>
                    <a:pt x="98153" y="75555"/>
                  </a:lnTo>
                  <a:lnTo>
                    <a:pt x="98559" y="74742"/>
                  </a:lnTo>
                  <a:lnTo>
                    <a:pt x="98952" y="73922"/>
                  </a:lnTo>
                  <a:lnTo>
                    <a:pt x="99329" y="73096"/>
                  </a:lnTo>
                  <a:lnTo>
                    <a:pt x="99693" y="72263"/>
                  </a:lnTo>
                  <a:lnTo>
                    <a:pt x="100041" y="71424"/>
                  </a:lnTo>
                  <a:lnTo>
                    <a:pt x="100375" y="70579"/>
                  </a:lnTo>
                  <a:lnTo>
                    <a:pt x="100694" y="69728"/>
                  </a:lnTo>
                  <a:lnTo>
                    <a:pt x="100999" y="68871"/>
                  </a:lnTo>
                  <a:lnTo>
                    <a:pt x="101288" y="68010"/>
                  </a:lnTo>
                  <a:lnTo>
                    <a:pt x="101562" y="67144"/>
                  </a:lnTo>
                  <a:lnTo>
                    <a:pt x="101820" y="66272"/>
                  </a:lnTo>
                  <a:lnTo>
                    <a:pt x="102064" y="65397"/>
                  </a:lnTo>
                  <a:lnTo>
                    <a:pt x="102292" y="64517"/>
                  </a:lnTo>
                  <a:lnTo>
                    <a:pt x="102505" y="63634"/>
                  </a:lnTo>
                  <a:lnTo>
                    <a:pt x="102702" y="62747"/>
                  </a:lnTo>
                  <a:lnTo>
                    <a:pt x="102884" y="61856"/>
                  </a:lnTo>
                  <a:lnTo>
                    <a:pt x="103050" y="60963"/>
                  </a:lnTo>
                  <a:lnTo>
                    <a:pt x="103200" y="60067"/>
                  </a:lnTo>
                  <a:lnTo>
                    <a:pt x="103335" y="59168"/>
                  </a:lnTo>
                  <a:lnTo>
                    <a:pt x="103454" y="58267"/>
                  </a:lnTo>
                  <a:lnTo>
                    <a:pt x="103557" y="57364"/>
                  </a:lnTo>
                  <a:lnTo>
                    <a:pt x="103644" y="56460"/>
                  </a:lnTo>
                  <a:lnTo>
                    <a:pt x="103716" y="55554"/>
                  </a:lnTo>
                  <a:lnTo>
                    <a:pt x="103771" y="54647"/>
                  </a:lnTo>
                  <a:lnTo>
                    <a:pt x="103811" y="53739"/>
                  </a:lnTo>
                  <a:lnTo>
                    <a:pt x="103835" y="52830"/>
                  </a:lnTo>
                  <a:lnTo>
                    <a:pt x="103843" y="519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600" name="pl600"/>
            <p:cNvSpPr/>
            <p:nvPr/>
          </p:nvSpPr>
          <p:spPr>
            <a:xfrm>
              <a:off x="7663243" y="5779500"/>
              <a:ext cx="571139" cy="571144"/>
            </a:xfrm>
            <a:custGeom>
              <a:avLst/>
              <a:pathLst>
                <a:path w="571139" h="571144">
                  <a:moveTo>
                    <a:pt x="571139" y="285572"/>
                  </a:moveTo>
                  <a:lnTo>
                    <a:pt x="571095" y="280574"/>
                  </a:lnTo>
                  <a:lnTo>
                    <a:pt x="570964" y="275578"/>
                  </a:lnTo>
                  <a:lnTo>
                    <a:pt x="570745" y="270584"/>
                  </a:lnTo>
                  <a:lnTo>
                    <a:pt x="570439" y="265596"/>
                  </a:lnTo>
                  <a:lnTo>
                    <a:pt x="570046" y="260613"/>
                  </a:lnTo>
                  <a:lnTo>
                    <a:pt x="569566" y="255638"/>
                  </a:lnTo>
                  <a:lnTo>
                    <a:pt x="568998" y="250673"/>
                  </a:lnTo>
                  <a:lnTo>
                    <a:pt x="568344" y="245718"/>
                  </a:lnTo>
                  <a:lnTo>
                    <a:pt x="567603" y="240775"/>
                  </a:lnTo>
                  <a:lnTo>
                    <a:pt x="566776" y="235846"/>
                  </a:lnTo>
                  <a:lnTo>
                    <a:pt x="565863" y="230932"/>
                  </a:lnTo>
                  <a:lnTo>
                    <a:pt x="564864" y="226035"/>
                  </a:lnTo>
                  <a:lnTo>
                    <a:pt x="563779" y="221156"/>
                  </a:lnTo>
                  <a:lnTo>
                    <a:pt x="562609" y="216296"/>
                  </a:lnTo>
                  <a:lnTo>
                    <a:pt x="561354" y="211459"/>
                  </a:lnTo>
                  <a:lnTo>
                    <a:pt x="560015" y="206643"/>
                  </a:lnTo>
                  <a:lnTo>
                    <a:pt x="558592" y="201852"/>
                  </a:lnTo>
                  <a:lnTo>
                    <a:pt x="557085" y="197087"/>
                  </a:lnTo>
                  <a:lnTo>
                    <a:pt x="555494" y="192348"/>
                  </a:lnTo>
                  <a:lnTo>
                    <a:pt x="553822" y="187639"/>
                  </a:lnTo>
                  <a:lnTo>
                    <a:pt x="552067" y="182959"/>
                  </a:lnTo>
                  <a:lnTo>
                    <a:pt x="550230" y="178310"/>
                  </a:lnTo>
                  <a:lnTo>
                    <a:pt x="548312" y="173695"/>
                  </a:lnTo>
                  <a:lnTo>
                    <a:pt x="546314" y="169114"/>
                  </a:lnTo>
                  <a:lnTo>
                    <a:pt x="544236" y="164568"/>
                  </a:lnTo>
                  <a:lnTo>
                    <a:pt x="542079" y="160060"/>
                  </a:lnTo>
                  <a:lnTo>
                    <a:pt x="539843" y="155590"/>
                  </a:lnTo>
                  <a:lnTo>
                    <a:pt x="537529" y="151159"/>
                  </a:lnTo>
                  <a:lnTo>
                    <a:pt x="535138" y="146770"/>
                  </a:lnTo>
                  <a:lnTo>
                    <a:pt x="532671" y="142424"/>
                  </a:lnTo>
                  <a:lnTo>
                    <a:pt x="530127" y="138121"/>
                  </a:lnTo>
                  <a:lnTo>
                    <a:pt x="527509" y="133864"/>
                  </a:lnTo>
                  <a:lnTo>
                    <a:pt x="524817" y="129653"/>
                  </a:lnTo>
                  <a:lnTo>
                    <a:pt x="522052" y="125489"/>
                  </a:lnTo>
                  <a:lnTo>
                    <a:pt x="519214" y="121375"/>
                  </a:lnTo>
                  <a:lnTo>
                    <a:pt x="516305" y="117311"/>
                  </a:lnTo>
                  <a:lnTo>
                    <a:pt x="513325" y="113299"/>
                  </a:lnTo>
                  <a:lnTo>
                    <a:pt x="510275" y="109339"/>
                  </a:lnTo>
                  <a:lnTo>
                    <a:pt x="507156" y="105433"/>
                  </a:lnTo>
                  <a:lnTo>
                    <a:pt x="503970" y="101583"/>
                  </a:lnTo>
                  <a:lnTo>
                    <a:pt x="500716" y="97789"/>
                  </a:lnTo>
                  <a:lnTo>
                    <a:pt x="497397" y="94052"/>
                  </a:lnTo>
                  <a:lnTo>
                    <a:pt x="494013" y="90374"/>
                  </a:lnTo>
                  <a:lnTo>
                    <a:pt x="490565" y="86756"/>
                  </a:lnTo>
                  <a:lnTo>
                    <a:pt x="487054" y="83199"/>
                  </a:lnTo>
                  <a:lnTo>
                    <a:pt x="483481" y="79703"/>
                  </a:lnTo>
                  <a:lnTo>
                    <a:pt x="479848" y="76271"/>
                  </a:lnTo>
                  <a:lnTo>
                    <a:pt x="476155" y="72903"/>
                  </a:lnTo>
                  <a:lnTo>
                    <a:pt x="472404" y="69600"/>
                  </a:lnTo>
                  <a:lnTo>
                    <a:pt x="468596" y="66363"/>
                  </a:lnTo>
                  <a:lnTo>
                    <a:pt x="464731" y="63193"/>
                  </a:lnTo>
                  <a:lnTo>
                    <a:pt x="460812" y="60092"/>
                  </a:lnTo>
                  <a:lnTo>
                    <a:pt x="456839" y="57059"/>
                  </a:lnTo>
                  <a:lnTo>
                    <a:pt x="452813" y="54097"/>
                  </a:lnTo>
                  <a:lnTo>
                    <a:pt x="448737" y="51205"/>
                  </a:lnTo>
                  <a:lnTo>
                    <a:pt x="444610" y="48386"/>
                  </a:lnTo>
                  <a:lnTo>
                    <a:pt x="440435" y="45638"/>
                  </a:lnTo>
                  <a:lnTo>
                    <a:pt x="436212" y="42965"/>
                  </a:lnTo>
                  <a:lnTo>
                    <a:pt x="431943" y="40365"/>
                  </a:lnTo>
                  <a:lnTo>
                    <a:pt x="427629" y="37841"/>
                  </a:lnTo>
                  <a:lnTo>
                    <a:pt x="423272" y="35393"/>
                  </a:lnTo>
                  <a:lnTo>
                    <a:pt x="418873" y="33021"/>
                  </a:lnTo>
                  <a:lnTo>
                    <a:pt x="414432" y="30727"/>
                  </a:lnTo>
                  <a:lnTo>
                    <a:pt x="409952" y="28510"/>
                  </a:lnTo>
                  <a:lnTo>
                    <a:pt x="405435" y="26373"/>
                  </a:lnTo>
                  <a:lnTo>
                    <a:pt x="400880" y="24315"/>
                  </a:lnTo>
                  <a:lnTo>
                    <a:pt x="396290" y="22337"/>
                  </a:lnTo>
                  <a:lnTo>
                    <a:pt x="391666" y="20439"/>
                  </a:lnTo>
                  <a:lnTo>
                    <a:pt x="387010" y="18623"/>
                  </a:lnTo>
                  <a:lnTo>
                    <a:pt x="382322" y="16888"/>
                  </a:lnTo>
                  <a:lnTo>
                    <a:pt x="377605" y="15236"/>
                  </a:lnTo>
                  <a:lnTo>
                    <a:pt x="372860" y="13667"/>
                  </a:lnTo>
                  <a:lnTo>
                    <a:pt x="368088" y="12180"/>
                  </a:lnTo>
                  <a:lnTo>
                    <a:pt x="363291" y="10778"/>
                  </a:lnTo>
                  <a:lnTo>
                    <a:pt x="358470" y="9460"/>
                  </a:lnTo>
                  <a:lnTo>
                    <a:pt x="353626" y="8226"/>
                  </a:lnTo>
                  <a:lnTo>
                    <a:pt x="348762" y="7078"/>
                  </a:lnTo>
                  <a:lnTo>
                    <a:pt x="343878" y="6014"/>
                  </a:lnTo>
                  <a:lnTo>
                    <a:pt x="338977" y="5036"/>
                  </a:lnTo>
                  <a:lnTo>
                    <a:pt x="334059" y="4145"/>
                  </a:lnTo>
                  <a:lnTo>
                    <a:pt x="329126" y="3339"/>
                  </a:lnTo>
                  <a:lnTo>
                    <a:pt x="324180" y="2620"/>
                  </a:lnTo>
                  <a:lnTo>
                    <a:pt x="319223" y="1987"/>
                  </a:lnTo>
                  <a:lnTo>
                    <a:pt x="314254" y="1442"/>
                  </a:lnTo>
                  <a:lnTo>
                    <a:pt x="309277" y="983"/>
                  </a:lnTo>
                  <a:lnTo>
                    <a:pt x="304293" y="612"/>
                  </a:lnTo>
                  <a:lnTo>
                    <a:pt x="299303" y="327"/>
                  </a:lnTo>
                  <a:lnTo>
                    <a:pt x="294309" y="131"/>
                  </a:lnTo>
                  <a:lnTo>
                    <a:pt x="289312" y="21"/>
                  </a:lnTo>
                  <a:lnTo>
                    <a:pt x="284314" y="0"/>
                  </a:lnTo>
                  <a:lnTo>
                    <a:pt x="279317" y="65"/>
                  </a:lnTo>
                  <a:lnTo>
                    <a:pt x="274321" y="218"/>
                  </a:lnTo>
                  <a:lnTo>
                    <a:pt x="269329" y="459"/>
                  </a:lnTo>
                  <a:lnTo>
                    <a:pt x="264341" y="786"/>
                  </a:lnTo>
                  <a:lnTo>
                    <a:pt x="259361" y="1201"/>
                  </a:lnTo>
                  <a:lnTo>
                    <a:pt x="254388" y="1704"/>
                  </a:lnTo>
                  <a:lnTo>
                    <a:pt x="249425" y="2293"/>
                  </a:lnTo>
                  <a:lnTo>
                    <a:pt x="244472" y="2969"/>
                  </a:lnTo>
                  <a:lnTo>
                    <a:pt x="239533" y="3731"/>
                  </a:lnTo>
                  <a:lnTo>
                    <a:pt x="234607" y="4580"/>
                  </a:lnTo>
                  <a:lnTo>
                    <a:pt x="229698" y="5515"/>
                  </a:lnTo>
                  <a:lnTo>
                    <a:pt x="224805" y="6535"/>
                  </a:lnTo>
                  <a:lnTo>
                    <a:pt x="219931" y="7641"/>
                  </a:lnTo>
                  <a:lnTo>
                    <a:pt x="215077" y="8832"/>
                  </a:lnTo>
                  <a:lnTo>
                    <a:pt x="210244" y="10108"/>
                  </a:lnTo>
                  <a:lnTo>
                    <a:pt x="205435" y="11469"/>
                  </a:lnTo>
                  <a:lnTo>
                    <a:pt x="200650" y="12913"/>
                  </a:lnTo>
                  <a:lnTo>
                    <a:pt x="195891" y="14441"/>
                  </a:lnTo>
                  <a:lnTo>
                    <a:pt x="191160" y="16052"/>
                  </a:lnTo>
                  <a:lnTo>
                    <a:pt x="186458" y="17745"/>
                  </a:lnTo>
                  <a:lnTo>
                    <a:pt x="181786" y="19521"/>
                  </a:lnTo>
                  <a:lnTo>
                    <a:pt x="177145" y="21378"/>
                  </a:lnTo>
                  <a:lnTo>
                    <a:pt x="172538" y="23316"/>
                  </a:lnTo>
                  <a:lnTo>
                    <a:pt x="167966" y="25334"/>
                  </a:lnTo>
                  <a:lnTo>
                    <a:pt x="163429" y="27432"/>
                  </a:lnTo>
                  <a:lnTo>
                    <a:pt x="158930" y="29609"/>
                  </a:lnTo>
                  <a:lnTo>
                    <a:pt x="154470" y="31864"/>
                  </a:lnTo>
                  <a:lnTo>
                    <a:pt x="150050" y="34197"/>
                  </a:lnTo>
                  <a:lnTo>
                    <a:pt x="145671" y="36607"/>
                  </a:lnTo>
                  <a:lnTo>
                    <a:pt x="141336" y="39094"/>
                  </a:lnTo>
                  <a:lnTo>
                    <a:pt x="137044" y="41656"/>
                  </a:lnTo>
                  <a:lnTo>
                    <a:pt x="132798" y="44292"/>
                  </a:lnTo>
                  <a:lnTo>
                    <a:pt x="128599" y="47003"/>
                  </a:lnTo>
                  <a:lnTo>
                    <a:pt x="124448" y="49786"/>
                  </a:lnTo>
                  <a:lnTo>
                    <a:pt x="120346" y="52642"/>
                  </a:lnTo>
                  <a:lnTo>
                    <a:pt x="116295" y="55569"/>
                  </a:lnTo>
                  <a:lnTo>
                    <a:pt x="112295" y="58567"/>
                  </a:lnTo>
                  <a:lnTo>
                    <a:pt x="108349" y="61634"/>
                  </a:lnTo>
                  <a:lnTo>
                    <a:pt x="104457" y="64770"/>
                  </a:lnTo>
                  <a:lnTo>
                    <a:pt x="100621" y="67973"/>
                  </a:lnTo>
                  <a:lnTo>
                    <a:pt x="96841" y="71243"/>
                  </a:lnTo>
                  <a:lnTo>
                    <a:pt x="93119" y="74579"/>
                  </a:lnTo>
                  <a:lnTo>
                    <a:pt x="89456" y="77979"/>
                  </a:lnTo>
                  <a:lnTo>
                    <a:pt x="85853" y="81443"/>
                  </a:lnTo>
                  <a:lnTo>
                    <a:pt x="82311" y="84969"/>
                  </a:lnTo>
                  <a:lnTo>
                    <a:pt x="78831" y="88557"/>
                  </a:lnTo>
                  <a:lnTo>
                    <a:pt x="75415" y="92206"/>
                  </a:lnTo>
                  <a:lnTo>
                    <a:pt x="72063" y="95913"/>
                  </a:lnTo>
                  <a:lnTo>
                    <a:pt x="68776" y="99678"/>
                  </a:lnTo>
                  <a:lnTo>
                    <a:pt x="65556" y="103501"/>
                  </a:lnTo>
                  <a:lnTo>
                    <a:pt x="62403" y="107379"/>
                  </a:lnTo>
                  <a:lnTo>
                    <a:pt x="59319" y="111312"/>
                  </a:lnTo>
                  <a:lnTo>
                    <a:pt x="56304" y="115298"/>
                  </a:lnTo>
                  <a:lnTo>
                    <a:pt x="53359" y="119337"/>
                  </a:lnTo>
                  <a:lnTo>
                    <a:pt x="50485" y="123426"/>
                  </a:lnTo>
                  <a:lnTo>
                    <a:pt x="47684" y="127565"/>
                  </a:lnTo>
                  <a:lnTo>
                    <a:pt x="44955" y="131752"/>
                  </a:lnTo>
                  <a:lnTo>
                    <a:pt x="42300" y="135987"/>
                  </a:lnTo>
                  <a:lnTo>
                    <a:pt x="39719" y="140267"/>
                  </a:lnTo>
                  <a:lnTo>
                    <a:pt x="37214" y="144592"/>
                  </a:lnTo>
                  <a:lnTo>
                    <a:pt x="34784" y="148960"/>
                  </a:lnTo>
                  <a:lnTo>
                    <a:pt x="32432" y="153369"/>
                  </a:lnTo>
                  <a:lnTo>
                    <a:pt x="30157" y="157820"/>
                  </a:lnTo>
                  <a:lnTo>
                    <a:pt x="27960" y="162309"/>
                  </a:lnTo>
                  <a:lnTo>
                    <a:pt x="25843" y="166836"/>
                  </a:lnTo>
                  <a:lnTo>
                    <a:pt x="23804" y="171400"/>
                  </a:lnTo>
                  <a:lnTo>
                    <a:pt x="21846" y="175999"/>
                  </a:lnTo>
                  <a:lnTo>
                    <a:pt x="19969" y="180631"/>
                  </a:lnTo>
                  <a:lnTo>
                    <a:pt x="18173" y="185295"/>
                  </a:lnTo>
                  <a:lnTo>
                    <a:pt x="16459" y="189990"/>
                  </a:lnTo>
                  <a:lnTo>
                    <a:pt x="14828" y="194714"/>
                  </a:lnTo>
                  <a:lnTo>
                    <a:pt x="13279" y="199466"/>
                  </a:lnTo>
                  <a:lnTo>
                    <a:pt x="11814" y="204245"/>
                  </a:lnTo>
                  <a:lnTo>
                    <a:pt x="10432" y="209048"/>
                  </a:lnTo>
                  <a:lnTo>
                    <a:pt x="9135" y="213875"/>
                  </a:lnTo>
                  <a:lnTo>
                    <a:pt x="7923" y="218724"/>
                  </a:lnTo>
                  <a:lnTo>
                    <a:pt x="6795" y="223593"/>
                  </a:lnTo>
                  <a:lnTo>
                    <a:pt x="5753" y="228481"/>
                  </a:lnTo>
                  <a:lnTo>
                    <a:pt x="4797" y="233387"/>
                  </a:lnTo>
                  <a:lnTo>
                    <a:pt x="3927" y="238308"/>
                  </a:lnTo>
                  <a:lnTo>
                    <a:pt x="3143" y="243245"/>
                  </a:lnTo>
                  <a:lnTo>
                    <a:pt x="2445" y="248194"/>
                  </a:lnTo>
                  <a:lnTo>
                    <a:pt x="1835" y="253154"/>
                  </a:lnTo>
                  <a:lnTo>
                    <a:pt x="1311" y="258125"/>
                  </a:lnTo>
                  <a:lnTo>
                    <a:pt x="874" y="263104"/>
                  </a:lnTo>
                  <a:lnTo>
                    <a:pt x="524" y="268089"/>
                  </a:lnTo>
                  <a:lnTo>
                    <a:pt x="262" y="273081"/>
                  </a:lnTo>
                  <a:lnTo>
                    <a:pt x="87" y="278076"/>
                  </a:lnTo>
                  <a:lnTo>
                    <a:pt x="0" y="283073"/>
                  </a:lnTo>
                  <a:lnTo>
                    <a:pt x="0" y="288071"/>
                  </a:lnTo>
                  <a:lnTo>
                    <a:pt x="87" y="293068"/>
                  </a:lnTo>
                  <a:lnTo>
                    <a:pt x="262" y="298063"/>
                  </a:lnTo>
                  <a:lnTo>
                    <a:pt x="524" y="303054"/>
                  </a:lnTo>
                  <a:lnTo>
                    <a:pt x="874" y="308040"/>
                  </a:lnTo>
                  <a:lnTo>
                    <a:pt x="1311" y="313019"/>
                  </a:lnTo>
                  <a:lnTo>
                    <a:pt x="1835" y="317990"/>
                  </a:lnTo>
                  <a:lnTo>
                    <a:pt x="2445" y="322950"/>
                  </a:lnTo>
                  <a:lnTo>
                    <a:pt x="3143" y="327899"/>
                  </a:lnTo>
                  <a:lnTo>
                    <a:pt x="3927" y="332836"/>
                  </a:lnTo>
                  <a:lnTo>
                    <a:pt x="4797" y="337757"/>
                  </a:lnTo>
                  <a:lnTo>
                    <a:pt x="5753" y="342663"/>
                  </a:lnTo>
                  <a:lnTo>
                    <a:pt x="6795" y="347551"/>
                  </a:lnTo>
                  <a:lnTo>
                    <a:pt x="7923" y="352420"/>
                  </a:lnTo>
                  <a:lnTo>
                    <a:pt x="9135" y="357269"/>
                  </a:lnTo>
                  <a:lnTo>
                    <a:pt x="10432" y="362096"/>
                  </a:lnTo>
                  <a:lnTo>
                    <a:pt x="11814" y="366899"/>
                  </a:lnTo>
                  <a:lnTo>
                    <a:pt x="13279" y="371678"/>
                  </a:lnTo>
                  <a:lnTo>
                    <a:pt x="14828" y="376430"/>
                  </a:lnTo>
                  <a:lnTo>
                    <a:pt x="16459" y="381154"/>
                  </a:lnTo>
                  <a:lnTo>
                    <a:pt x="18173" y="385849"/>
                  </a:lnTo>
                  <a:lnTo>
                    <a:pt x="19969" y="390513"/>
                  </a:lnTo>
                  <a:lnTo>
                    <a:pt x="21846" y="395145"/>
                  </a:lnTo>
                  <a:lnTo>
                    <a:pt x="23804" y="399744"/>
                  </a:lnTo>
                  <a:lnTo>
                    <a:pt x="25843" y="404307"/>
                  </a:lnTo>
                  <a:lnTo>
                    <a:pt x="27960" y="408835"/>
                  </a:lnTo>
                  <a:lnTo>
                    <a:pt x="30157" y="413324"/>
                  </a:lnTo>
                  <a:lnTo>
                    <a:pt x="32432" y="417774"/>
                  </a:lnTo>
                  <a:lnTo>
                    <a:pt x="34784" y="422184"/>
                  </a:lnTo>
                  <a:lnTo>
                    <a:pt x="37214" y="426552"/>
                  </a:lnTo>
                  <a:lnTo>
                    <a:pt x="39719" y="430877"/>
                  </a:lnTo>
                  <a:lnTo>
                    <a:pt x="42300" y="435157"/>
                  </a:lnTo>
                  <a:lnTo>
                    <a:pt x="44955" y="439392"/>
                  </a:lnTo>
                  <a:lnTo>
                    <a:pt x="47684" y="443579"/>
                  </a:lnTo>
                  <a:lnTo>
                    <a:pt x="50485" y="447718"/>
                  </a:lnTo>
                  <a:lnTo>
                    <a:pt x="53359" y="451807"/>
                  </a:lnTo>
                  <a:lnTo>
                    <a:pt x="56304" y="455846"/>
                  </a:lnTo>
                  <a:lnTo>
                    <a:pt x="59319" y="459832"/>
                  </a:lnTo>
                  <a:lnTo>
                    <a:pt x="62403" y="463765"/>
                  </a:lnTo>
                  <a:lnTo>
                    <a:pt x="65556" y="467643"/>
                  </a:lnTo>
                  <a:lnTo>
                    <a:pt x="68776" y="471465"/>
                  </a:lnTo>
                  <a:lnTo>
                    <a:pt x="72063" y="475231"/>
                  </a:lnTo>
                  <a:lnTo>
                    <a:pt x="75415" y="478938"/>
                  </a:lnTo>
                  <a:lnTo>
                    <a:pt x="78831" y="482587"/>
                  </a:lnTo>
                  <a:lnTo>
                    <a:pt x="82311" y="486174"/>
                  </a:lnTo>
                  <a:lnTo>
                    <a:pt x="85853" y="489701"/>
                  </a:lnTo>
                  <a:lnTo>
                    <a:pt x="89456" y="493165"/>
                  </a:lnTo>
                  <a:lnTo>
                    <a:pt x="93119" y="496565"/>
                  </a:lnTo>
                  <a:lnTo>
                    <a:pt x="96841" y="499901"/>
                  </a:lnTo>
                  <a:lnTo>
                    <a:pt x="100621" y="503171"/>
                  </a:lnTo>
                  <a:lnTo>
                    <a:pt x="104457" y="506374"/>
                  </a:lnTo>
                  <a:lnTo>
                    <a:pt x="108349" y="509510"/>
                  </a:lnTo>
                  <a:lnTo>
                    <a:pt x="112295" y="512577"/>
                  </a:lnTo>
                  <a:lnTo>
                    <a:pt x="116295" y="515575"/>
                  </a:lnTo>
                  <a:lnTo>
                    <a:pt x="120346" y="518502"/>
                  </a:lnTo>
                  <a:lnTo>
                    <a:pt x="124448" y="521357"/>
                  </a:lnTo>
                  <a:lnTo>
                    <a:pt x="128599" y="524141"/>
                  </a:lnTo>
                  <a:lnTo>
                    <a:pt x="132798" y="526852"/>
                  </a:lnTo>
                  <a:lnTo>
                    <a:pt x="137044" y="529488"/>
                  </a:lnTo>
                  <a:lnTo>
                    <a:pt x="141336" y="532050"/>
                  </a:lnTo>
                  <a:lnTo>
                    <a:pt x="145671" y="534536"/>
                  </a:lnTo>
                  <a:lnTo>
                    <a:pt x="150050" y="536947"/>
                  </a:lnTo>
                  <a:lnTo>
                    <a:pt x="154470" y="539280"/>
                  </a:lnTo>
                  <a:lnTo>
                    <a:pt x="158930" y="541535"/>
                  </a:lnTo>
                  <a:lnTo>
                    <a:pt x="163429" y="543712"/>
                  </a:lnTo>
                  <a:lnTo>
                    <a:pt x="167966" y="545810"/>
                  </a:lnTo>
                  <a:lnTo>
                    <a:pt x="172538" y="547828"/>
                  </a:lnTo>
                  <a:lnTo>
                    <a:pt x="177145" y="549766"/>
                  </a:lnTo>
                  <a:lnTo>
                    <a:pt x="181786" y="551623"/>
                  </a:lnTo>
                  <a:lnTo>
                    <a:pt x="186458" y="553399"/>
                  </a:lnTo>
                  <a:lnTo>
                    <a:pt x="191160" y="555092"/>
                  </a:lnTo>
                  <a:lnTo>
                    <a:pt x="195891" y="556703"/>
                  </a:lnTo>
                  <a:lnTo>
                    <a:pt x="200650" y="558231"/>
                  </a:lnTo>
                  <a:lnTo>
                    <a:pt x="205435" y="559675"/>
                  </a:lnTo>
                  <a:lnTo>
                    <a:pt x="210244" y="561035"/>
                  </a:lnTo>
                  <a:lnTo>
                    <a:pt x="215077" y="562311"/>
                  </a:lnTo>
                  <a:lnTo>
                    <a:pt x="219931" y="563503"/>
                  </a:lnTo>
                  <a:lnTo>
                    <a:pt x="224805" y="564609"/>
                  </a:lnTo>
                  <a:lnTo>
                    <a:pt x="229698" y="565629"/>
                  </a:lnTo>
                  <a:lnTo>
                    <a:pt x="234607" y="566564"/>
                  </a:lnTo>
                  <a:lnTo>
                    <a:pt x="239533" y="567413"/>
                  </a:lnTo>
                  <a:lnTo>
                    <a:pt x="244472" y="568175"/>
                  </a:lnTo>
                  <a:lnTo>
                    <a:pt x="249425" y="568851"/>
                  </a:lnTo>
                  <a:lnTo>
                    <a:pt x="254388" y="569440"/>
                  </a:lnTo>
                  <a:lnTo>
                    <a:pt x="259361" y="569942"/>
                  </a:lnTo>
                  <a:lnTo>
                    <a:pt x="264341" y="570357"/>
                  </a:lnTo>
                  <a:lnTo>
                    <a:pt x="269329" y="570685"/>
                  </a:lnTo>
                  <a:lnTo>
                    <a:pt x="274321" y="570926"/>
                  </a:lnTo>
                  <a:lnTo>
                    <a:pt x="279317" y="571079"/>
                  </a:lnTo>
                  <a:lnTo>
                    <a:pt x="284314" y="571144"/>
                  </a:lnTo>
                  <a:lnTo>
                    <a:pt x="289312" y="571123"/>
                  </a:lnTo>
                  <a:lnTo>
                    <a:pt x="294309" y="571013"/>
                  </a:lnTo>
                  <a:lnTo>
                    <a:pt x="299303" y="570816"/>
                  </a:lnTo>
                  <a:lnTo>
                    <a:pt x="304293" y="570532"/>
                  </a:lnTo>
                  <a:lnTo>
                    <a:pt x="309277" y="570161"/>
                  </a:lnTo>
                  <a:lnTo>
                    <a:pt x="314254" y="569702"/>
                  </a:lnTo>
                  <a:lnTo>
                    <a:pt x="319223" y="569157"/>
                  </a:lnTo>
                  <a:lnTo>
                    <a:pt x="324180" y="568524"/>
                  </a:lnTo>
                  <a:lnTo>
                    <a:pt x="329126" y="567805"/>
                  </a:lnTo>
                  <a:lnTo>
                    <a:pt x="334059" y="566999"/>
                  </a:lnTo>
                  <a:lnTo>
                    <a:pt x="338977" y="566108"/>
                  </a:lnTo>
                  <a:lnTo>
                    <a:pt x="343878" y="565130"/>
                  </a:lnTo>
                  <a:lnTo>
                    <a:pt x="348762" y="564066"/>
                  </a:lnTo>
                  <a:lnTo>
                    <a:pt x="353626" y="562918"/>
                  </a:lnTo>
                  <a:lnTo>
                    <a:pt x="358470" y="561684"/>
                  </a:lnTo>
                  <a:lnTo>
                    <a:pt x="363291" y="560366"/>
                  </a:lnTo>
                  <a:lnTo>
                    <a:pt x="368088" y="558963"/>
                  </a:lnTo>
                  <a:lnTo>
                    <a:pt x="372860" y="557477"/>
                  </a:lnTo>
                  <a:lnTo>
                    <a:pt x="377605" y="555908"/>
                  </a:lnTo>
                  <a:lnTo>
                    <a:pt x="382322" y="554256"/>
                  </a:lnTo>
                  <a:lnTo>
                    <a:pt x="387010" y="552521"/>
                  </a:lnTo>
                  <a:lnTo>
                    <a:pt x="391666" y="550705"/>
                  </a:lnTo>
                  <a:lnTo>
                    <a:pt x="396290" y="548807"/>
                  </a:lnTo>
                  <a:lnTo>
                    <a:pt x="400880" y="546829"/>
                  </a:lnTo>
                  <a:lnTo>
                    <a:pt x="405435" y="544771"/>
                  </a:lnTo>
                  <a:lnTo>
                    <a:pt x="409952" y="542633"/>
                  </a:lnTo>
                  <a:lnTo>
                    <a:pt x="414432" y="540417"/>
                  </a:lnTo>
                  <a:lnTo>
                    <a:pt x="418873" y="538123"/>
                  </a:lnTo>
                  <a:lnTo>
                    <a:pt x="423272" y="535751"/>
                  </a:lnTo>
                  <a:lnTo>
                    <a:pt x="427629" y="533303"/>
                  </a:lnTo>
                  <a:lnTo>
                    <a:pt x="431943" y="530779"/>
                  </a:lnTo>
                  <a:lnTo>
                    <a:pt x="436212" y="528179"/>
                  </a:lnTo>
                  <a:lnTo>
                    <a:pt x="440435" y="525506"/>
                  </a:lnTo>
                  <a:lnTo>
                    <a:pt x="444610" y="522758"/>
                  </a:lnTo>
                  <a:lnTo>
                    <a:pt x="448737" y="519939"/>
                  </a:lnTo>
                  <a:lnTo>
                    <a:pt x="452813" y="517047"/>
                  </a:lnTo>
                  <a:lnTo>
                    <a:pt x="456839" y="514084"/>
                  </a:lnTo>
                  <a:lnTo>
                    <a:pt x="460812" y="511052"/>
                  </a:lnTo>
                  <a:lnTo>
                    <a:pt x="464731" y="507950"/>
                  </a:lnTo>
                  <a:lnTo>
                    <a:pt x="468596" y="504781"/>
                  </a:lnTo>
                  <a:lnTo>
                    <a:pt x="472404" y="501544"/>
                  </a:lnTo>
                  <a:lnTo>
                    <a:pt x="476155" y="498241"/>
                  </a:lnTo>
                  <a:lnTo>
                    <a:pt x="479848" y="494873"/>
                  </a:lnTo>
                  <a:lnTo>
                    <a:pt x="483481" y="491441"/>
                  </a:lnTo>
                  <a:lnTo>
                    <a:pt x="487054" y="487945"/>
                  </a:lnTo>
                  <a:lnTo>
                    <a:pt x="490565" y="484388"/>
                  </a:lnTo>
                  <a:lnTo>
                    <a:pt x="494013" y="480770"/>
                  </a:lnTo>
                  <a:lnTo>
                    <a:pt x="497397" y="477092"/>
                  </a:lnTo>
                  <a:lnTo>
                    <a:pt x="500716" y="473355"/>
                  </a:lnTo>
                  <a:lnTo>
                    <a:pt x="503970" y="469561"/>
                  </a:lnTo>
                  <a:lnTo>
                    <a:pt x="507156" y="465711"/>
                  </a:lnTo>
                  <a:lnTo>
                    <a:pt x="510275" y="461805"/>
                  </a:lnTo>
                  <a:lnTo>
                    <a:pt x="513325" y="457845"/>
                  </a:lnTo>
                  <a:lnTo>
                    <a:pt x="516305" y="453833"/>
                  </a:lnTo>
                  <a:lnTo>
                    <a:pt x="519214" y="449769"/>
                  </a:lnTo>
                  <a:lnTo>
                    <a:pt x="522052" y="445655"/>
                  </a:lnTo>
                  <a:lnTo>
                    <a:pt x="524817" y="441491"/>
                  </a:lnTo>
                  <a:lnTo>
                    <a:pt x="527509" y="437280"/>
                  </a:lnTo>
                  <a:lnTo>
                    <a:pt x="530127" y="433023"/>
                  </a:lnTo>
                  <a:lnTo>
                    <a:pt x="532671" y="428720"/>
                  </a:lnTo>
                  <a:lnTo>
                    <a:pt x="535138" y="424374"/>
                  </a:lnTo>
                  <a:lnTo>
                    <a:pt x="537529" y="419984"/>
                  </a:lnTo>
                  <a:lnTo>
                    <a:pt x="539843" y="415554"/>
                  </a:lnTo>
                  <a:lnTo>
                    <a:pt x="542079" y="411084"/>
                  </a:lnTo>
                  <a:lnTo>
                    <a:pt x="544236" y="406576"/>
                  </a:lnTo>
                  <a:lnTo>
                    <a:pt x="546314" y="402030"/>
                  </a:lnTo>
                  <a:lnTo>
                    <a:pt x="548312" y="397449"/>
                  </a:lnTo>
                  <a:lnTo>
                    <a:pt x="550230" y="392833"/>
                  </a:lnTo>
                  <a:lnTo>
                    <a:pt x="552067" y="388185"/>
                  </a:lnTo>
                  <a:lnTo>
                    <a:pt x="553822" y="383505"/>
                  </a:lnTo>
                  <a:lnTo>
                    <a:pt x="555494" y="378795"/>
                  </a:lnTo>
                  <a:lnTo>
                    <a:pt x="557085" y="374057"/>
                  </a:lnTo>
                  <a:lnTo>
                    <a:pt x="558592" y="369292"/>
                  </a:lnTo>
                  <a:lnTo>
                    <a:pt x="560015" y="364501"/>
                  </a:lnTo>
                  <a:lnTo>
                    <a:pt x="561354" y="359685"/>
                  </a:lnTo>
                  <a:lnTo>
                    <a:pt x="562609" y="354847"/>
                  </a:lnTo>
                  <a:lnTo>
                    <a:pt x="563779" y="349988"/>
                  </a:lnTo>
                  <a:lnTo>
                    <a:pt x="564864" y="345109"/>
                  </a:lnTo>
                  <a:lnTo>
                    <a:pt x="565863" y="340212"/>
                  </a:lnTo>
                  <a:lnTo>
                    <a:pt x="566776" y="335298"/>
                  </a:lnTo>
                  <a:lnTo>
                    <a:pt x="567603" y="330369"/>
                  </a:lnTo>
                  <a:lnTo>
                    <a:pt x="568344" y="325426"/>
                  </a:lnTo>
                  <a:lnTo>
                    <a:pt x="568998" y="320471"/>
                  </a:lnTo>
                  <a:lnTo>
                    <a:pt x="569566" y="315506"/>
                  </a:lnTo>
                  <a:lnTo>
                    <a:pt x="570046" y="310531"/>
                  </a:lnTo>
                  <a:lnTo>
                    <a:pt x="570439" y="305548"/>
                  </a:lnTo>
                  <a:lnTo>
                    <a:pt x="570745" y="300559"/>
                  </a:lnTo>
                  <a:lnTo>
                    <a:pt x="570964" y="295566"/>
                  </a:lnTo>
                  <a:lnTo>
                    <a:pt x="571095" y="290570"/>
                  </a:lnTo>
                  <a:lnTo>
                    <a:pt x="571139" y="28557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601" name="pl601"/>
            <p:cNvSpPr/>
            <p:nvPr/>
          </p:nvSpPr>
          <p:spPr>
            <a:xfrm>
              <a:off x="7429600" y="5545850"/>
              <a:ext cx="1038435" cy="1038445"/>
            </a:xfrm>
            <a:custGeom>
              <a:avLst/>
              <a:pathLst>
                <a:path w="1038435" h="1038445">
                  <a:moveTo>
                    <a:pt x="1038435" y="519222"/>
                  </a:moveTo>
                  <a:lnTo>
                    <a:pt x="1038355" y="510135"/>
                  </a:lnTo>
                  <a:lnTo>
                    <a:pt x="1038117" y="501051"/>
                  </a:lnTo>
                  <a:lnTo>
                    <a:pt x="1037719" y="491972"/>
                  </a:lnTo>
                  <a:lnTo>
                    <a:pt x="1037163" y="482902"/>
                  </a:lnTo>
                  <a:lnTo>
                    <a:pt x="1036448" y="473843"/>
                  </a:lnTo>
                  <a:lnTo>
                    <a:pt x="1035575" y="464797"/>
                  </a:lnTo>
                  <a:lnTo>
                    <a:pt x="1034543" y="455769"/>
                  </a:lnTo>
                  <a:lnTo>
                    <a:pt x="1033354" y="446760"/>
                  </a:lnTo>
                  <a:lnTo>
                    <a:pt x="1032007" y="437773"/>
                  </a:lnTo>
                  <a:lnTo>
                    <a:pt x="1030503" y="428811"/>
                  </a:lnTo>
                  <a:lnTo>
                    <a:pt x="1028842" y="419876"/>
                  </a:lnTo>
                  <a:lnTo>
                    <a:pt x="1027025" y="410972"/>
                  </a:lnTo>
                  <a:lnTo>
                    <a:pt x="1025053" y="402102"/>
                  </a:lnTo>
                  <a:lnTo>
                    <a:pt x="1022926" y="393267"/>
                  </a:lnTo>
                  <a:lnTo>
                    <a:pt x="1020644" y="384470"/>
                  </a:lnTo>
                  <a:lnTo>
                    <a:pt x="1018209" y="375715"/>
                  </a:lnTo>
                  <a:lnTo>
                    <a:pt x="1015621" y="367004"/>
                  </a:lnTo>
                  <a:lnTo>
                    <a:pt x="1012881" y="358340"/>
                  </a:lnTo>
                  <a:lnTo>
                    <a:pt x="1009990" y="349725"/>
                  </a:lnTo>
                  <a:lnTo>
                    <a:pt x="1006949" y="341161"/>
                  </a:lnTo>
                  <a:lnTo>
                    <a:pt x="1003758" y="332653"/>
                  </a:lnTo>
                  <a:lnTo>
                    <a:pt x="1000418" y="324201"/>
                  </a:lnTo>
                  <a:lnTo>
                    <a:pt x="996932" y="315809"/>
                  </a:lnTo>
                  <a:lnTo>
                    <a:pt x="993298" y="307480"/>
                  </a:lnTo>
                  <a:lnTo>
                    <a:pt x="989520" y="299215"/>
                  </a:lnTo>
                  <a:lnTo>
                    <a:pt x="985598" y="291018"/>
                  </a:lnTo>
                  <a:lnTo>
                    <a:pt x="981533" y="282891"/>
                  </a:lnTo>
                  <a:lnTo>
                    <a:pt x="977326" y="274836"/>
                  </a:lnTo>
                  <a:lnTo>
                    <a:pt x="972979" y="266856"/>
                  </a:lnTo>
                  <a:lnTo>
                    <a:pt x="968492" y="258953"/>
                  </a:lnTo>
                  <a:lnTo>
                    <a:pt x="963869" y="251130"/>
                  </a:lnTo>
                  <a:lnTo>
                    <a:pt x="959109" y="243389"/>
                  </a:lnTo>
                  <a:lnTo>
                    <a:pt x="954214" y="235732"/>
                  </a:lnTo>
                  <a:lnTo>
                    <a:pt x="949186" y="228163"/>
                  </a:lnTo>
                  <a:lnTo>
                    <a:pt x="944026" y="220682"/>
                  </a:lnTo>
                  <a:lnTo>
                    <a:pt x="938736" y="213293"/>
                  </a:lnTo>
                  <a:lnTo>
                    <a:pt x="933318" y="205998"/>
                  </a:lnTo>
                  <a:lnTo>
                    <a:pt x="927773" y="198798"/>
                  </a:lnTo>
                  <a:lnTo>
                    <a:pt x="922103" y="191697"/>
                  </a:lnTo>
                  <a:lnTo>
                    <a:pt x="916309" y="184696"/>
                  </a:lnTo>
                  <a:lnTo>
                    <a:pt x="910393" y="177798"/>
                  </a:lnTo>
                  <a:lnTo>
                    <a:pt x="904358" y="171004"/>
                  </a:lnTo>
                  <a:lnTo>
                    <a:pt x="898205" y="164317"/>
                  </a:lnTo>
                  <a:lnTo>
                    <a:pt x="891936" y="157738"/>
                  </a:lnTo>
                  <a:lnTo>
                    <a:pt x="885552" y="151270"/>
                  </a:lnTo>
                  <a:lnTo>
                    <a:pt x="879057" y="144915"/>
                  </a:lnTo>
                  <a:lnTo>
                    <a:pt x="872451" y="138675"/>
                  </a:lnTo>
                  <a:lnTo>
                    <a:pt x="865737" y="132551"/>
                  </a:lnTo>
                  <a:lnTo>
                    <a:pt x="858917" y="126546"/>
                  </a:lnTo>
                  <a:lnTo>
                    <a:pt x="851992" y="120661"/>
                  </a:lnTo>
                  <a:lnTo>
                    <a:pt x="844966" y="114898"/>
                  </a:lnTo>
                  <a:lnTo>
                    <a:pt x="837840" y="109258"/>
                  </a:lnTo>
                  <a:lnTo>
                    <a:pt x="830617" y="103745"/>
                  </a:lnTo>
                  <a:lnTo>
                    <a:pt x="823298" y="98358"/>
                  </a:lnTo>
                  <a:lnTo>
                    <a:pt x="815886" y="93101"/>
                  </a:lnTo>
                  <a:lnTo>
                    <a:pt x="808383" y="87974"/>
                  </a:lnTo>
                  <a:lnTo>
                    <a:pt x="800791" y="82979"/>
                  </a:lnTo>
                  <a:lnTo>
                    <a:pt x="793113" y="78118"/>
                  </a:lnTo>
                  <a:lnTo>
                    <a:pt x="785351" y="73392"/>
                  </a:lnTo>
                  <a:lnTo>
                    <a:pt x="777508" y="68802"/>
                  </a:lnTo>
                  <a:lnTo>
                    <a:pt x="769586" y="64351"/>
                  </a:lnTo>
                  <a:lnTo>
                    <a:pt x="761587" y="60039"/>
                  </a:lnTo>
                  <a:lnTo>
                    <a:pt x="753514" y="55867"/>
                  </a:lnTo>
                  <a:lnTo>
                    <a:pt x="745368" y="51838"/>
                  </a:lnTo>
                  <a:lnTo>
                    <a:pt x="737154" y="47951"/>
                  </a:lnTo>
                  <a:lnTo>
                    <a:pt x="728873" y="44209"/>
                  </a:lnTo>
                  <a:lnTo>
                    <a:pt x="720528" y="40612"/>
                  </a:lnTo>
                  <a:lnTo>
                    <a:pt x="712121" y="37162"/>
                  </a:lnTo>
                  <a:lnTo>
                    <a:pt x="703655" y="33860"/>
                  </a:lnTo>
                  <a:lnTo>
                    <a:pt x="695132" y="30706"/>
                  </a:lnTo>
                  <a:lnTo>
                    <a:pt x="686556" y="27702"/>
                  </a:lnTo>
                  <a:lnTo>
                    <a:pt x="677928" y="24849"/>
                  </a:lnTo>
                  <a:lnTo>
                    <a:pt x="669251" y="22147"/>
                  </a:lnTo>
                  <a:lnTo>
                    <a:pt x="660529" y="19597"/>
                  </a:lnTo>
                  <a:lnTo>
                    <a:pt x="651764" y="17200"/>
                  </a:lnTo>
                  <a:lnTo>
                    <a:pt x="642957" y="14957"/>
                  </a:lnTo>
                  <a:lnTo>
                    <a:pt x="634113" y="12869"/>
                  </a:lnTo>
                  <a:lnTo>
                    <a:pt x="625234" y="10935"/>
                  </a:lnTo>
                  <a:lnTo>
                    <a:pt x="616322" y="9157"/>
                  </a:lnTo>
                  <a:lnTo>
                    <a:pt x="607381" y="7536"/>
                  </a:lnTo>
                  <a:lnTo>
                    <a:pt x="598412" y="6071"/>
                  </a:lnTo>
                  <a:lnTo>
                    <a:pt x="589419" y="4764"/>
                  </a:lnTo>
                  <a:lnTo>
                    <a:pt x="580405" y="3614"/>
                  </a:lnTo>
                  <a:lnTo>
                    <a:pt x="571372" y="2622"/>
                  </a:lnTo>
                  <a:lnTo>
                    <a:pt x="562323" y="1788"/>
                  </a:lnTo>
                  <a:lnTo>
                    <a:pt x="553261" y="1112"/>
                  </a:lnTo>
                  <a:lnTo>
                    <a:pt x="544188" y="596"/>
                  </a:lnTo>
                  <a:lnTo>
                    <a:pt x="535108" y="238"/>
                  </a:lnTo>
                  <a:lnTo>
                    <a:pt x="526023" y="39"/>
                  </a:lnTo>
                  <a:lnTo>
                    <a:pt x="516935" y="0"/>
                  </a:lnTo>
                  <a:lnTo>
                    <a:pt x="507849" y="119"/>
                  </a:lnTo>
                  <a:lnTo>
                    <a:pt x="498766" y="397"/>
                  </a:lnTo>
                  <a:lnTo>
                    <a:pt x="489689" y="834"/>
                  </a:lnTo>
                  <a:lnTo>
                    <a:pt x="480621" y="1430"/>
                  </a:lnTo>
                  <a:lnTo>
                    <a:pt x="471565" y="2185"/>
                  </a:lnTo>
                  <a:lnTo>
                    <a:pt x="462524" y="3098"/>
                  </a:lnTo>
                  <a:lnTo>
                    <a:pt x="453500" y="4169"/>
                  </a:lnTo>
                  <a:lnTo>
                    <a:pt x="444496" y="5398"/>
                  </a:lnTo>
                  <a:lnTo>
                    <a:pt x="435515" y="6784"/>
                  </a:lnTo>
                  <a:lnTo>
                    <a:pt x="426559" y="8327"/>
                  </a:lnTo>
                  <a:lnTo>
                    <a:pt x="417632" y="10027"/>
                  </a:lnTo>
                  <a:lnTo>
                    <a:pt x="408737" y="11882"/>
                  </a:lnTo>
                  <a:lnTo>
                    <a:pt x="399874" y="13894"/>
                  </a:lnTo>
                  <a:lnTo>
                    <a:pt x="391049" y="16059"/>
                  </a:lnTo>
                  <a:lnTo>
                    <a:pt x="382263" y="18379"/>
                  </a:lnTo>
                  <a:lnTo>
                    <a:pt x="373518" y="20853"/>
                  </a:lnTo>
                  <a:lnTo>
                    <a:pt x="364819" y="23479"/>
                  </a:lnTo>
                  <a:lnTo>
                    <a:pt x="356166" y="26257"/>
                  </a:lnTo>
                  <a:lnTo>
                    <a:pt x="347564" y="29185"/>
                  </a:lnTo>
                  <a:lnTo>
                    <a:pt x="339014" y="32264"/>
                  </a:lnTo>
                  <a:lnTo>
                    <a:pt x="330520" y="35493"/>
                  </a:lnTo>
                  <a:lnTo>
                    <a:pt x="322083" y="38869"/>
                  </a:lnTo>
                  <a:lnTo>
                    <a:pt x="313706" y="42392"/>
                  </a:lnTo>
                  <a:lnTo>
                    <a:pt x="305393" y="46062"/>
                  </a:lnTo>
                  <a:lnTo>
                    <a:pt x="297145" y="49876"/>
                  </a:lnTo>
                  <a:lnTo>
                    <a:pt x="288965" y="53834"/>
                  </a:lnTo>
                  <a:lnTo>
                    <a:pt x="280855" y="57935"/>
                  </a:lnTo>
                  <a:lnTo>
                    <a:pt x="272819" y="62177"/>
                  </a:lnTo>
                  <a:lnTo>
                    <a:pt x="264858" y="66559"/>
                  </a:lnTo>
                  <a:lnTo>
                    <a:pt x="256975" y="71080"/>
                  </a:lnTo>
                  <a:lnTo>
                    <a:pt x="249172" y="75738"/>
                  </a:lnTo>
                  <a:lnTo>
                    <a:pt x="241452" y="80532"/>
                  </a:lnTo>
                  <a:lnTo>
                    <a:pt x="233817" y="85460"/>
                  </a:lnTo>
                  <a:lnTo>
                    <a:pt x="226269" y="90521"/>
                  </a:lnTo>
                  <a:lnTo>
                    <a:pt x="218811" y="95713"/>
                  </a:lnTo>
                  <a:lnTo>
                    <a:pt x="211445" y="101036"/>
                  </a:lnTo>
                  <a:lnTo>
                    <a:pt x="204174" y="106486"/>
                  </a:lnTo>
                  <a:lnTo>
                    <a:pt x="196999" y="112062"/>
                  </a:lnTo>
                  <a:lnTo>
                    <a:pt x="189922" y="117764"/>
                  </a:lnTo>
                  <a:lnTo>
                    <a:pt x="182947" y="123588"/>
                  </a:lnTo>
                  <a:lnTo>
                    <a:pt x="176074" y="129533"/>
                  </a:lnTo>
                  <a:lnTo>
                    <a:pt x="169307" y="135598"/>
                  </a:lnTo>
                  <a:lnTo>
                    <a:pt x="162647" y="141781"/>
                  </a:lnTo>
                  <a:lnTo>
                    <a:pt x="156096" y="148079"/>
                  </a:lnTo>
                  <a:lnTo>
                    <a:pt x="149656" y="154490"/>
                  </a:lnTo>
                  <a:lnTo>
                    <a:pt x="143330" y="161014"/>
                  </a:lnTo>
                  <a:lnTo>
                    <a:pt x="137118" y="167647"/>
                  </a:lnTo>
                  <a:lnTo>
                    <a:pt x="131024" y="174388"/>
                  </a:lnTo>
                  <a:lnTo>
                    <a:pt x="125048" y="181234"/>
                  </a:lnTo>
                  <a:lnTo>
                    <a:pt x="119193" y="188184"/>
                  </a:lnTo>
                  <a:lnTo>
                    <a:pt x="113461" y="195235"/>
                  </a:lnTo>
                  <a:lnTo>
                    <a:pt x="107853" y="202386"/>
                  </a:lnTo>
                  <a:lnTo>
                    <a:pt x="102371" y="209634"/>
                  </a:lnTo>
                  <a:lnTo>
                    <a:pt x="97017" y="216976"/>
                  </a:lnTo>
                  <a:lnTo>
                    <a:pt x="91792" y="224411"/>
                  </a:lnTo>
                  <a:lnTo>
                    <a:pt x="86698" y="231936"/>
                  </a:lnTo>
                  <a:lnTo>
                    <a:pt x="81736" y="239550"/>
                  </a:lnTo>
                  <a:lnTo>
                    <a:pt x="76909" y="247249"/>
                  </a:lnTo>
                  <a:lnTo>
                    <a:pt x="72217" y="255031"/>
                  </a:lnTo>
                  <a:lnTo>
                    <a:pt x="67662" y="262894"/>
                  </a:lnTo>
                  <a:lnTo>
                    <a:pt x="63245" y="270836"/>
                  </a:lnTo>
                  <a:lnTo>
                    <a:pt x="58968" y="278854"/>
                  </a:lnTo>
                  <a:lnTo>
                    <a:pt x="54831" y="286945"/>
                  </a:lnTo>
                  <a:lnTo>
                    <a:pt x="50838" y="295108"/>
                  </a:lnTo>
                  <a:lnTo>
                    <a:pt x="46987" y="303339"/>
                  </a:lnTo>
                  <a:lnTo>
                    <a:pt x="43281" y="311637"/>
                  </a:lnTo>
                  <a:lnTo>
                    <a:pt x="39721" y="319998"/>
                  </a:lnTo>
                  <a:lnTo>
                    <a:pt x="36308" y="328420"/>
                  </a:lnTo>
                  <a:lnTo>
                    <a:pt x="33043" y="336900"/>
                  </a:lnTo>
                  <a:lnTo>
                    <a:pt x="29926" y="345436"/>
                  </a:lnTo>
                  <a:lnTo>
                    <a:pt x="26960" y="354026"/>
                  </a:lnTo>
                  <a:lnTo>
                    <a:pt x="24144" y="362666"/>
                  </a:lnTo>
                  <a:lnTo>
                    <a:pt x="21480" y="371354"/>
                  </a:lnTo>
                  <a:lnTo>
                    <a:pt x="18968" y="380088"/>
                  </a:lnTo>
                  <a:lnTo>
                    <a:pt x="16610" y="388864"/>
                  </a:lnTo>
                  <a:lnTo>
                    <a:pt x="14406" y="397680"/>
                  </a:lnTo>
                  <a:lnTo>
                    <a:pt x="12356" y="406533"/>
                  </a:lnTo>
                  <a:lnTo>
                    <a:pt x="10461" y="415420"/>
                  </a:lnTo>
                  <a:lnTo>
                    <a:pt x="8723" y="424340"/>
                  </a:lnTo>
                  <a:lnTo>
                    <a:pt x="7140" y="433288"/>
                  </a:lnTo>
                  <a:lnTo>
                    <a:pt x="5715" y="442263"/>
                  </a:lnTo>
                  <a:lnTo>
                    <a:pt x="4446" y="451262"/>
                  </a:lnTo>
                  <a:lnTo>
                    <a:pt x="3336" y="460281"/>
                  </a:lnTo>
                  <a:lnTo>
                    <a:pt x="2383" y="469318"/>
                  </a:lnTo>
                  <a:lnTo>
                    <a:pt x="1589" y="478371"/>
                  </a:lnTo>
                  <a:lnTo>
                    <a:pt x="953" y="487436"/>
                  </a:lnTo>
                  <a:lnTo>
                    <a:pt x="477" y="496511"/>
                  </a:lnTo>
                  <a:lnTo>
                    <a:pt x="159" y="505592"/>
                  </a:lnTo>
                  <a:lnTo>
                    <a:pt x="0" y="514678"/>
                  </a:lnTo>
                  <a:lnTo>
                    <a:pt x="0" y="523766"/>
                  </a:lnTo>
                  <a:lnTo>
                    <a:pt x="159" y="532852"/>
                  </a:lnTo>
                  <a:lnTo>
                    <a:pt x="477" y="541934"/>
                  </a:lnTo>
                  <a:lnTo>
                    <a:pt x="953" y="551008"/>
                  </a:lnTo>
                  <a:lnTo>
                    <a:pt x="1589" y="560073"/>
                  </a:lnTo>
                  <a:lnTo>
                    <a:pt x="2383" y="569126"/>
                  </a:lnTo>
                  <a:lnTo>
                    <a:pt x="3336" y="578163"/>
                  </a:lnTo>
                  <a:lnTo>
                    <a:pt x="4446" y="587183"/>
                  </a:lnTo>
                  <a:lnTo>
                    <a:pt x="5715" y="596181"/>
                  </a:lnTo>
                  <a:lnTo>
                    <a:pt x="7140" y="605156"/>
                  </a:lnTo>
                  <a:lnTo>
                    <a:pt x="8723" y="614104"/>
                  </a:lnTo>
                  <a:lnTo>
                    <a:pt x="10461" y="623024"/>
                  </a:lnTo>
                  <a:lnTo>
                    <a:pt x="12356" y="631912"/>
                  </a:lnTo>
                  <a:lnTo>
                    <a:pt x="14406" y="640765"/>
                  </a:lnTo>
                  <a:lnTo>
                    <a:pt x="16610" y="649581"/>
                  </a:lnTo>
                  <a:lnTo>
                    <a:pt x="18968" y="658357"/>
                  </a:lnTo>
                  <a:lnTo>
                    <a:pt x="21480" y="667090"/>
                  </a:lnTo>
                  <a:lnTo>
                    <a:pt x="24144" y="675778"/>
                  </a:lnTo>
                  <a:lnTo>
                    <a:pt x="26960" y="684418"/>
                  </a:lnTo>
                  <a:lnTo>
                    <a:pt x="29926" y="693008"/>
                  </a:lnTo>
                  <a:lnTo>
                    <a:pt x="33043" y="701544"/>
                  </a:lnTo>
                  <a:lnTo>
                    <a:pt x="36308" y="710025"/>
                  </a:lnTo>
                  <a:lnTo>
                    <a:pt x="39721" y="718447"/>
                  </a:lnTo>
                  <a:lnTo>
                    <a:pt x="43281" y="726808"/>
                  </a:lnTo>
                  <a:lnTo>
                    <a:pt x="46987" y="735105"/>
                  </a:lnTo>
                  <a:lnTo>
                    <a:pt x="50838" y="743336"/>
                  </a:lnTo>
                  <a:lnTo>
                    <a:pt x="54831" y="751499"/>
                  </a:lnTo>
                  <a:lnTo>
                    <a:pt x="58968" y="759590"/>
                  </a:lnTo>
                  <a:lnTo>
                    <a:pt x="63245" y="767608"/>
                  </a:lnTo>
                  <a:lnTo>
                    <a:pt x="67662" y="775550"/>
                  </a:lnTo>
                  <a:lnTo>
                    <a:pt x="72217" y="783413"/>
                  </a:lnTo>
                  <a:lnTo>
                    <a:pt x="76909" y="791195"/>
                  </a:lnTo>
                  <a:lnTo>
                    <a:pt x="81736" y="798894"/>
                  </a:lnTo>
                  <a:lnTo>
                    <a:pt x="86698" y="806508"/>
                  </a:lnTo>
                  <a:lnTo>
                    <a:pt x="91792" y="814033"/>
                  </a:lnTo>
                  <a:lnTo>
                    <a:pt x="97017" y="821468"/>
                  </a:lnTo>
                  <a:lnTo>
                    <a:pt x="102371" y="828811"/>
                  </a:lnTo>
                  <a:lnTo>
                    <a:pt x="107853" y="836058"/>
                  </a:lnTo>
                  <a:lnTo>
                    <a:pt x="113461" y="843209"/>
                  </a:lnTo>
                  <a:lnTo>
                    <a:pt x="119193" y="850260"/>
                  </a:lnTo>
                  <a:lnTo>
                    <a:pt x="125048" y="857210"/>
                  </a:lnTo>
                  <a:lnTo>
                    <a:pt x="131024" y="864057"/>
                  </a:lnTo>
                  <a:lnTo>
                    <a:pt x="137118" y="870797"/>
                  </a:lnTo>
                  <a:lnTo>
                    <a:pt x="143330" y="877431"/>
                  </a:lnTo>
                  <a:lnTo>
                    <a:pt x="149656" y="883954"/>
                  </a:lnTo>
                  <a:lnTo>
                    <a:pt x="156096" y="890366"/>
                  </a:lnTo>
                  <a:lnTo>
                    <a:pt x="162647" y="896664"/>
                  </a:lnTo>
                  <a:lnTo>
                    <a:pt x="169307" y="902846"/>
                  </a:lnTo>
                  <a:lnTo>
                    <a:pt x="176074" y="908911"/>
                  </a:lnTo>
                  <a:lnTo>
                    <a:pt x="182947" y="914856"/>
                  </a:lnTo>
                  <a:lnTo>
                    <a:pt x="189922" y="920681"/>
                  </a:lnTo>
                  <a:lnTo>
                    <a:pt x="196999" y="926382"/>
                  </a:lnTo>
                  <a:lnTo>
                    <a:pt x="204174" y="931958"/>
                  </a:lnTo>
                  <a:lnTo>
                    <a:pt x="211445" y="937409"/>
                  </a:lnTo>
                  <a:lnTo>
                    <a:pt x="218811" y="942731"/>
                  </a:lnTo>
                  <a:lnTo>
                    <a:pt x="226269" y="947923"/>
                  </a:lnTo>
                  <a:lnTo>
                    <a:pt x="233817" y="952984"/>
                  </a:lnTo>
                  <a:lnTo>
                    <a:pt x="241452" y="957912"/>
                  </a:lnTo>
                  <a:lnTo>
                    <a:pt x="249172" y="962706"/>
                  </a:lnTo>
                  <a:lnTo>
                    <a:pt x="256975" y="967364"/>
                  </a:lnTo>
                  <a:lnTo>
                    <a:pt x="264858" y="971885"/>
                  </a:lnTo>
                  <a:lnTo>
                    <a:pt x="272819" y="976267"/>
                  </a:lnTo>
                  <a:lnTo>
                    <a:pt x="280855" y="980509"/>
                  </a:lnTo>
                  <a:lnTo>
                    <a:pt x="288965" y="984610"/>
                  </a:lnTo>
                  <a:lnTo>
                    <a:pt x="297145" y="988568"/>
                  </a:lnTo>
                  <a:lnTo>
                    <a:pt x="305393" y="992382"/>
                  </a:lnTo>
                  <a:lnTo>
                    <a:pt x="313706" y="996052"/>
                  </a:lnTo>
                  <a:lnTo>
                    <a:pt x="322083" y="999575"/>
                  </a:lnTo>
                  <a:lnTo>
                    <a:pt x="330520" y="1002952"/>
                  </a:lnTo>
                  <a:lnTo>
                    <a:pt x="339014" y="1006180"/>
                  </a:lnTo>
                  <a:lnTo>
                    <a:pt x="347564" y="1009259"/>
                  </a:lnTo>
                  <a:lnTo>
                    <a:pt x="356166" y="1012188"/>
                  </a:lnTo>
                  <a:lnTo>
                    <a:pt x="364819" y="1014966"/>
                  </a:lnTo>
                  <a:lnTo>
                    <a:pt x="373518" y="1017592"/>
                  </a:lnTo>
                  <a:lnTo>
                    <a:pt x="382263" y="1020065"/>
                  </a:lnTo>
                  <a:lnTo>
                    <a:pt x="391049" y="1022385"/>
                  </a:lnTo>
                  <a:lnTo>
                    <a:pt x="399874" y="1024551"/>
                  </a:lnTo>
                  <a:lnTo>
                    <a:pt x="408737" y="1026562"/>
                  </a:lnTo>
                  <a:lnTo>
                    <a:pt x="417632" y="1028417"/>
                  </a:lnTo>
                  <a:lnTo>
                    <a:pt x="426559" y="1030117"/>
                  </a:lnTo>
                  <a:lnTo>
                    <a:pt x="435515" y="1031660"/>
                  </a:lnTo>
                  <a:lnTo>
                    <a:pt x="444496" y="1033046"/>
                  </a:lnTo>
                  <a:lnTo>
                    <a:pt x="453500" y="1034275"/>
                  </a:lnTo>
                  <a:lnTo>
                    <a:pt x="462524" y="1035346"/>
                  </a:lnTo>
                  <a:lnTo>
                    <a:pt x="471565" y="1036259"/>
                  </a:lnTo>
                  <a:lnTo>
                    <a:pt x="480621" y="1037014"/>
                  </a:lnTo>
                  <a:lnTo>
                    <a:pt x="489689" y="1037610"/>
                  </a:lnTo>
                  <a:lnTo>
                    <a:pt x="498766" y="1038047"/>
                  </a:lnTo>
                  <a:lnTo>
                    <a:pt x="507849" y="1038325"/>
                  </a:lnTo>
                  <a:lnTo>
                    <a:pt x="516935" y="1038445"/>
                  </a:lnTo>
                  <a:lnTo>
                    <a:pt x="526023" y="1038405"/>
                  </a:lnTo>
                  <a:lnTo>
                    <a:pt x="535108" y="1038206"/>
                  </a:lnTo>
                  <a:lnTo>
                    <a:pt x="544188" y="1037848"/>
                  </a:lnTo>
                  <a:lnTo>
                    <a:pt x="553261" y="1037332"/>
                  </a:lnTo>
                  <a:lnTo>
                    <a:pt x="562323" y="1036656"/>
                  </a:lnTo>
                  <a:lnTo>
                    <a:pt x="571372" y="1035823"/>
                  </a:lnTo>
                  <a:lnTo>
                    <a:pt x="580405" y="1034831"/>
                  </a:lnTo>
                  <a:lnTo>
                    <a:pt x="589419" y="1033681"/>
                  </a:lnTo>
                  <a:lnTo>
                    <a:pt x="598412" y="1032373"/>
                  </a:lnTo>
                  <a:lnTo>
                    <a:pt x="607381" y="1030908"/>
                  </a:lnTo>
                  <a:lnTo>
                    <a:pt x="616322" y="1029287"/>
                  </a:lnTo>
                  <a:lnTo>
                    <a:pt x="625234" y="1027509"/>
                  </a:lnTo>
                  <a:lnTo>
                    <a:pt x="634113" y="1025576"/>
                  </a:lnTo>
                  <a:lnTo>
                    <a:pt x="642957" y="1023487"/>
                  </a:lnTo>
                  <a:lnTo>
                    <a:pt x="651764" y="1021244"/>
                  </a:lnTo>
                  <a:lnTo>
                    <a:pt x="660529" y="1018847"/>
                  </a:lnTo>
                  <a:lnTo>
                    <a:pt x="669251" y="1016298"/>
                  </a:lnTo>
                  <a:lnTo>
                    <a:pt x="677928" y="1013596"/>
                  </a:lnTo>
                  <a:lnTo>
                    <a:pt x="686556" y="1010742"/>
                  </a:lnTo>
                  <a:lnTo>
                    <a:pt x="695132" y="1007738"/>
                  </a:lnTo>
                  <a:lnTo>
                    <a:pt x="703655" y="1004584"/>
                  </a:lnTo>
                  <a:lnTo>
                    <a:pt x="712121" y="1001282"/>
                  </a:lnTo>
                  <a:lnTo>
                    <a:pt x="720528" y="997832"/>
                  </a:lnTo>
                  <a:lnTo>
                    <a:pt x="728873" y="994235"/>
                  </a:lnTo>
                  <a:lnTo>
                    <a:pt x="737154" y="990493"/>
                  </a:lnTo>
                  <a:lnTo>
                    <a:pt x="745368" y="986607"/>
                  </a:lnTo>
                  <a:lnTo>
                    <a:pt x="753514" y="982577"/>
                  </a:lnTo>
                  <a:lnTo>
                    <a:pt x="761587" y="978406"/>
                  </a:lnTo>
                  <a:lnTo>
                    <a:pt x="769586" y="974093"/>
                  </a:lnTo>
                  <a:lnTo>
                    <a:pt x="777508" y="969642"/>
                  </a:lnTo>
                  <a:lnTo>
                    <a:pt x="785351" y="965052"/>
                  </a:lnTo>
                  <a:lnTo>
                    <a:pt x="793113" y="960326"/>
                  </a:lnTo>
                  <a:lnTo>
                    <a:pt x="800791" y="955465"/>
                  </a:lnTo>
                  <a:lnTo>
                    <a:pt x="808383" y="950470"/>
                  </a:lnTo>
                  <a:lnTo>
                    <a:pt x="815886" y="945343"/>
                  </a:lnTo>
                  <a:lnTo>
                    <a:pt x="823298" y="940086"/>
                  </a:lnTo>
                  <a:lnTo>
                    <a:pt x="830617" y="934699"/>
                  </a:lnTo>
                  <a:lnTo>
                    <a:pt x="837840" y="929186"/>
                  </a:lnTo>
                  <a:lnTo>
                    <a:pt x="844966" y="923547"/>
                  </a:lnTo>
                  <a:lnTo>
                    <a:pt x="851992" y="917784"/>
                  </a:lnTo>
                  <a:lnTo>
                    <a:pt x="858917" y="911899"/>
                  </a:lnTo>
                  <a:lnTo>
                    <a:pt x="865737" y="905893"/>
                  </a:lnTo>
                  <a:lnTo>
                    <a:pt x="872451" y="899769"/>
                  </a:lnTo>
                  <a:lnTo>
                    <a:pt x="879057" y="893529"/>
                  </a:lnTo>
                  <a:lnTo>
                    <a:pt x="885552" y="887174"/>
                  </a:lnTo>
                  <a:lnTo>
                    <a:pt x="891936" y="880706"/>
                  </a:lnTo>
                  <a:lnTo>
                    <a:pt x="898205" y="874128"/>
                  </a:lnTo>
                  <a:lnTo>
                    <a:pt x="904358" y="867440"/>
                  </a:lnTo>
                  <a:lnTo>
                    <a:pt x="910393" y="860646"/>
                  </a:lnTo>
                  <a:lnTo>
                    <a:pt x="916309" y="853748"/>
                  </a:lnTo>
                  <a:lnTo>
                    <a:pt x="922103" y="846747"/>
                  </a:lnTo>
                  <a:lnTo>
                    <a:pt x="927773" y="839646"/>
                  </a:lnTo>
                  <a:lnTo>
                    <a:pt x="933318" y="832446"/>
                  </a:lnTo>
                  <a:lnTo>
                    <a:pt x="938736" y="825151"/>
                  </a:lnTo>
                  <a:lnTo>
                    <a:pt x="944026" y="817762"/>
                  </a:lnTo>
                  <a:lnTo>
                    <a:pt x="949186" y="810282"/>
                  </a:lnTo>
                  <a:lnTo>
                    <a:pt x="954214" y="802712"/>
                  </a:lnTo>
                  <a:lnTo>
                    <a:pt x="959109" y="795056"/>
                  </a:lnTo>
                  <a:lnTo>
                    <a:pt x="963869" y="787315"/>
                  </a:lnTo>
                  <a:lnTo>
                    <a:pt x="968492" y="779491"/>
                  </a:lnTo>
                  <a:lnTo>
                    <a:pt x="972979" y="771589"/>
                  </a:lnTo>
                  <a:lnTo>
                    <a:pt x="977326" y="763609"/>
                  </a:lnTo>
                  <a:lnTo>
                    <a:pt x="981533" y="755554"/>
                  </a:lnTo>
                  <a:lnTo>
                    <a:pt x="985598" y="747426"/>
                  </a:lnTo>
                  <a:lnTo>
                    <a:pt x="989520" y="739229"/>
                  </a:lnTo>
                  <a:lnTo>
                    <a:pt x="993298" y="730964"/>
                  </a:lnTo>
                  <a:lnTo>
                    <a:pt x="996932" y="722635"/>
                  </a:lnTo>
                  <a:lnTo>
                    <a:pt x="1000418" y="714243"/>
                  </a:lnTo>
                  <a:lnTo>
                    <a:pt x="1003758" y="705791"/>
                  </a:lnTo>
                  <a:lnTo>
                    <a:pt x="1006949" y="697283"/>
                  </a:lnTo>
                  <a:lnTo>
                    <a:pt x="1009990" y="688719"/>
                  </a:lnTo>
                  <a:lnTo>
                    <a:pt x="1012881" y="680104"/>
                  </a:lnTo>
                  <a:lnTo>
                    <a:pt x="1015621" y="671440"/>
                  </a:lnTo>
                  <a:lnTo>
                    <a:pt x="1018209" y="662729"/>
                  </a:lnTo>
                  <a:lnTo>
                    <a:pt x="1020644" y="653974"/>
                  </a:lnTo>
                  <a:lnTo>
                    <a:pt x="1022926" y="645178"/>
                  </a:lnTo>
                  <a:lnTo>
                    <a:pt x="1025053" y="636343"/>
                  </a:lnTo>
                  <a:lnTo>
                    <a:pt x="1027025" y="627472"/>
                  </a:lnTo>
                  <a:lnTo>
                    <a:pt x="1028842" y="618568"/>
                  </a:lnTo>
                  <a:lnTo>
                    <a:pt x="1030503" y="609634"/>
                  </a:lnTo>
                  <a:lnTo>
                    <a:pt x="1032007" y="600672"/>
                  </a:lnTo>
                  <a:lnTo>
                    <a:pt x="1033354" y="591685"/>
                  </a:lnTo>
                  <a:lnTo>
                    <a:pt x="1034543" y="582675"/>
                  </a:lnTo>
                  <a:lnTo>
                    <a:pt x="1035575" y="573647"/>
                  </a:lnTo>
                  <a:lnTo>
                    <a:pt x="1036448" y="564602"/>
                  </a:lnTo>
                  <a:lnTo>
                    <a:pt x="1037163" y="555542"/>
                  </a:lnTo>
                  <a:lnTo>
                    <a:pt x="1037719" y="546472"/>
                  </a:lnTo>
                  <a:lnTo>
                    <a:pt x="1038117" y="537393"/>
                  </a:lnTo>
                  <a:lnTo>
                    <a:pt x="1038355" y="528309"/>
                  </a:lnTo>
                  <a:lnTo>
                    <a:pt x="1038435" y="5192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602" name="tx602"/>
            <p:cNvSpPr/>
            <p:nvPr/>
          </p:nvSpPr>
          <p:spPr>
            <a:xfrm>
              <a:off x="7825227" y="5431796"/>
              <a:ext cx="247162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603" name="tx603"/>
            <p:cNvSpPr/>
            <p:nvPr/>
          </p:nvSpPr>
          <p:spPr>
            <a:xfrm>
              <a:off x="7816723" y="6626020"/>
              <a:ext cx="264170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604" name="tx604"/>
            <p:cNvSpPr/>
            <p:nvPr/>
          </p:nvSpPr>
          <p:spPr>
            <a:xfrm>
              <a:off x="8371029" y="5606686"/>
              <a:ext cx="438271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605" name="tx605"/>
            <p:cNvSpPr/>
            <p:nvPr/>
          </p:nvSpPr>
          <p:spPr>
            <a:xfrm>
              <a:off x="8545919" y="6028908"/>
              <a:ext cx="20226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606" name="tx606"/>
            <p:cNvSpPr/>
            <p:nvPr/>
          </p:nvSpPr>
          <p:spPr>
            <a:xfrm>
              <a:off x="8371029" y="6451130"/>
              <a:ext cx="455279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607" name="pg607"/>
            <p:cNvSpPr/>
            <p:nvPr/>
          </p:nvSpPr>
          <p:spPr>
            <a:xfrm>
              <a:off x="7429600" y="5545850"/>
              <a:ext cx="1038435" cy="1038445"/>
            </a:xfrm>
            <a:custGeom>
              <a:avLst/>
              <a:pathLst>
                <a:path w="1038435" h="1038445">
                  <a:moveTo>
                    <a:pt x="1038435" y="519222"/>
                  </a:moveTo>
                  <a:lnTo>
                    <a:pt x="1038355" y="510135"/>
                  </a:lnTo>
                  <a:lnTo>
                    <a:pt x="1038117" y="501051"/>
                  </a:lnTo>
                  <a:lnTo>
                    <a:pt x="1037719" y="491972"/>
                  </a:lnTo>
                  <a:lnTo>
                    <a:pt x="1037163" y="482902"/>
                  </a:lnTo>
                  <a:lnTo>
                    <a:pt x="1036448" y="473843"/>
                  </a:lnTo>
                  <a:lnTo>
                    <a:pt x="1035575" y="464797"/>
                  </a:lnTo>
                  <a:lnTo>
                    <a:pt x="1034543" y="455769"/>
                  </a:lnTo>
                  <a:lnTo>
                    <a:pt x="1033354" y="446760"/>
                  </a:lnTo>
                  <a:lnTo>
                    <a:pt x="1032007" y="437773"/>
                  </a:lnTo>
                  <a:lnTo>
                    <a:pt x="1030503" y="428811"/>
                  </a:lnTo>
                  <a:lnTo>
                    <a:pt x="1028842" y="419876"/>
                  </a:lnTo>
                  <a:lnTo>
                    <a:pt x="1027025" y="410972"/>
                  </a:lnTo>
                  <a:lnTo>
                    <a:pt x="1025053" y="402102"/>
                  </a:lnTo>
                  <a:lnTo>
                    <a:pt x="1022926" y="393267"/>
                  </a:lnTo>
                  <a:lnTo>
                    <a:pt x="1020644" y="384470"/>
                  </a:lnTo>
                  <a:lnTo>
                    <a:pt x="1018209" y="375715"/>
                  </a:lnTo>
                  <a:lnTo>
                    <a:pt x="1015621" y="367004"/>
                  </a:lnTo>
                  <a:lnTo>
                    <a:pt x="1012881" y="358340"/>
                  </a:lnTo>
                  <a:lnTo>
                    <a:pt x="1009990" y="349725"/>
                  </a:lnTo>
                  <a:lnTo>
                    <a:pt x="1006949" y="341161"/>
                  </a:lnTo>
                  <a:lnTo>
                    <a:pt x="1003758" y="332653"/>
                  </a:lnTo>
                  <a:lnTo>
                    <a:pt x="1000418" y="324201"/>
                  </a:lnTo>
                  <a:lnTo>
                    <a:pt x="996932" y="315809"/>
                  </a:lnTo>
                  <a:lnTo>
                    <a:pt x="993298" y="307480"/>
                  </a:lnTo>
                  <a:lnTo>
                    <a:pt x="989520" y="299215"/>
                  </a:lnTo>
                  <a:lnTo>
                    <a:pt x="985598" y="291018"/>
                  </a:lnTo>
                  <a:lnTo>
                    <a:pt x="981533" y="282891"/>
                  </a:lnTo>
                  <a:lnTo>
                    <a:pt x="977326" y="274836"/>
                  </a:lnTo>
                  <a:lnTo>
                    <a:pt x="972979" y="266856"/>
                  </a:lnTo>
                  <a:lnTo>
                    <a:pt x="968492" y="258953"/>
                  </a:lnTo>
                  <a:lnTo>
                    <a:pt x="963869" y="251130"/>
                  </a:lnTo>
                  <a:lnTo>
                    <a:pt x="959109" y="243389"/>
                  </a:lnTo>
                  <a:lnTo>
                    <a:pt x="954214" y="235732"/>
                  </a:lnTo>
                  <a:lnTo>
                    <a:pt x="949186" y="228163"/>
                  </a:lnTo>
                  <a:lnTo>
                    <a:pt x="944026" y="220682"/>
                  </a:lnTo>
                  <a:lnTo>
                    <a:pt x="938736" y="213293"/>
                  </a:lnTo>
                  <a:lnTo>
                    <a:pt x="933318" y="205998"/>
                  </a:lnTo>
                  <a:lnTo>
                    <a:pt x="927773" y="198798"/>
                  </a:lnTo>
                  <a:lnTo>
                    <a:pt x="922103" y="191697"/>
                  </a:lnTo>
                  <a:lnTo>
                    <a:pt x="916309" y="184696"/>
                  </a:lnTo>
                  <a:lnTo>
                    <a:pt x="910393" y="177798"/>
                  </a:lnTo>
                  <a:lnTo>
                    <a:pt x="904358" y="171004"/>
                  </a:lnTo>
                  <a:lnTo>
                    <a:pt x="898205" y="164317"/>
                  </a:lnTo>
                  <a:lnTo>
                    <a:pt x="891936" y="157738"/>
                  </a:lnTo>
                  <a:lnTo>
                    <a:pt x="885552" y="151270"/>
                  </a:lnTo>
                  <a:lnTo>
                    <a:pt x="879057" y="144915"/>
                  </a:lnTo>
                  <a:lnTo>
                    <a:pt x="872451" y="138675"/>
                  </a:lnTo>
                  <a:lnTo>
                    <a:pt x="865737" y="132551"/>
                  </a:lnTo>
                  <a:lnTo>
                    <a:pt x="858917" y="126546"/>
                  </a:lnTo>
                  <a:lnTo>
                    <a:pt x="851992" y="120661"/>
                  </a:lnTo>
                  <a:lnTo>
                    <a:pt x="844966" y="114898"/>
                  </a:lnTo>
                  <a:lnTo>
                    <a:pt x="837840" y="109258"/>
                  </a:lnTo>
                  <a:lnTo>
                    <a:pt x="830617" y="103745"/>
                  </a:lnTo>
                  <a:lnTo>
                    <a:pt x="823298" y="98358"/>
                  </a:lnTo>
                  <a:lnTo>
                    <a:pt x="815886" y="93101"/>
                  </a:lnTo>
                  <a:lnTo>
                    <a:pt x="808383" y="87974"/>
                  </a:lnTo>
                  <a:lnTo>
                    <a:pt x="800791" y="82979"/>
                  </a:lnTo>
                  <a:lnTo>
                    <a:pt x="793113" y="78118"/>
                  </a:lnTo>
                  <a:lnTo>
                    <a:pt x="785351" y="73392"/>
                  </a:lnTo>
                  <a:lnTo>
                    <a:pt x="777508" y="68802"/>
                  </a:lnTo>
                  <a:lnTo>
                    <a:pt x="769586" y="64351"/>
                  </a:lnTo>
                  <a:lnTo>
                    <a:pt x="761587" y="60039"/>
                  </a:lnTo>
                  <a:lnTo>
                    <a:pt x="753514" y="55867"/>
                  </a:lnTo>
                  <a:lnTo>
                    <a:pt x="745368" y="51838"/>
                  </a:lnTo>
                  <a:lnTo>
                    <a:pt x="737154" y="47951"/>
                  </a:lnTo>
                  <a:lnTo>
                    <a:pt x="728873" y="44209"/>
                  </a:lnTo>
                  <a:lnTo>
                    <a:pt x="720528" y="40612"/>
                  </a:lnTo>
                  <a:lnTo>
                    <a:pt x="712121" y="37162"/>
                  </a:lnTo>
                  <a:lnTo>
                    <a:pt x="703655" y="33860"/>
                  </a:lnTo>
                  <a:lnTo>
                    <a:pt x="695132" y="30706"/>
                  </a:lnTo>
                  <a:lnTo>
                    <a:pt x="686556" y="27702"/>
                  </a:lnTo>
                  <a:lnTo>
                    <a:pt x="677928" y="24849"/>
                  </a:lnTo>
                  <a:lnTo>
                    <a:pt x="669251" y="22147"/>
                  </a:lnTo>
                  <a:lnTo>
                    <a:pt x="660529" y="19597"/>
                  </a:lnTo>
                  <a:lnTo>
                    <a:pt x="651764" y="17200"/>
                  </a:lnTo>
                  <a:lnTo>
                    <a:pt x="642957" y="14957"/>
                  </a:lnTo>
                  <a:lnTo>
                    <a:pt x="634113" y="12869"/>
                  </a:lnTo>
                  <a:lnTo>
                    <a:pt x="625234" y="10935"/>
                  </a:lnTo>
                  <a:lnTo>
                    <a:pt x="616322" y="9157"/>
                  </a:lnTo>
                  <a:lnTo>
                    <a:pt x="607381" y="7536"/>
                  </a:lnTo>
                  <a:lnTo>
                    <a:pt x="598412" y="6071"/>
                  </a:lnTo>
                  <a:lnTo>
                    <a:pt x="589419" y="4764"/>
                  </a:lnTo>
                  <a:lnTo>
                    <a:pt x="580405" y="3614"/>
                  </a:lnTo>
                  <a:lnTo>
                    <a:pt x="571372" y="2622"/>
                  </a:lnTo>
                  <a:lnTo>
                    <a:pt x="562323" y="1788"/>
                  </a:lnTo>
                  <a:lnTo>
                    <a:pt x="553261" y="1112"/>
                  </a:lnTo>
                  <a:lnTo>
                    <a:pt x="544188" y="596"/>
                  </a:lnTo>
                  <a:lnTo>
                    <a:pt x="535108" y="238"/>
                  </a:lnTo>
                  <a:lnTo>
                    <a:pt x="526023" y="39"/>
                  </a:lnTo>
                  <a:lnTo>
                    <a:pt x="516935" y="0"/>
                  </a:lnTo>
                  <a:lnTo>
                    <a:pt x="507849" y="119"/>
                  </a:lnTo>
                  <a:lnTo>
                    <a:pt x="498766" y="397"/>
                  </a:lnTo>
                  <a:lnTo>
                    <a:pt x="489689" y="834"/>
                  </a:lnTo>
                  <a:lnTo>
                    <a:pt x="480621" y="1430"/>
                  </a:lnTo>
                  <a:lnTo>
                    <a:pt x="471565" y="2185"/>
                  </a:lnTo>
                  <a:lnTo>
                    <a:pt x="462524" y="3098"/>
                  </a:lnTo>
                  <a:lnTo>
                    <a:pt x="453500" y="4169"/>
                  </a:lnTo>
                  <a:lnTo>
                    <a:pt x="444496" y="5398"/>
                  </a:lnTo>
                  <a:lnTo>
                    <a:pt x="435515" y="6784"/>
                  </a:lnTo>
                  <a:lnTo>
                    <a:pt x="426559" y="8327"/>
                  </a:lnTo>
                  <a:lnTo>
                    <a:pt x="417632" y="10027"/>
                  </a:lnTo>
                  <a:lnTo>
                    <a:pt x="408737" y="11882"/>
                  </a:lnTo>
                  <a:lnTo>
                    <a:pt x="399874" y="13894"/>
                  </a:lnTo>
                  <a:lnTo>
                    <a:pt x="391049" y="16059"/>
                  </a:lnTo>
                  <a:lnTo>
                    <a:pt x="382263" y="18379"/>
                  </a:lnTo>
                  <a:lnTo>
                    <a:pt x="373518" y="20853"/>
                  </a:lnTo>
                  <a:lnTo>
                    <a:pt x="364819" y="23479"/>
                  </a:lnTo>
                  <a:lnTo>
                    <a:pt x="356166" y="26257"/>
                  </a:lnTo>
                  <a:lnTo>
                    <a:pt x="347564" y="29185"/>
                  </a:lnTo>
                  <a:lnTo>
                    <a:pt x="339014" y="32264"/>
                  </a:lnTo>
                  <a:lnTo>
                    <a:pt x="330520" y="35493"/>
                  </a:lnTo>
                  <a:lnTo>
                    <a:pt x="322083" y="38869"/>
                  </a:lnTo>
                  <a:lnTo>
                    <a:pt x="313706" y="42392"/>
                  </a:lnTo>
                  <a:lnTo>
                    <a:pt x="305393" y="46062"/>
                  </a:lnTo>
                  <a:lnTo>
                    <a:pt x="297145" y="49876"/>
                  </a:lnTo>
                  <a:lnTo>
                    <a:pt x="288965" y="53834"/>
                  </a:lnTo>
                  <a:lnTo>
                    <a:pt x="280855" y="57935"/>
                  </a:lnTo>
                  <a:lnTo>
                    <a:pt x="272819" y="62177"/>
                  </a:lnTo>
                  <a:lnTo>
                    <a:pt x="264858" y="66559"/>
                  </a:lnTo>
                  <a:lnTo>
                    <a:pt x="256975" y="71080"/>
                  </a:lnTo>
                  <a:lnTo>
                    <a:pt x="249172" y="75738"/>
                  </a:lnTo>
                  <a:lnTo>
                    <a:pt x="241452" y="80532"/>
                  </a:lnTo>
                  <a:lnTo>
                    <a:pt x="233817" y="85460"/>
                  </a:lnTo>
                  <a:lnTo>
                    <a:pt x="226269" y="90521"/>
                  </a:lnTo>
                  <a:lnTo>
                    <a:pt x="218811" y="95713"/>
                  </a:lnTo>
                  <a:lnTo>
                    <a:pt x="211445" y="101036"/>
                  </a:lnTo>
                  <a:lnTo>
                    <a:pt x="204174" y="106486"/>
                  </a:lnTo>
                  <a:lnTo>
                    <a:pt x="196999" y="112062"/>
                  </a:lnTo>
                  <a:lnTo>
                    <a:pt x="189922" y="117764"/>
                  </a:lnTo>
                  <a:lnTo>
                    <a:pt x="182947" y="123588"/>
                  </a:lnTo>
                  <a:lnTo>
                    <a:pt x="176074" y="129533"/>
                  </a:lnTo>
                  <a:lnTo>
                    <a:pt x="169307" y="135598"/>
                  </a:lnTo>
                  <a:lnTo>
                    <a:pt x="162647" y="141781"/>
                  </a:lnTo>
                  <a:lnTo>
                    <a:pt x="156096" y="148079"/>
                  </a:lnTo>
                  <a:lnTo>
                    <a:pt x="149656" y="154490"/>
                  </a:lnTo>
                  <a:lnTo>
                    <a:pt x="143330" y="161014"/>
                  </a:lnTo>
                  <a:lnTo>
                    <a:pt x="137118" y="167647"/>
                  </a:lnTo>
                  <a:lnTo>
                    <a:pt x="131024" y="174388"/>
                  </a:lnTo>
                  <a:lnTo>
                    <a:pt x="125048" y="181234"/>
                  </a:lnTo>
                  <a:lnTo>
                    <a:pt x="119193" y="188184"/>
                  </a:lnTo>
                  <a:lnTo>
                    <a:pt x="113461" y="195235"/>
                  </a:lnTo>
                  <a:lnTo>
                    <a:pt x="107853" y="202386"/>
                  </a:lnTo>
                  <a:lnTo>
                    <a:pt x="102371" y="209634"/>
                  </a:lnTo>
                  <a:lnTo>
                    <a:pt x="97017" y="216976"/>
                  </a:lnTo>
                  <a:lnTo>
                    <a:pt x="91792" y="224411"/>
                  </a:lnTo>
                  <a:lnTo>
                    <a:pt x="86698" y="231936"/>
                  </a:lnTo>
                  <a:lnTo>
                    <a:pt x="81736" y="239550"/>
                  </a:lnTo>
                  <a:lnTo>
                    <a:pt x="76909" y="247249"/>
                  </a:lnTo>
                  <a:lnTo>
                    <a:pt x="72217" y="255031"/>
                  </a:lnTo>
                  <a:lnTo>
                    <a:pt x="67662" y="262894"/>
                  </a:lnTo>
                  <a:lnTo>
                    <a:pt x="63245" y="270836"/>
                  </a:lnTo>
                  <a:lnTo>
                    <a:pt x="58968" y="278854"/>
                  </a:lnTo>
                  <a:lnTo>
                    <a:pt x="54831" y="286945"/>
                  </a:lnTo>
                  <a:lnTo>
                    <a:pt x="50838" y="295108"/>
                  </a:lnTo>
                  <a:lnTo>
                    <a:pt x="46987" y="303339"/>
                  </a:lnTo>
                  <a:lnTo>
                    <a:pt x="43281" y="311637"/>
                  </a:lnTo>
                  <a:lnTo>
                    <a:pt x="39721" y="319998"/>
                  </a:lnTo>
                  <a:lnTo>
                    <a:pt x="36308" y="328420"/>
                  </a:lnTo>
                  <a:lnTo>
                    <a:pt x="33043" y="336900"/>
                  </a:lnTo>
                  <a:lnTo>
                    <a:pt x="29926" y="345436"/>
                  </a:lnTo>
                  <a:lnTo>
                    <a:pt x="26960" y="354026"/>
                  </a:lnTo>
                  <a:lnTo>
                    <a:pt x="24144" y="362666"/>
                  </a:lnTo>
                  <a:lnTo>
                    <a:pt x="21480" y="371354"/>
                  </a:lnTo>
                  <a:lnTo>
                    <a:pt x="18968" y="380088"/>
                  </a:lnTo>
                  <a:lnTo>
                    <a:pt x="16610" y="388864"/>
                  </a:lnTo>
                  <a:lnTo>
                    <a:pt x="14406" y="397680"/>
                  </a:lnTo>
                  <a:lnTo>
                    <a:pt x="12356" y="406533"/>
                  </a:lnTo>
                  <a:lnTo>
                    <a:pt x="10461" y="415420"/>
                  </a:lnTo>
                  <a:lnTo>
                    <a:pt x="8723" y="424340"/>
                  </a:lnTo>
                  <a:lnTo>
                    <a:pt x="7140" y="433288"/>
                  </a:lnTo>
                  <a:lnTo>
                    <a:pt x="5715" y="442263"/>
                  </a:lnTo>
                  <a:lnTo>
                    <a:pt x="4446" y="451262"/>
                  </a:lnTo>
                  <a:lnTo>
                    <a:pt x="3336" y="460281"/>
                  </a:lnTo>
                  <a:lnTo>
                    <a:pt x="2383" y="469318"/>
                  </a:lnTo>
                  <a:lnTo>
                    <a:pt x="1589" y="478371"/>
                  </a:lnTo>
                  <a:lnTo>
                    <a:pt x="953" y="487436"/>
                  </a:lnTo>
                  <a:lnTo>
                    <a:pt x="477" y="496511"/>
                  </a:lnTo>
                  <a:lnTo>
                    <a:pt x="159" y="505592"/>
                  </a:lnTo>
                  <a:lnTo>
                    <a:pt x="0" y="514678"/>
                  </a:lnTo>
                  <a:lnTo>
                    <a:pt x="0" y="523766"/>
                  </a:lnTo>
                  <a:lnTo>
                    <a:pt x="159" y="532852"/>
                  </a:lnTo>
                  <a:lnTo>
                    <a:pt x="477" y="541934"/>
                  </a:lnTo>
                  <a:lnTo>
                    <a:pt x="953" y="551008"/>
                  </a:lnTo>
                  <a:lnTo>
                    <a:pt x="1589" y="560073"/>
                  </a:lnTo>
                  <a:lnTo>
                    <a:pt x="2383" y="569126"/>
                  </a:lnTo>
                  <a:lnTo>
                    <a:pt x="3336" y="578163"/>
                  </a:lnTo>
                  <a:lnTo>
                    <a:pt x="4446" y="587183"/>
                  </a:lnTo>
                  <a:lnTo>
                    <a:pt x="5715" y="596181"/>
                  </a:lnTo>
                  <a:lnTo>
                    <a:pt x="7140" y="605156"/>
                  </a:lnTo>
                  <a:lnTo>
                    <a:pt x="8723" y="614104"/>
                  </a:lnTo>
                  <a:lnTo>
                    <a:pt x="10461" y="623024"/>
                  </a:lnTo>
                  <a:lnTo>
                    <a:pt x="12356" y="631912"/>
                  </a:lnTo>
                  <a:lnTo>
                    <a:pt x="14406" y="640765"/>
                  </a:lnTo>
                  <a:lnTo>
                    <a:pt x="16610" y="649581"/>
                  </a:lnTo>
                  <a:lnTo>
                    <a:pt x="18968" y="658357"/>
                  </a:lnTo>
                  <a:lnTo>
                    <a:pt x="21480" y="667090"/>
                  </a:lnTo>
                  <a:lnTo>
                    <a:pt x="24144" y="675778"/>
                  </a:lnTo>
                  <a:lnTo>
                    <a:pt x="26960" y="684418"/>
                  </a:lnTo>
                  <a:lnTo>
                    <a:pt x="29926" y="693008"/>
                  </a:lnTo>
                  <a:lnTo>
                    <a:pt x="33043" y="701544"/>
                  </a:lnTo>
                  <a:lnTo>
                    <a:pt x="36308" y="710025"/>
                  </a:lnTo>
                  <a:lnTo>
                    <a:pt x="39721" y="718447"/>
                  </a:lnTo>
                  <a:lnTo>
                    <a:pt x="43281" y="726808"/>
                  </a:lnTo>
                  <a:lnTo>
                    <a:pt x="46987" y="735105"/>
                  </a:lnTo>
                  <a:lnTo>
                    <a:pt x="50838" y="743336"/>
                  </a:lnTo>
                  <a:lnTo>
                    <a:pt x="54831" y="751499"/>
                  </a:lnTo>
                  <a:lnTo>
                    <a:pt x="58968" y="759590"/>
                  </a:lnTo>
                  <a:lnTo>
                    <a:pt x="63245" y="767608"/>
                  </a:lnTo>
                  <a:lnTo>
                    <a:pt x="67662" y="775550"/>
                  </a:lnTo>
                  <a:lnTo>
                    <a:pt x="72217" y="783413"/>
                  </a:lnTo>
                  <a:lnTo>
                    <a:pt x="76909" y="791195"/>
                  </a:lnTo>
                  <a:lnTo>
                    <a:pt x="81736" y="798894"/>
                  </a:lnTo>
                  <a:lnTo>
                    <a:pt x="86698" y="806508"/>
                  </a:lnTo>
                  <a:lnTo>
                    <a:pt x="91792" y="814033"/>
                  </a:lnTo>
                  <a:lnTo>
                    <a:pt x="97017" y="821468"/>
                  </a:lnTo>
                  <a:lnTo>
                    <a:pt x="102371" y="828811"/>
                  </a:lnTo>
                  <a:lnTo>
                    <a:pt x="107853" y="836058"/>
                  </a:lnTo>
                  <a:lnTo>
                    <a:pt x="113461" y="843209"/>
                  </a:lnTo>
                  <a:lnTo>
                    <a:pt x="119193" y="850260"/>
                  </a:lnTo>
                  <a:lnTo>
                    <a:pt x="125048" y="857210"/>
                  </a:lnTo>
                  <a:lnTo>
                    <a:pt x="131024" y="864057"/>
                  </a:lnTo>
                  <a:lnTo>
                    <a:pt x="137118" y="870797"/>
                  </a:lnTo>
                  <a:lnTo>
                    <a:pt x="143330" y="877431"/>
                  </a:lnTo>
                  <a:lnTo>
                    <a:pt x="149656" y="883954"/>
                  </a:lnTo>
                  <a:lnTo>
                    <a:pt x="156096" y="890366"/>
                  </a:lnTo>
                  <a:lnTo>
                    <a:pt x="162647" y="896664"/>
                  </a:lnTo>
                  <a:lnTo>
                    <a:pt x="169307" y="902846"/>
                  </a:lnTo>
                  <a:lnTo>
                    <a:pt x="176074" y="908911"/>
                  </a:lnTo>
                  <a:lnTo>
                    <a:pt x="182947" y="914856"/>
                  </a:lnTo>
                  <a:lnTo>
                    <a:pt x="189922" y="920681"/>
                  </a:lnTo>
                  <a:lnTo>
                    <a:pt x="196999" y="926382"/>
                  </a:lnTo>
                  <a:lnTo>
                    <a:pt x="204174" y="931958"/>
                  </a:lnTo>
                  <a:lnTo>
                    <a:pt x="211445" y="937409"/>
                  </a:lnTo>
                  <a:lnTo>
                    <a:pt x="218811" y="942731"/>
                  </a:lnTo>
                  <a:lnTo>
                    <a:pt x="226269" y="947923"/>
                  </a:lnTo>
                  <a:lnTo>
                    <a:pt x="233817" y="952984"/>
                  </a:lnTo>
                  <a:lnTo>
                    <a:pt x="241452" y="957912"/>
                  </a:lnTo>
                  <a:lnTo>
                    <a:pt x="249172" y="962706"/>
                  </a:lnTo>
                  <a:lnTo>
                    <a:pt x="256975" y="967364"/>
                  </a:lnTo>
                  <a:lnTo>
                    <a:pt x="264858" y="971885"/>
                  </a:lnTo>
                  <a:lnTo>
                    <a:pt x="272819" y="976267"/>
                  </a:lnTo>
                  <a:lnTo>
                    <a:pt x="280855" y="980509"/>
                  </a:lnTo>
                  <a:lnTo>
                    <a:pt x="288965" y="984610"/>
                  </a:lnTo>
                  <a:lnTo>
                    <a:pt x="297145" y="988568"/>
                  </a:lnTo>
                  <a:lnTo>
                    <a:pt x="305393" y="992382"/>
                  </a:lnTo>
                  <a:lnTo>
                    <a:pt x="313706" y="996052"/>
                  </a:lnTo>
                  <a:lnTo>
                    <a:pt x="322083" y="999575"/>
                  </a:lnTo>
                  <a:lnTo>
                    <a:pt x="330520" y="1002952"/>
                  </a:lnTo>
                  <a:lnTo>
                    <a:pt x="339014" y="1006180"/>
                  </a:lnTo>
                  <a:lnTo>
                    <a:pt x="347564" y="1009259"/>
                  </a:lnTo>
                  <a:lnTo>
                    <a:pt x="356166" y="1012188"/>
                  </a:lnTo>
                  <a:lnTo>
                    <a:pt x="364819" y="1014966"/>
                  </a:lnTo>
                  <a:lnTo>
                    <a:pt x="373518" y="1017592"/>
                  </a:lnTo>
                  <a:lnTo>
                    <a:pt x="382263" y="1020065"/>
                  </a:lnTo>
                  <a:lnTo>
                    <a:pt x="391049" y="1022385"/>
                  </a:lnTo>
                  <a:lnTo>
                    <a:pt x="399874" y="1024551"/>
                  </a:lnTo>
                  <a:lnTo>
                    <a:pt x="408737" y="1026562"/>
                  </a:lnTo>
                  <a:lnTo>
                    <a:pt x="417632" y="1028417"/>
                  </a:lnTo>
                  <a:lnTo>
                    <a:pt x="426559" y="1030117"/>
                  </a:lnTo>
                  <a:lnTo>
                    <a:pt x="435515" y="1031660"/>
                  </a:lnTo>
                  <a:lnTo>
                    <a:pt x="444496" y="1033046"/>
                  </a:lnTo>
                  <a:lnTo>
                    <a:pt x="453500" y="1034275"/>
                  </a:lnTo>
                  <a:lnTo>
                    <a:pt x="462524" y="1035346"/>
                  </a:lnTo>
                  <a:lnTo>
                    <a:pt x="471565" y="1036259"/>
                  </a:lnTo>
                  <a:lnTo>
                    <a:pt x="480621" y="1037014"/>
                  </a:lnTo>
                  <a:lnTo>
                    <a:pt x="489689" y="1037610"/>
                  </a:lnTo>
                  <a:lnTo>
                    <a:pt x="498766" y="1038047"/>
                  </a:lnTo>
                  <a:lnTo>
                    <a:pt x="507849" y="1038325"/>
                  </a:lnTo>
                  <a:lnTo>
                    <a:pt x="516935" y="1038445"/>
                  </a:lnTo>
                  <a:lnTo>
                    <a:pt x="526023" y="1038405"/>
                  </a:lnTo>
                  <a:lnTo>
                    <a:pt x="535108" y="1038206"/>
                  </a:lnTo>
                  <a:lnTo>
                    <a:pt x="544188" y="1037848"/>
                  </a:lnTo>
                  <a:lnTo>
                    <a:pt x="553261" y="1037332"/>
                  </a:lnTo>
                  <a:lnTo>
                    <a:pt x="562323" y="1036656"/>
                  </a:lnTo>
                  <a:lnTo>
                    <a:pt x="571372" y="1035823"/>
                  </a:lnTo>
                  <a:lnTo>
                    <a:pt x="580405" y="1034831"/>
                  </a:lnTo>
                  <a:lnTo>
                    <a:pt x="589419" y="1033681"/>
                  </a:lnTo>
                  <a:lnTo>
                    <a:pt x="598412" y="1032373"/>
                  </a:lnTo>
                  <a:lnTo>
                    <a:pt x="607381" y="1030908"/>
                  </a:lnTo>
                  <a:lnTo>
                    <a:pt x="616322" y="1029287"/>
                  </a:lnTo>
                  <a:lnTo>
                    <a:pt x="625234" y="1027509"/>
                  </a:lnTo>
                  <a:lnTo>
                    <a:pt x="634113" y="1025576"/>
                  </a:lnTo>
                  <a:lnTo>
                    <a:pt x="642957" y="1023487"/>
                  </a:lnTo>
                  <a:lnTo>
                    <a:pt x="651764" y="1021244"/>
                  </a:lnTo>
                  <a:lnTo>
                    <a:pt x="660529" y="1018847"/>
                  </a:lnTo>
                  <a:lnTo>
                    <a:pt x="669251" y="1016298"/>
                  </a:lnTo>
                  <a:lnTo>
                    <a:pt x="677928" y="1013596"/>
                  </a:lnTo>
                  <a:lnTo>
                    <a:pt x="686556" y="1010742"/>
                  </a:lnTo>
                  <a:lnTo>
                    <a:pt x="695132" y="1007738"/>
                  </a:lnTo>
                  <a:lnTo>
                    <a:pt x="703655" y="1004584"/>
                  </a:lnTo>
                  <a:lnTo>
                    <a:pt x="712121" y="1001282"/>
                  </a:lnTo>
                  <a:lnTo>
                    <a:pt x="720528" y="997832"/>
                  </a:lnTo>
                  <a:lnTo>
                    <a:pt x="728873" y="994235"/>
                  </a:lnTo>
                  <a:lnTo>
                    <a:pt x="737154" y="990493"/>
                  </a:lnTo>
                  <a:lnTo>
                    <a:pt x="745368" y="986607"/>
                  </a:lnTo>
                  <a:lnTo>
                    <a:pt x="753514" y="982577"/>
                  </a:lnTo>
                  <a:lnTo>
                    <a:pt x="761587" y="978406"/>
                  </a:lnTo>
                  <a:lnTo>
                    <a:pt x="769586" y="974093"/>
                  </a:lnTo>
                  <a:lnTo>
                    <a:pt x="777508" y="969642"/>
                  </a:lnTo>
                  <a:lnTo>
                    <a:pt x="785351" y="965052"/>
                  </a:lnTo>
                  <a:lnTo>
                    <a:pt x="793113" y="960326"/>
                  </a:lnTo>
                  <a:lnTo>
                    <a:pt x="800791" y="955465"/>
                  </a:lnTo>
                  <a:lnTo>
                    <a:pt x="808383" y="950470"/>
                  </a:lnTo>
                  <a:lnTo>
                    <a:pt x="815886" y="945343"/>
                  </a:lnTo>
                  <a:lnTo>
                    <a:pt x="823298" y="940086"/>
                  </a:lnTo>
                  <a:lnTo>
                    <a:pt x="830617" y="934699"/>
                  </a:lnTo>
                  <a:lnTo>
                    <a:pt x="837840" y="929186"/>
                  </a:lnTo>
                  <a:lnTo>
                    <a:pt x="844966" y="923547"/>
                  </a:lnTo>
                  <a:lnTo>
                    <a:pt x="851992" y="917784"/>
                  </a:lnTo>
                  <a:lnTo>
                    <a:pt x="858917" y="911899"/>
                  </a:lnTo>
                  <a:lnTo>
                    <a:pt x="865737" y="905893"/>
                  </a:lnTo>
                  <a:lnTo>
                    <a:pt x="872451" y="899769"/>
                  </a:lnTo>
                  <a:lnTo>
                    <a:pt x="879057" y="893529"/>
                  </a:lnTo>
                  <a:lnTo>
                    <a:pt x="885552" y="887174"/>
                  </a:lnTo>
                  <a:lnTo>
                    <a:pt x="891936" y="880706"/>
                  </a:lnTo>
                  <a:lnTo>
                    <a:pt x="898205" y="874128"/>
                  </a:lnTo>
                  <a:lnTo>
                    <a:pt x="904358" y="867440"/>
                  </a:lnTo>
                  <a:lnTo>
                    <a:pt x="910393" y="860646"/>
                  </a:lnTo>
                  <a:lnTo>
                    <a:pt x="916309" y="853748"/>
                  </a:lnTo>
                  <a:lnTo>
                    <a:pt x="922103" y="846747"/>
                  </a:lnTo>
                  <a:lnTo>
                    <a:pt x="927773" y="839646"/>
                  </a:lnTo>
                  <a:lnTo>
                    <a:pt x="933318" y="832446"/>
                  </a:lnTo>
                  <a:lnTo>
                    <a:pt x="938736" y="825151"/>
                  </a:lnTo>
                  <a:lnTo>
                    <a:pt x="944026" y="817762"/>
                  </a:lnTo>
                  <a:lnTo>
                    <a:pt x="949186" y="810282"/>
                  </a:lnTo>
                  <a:lnTo>
                    <a:pt x="954214" y="802712"/>
                  </a:lnTo>
                  <a:lnTo>
                    <a:pt x="959109" y="795056"/>
                  </a:lnTo>
                  <a:lnTo>
                    <a:pt x="963869" y="787315"/>
                  </a:lnTo>
                  <a:lnTo>
                    <a:pt x="968492" y="779491"/>
                  </a:lnTo>
                  <a:lnTo>
                    <a:pt x="972979" y="771589"/>
                  </a:lnTo>
                  <a:lnTo>
                    <a:pt x="977326" y="763609"/>
                  </a:lnTo>
                  <a:lnTo>
                    <a:pt x="981533" y="755554"/>
                  </a:lnTo>
                  <a:lnTo>
                    <a:pt x="985598" y="747426"/>
                  </a:lnTo>
                  <a:lnTo>
                    <a:pt x="989520" y="739229"/>
                  </a:lnTo>
                  <a:lnTo>
                    <a:pt x="993298" y="730964"/>
                  </a:lnTo>
                  <a:lnTo>
                    <a:pt x="996932" y="722635"/>
                  </a:lnTo>
                  <a:lnTo>
                    <a:pt x="1000418" y="714243"/>
                  </a:lnTo>
                  <a:lnTo>
                    <a:pt x="1003758" y="705791"/>
                  </a:lnTo>
                  <a:lnTo>
                    <a:pt x="1006949" y="697283"/>
                  </a:lnTo>
                  <a:lnTo>
                    <a:pt x="1009990" y="688719"/>
                  </a:lnTo>
                  <a:lnTo>
                    <a:pt x="1012881" y="680104"/>
                  </a:lnTo>
                  <a:lnTo>
                    <a:pt x="1015621" y="671440"/>
                  </a:lnTo>
                  <a:lnTo>
                    <a:pt x="1018209" y="662729"/>
                  </a:lnTo>
                  <a:lnTo>
                    <a:pt x="1020644" y="653974"/>
                  </a:lnTo>
                  <a:lnTo>
                    <a:pt x="1022926" y="645178"/>
                  </a:lnTo>
                  <a:lnTo>
                    <a:pt x="1025053" y="636343"/>
                  </a:lnTo>
                  <a:lnTo>
                    <a:pt x="1027025" y="627472"/>
                  </a:lnTo>
                  <a:lnTo>
                    <a:pt x="1028842" y="618568"/>
                  </a:lnTo>
                  <a:lnTo>
                    <a:pt x="1030503" y="609634"/>
                  </a:lnTo>
                  <a:lnTo>
                    <a:pt x="1032007" y="600672"/>
                  </a:lnTo>
                  <a:lnTo>
                    <a:pt x="1033354" y="591685"/>
                  </a:lnTo>
                  <a:lnTo>
                    <a:pt x="1034543" y="582675"/>
                  </a:lnTo>
                  <a:lnTo>
                    <a:pt x="1035575" y="573647"/>
                  </a:lnTo>
                  <a:lnTo>
                    <a:pt x="1036448" y="564602"/>
                  </a:lnTo>
                  <a:lnTo>
                    <a:pt x="1037163" y="555542"/>
                  </a:lnTo>
                  <a:lnTo>
                    <a:pt x="1037719" y="546472"/>
                  </a:lnTo>
                  <a:lnTo>
                    <a:pt x="1038117" y="537393"/>
                  </a:lnTo>
                  <a:lnTo>
                    <a:pt x="1038355" y="528309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608" name="pl608"/>
            <p:cNvSpPr/>
            <p:nvPr/>
          </p:nvSpPr>
          <p:spPr>
            <a:xfrm>
              <a:off x="7948808" y="5545845"/>
              <a:ext cx="0" cy="467304"/>
            </a:xfrm>
            <a:custGeom>
              <a:avLst/>
              <a:pathLst>
                <a:path w="0" h="467304">
                  <a:moveTo>
                    <a:pt x="0" y="46730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l609"/>
            <p:cNvSpPr/>
            <p:nvPr/>
          </p:nvSpPr>
          <p:spPr>
            <a:xfrm>
              <a:off x="7985523" y="5697923"/>
              <a:ext cx="330434" cy="330434"/>
            </a:xfrm>
            <a:custGeom>
              <a:avLst/>
              <a:pathLst>
                <a:path w="330434" h="330434">
                  <a:moveTo>
                    <a:pt x="0" y="330434"/>
                  </a:moveTo>
                  <a:lnTo>
                    <a:pt x="33043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l610"/>
            <p:cNvSpPr/>
            <p:nvPr/>
          </p:nvSpPr>
          <p:spPr>
            <a:xfrm>
              <a:off x="8000730" y="6065072"/>
              <a:ext cx="467304" cy="0"/>
            </a:xfrm>
            <a:custGeom>
              <a:avLst/>
              <a:pathLst>
                <a:path w="467304" h="0">
                  <a:moveTo>
                    <a:pt x="0" y="0"/>
                  </a:moveTo>
                  <a:lnTo>
                    <a:pt x="46730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l611"/>
            <p:cNvSpPr/>
            <p:nvPr/>
          </p:nvSpPr>
          <p:spPr>
            <a:xfrm>
              <a:off x="7985523" y="6101787"/>
              <a:ext cx="330434" cy="330434"/>
            </a:xfrm>
            <a:custGeom>
              <a:avLst/>
              <a:pathLst>
                <a:path w="330434" h="330434">
                  <a:moveTo>
                    <a:pt x="0" y="0"/>
                  </a:moveTo>
                  <a:lnTo>
                    <a:pt x="330434" y="33043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l612"/>
            <p:cNvSpPr/>
            <p:nvPr/>
          </p:nvSpPr>
          <p:spPr>
            <a:xfrm>
              <a:off x="7948808" y="6116995"/>
              <a:ext cx="0" cy="467304"/>
            </a:xfrm>
            <a:custGeom>
              <a:avLst/>
              <a:pathLst>
                <a:path w="0" h="467304">
                  <a:moveTo>
                    <a:pt x="0" y="0"/>
                  </a:moveTo>
                  <a:lnTo>
                    <a:pt x="0" y="46730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l613"/>
            <p:cNvSpPr/>
            <p:nvPr/>
          </p:nvSpPr>
          <p:spPr>
            <a:xfrm>
              <a:off x="7581658" y="6101787"/>
              <a:ext cx="330434" cy="330434"/>
            </a:xfrm>
            <a:custGeom>
              <a:avLst/>
              <a:pathLst>
                <a:path w="330434" h="330434">
                  <a:moveTo>
                    <a:pt x="330434" y="0"/>
                  </a:moveTo>
                  <a:lnTo>
                    <a:pt x="0" y="33043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l614"/>
            <p:cNvSpPr/>
            <p:nvPr/>
          </p:nvSpPr>
          <p:spPr>
            <a:xfrm>
              <a:off x="7429580" y="6065072"/>
              <a:ext cx="467304" cy="0"/>
            </a:xfrm>
            <a:custGeom>
              <a:avLst/>
              <a:pathLst>
                <a:path w="467304" h="0">
                  <a:moveTo>
                    <a:pt x="467304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l615"/>
            <p:cNvSpPr/>
            <p:nvPr/>
          </p:nvSpPr>
          <p:spPr>
            <a:xfrm>
              <a:off x="7581658" y="5697923"/>
              <a:ext cx="330434" cy="330434"/>
            </a:xfrm>
            <a:custGeom>
              <a:avLst/>
              <a:pathLst>
                <a:path w="330434" h="330434">
                  <a:moveTo>
                    <a:pt x="330434" y="33043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l616"/>
            <p:cNvSpPr/>
            <p:nvPr/>
          </p:nvSpPr>
          <p:spPr>
            <a:xfrm>
              <a:off x="7896885" y="6013150"/>
              <a:ext cx="308927" cy="308927"/>
            </a:xfrm>
            <a:custGeom>
              <a:avLst/>
              <a:pathLst>
                <a:path w="308927" h="308927">
                  <a:moveTo>
                    <a:pt x="51922" y="0"/>
                  </a:moveTo>
                  <a:lnTo>
                    <a:pt x="88637" y="15207"/>
                  </a:lnTo>
                  <a:lnTo>
                    <a:pt x="103845" y="51922"/>
                  </a:lnTo>
                  <a:lnTo>
                    <a:pt x="308927" y="308927"/>
                  </a:lnTo>
                  <a:lnTo>
                    <a:pt x="51922" y="259613"/>
                  </a:lnTo>
                  <a:lnTo>
                    <a:pt x="15207" y="88637"/>
                  </a:lnTo>
                  <a:lnTo>
                    <a:pt x="0" y="51922"/>
                  </a:lnTo>
                  <a:lnTo>
                    <a:pt x="15207" y="15207"/>
                  </a:lnTo>
                  <a:lnTo>
                    <a:pt x="51922" y="0"/>
                  </a:lnTo>
                </a:path>
              </a:pathLst>
            </a:custGeom>
            <a:ln w="31166" cap="flat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7913538" y="5977879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7950252" y="5993087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7965460" y="6029802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8170542" y="6286807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7913538" y="6237493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7876823" y="6066517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7861615" y="6029802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7876823" y="5993087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7913538" y="5977879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tx626"/>
            <p:cNvSpPr/>
            <p:nvPr/>
          </p:nvSpPr>
          <p:spPr>
            <a:xfrm>
              <a:off x="7809377" y="5991478"/>
              <a:ext cx="87508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627" name="tx627"/>
            <p:cNvSpPr/>
            <p:nvPr/>
          </p:nvSpPr>
          <p:spPr>
            <a:xfrm>
              <a:off x="7775727" y="5757826"/>
              <a:ext cx="12115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628" name="tx628"/>
            <p:cNvSpPr/>
            <p:nvPr/>
          </p:nvSpPr>
          <p:spPr>
            <a:xfrm>
              <a:off x="7742077" y="5524174"/>
              <a:ext cx="15480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2026-09-24T14:01:54Z</dcterms:modified>
  <cp:category/>
</cp:coreProperties>
</file>